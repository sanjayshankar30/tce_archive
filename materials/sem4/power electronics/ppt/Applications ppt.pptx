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3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8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0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7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2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0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3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2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6F5C0-0DF3-402B-9D9B-6CD02264535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D8014-368E-4ACB-8AD3-7B8DBC63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22" y="728331"/>
            <a:ext cx="2457450" cy="714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16" y="1773426"/>
            <a:ext cx="10318859" cy="6149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29" y="2886643"/>
            <a:ext cx="10057346" cy="30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0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847" y="1187224"/>
            <a:ext cx="10631201" cy="443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2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427" y="-5391"/>
            <a:ext cx="10515600" cy="810610"/>
          </a:xfrm>
        </p:spPr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427" y="1057002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DC drives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 drives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19" y="2302775"/>
            <a:ext cx="3839926" cy="1887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567" y="1222256"/>
            <a:ext cx="6534255" cy="28038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18" y="5237950"/>
            <a:ext cx="4985235" cy="102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5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drives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656" y="1690687"/>
            <a:ext cx="10449584" cy="43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7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0115"/>
            <a:ext cx="10515600" cy="2036881"/>
          </a:xfrm>
        </p:spPr>
        <p:txBody>
          <a:bodyPr>
            <a:normAutofit fontScale="90000"/>
          </a:bodyPr>
          <a:lstStyle/>
          <a:p>
            <a:r>
              <a:rPr lang="en-US" dirty="0"/>
              <a:t>Un interruptible power supply (UPS)</a:t>
            </a:r>
            <a:br>
              <a:rPr lang="en-US" dirty="0"/>
            </a:br>
            <a:r>
              <a:rPr lang="en-US" dirty="0"/>
              <a:t>types</a:t>
            </a:r>
            <a:br>
              <a:rPr lang="en-US" dirty="0"/>
            </a:br>
            <a:r>
              <a:rPr lang="en-US" dirty="0"/>
              <a:t>short break UPS</a:t>
            </a:r>
            <a:br>
              <a:rPr lang="en-US" dirty="0"/>
            </a:br>
            <a:r>
              <a:rPr lang="en-US" dirty="0"/>
              <a:t>No break UPS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393" y="2402006"/>
            <a:ext cx="9179257" cy="426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24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683" y="320023"/>
            <a:ext cx="11185195" cy="51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9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35" y="685006"/>
            <a:ext cx="6587206" cy="666122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192" y="1573841"/>
            <a:ext cx="11163355" cy="45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27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449" y="0"/>
            <a:ext cx="10294749" cy="650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0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AC Transmission Systems (FACTS) controllers use power electronics to enhance power transfer capacity, stability, and voltage control in high-voltage lines.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Types</a:t>
            </a:r>
          </a:p>
          <a:p>
            <a:r>
              <a:rPr lang="en-US" dirty="0"/>
              <a:t> shunt </a:t>
            </a:r>
          </a:p>
          <a:p>
            <a:r>
              <a:rPr lang="en-US" dirty="0"/>
              <a:t>series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210" y="3465180"/>
            <a:ext cx="6533570" cy="271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9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generation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power generation systems (DG) produce electricity directly at or near the consumer's location, rather than at centralized, distant power plants. 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86" y="3096619"/>
            <a:ext cx="7050562" cy="301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6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451" y="1690688"/>
            <a:ext cx="82342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649" y="-154875"/>
            <a:ext cx="11389200" cy="61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67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Power Devices (CPDs) are power-electronic controllers used in distribution systems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to improve power quality, mitigate harmonics, and correct voltage issues like sags and swells </a:t>
            </a:r>
          </a:p>
          <a:p>
            <a:r>
              <a:rPr lang="en-US"/>
              <a:t>DSTATCOM (shunt-connected for current issues), DVR (series-connected for voltage sags), and UPQC (combination of both)</a:t>
            </a:r>
            <a:endParaRPr lang="en-U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-192360"/>
            <a:ext cx="184731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AutoShape 8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9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8750" y="130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3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136</Words>
  <Application>Microsoft Office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types</vt:lpstr>
      <vt:lpstr>Sample drives</vt:lpstr>
      <vt:lpstr>Un interruptible power supply (UPS) types short break UPS No break UPS</vt:lpstr>
      <vt:lpstr>PowerPoint Presentation</vt:lpstr>
      <vt:lpstr>PowerPoint Presentation</vt:lpstr>
      <vt:lpstr>PowerPoint Presentation</vt:lpstr>
      <vt:lpstr>FACTS</vt:lpstr>
      <vt:lpstr>Distributed generation systems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</dc:creator>
  <cp:lastModifiedBy>S0346130</cp:lastModifiedBy>
  <cp:revision>10</cp:revision>
  <dcterms:created xsi:type="dcterms:W3CDTF">2026-04-24T02:50:57Z</dcterms:created>
  <dcterms:modified xsi:type="dcterms:W3CDTF">2026-06-04T16:19:21Z</dcterms:modified>
</cp:coreProperties>
</file>