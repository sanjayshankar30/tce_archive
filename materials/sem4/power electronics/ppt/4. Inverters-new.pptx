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7"/>
  </p:notesMasterIdLst>
  <p:handoutMasterIdLst>
    <p:handoutMasterId r:id="rId68"/>
  </p:handoutMasterIdLst>
  <p:sldIdLst>
    <p:sldId id="256" r:id="rId2"/>
    <p:sldId id="294" r:id="rId3"/>
    <p:sldId id="292" r:id="rId4"/>
    <p:sldId id="257" r:id="rId5"/>
    <p:sldId id="323" r:id="rId6"/>
    <p:sldId id="258" r:id="rId7"/>
    <p:sldId id="320" r:id="rId8"/>
    <p:sldId id="321" r:id="rId9"/>
    <p:sldId id="288" r:id="rId10"/>
    <p:sldId id="289" r:id="rId11"/>
    <p:sldId id="290" r:id="rId12"/>
    <p:sldId id="259" r:id="rId13"/>
    <p:sldId id="260" r:id="rId14"/>
    <p:sldId id="261" r:id="rId15"/>
    <p:sldId id="262" r:id="rId16"/>
    <p:sldId id="329"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316" r:id="rId35"/>
    <p:sldId id="318" r:id="rId36"/>
    <p:sldId id="317" r:id="rId37"/>
    <p:sldId id="314" r:id="rId38"/>
    <p:sldId id="315" r:id="rId39"/>
    <p:sldId id="281" r:id="rId40"/>
    <p:sldId id="282" r:id="rId41"/>
    <p:sldId id="283" r:id="rId42"/>
    <p:sldId id="295" r:id="rId43"/>
    <p:sldId id="296" r:id="rId44"/>
    <p:sldId id="299" r:id="rId45"/>
    <p:sldId id="298" r:id="rId46"/>
    <p:sldId id="309" r:id="rId47"/>
    <p:sldId id="284" r:id="rId48"/>
    <p:sldId id="300" r:id="rId49"/>
    <p:sldId id="301" r:id="rId50"/>
    <p:sldId id="302" r:id="rId51"/>
    <p:sldId id="303" r:id="rId52"/>
    <p:sldId id="304" r:id="rId53"/>
    <p:sldId id="306" r:id="rId54"/>
    <p:sldId id="285" r:id="rId55"/>
    <p:sldId id="307" r:id="rId56"/>
    <p:sldId id="308" r:id="rId57"/>
    <p:sldId id="305" r:id="rId58"/>
    <p:sldId id="311" r:id="rId59"/>
    <p:sldId id="312" r:id="rId60"/>
    <p:sldId id="313" r:id="rId61"/>
    <p:sldId id="286" r:id="rId62"/>
    <p:sldId id="287" r:id="rId63"/>
    <p:sldId id="325" r:id="rId64"/>
    <p:sldId id="327" r:id="rId65"/>
    <p:sldId id="328"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880"/>
        <p:guide pos="2160"/>
      </p:guideLst>
    </p:cSldViewPr>
  </p:slideViewPr>
  <p:notesTextViewPr>
    <p:cViewPr>
      <p:scale>
        <a:sx n="100" d="100"/>
        <a:sy n="100" d="100"/>
      </p:scale>
      <p:origin x="0" y="0"/>
    </p:cViewPr>
  </p:notesTextViewPr>
  <p:sorterViewPr>
    <p:cViewPr>
      <p:scale>
        <a:sx n="66" d="100"/>
        <a:sy n="66" d="100"/>
      </p:scale>
      <p:origin x="0" y="414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5010" y="0"/>
            <a:ext cx="2971800" cy="457200"/>
          </a:xfrm>
          <a:prstGeom prst="rect">
            <a:avLst/>
          </a:prstGeom>
        </p:spPr>
        <p:txBody>
          <a:bodyPr vert="horz" lIns="91440" tIns="45720" rIns="91440" bIns="45720" rtlCol="0"/>
          <a:lstStyle>
            <a:lvl1pPr algn="r">
              <a:defRPr sz="1200"/>
            </a:lvl1pPr>
          </a:lstStyle>
          <a:p>
            <a:fld id="{94D4BEF1-6879-46D8-A1EA-738E1C2F0D24}" type="datetimeFigureOut">
              <a:rPr lang="en-US" smtClean="0"/>
              <a:pPr/>
              <a:t>3/24/2026</a:t>
            </a:fld>
            <a:endParaRPr lang="en-US" dirty="0"/>
          </a:p>
        </p:txBody>
      </p:sp>
      <p:sp>
        <p:nvSpPr>
          <p:cNvPr id="4" name="Footer Placeholder 3"/>
          <p:cNvSpPr>
            <a:spLocks noGrp="1"/>
          </p:cNvSpPr>
          <p:nvPr>
            <p:ph type="ftr" sz="quarter" idx="2"/>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5010" y="8684684"/>
            <a:ext cx="2971800" cy="457200"/>
          </a:xfrm>
          <a:prstGeom prst="rect">
            <a:avLst/>
          </a:prstGeom>
        </p:spPr>
        <p:txBody>
          <a:bodyPr vert="horz" lIns="91440" tIns="45720" rIns="91440" bIns="45720" rtlCol="0" anchor="b"/>
          <a:lstStyle>
            <a:lvl1pPr algn="r">
              <a:defRPr sz="1200"/>
            </a:lvl1pPr>
          </a:lstStyle>
          <a:p>
            <a:fld id="{3DD0841C-9D4D-4C81-843C-F67416DD3503}" type="slidenum">
              <a:rPr lang="en-US" smtClean="0"/>
              <a:pPr/>
              <a:t>‹#›</a:t>
            </a:fld>
            <a:endParaRPr lang="en-US" dirty="0"/>
          </a:p>
        </p:txBody>
      </p:sp>
    </p:spTree>
    <p:extLst>
      <p:ext uri="{BB962C8B-B14F-4D97-AF65-F5344CB8AC3E}">
        <p14:creationId xmlns:p14="http://schemas.microsoft.com/office/powerpoint/2010/main" val="28128114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AD9169B-5DFC-4FED-8AF0-5A46227C3045}" type="datetimeFigureOut">
              <a:rPr lang="en-US" smtClean="0"/>
              <a:pPr/>
              <a:t>3/24/2026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DADE44EE-ABA6-41E6-A921-B9EA4C0DCF70}" type="slidenum">
              <a:rPr lang="en-US" smtClean="0"/>
              <a:pPr/>
              <a:t>‹#›</a:t>
            </a:fld>
            <a:endParaRPr lang="en-US" dirty="0"/>
          </a:p>
        </p:txBody>
      </p:sp>
    </p:spTree>
    <p:extLst>
      <p:ext uri="{BB962C8B-B14F-4D97-AF65-F5344CB8AC3E}">
        <p14:creationId xmlns:p14="http://schemas.microsoft.com/office/powerpoint/2010/main" val="2874392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1">
                <a:solidFill>
                  <a:schemeClr val="bg1"/>
                </a:solidFill>
                <a:latin typeface="Carlito"/>
                <a:cs typeface="Carlito"/>
              </a:defRPr>
            </a:lvl1pPr>
          </a:lstStyle>
          <a:p>
            <a:pPr marL="12700">
              <a:lnSpc>
                <a:spcPts val="955"/>
              </a:lnSpc>
            </a:pPr>
            <a:r>
              <a:rPr spc="-5" dirty="0"/>
              <a:t>DEPT. OF ELECTRICAL ENGINEERING, COLLEGE OF ENGINEERING</a:t>
            </a:r>
            <a:r>
              <a:rPr spc="-70" dirty="0"/>
              <a:t> </a:t>
            </a:r>
            <a:r>
              <a:rPr spc="-5" dirty="0"/>
              <a:t>TRIVANDRUM</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830F21A-34F1-4E4C-98F5-DBE167EECD66}" type="datetime1">
              <a:rPr lang="en-US" smtClean="0"/>
              <a:pPr/>
              <a:t>3/24/2026</a:t>
            </a:fld>
            <a:endParaRPr lang="en-US" dirty="0"/>
          </a:p>
        </p:txBody>
      </p:sp>
      <p:sp>
        <p:nvSpPr>
          <p:cNvPr id="6" name="Holder 6"/>
          <p:cNvSpPr>
            <a:spLocks noGrp="1"/>
          </p:cNvSpPr>
          <p:nvPr>
            <p:ph type="sldNum" sz="quarter" idx="7"/>
          </p:nvPr>
        </p:nvSpPr>
        <p:spPr/>
        <p:txBody>
          <a:bodyPr lIns="0" tIns="0" rIns="0" bIns="0"/>
          <a:lstStyle>
            <a:lvl1pPr>
              <a:defRPr sz="1600" b="1" i="0">
                <a:solidFill>
                  <a:schemeClr val="bg1"/>
                </a:solidFill>
                <a:latin typeface="Carlito"/>
                <a:cs typeface="Carlito"/>
              </a:defRPr>
            </a:lvl1pPr>
          </a:lstStyle>
          <a:p>
            <a:pPr marL="39370">
              <a:lnSpc>
                <a:spcPts val="1630"/>
              </a:lnSpc>
            </a:pPr>
            <a:fld id="{81D60167-4931-47E6-BA6A-407CBD079E47}" type="slidenum">
              <a:rPr spc="-5" dirty="0"/>
              <a:pPr marL="39370">
                <a:lnSpc>
                  <a:spcPts val="1630"/>
                </a:lnSpc>
              </a:pPr>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1" i="0">
                <a:solidFill>
                  <a:srgbClr val="E48312"/>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Carlito"/>
                <a:cs typeface="Carlito"/>
              </a:defRPr>
            </a:lvl1pPr>
          </a:lstStyle>
          <a:p>
            <a:endParaRPr/>
          </a:p>
        </p:txBody>
      </p:sp>
      <p:sp>
        <p:nvSpPr>
          <p:cNvPr id="4" name="Holder 4"/>
          <p:cNvSpPr>
            <a:spLocks noGrp="1"/>
          </p:cNvSpPr>
          <p:nvPr>
            <p:ph type="ftr" sz="quarter" idx="5"/>
          </p:nvPr>
        </p:nvSpPr>
        <p:spPr/>
        <p:txBody>
          <a:bodyPr lIns="0" tIns="0" rIns="0" bIns="0"/>
          <a:lstStyle>
            <a:lvl1pPr>
              <a:defRPr sz="900" b="0" i="1">
                <a:solidFill>
                  <a:schemeClr val="bg1"/>
                </a:solidFill>
                <a:latin typeface="Carlito"/>
                <a:cs typeface="Carlito"/>
              </a:defRPr>
            </a:lvl1pPr>
          </a:lstStyle>
          <a:p>
            <a:pPr marL="12700">
              <a:lnSpc>
                <a:spcPts val="955"/>
              </a:lnSpc>
            </a:pPr>
            <a:r>
              <a:rPr spc="-5" dirty="0"/>
              <a:t>DEPT. OF ELECTRICAL ENGINEERING, COLLEGE OF ENGINEERING</a:t>
            </a:r>
            <a:r>
              <a:rPr spc="-70" dirty="0"/>
              <a:t> </a:t>
            </a:r>
            <a:r>
              <a:rPr spc="-5" dirty="0"/>
              <a:t>TRIVANDRUM</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4F22EF2-5140-4B1B-A7EC-39CEB9D81E0C}" type="datetime1">
              <a:rPr lang="en-US" smtClean="0"/>
              <a:pPr/>
              <a:t>3/24/2026</a:t>
            </a:fld>
            <a:endParaRPr lang="en-US" dirty="0"/>
          </a:p>
        </p:txBody>
      </p:sp>
      <p:sp>
        <p:nvSpPr>
          <p:cNvPr id="6" name="Holder 6"/>
          <p:cNvSpPr>
            <a:spLocks noGrp="1"/>
          </p:cNvSpPr>
          <p:nvPr>
            <p:ph type="sldNum" sz="quarter" idx="7"/>
          </p:nvPr>
        </p:nvSpPr>
        <p:spPr/>
        <p:txBody>
          <a:bodyPr lIns="0" tIns="0" rIns="0" bIns="0"/>
          <a:lstStyle>
            <a:lvl1pPr>
              <a:defRPr sz="1600" b="1" i="0">
                <a:solidFill>
                  <a:schemeClr val="bg1"/>
                </a:solidFill>
                <a:latin typeface="Carlito"/>
                <a:cs typeface="Carlito"/>
              </a:defRPr>
            </a:lvl1pPr>
          </a:lstStyle>
          <a:p>
            <a:pPr marL="39370">
              <a:lnSpc>
                <a:spcPts val="1630"/>
              </a:lnSpc>
            </a:pPr>
            <a:fld id="{81D60167-4931-47E6-BA6A-407CBD079E47}" type="slidenum">
              <a:rPr spc="-5" dirty="0"/>
              <a:pPr marL="39370">
                <a:lnSpc>
                  <a:spcPts val="1630"/>
                </a:lnSpc>
              </a:pPr>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1" i="0">
                <a:solidFill>
                  <a:srgbClr val="E48312"/>
                </a:solidFill>
                <a:latin typeface="Trebuchet MS"/>
                <a:cs typeface="Trebuchet MS"/>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1">
                <a:solidFill>
                  <a:schemeClr val="bg1"/>
                </a:solidFill>
                <a:latin typeface="Carlito"/>
                <a:cs typeface="Carlito"/>
              </a:defRPr>
            </a:lvl1pPr>
          </a:lstStyle>
          <a:p>
            <a:pPr marL="12700">
              <a:lnSpc>
                <a:spcPts val="955"/>
              </a:lnSpc>
            </a:pPr>
            <a:r>
              <a:rPr spc="-5" dirty="0"/>
              <a:t>DEPT. OF ELECTRICAL ENGINEERING, COLLEGE OF ENGINEERING</a:t>
            </a:r>
            <a:r>
              <a:rPr spc="-70" dirty="0"/>
              <a:t> </a:t>
            </a:r>
            <a:r>
              <a:rPr spc="-5" dirty="0"/>
              <a:t>TRIVANDRUM</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7ED6EF-E2AA-4089-B598-61B48D544FEE}" type="datetime1">
              <a:rPr lang="en-US" smtClean="0"/>
              <a:pPr/>
              <a:t>3/24/2026</a:t>
            </a:fld>
            <a:endParaRPr lang="en-US" dirty="0"/>
          </a:p>
        </p:txBody>
      </p:sp>
      <p:sp>
        <p:nvSpPr>
          <p:cNvPr id="7" name="Holder 7"/>
          <p:cNvSpPr>
            <a:spLocks noGrp="1"/>
          </p:cNvSpPr>
          <p:nvPr>
            <p:ph type="sldNum" sz="quarter" idx="7"/>
          </p:nvPr>
        </p:nvSpPr>
        <p:spPr/>
        <p:txBody>
          <a:bodyPr lIns="0" tIns="0" rIns="0" bIns="0"/>
          <a:lstStyle>
            <a:lvl1pPr>
              <a:defRPr sz="1600" b="1" i="0">
                <a:solidFill>
                  <a:schemeClr val="bg1"/>
                </a:solidFill>
                <a:latin typeface="Carlito"/>
                <a:cs typeface="Carlito"/>
              </a:defRPr>
            </a:lvl1pPr>
          </a:lstStyle>
          <a:p>
            <a:pPr marL="39370">
              <a:lnSpc>
                <a:spcPts val="1630"/>
              </a:lnSpc>
            </a:pPr>
            <a:fld id="{81D60167-4931-47E6-BA6A-407CBD079E47}" type="slidenum">
              <a:rPr spc="-5" dirty="0"/>
              <a:pPr marL="39370">
                <a:lnSpc>
                  <a:spcPts val="1630"/>
                </a:lnSpc>
              </a:pPr>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92240"/>
            <a:ext cx="9144000" cy="365760"/>
          </a:xfrm>
          <a:custGeom>
            <a:avLst/>
            <a:gdLst/>
            <a:ahLst/>
            <a:cxnLst/>
            <a:rect l="l" t="t" r="r" b="b"/>
            <a:pathLst>
              <a:path w="9144000" h="365759">
                <a:moveTo>
                  <a:pt x="9144000" y="0"/>
                </a:moveTo>
                <a:lnTo>
                  <a:pt x="0" y="0"/>
                </a:lnTo>
                <a:lnTo>
                  <a:pt x="0" y="365760"/>
                </a:lnTo>
                <a:lnTo>
                  <a:pt x="9144000" y="365760"/>
                </a:lnTo>
                <a:lnTo>
                  <a:pt x="9144000" y="0"/>
                </a:lnTo>
                <a:close/>
              </a:path>
            </a:pathLst>
          </a:custGeom>
          <a:solidFill>
            <a:srgbClr val="BD582C"/>
          </a:solidFill>
        </p:spPr>
        <p:txBody>
          <a:bodyPr wrap="square" lIns="0" tIns="0" rIns="0" bIns="0" rtlCol="0"/>
          <a:lstStyle/>
          <a:p>
            <a:endParaRPr/>
          </a:p>
        </p:txBody>
      </p:sp>
      <p:sp>
        <p:nvSpPr>
          <p:cNvPr id="17" name="bg object 17"/>
          <p:cNvSpPr/>
          <p:nvPr/>
        </p:nvSpPr>
        <p:spPr>
          <a:xfrm>
            <a:off x="0" y="6426708"/>
            <a:ext cx="9144000" cy="66040"/>
          </a:xfrm>
          <a:custGeom>
            <a:avLst/>
            <a:gdLst/>
            <a:ahLst/>
            <a:cxnLst/>
            <a:rect l="l" t="t" r="r" b="b"/>
            <a:pathLst>
              <a:path w="9144000" h="66039">
                <a:moveTo>
                  <a:pt x="9144000" y="0"/>
                </a:moveTo>
                <a:lnTo>
                  <a:pt x="0" y="0"/>
                </a:lnTo>
                <a:lnTo>
                  <a:pt x="0" y="65531"/>
                </a:lnTo>
                <a:lnTo>
                  <a:pt x="9144000" y="65531"/>
                </a:lnTo>
                <a:lnTo>
                  <a:pt x="9144000" y="0"/>
                </a:lnTo>
                <a:close/>
              </a:path>
            </a:pathLst>
          </a:custGeom>
          <a:solidFill>
            <a:srgbClr val="E48312"/>
          </a:solidFill>
        </p:spPr>
        <p:txBody>
          <a:bodyPr wrap="square" lIns="0" tIns="0" rIns="0" bIns="0" rtlCol="0"/>
          <a:lstStyle/>
          <a:p>
            <a:endParaRPr/>
          </a:p>
        </p:txBody>
      </p:sp>
      <p:sp>
        <p:nvSpPr>
          <p:cNvPr id="18" name="bg object 18"/>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8000" b="1" i="0">
                <a:solidFill>
                  <a:srgbClr val="E48312"/>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defRPr sz="900" b="0" i="1">
                <a:solidFill>
                  <a:schemeClr val="bg1"/>
                </a:solidFill>
                <a:latin typeface="Carlito"/>
                <a:cs typeface="Carlito"/>
              </a:defRPr>
            </a:lvl1pPr>
          </a:lstStyle>
          <a:p>
            <a:pPr marL="12700">
              <a:lnSpc>
                <a:spcPts val="955"/>
              </a:lnSpc>
            </a:pPr>
            <a:r>
              <a:rPr spc="-5" dirty="0"/>
              <a:t>DEPT. OF ELECTRICAL ENGINEERING, COLLEGE OF ENGINEERING</a:t>
            </a:r>
            <a:r>
              <a:rPr spc="-70" dirty="0"/>
              <a:t> </a:t>
            </a:r>
            <a:r>
              <a:rPr spc="-5" dirty="0"/>
              <a:t>TRIVANDRUM</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4ADDFC79-9783-400F-AC51-C577A2BD70A7}" type="datetime1">
              <a:rPr lang="en-US" smtClean="0"/>
              <a:pPr/>
              <a:t>3/24/2026</a:t>
            </a:fld>
            <a:endParaRPr lang="en-US" dirty="0"/>
          </a:p>
        </p:txBody>
      </p:sp>
      <p:sp>
        <p:nvSpPr>
          <p:cNvPr id="5" name="Holder 5"/>
          <p:cNvSpPr>
            <a:spLocks noGrp="1"/>
          </p:cNvSpPr>
          <p:nvPr>
            <p:ph type="sldNum" sz="quarter" idx="7"/>
          </p:nvPr>
        </p:nvSpPr>
        <p:spPr/>
        <p:txBody>
          <a:bodyPr lIns="0" tIns="0" rIns="0" bIns="0"/>
          <a:lstStyle>
            <a:lvl1pPr>
              <a:defRPr sz="1600" b="1" i="0">
                <a:solidFill>
                  <a:schemeClr val="bg1"/>
                </a:solidFill>
                <a:latin typeface="Carlito"/>
                <a:cs typeface="Carlito"/>
              </a:defRPr>
            </a:lvl1pPr>
          </a:lstStyle>
          <a:p>
            <a:pPr marL="39370">
              <a:lnSpc>
                <a:spcPts val="1630"/>
              </a:lnSpc>
            </a:pPr>
            <a:fld id="{81D60167-4931-47E6-BA6A-407CBD079E47}" type="slidenum">
              <a:rPr spc="-5" dirty="0"/>
              <a:pPr marL="39370">
                <a:lnSpc>
                  <a:spcPts val="1630"/>
                </a:lnSpc>
              </a:pPr>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1">
                <a:solidFill>
                  <a:schemeClr val="bg1"/>
                </a:solidFill>
                <a:latin typeface="Carlito"/>
                <a:cs typeface="Carlito"/>
              </a:defRPr>
            </a:lvl1pPr>
          </a:lstStyle>
          <a:p>
            <a:pPr marL="12700">
              <a:lnSpc>
                <a:spcPts val="955"/>
              </a:lnSpc>
            </a:pPr>
            <a:r>
              <a:rPr spc="-5" dirty="0"/>
              <a:t>DEPT. OF ELECTRICAL ENGINEERING, COLLEGE OF ENGINEERING</a:t>
            </a:r>
            <a:r>
              <a:rPr spc="-70" dirty="0"/>
              <a:t> </a:t>
            </a:r>
            <a:r>
              <a:rPr spc="-5" dirty="0"/>
              <a:t>TRIVANDRUM</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4E6C67E1-C315-4CB5-8881-47A180D97570}" type="datetime1">
              <a:rPr lang="en-US" smtClean="0"/>
              <a:pPr/>
              <a:t>3/24/2026</a:t>
            </a:fld>
            <a:endParaRPr lang="en-US" dirty="0"/>
          </a:p>
        </p:txBody>
      </p:sp>
      <p:sp>
        <p:nvSpPr>
          <p:cNvPr id="4" name="Holder 4"/>
          <p:cNvSpPr>
            <a:spLocks noGrp="1"/>
          </p:cNvSpPr>
          <p:nvPr>
            <p:ph type="sldNum" sz="quarter" idx="7"/>
          </p:nvPr>
        </p:nvSpPr>
        <p:spPr/>
        <p:txBody>
          <a:bodyPr lIns="0" tIns="0" rIns="0" bIns="0"/>
          <a:lstStyle>
            <a:lvl1pPr>
              <a:defRPr sz="1600" b="1" i="0">
                <a:solidFill>
                  <a:schemeClr val="bg1"/>
                </a:solidFill>
                <a:latin typeface="Carlito"/>
                <a:cs typeface="Carlito"/>
              </a:defRPr>
            </a:lvl1pPr>
          </a:lstStyle>
          <a:p>
            <a:pPr marL="39370">
              <a:lnSpc>
                <a:spcPts val="1630"/>
              </a:lnSpc>
            </a:pPr>
            <a:fld id="{81D60167-4931-47E6-BA6A-407CBD079E47}" type="slidenum">
              <a:rPr spc="-5" dirty="0"/>
              <a:pPr marL="39370">
                <a:lnSpc>
                  <a:spcPts val="1630"/>
                </a:lnSpc>
              </a:pPr>
              <a:t>‹#›</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92240"/>
            <a:ext cx="9144000" cy="365760"/>
          </a:xfrm>
          <a:custGeom>
            <a:avLst/>
            <a:gdLst/>
            <a:ahLst/>
            <a:cxnLst/>
            <a:rect l="l" t="t" r="r" b="b"/>
            <a:pathLst>
              <a:path w="9144000" h="365759">
                <a:moveTo>
                  <a:pt x="9144000" y="0"/>
                </a:moveTo>
                <a:lnTo>
                  <a:pt x="0" y="0"/>
                </a:lnTo>
                <a:lnTo>
                  <a:pt x="0" y="365760"/>
                </a:lnTo>
                <a:lnTo>
                  <a:pt x="9144000" y="365760"/>
                </a:lnTo>
                <a:lnTo>
                  <a:pt x="9144000" y="0"/>
                </a:lnTo>
                <a:close/>
              </a:path>
            </a:pathLst>
          </a:custGeom>
          <a:solidFill>
            <a:srgbClr val="BD582C"/>
          </a:solidFill>
        </p:spPr>
        <p:txBody>
          <a:bodyPr wrap="square" lIns="0" tIns="0" rIns="0" bIns="0" rtlCol="0"/>
          <a:lstStyle/>
          <a:p>
            <a:endParaRPr/>
          </a:p>
        </p:txBody>
      </p:sp>
      <p:sp>
        <p:nvSpPr>
          <p:cNvPr id="17" name="bg object 17"/>
          <p:cNvSpPr/>
          <p:nvPr/>
        </p:nvSpPr>
        <p:spPr>
          <a:xfrm>
            <a:off x="0" y="6426708"/>
            <a:ext cx="9144000" cy="66040"/>
          </a:xfrm>
          <a:custGeom>
            <a:avLst/>
            <a:gdLst/>
            <a:ahLst/>
            <a:cxnLst/>
            <a:rect l="l" t="t" r="r" b="b"/>
            <a:pathLst>
              <a:path w="9144000" h="66039">
                <a:moveTo>
                  <a:pt x="9144000" y="0"/>
                </a:moveTo>
                <a:lnTo>
                  <a:pt x="0" y="0"/>
                </a:lnTo>
                <a:lnTo>
                  <a:pt x="0" y="65531"/>
                </a:lnTo>
                <a:lnTo>
                  <a:pt x="9144000" y="65531"/>
                </a:lnTo>
                <a:lnTo>
                  <a:pt x="9144000" y="0"/>
                </a:lnTo>
                <a:close/>
              </a:path>
            </a:pathLst>
          </a:custGeom>
          <a:solidFill>
            <a:srgbClr val="E48312"/>
          </a:solidFill>
        </p:spPr>
        <p:txBody>
          <a:bodyPr wrap="square" lIns="0" tIns="0" rIns="0" bIns="0" rtlCol="0"/>
          <a:lstStyle/>
          <a:p>
            <a:endParaRPr/>
          </a:p>
        </p:txBody>
      </p:sp>
      <p:sp>
        <p:nvSpPr>
          <p:cNvPr id="2" name="Holder 2"/>
          <p:cNvSpPr>
            <a:spLocks noGrp="1"/>
          </p:cNvSpPr>
          <p:nvPr>
            <p:ph type="title"/>
          </p:nvPr>
        </p:nvSpPr>
        <p:spPr>
          <a:xfrm>
            <a:off x="1027770" y="559219"/>
            <a:ext cx="7088459" cy="1245235"/>
          </a:xfrm>
          <a:prstGeom prst="rect">
            <a:avLst/>
          </a:prstGeom>
        </p:spPr>
        <p:txBody>
          <a:bodyPr wrap="square" lIns="0" tIns="0" rIns="0" bIns="0">
            <a:spAutoFit/>
          </a:bodyPr>
          <a:lstStyle>
            <a:lvl1pPr>
              <a:defRPr sz="8000" b="1" i="0">
                <a:solidFill>
                  <a:srgbClr val="E48312"/>
                </a:solidFill>
                <a:latin typeface="Trebuchet MS"/>
                <a:cs typeface="Trebuchet MS"/>
              </a:defRPr>
            </a:lvl1pPr>
          </a:lstStyle>
          <a:p>
            <a:endParaRPr/>
          </a:p>
        </p:txBody>
      </p:sp>
      <p:sp>
        <p:nvSpPr>
          <p:cNvPr id="3" name="Holder 3"/>
          <p:cNvSpPr>
            <a:spLocks noGrp="1"/>
          </p:cNvSpPr>
          <p:nvPr>
            <p:ph type="body" idx="1"/>
          </p:nvPr>
        </p:nvSpPr>
        <p:spPr>
          <a:xfrm>
            <a:off x="4513579" y="1380236"/>
            <a:ext cx="3818254" cy="1550035"/>
          </a:xfrm>
          <a:prstGeom prst="rect">
            <a:avLst/>
          </a:prstGeom>
        </p:spPr>
        <p:txBody>
          <a:bodyPr wrap="square" lIns="0" tIns="0" rIns="0" bIns="0">
            <a:spAutoFit/>
          </a:bodyPr>
          <a:lstStyle>
            <a:lvl1pPr>
              <a:defRPr sz="2000" b="0" i="0">
                <a:solidFill>
                  <a:schemeClr val="tx1"/>
                </a:solidFill>
                <a:latin typeface="Carlito"/>
                <a:cs typeface="Carlito"/>
              </a:defRPr>
            </a:lvl1pPr>
          </a:lstStyle>
          <a:p>
            <a:endParaRPr/>
          </a:p>
        </p:txBody>
      </p:sp>
      <p:sp>
        <p:nvSpPr>
          <p:cNvPr id="4" name="Holder 4"/>
          <p:cNvSpPr>
            <a:spLocks noGrp="1"/>
          </p:cNvSpPr>
          <p:nvPr>
            <p:ph type="ftr" sz="quarter" idx="5"/>
          </p:nvPr>
        </p:nvSpPr>
        <p:spPr>
          <a:xfrm>
            <a:off x="903185" y="6639217"/>
            <a:ext cx="3657600" cy="139700"/>
          </a:xfrm>
          <a:prstGeom prst="rect">
            <a:avLst/>
          </a:prstGeom>
        </p:spPr>
        <p:txBody>
          <a:bodyPr wrap="square" lIns="0" tIns="0" rIns="0" bIns="0">
            <a:spAutoFit/>
          </a:bodyPr>
          <a:lstStyle>
            <a:lvl1pPr>
              <a:defRPr sz="900" b="0" i="1">
                <a:solidFill>
                  <a:schemeClr val="bg1"/>
                </a:solidFill>
                <a:latin typeface="Carlito"/>
                <a:cs typeface="Carlito"/>
              </a:defRPr>
            </a:lvl1pPr>
          </a:lstStyle>
          <a:p>
            <a:pPr marL="12700">
              <a:lnSpc>
                <a:spcPts val="955"/>
              </a:lnSpc>
            </a:pPr>
            <a:r>
              <a:rPr spc="-5" dirty="0"/>
              <a:t>DEPT. OF ELECTRICAL ENGINEERING, COLLEGE OF ENGINEERING</a:t>
            </a:r>
            <a:r>
              <a:rPr spc="-70" dirty="0"/>
              <a:t> </a:t>
            </a:r>
            <a:r>
              <a:rPr spc="-5" dirty="0"/>
              <a:t>TRIVANDRUM</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5FC5FBFF-4587-412E-A963-BE7589DCE57E}" type="datetime1">
              <a:rPr lang="en-US" smtClean="0"/>
              <a:pPr/>
              <a:t>3/24/2026</a:t>
            </a:fld>
            <a:endParaRPr lang="en-US" dirty="0"/>
          </a:p>
        </p:txBody>
      </p:sp>
      <p:sp>
        <p:nvSpPr>
          <p:cNvPr id="6" name="Holder 6"/>
          <p:cNvSpPr>
            <a:spLocks noGrp="1"/>
          </p:cNvSpPr>
          <p:nvPr>
            <p:ph type="sldNum" sz="quarter" idx="7"/>
          </p:nvPr>
        </p:nvSpPr>
        <p:spPr>
          <a:xfrm>
            <a:off x="8075663" y="6562139"/>
            <a:ext cx="283845" cy="229870"/>
          </a:xfrm>
          <a:prstGeom prst="rect">
            <a:avLst/>
          </a:prstGeom>
        </p:spPr>
        <p:txBody>
          <a:bodyPr wrap="square" lIns="0" tIns="0" rIns="0" bIns="0">
            <a:spAutoFit/>
          </a:bodyPr>
          <a:lstStyle>
            <a:lvl1pPr>
              <a:defRPr sz="1600" b="1" i="0">
                <a:solidFill>
                  <a:schemeClr val="bg1"/>
                </a:solidFill>
                <a:latin typeface="Carlito"/>
                <a:cs typeface="Carlito"/>
              </a:defRPr>
            </a:lvl1pPr>
          </a:lstStyle>
          <a:p>
            <a:pPr marL="39370">
              <a:lnSpc>
                <a:spcPts val="1630"/>
              </a:lnSpc>
            </a:pPr>
            <a:fld id="{81D60167-4931-47E6-BA6A-407CBD079E47}" type="slidenum">
              <a:rPr spc="-5" dirty="0"/>
              <a:pPr marL="39370">
                <a:lnSpc>
                  <a:spcPts val="1630"/>
                </a:lnSpc>
              </a:pPr>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image" Target="../media/image35.png"/><Relationship Id="rId16"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1.png"/><Relationship Id="rId18" Type="http://schemas.openxmlformats.org/officeDocument/2006/relationships/image" Target="../media/image65.png"/><Relationship Id="rId26" Type="http://schemas.openxmlformats.org/officeDocument/2006/relationships/image" Target="../media/image72.png"/><Relationship Id="rId3" Type="http://schemas.openxmlformats.org/officeDocument/2006/relationships/image" Target="../media/image52.png"/><Relationship Id="rId21" Type="http://schemas.openxmlformats.org/officeDocument/2006/relationships/image" Target="../media/image67.png"/><Relationship Id="rId7" Type="http://schemas.openxmlformats.org/officeDocument/2006/relationships/image" Target="../media/image56.png"/><Relationship Id="rId12" Type="http://schemas.openxmlformats.org/officeDocument/2006/relationships/image" Target="../media/image12.png"/><Relationship Id="rId17" Type="http://schemas.openxmlformats.org/officeDocument/2006/relationships/image" Target="../media/image64.png"/><Relationship Id="rId25" Type="http://schemas.openxmlformats.org/officeDocument/2006/relationships/image" Target="../media/image71.png"/><Relationship Id="rId2" Type="http://schemas.openxmlformats.org/officeDocument/2006/relationships/image" Target="../media/image51.png"/><Relationship Id="rId16" Type="http://schemas.openxmlformats.org/officeDocument/2006/relationships/image" Target="../media/image63.png"/><Relationship Id="rId20" Type="http://schemas.openxmlformats.org/officeDocument/2006/relationships/image" Target="../media/image66.png"/><Relationship Id="rId29"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png"/><Relationship Id="rId24" Type="http://schemas.openxmlformats.org/officeDocument/2006/relationships/image" Target="../media/image70.png"/><Relationship Id="rId5" Type="http://schemas.openxmlformats.org/officeDocument/2006/relationships/image" Target="../media/image54.png"/><Relationship Id="rId15" Type="http://schemas.openxmlformats.org/officeDocument/2006/relationships/image" Target="../media/image13.png"/><Relationship Id="rId23" Type="http://schemas.openxmlformats.org/officeDocument/2006/relationships/image" Target="../media/image69.png"/><Relationship Id="rId28" Type="http://schemas.openxmlformats.org/officeDocument/2006/relationships/image" Target="../media/image73.png"/><Relationship Id="rId10" Type="http://schemas.openxmlformats.org/officeDocument/2006/relationships/image" Target="../media/image59.png"/><Relationship Id="rId19" Type="http://schemas.openxmlformats.org/officeDocument/2006/relationships/image" Target="../media/image25.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2.png"/><Relationship Id="rId22" Type="http://schemas.openxmlformats.org/officeDocument/2006/relationships/image" Target="../media/image68.png"/><Relationship Id="rId27" Type="http://schemas.openxmlformats.org/officeDocument/2006/relationships/image" Target="../media/image11.png"/><Relationship Id="rId30" Type="http://schemas.openxmlformats.org/officeDocument/2006/relationships/image" Target="../media/image75.png"/></Relationships>
</file>

<file path=ppt/slides/_rels/slide14.xml.rels><?xml version="1.0" encoding="UTF-8" standalone="yes"?>
<Relationships xmlns="http://schemas.openxmlformats.org/package/2006/relationships"><Relationship Id="rId13" Type="http://schemas.openxmlformats.org/officeDocument/2006/relationships/image" Target="../media/image79.png"/><Relationship Id="rId18" Type="http://schemas.openxmlformats.org/officeDocument/2006/relationships/image" Target="../media/image83.png"/><Relationship Id="rId26" Type="http://schemas.openxmlformats.org/officeDocument/2006/relationships/image" Target="../media/image88.png"/><Relationship Id="rId39" Type="http://schemas.openxmlformats.org/officeDocument/2006/relationships/image" Target="../media/image92.png"/><Relationship Id="rId21" Type="http://schemas.openxmlformats.org/officeDocument/2006/relationships/image" Target="../media/image84.png"/><Relationship Id="rId34" Type="http://schemas.openxmlformats.org/officeDocument/2006/relationships/image" Target="../media/image90.png"/><Relationship Id="rId7" Type="http://schemas.openxmlformats.org/officeDocument/2006/relationships/image" Target="../media/image63.png"/><Relationship Id="rId12" Type="http://schemas.openxmlformats.org/officeDocument/2006/relationships/image" Target="../media/image78.png"/><Relationship Id="rId17" Type="http://schemas.openxmlformats.org/officeDocument/2006/relationships/image" Target="../media/image82.png"/><Relationship Id="rId25" Type="http://schemas.openxmlformats.org/officeDocument/2006/relationships/image" Target="../media/image87.png"/><Relationship Id="rId33" Type="http://schemas.openxmlformats.org/officeDocument/2006/relationships/image" Target="../media/image56.png"/><Relationship Id="rId38" Type="http://schemas.openxmlformats.org/officeDocument/2006/relationships/image" Target="../media/image58.png"/><Relationship Id="rId2" Type="http://schemas.openxmlformats.org/officeDocument/2006/relationships/image" Target="../media/image14.png"/><Relationship Id="rId16" Type="http://schemas.openxmlformats.org/officeDocument/2006/relationships/image" Target="../media/image71.png"/><Relationship Id="rId20" Type="http://schemas.openxmlformats.org/officeDocument/2006/relationships/image" Target="../media/image17.png"/><Relationship Id="rId29"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26.png"/><Relationship Id="rId24" Type="http://schemas.openxmlformats.org/officeDocument/2006/relationships/image" Target="../media/image86.png"/><Relationship Id="rId32" Type="http://schemas.openxmlformats.org/officeDocument/2006/relationships/image" Target="../media/image55.png"/><Relationship Id="rId37" Type="http://schemas.openxmlformats.org/officeDocument/2006/relationships/image" Target="../media/image57.png"/><Relationship Id="rId40" Type="http://schemas.openxmlformats.org/officeDocument/2006/relationships/image" Target="../media/image93.png"/><Relationship Id="rId5" Type="http://schemas.openxmlformats.org/officeDocument/2006/relationships/image" Target="../media/image76.png"/><Relationship Id="rId15" Type="http://schemas.openxmlformats.org/officeDocument/2006/relationships/image" Target="../media/image81.png"/><Relationship Id="rId23" Type="http://schemas.openxmlformats.org/officeDocument/2006/relationships/image" Target="../media/image85.png"/><Relationship Id="rId28" Type="http://schemas.openxmlformats.org/officeDocument/2006/relationships/image" Target="../media/image51.png"/><Relationship Id="rId36" Type="http://schemas.openxmlformats.org/officeDocument/2006/relationships/image" Target="../media/image59.png"/><Relationship Id="rId10" Type="http://schemas.openxmlformats.org/officeDocument/2006/relationships/image" Target="../media/image25.png"/><Relationship Id="rId19" Type="http://schemas.openxmlformats.org/officeDocument/2006/relationships/image" Target="../media/image11.png"/><Relationship Id="rId31" Type="http://schemas.openxmlformats.org/officeDocument/2006/relationships/image" Target="../media/image54.png"/><Relationship Id="rId4" Type="http://schemas.openxmlformats.org/officeDocument/2006/relationships/image" Target="../media/image61.png"/><Relationship Id="rId9" Type="http://schemas.openxmlformats.org/officeDocument/2006/relationships/image" Target="../media/image64.png"/><Relationship Id="rId14" Type="http://schemas.openxmlformats.org/officeDocument/2006/relationships/image" Target="../media/image80.png"/><Relationship Id="rId22" Type="http://schemas.openxmlformats.org/officeDocument/2006/relationships/image" Target="../media/image18.png"/><Relationship Id="rId27" Type="http://schemas.openxmlformats.org/officeDocument/2006/relationships/image" Target="../media/image89.png"/><Relationship Id="rId30" Type="http://schemas.openxmlformats.org/officeDocument/2006/relationships/image" Target="../media/image53.png"/><Relationship Id="rId35" Type="http://schemas.openxmlformats.org/officeDocument/2006/relationships/image" Target="../media/image91.png"/><Relationship Id="rId8" Type="http://schemas.openxmlformats.org/officeDocument/2006/relationships/image" Target="../media/image77.png"/><Relationship Id="rId3" Type="http://schemas.openxmlformats.org/officeDocument/2006/relationships/image" Target="../media/image60.png"/></Relationships>
</file>

<file path=ppt/slides/_rels/slide15.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8.png"/><Relationship Id="rId18" Type="http://schemas.openxmlformats.org/officeDocument/2006/relationships/image" Target="../media/image11.png"/><Relationship Id="rId3" Type="http://schemas.openxmlformats.org/officeDocument/2006/relationships/image" Target="../media/image12.png"/><Relationship Id="rId21" Type="http://schemas.openxmlformats.org/officeDocument/2006/relationships/image" Target="../media/image75.pn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image" Target="../media/image60.png"/><Relationship Id="rId16" Type="http://schemas.openxmlformats.org/officeDocument/2006/relationships/image" Target="../media/image71.png"/><Relationship Id="rId20"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66.png"/><Relationship Id="rId5" Type="http://schemas.openxmlformats.org/officeDocument/2006/relationships/image" Target="../media/image62.png"/><Relationship Id="rId15" Type="http://schemas.openxmlformats.org/officeDocument/2006/relationships/image" Target="../media/image70.png"/><Relationship Id="rId10" Type="http://schemas.openxmlformats.org/officeDocument/2006/relationships/image" Target="../media/image25.png"/><Relationship Id="rId19" Type="http://schemas.openxmlformats.org/officeDocument/2006/relationships/image" Target="../media/image73.png"/><Relationship Id="rId4" Type="http://schemas.openxmlformats.org/officeDocument/2006/relationships/image" Target="../media/image61.png"/><Relationship Id="rId9" Type="http://schemas.openxmlformats.org/officeDocument/2006/relationships/image" Target="../media/image65.png"/><Relationship Id="rId14" Type="http://schemas.openxmlformats.org/officeDocument/2006/relationships/image" Target="../media/image6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png"/><Relationship Id="rId18" Type="http://schemas.openxmlformats.org/officeDocument/2006/relationships/image" Target="../media/image113.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107.png"/><Relationship Id="rId17" Type="http://schemas.openxmlformats.org/officeDocument/2006/relationships/image" Target="../media/image112.png"/><Relationship Id="rId2" Type="http://schemas.openxmlformats.org/officeDocument/2006/relationships/image" Target="../media/image97.png"/><Relationship Id="rId16" Type="http://schemas.openxmlformats.org/officeDocument/2006/relationships/image" Target="../media/image111.png"/><Relationship Id="rId20"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100.png"/><Relationship Id="rId15" Type="http://schemas.openxmlformats.org/officeDocument/2006/relationships/image" Target="../media/image110.png"/><Relationship Id="rId10" Type="http://schemas.openxmlformats.org/officeDocument/2006/relationships/image" Target="../media/image105.png"/><Relationship Id="rId19" Type="http://schemas.openxmlformats.org/officeDocument/2006/relationships/image" Target="../media/image114.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s>
</file>

<file path=ppt/slides/_rels/slide23.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 Type="http://schemas.openxmlformats.org/officeDocument/2006/relationships/image" Target="../media/image98.png"/><Relationship Id="rId21" Type="http://schemas.openxmlformats.org/officeDocument/2006/relationships/image" Target="../media/image116.png"/><Relationship Id="rId7" Type="http://schemas.openxmlformats.org/officeDocument/2006/relationships/image" Target="../media/image102.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2" Type="http://schemas.openxmlformats.org/officeDocument/2006/relationships/image" Target="../media/image97.png"/><Relationship Id="rId16" Type="http://schemas.openxmlformats.org/officeDocument/2006/relationships/image" Target="../media/image111.png"/><Relationship Id="rId20"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10" Type="http://schemas.openxmlformats.org/officeDocument/2006/relationships/image" Target="../media/image105.png"/><Relationship Id="rId19" Type="http://schemas.openxmlformats.org/officeDocument/2006/relationships/image" Target="../media/image114.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s>
</file>

<file path=ppt/slides/_rels/slide24.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23.png"/><Relationship Id="rId7" Type="http://schemas.openxmlformats.org/officeDocument/2006/relationships/image" Target="../media/image127.png"/><Relationship Id="rId2"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 Id="rId9" Type="http://schemas.openxmlformats.org/officeDocument/2006/relationships/image" Target="../media/image129.png"/></Relationships>
</file>

<file path=ppt/slides/_rels/slide25.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image" Target="../media/image137.png"/><Relationship Id="rId18" Type="http://schemas.openxmlformats.org/officeDocument/2006/relationships/image" Target="../media/image142.png"/><Relationship Id="rId3" Type="http://schemas.openxmlformats.org/officeDocument/2006/relationships/image" Target="../media/image126.png"/><Relationship Id="rId21" Type="http://schemas.openxmlformats.org/officeDocument/2006/relationships/image" Target="../media/image145.png"/><Relationship Id="rId7" Type="http://schemas.openxmlformats.org/officeDocument/2006/relationships/image" Target="../media/image131.png"/><Relationship Id="rId12" Type="http://schemas.openxmlformats.org/officeDocument/2006/relationships/image" Target="../media/image136.png"/><Relationship Id="rId17" Type="http://schemas.openxmlformats.org/officeDocument/2006/relationships/image" Target="../media/image141.png"/><Relationship Id="rId2" Type="http://schemas.openxmlformats.org/officeDocument/2006/relationships/image" Target="../media/image125.png"/><Relationship Id="rId16" Type="http://schemas.openxmlformats.org/officeDocument/2006/relationships/image" Target="../media/image140.png"/><Relationship Id="rId20" Type="http://schemas.openxmlformats.org/officeDocument/2006/relationships/image" Target="../media/image144.png"/><Relationship Id="rId1" Type="http://schemas.openxmlformats.org/officeDocument/2006/relationships/slideLayout" Target="../slideLayouts/slideLayout2.xml"/><Relationship Id="rId6" Type="http://schemas.openxmlformats.org/officeDocument/2006/relationships/image" Target="../media/image130.png"/><Relationship Id="rId11" Type="http://schemas.openxmlformats.org/officeDocument/2006/relationships/image" Target="../media/image135.png"/><Relationship Id="rId5" Type="http://schemas.openxmlformats.org/officeDocument/2006/relationships/image" Target="../media/image128.png"/><Relationship Id="rId15" Type="http://schemas.openxmlformats.org/officeDocument/2006/relationships/image" Target="../media/image139.png"/><Relationship Id="rId10" Type="http://schemas.openxmlformats.org/officeDocument/2006/relationships/image" Target="../media/image134.png"/><Relationship Id="rId19" Type="http://schemas.openxmlformats.org/officeDocument/2006/relationships/image" Target="../media/image143.png"/><Relationship Id="rId4" Type="http://schemas.openxmlformats.org/officeDocument/2006/relationships/image" Target="../media/image127.png"/><Relationship Id="rId9" Type="http://schemas.openxmlformats.org/officeDocument/2006/relationships/image" Target="../media/image133.png"/><Relationship Id="rId14" Type="http://schemas.openxmlformats.org/officeDocument/2006/relationships/image" Target="../media/image138.png"/></Relationships>
</file>

<file path=ppt/slides/_rels/slide26.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png"/><Relationship Id="rId18" Type="http://schemas.openxmlformats.org/officeDocument/2006/relationships/image" Target="../media/image128.png"/><Relationship Id="rId3" Type="http://schemas.openxmlformats.org/officeDocument/2006/relationships/image" Target="../media/image132.png"/><Relationship Id="rId7" Type="http://schemas.openxmlformats.org/officeDocument/2006/relationships/image" Target="../media/image136.png"/><Relationship Id="rId12" Type="http://schemas.openxmlformats.org/officeDocument/2006/relationships/image" Target="../media/image141.png"/><Relationship Id="rId17" Type="http://schemas.openxmlformats.org/officeDocument/2006/relationships/image" Target="../media/image127.png"/><Relationship Id="rId2" Type="http://schemas.openxmlformats.org/officeDocument/2006/relationships/image" Target="../media/image131.png"/><Relationship Id="rId16" Type="http://schemas.openxmlformats.org/officeDocument/2006/relationships/image" Target="../media/image126.png"/><Relationship Id="rId20" Type="http://schemas.openxmlformats.org/officeDocument/2006/relationships/image" Target="../media/image145.png"/><Relationship Id="rId1" Type="http://schemas.openxmlformats.org/officeDocument/2006/relationships/slideLayout" Target="../slideLayouts/slideLayout2.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5" Type="http://schemas.openxmlformats.org/officeDocument/2006/relationships/image" Target="../media/image125.png"/><Relationship Id="rId10" Type="http://schemas.openxmlformats.org/officeDocument/2006/relationships/image" Target="../media/image139.png"/><Relationship Id="rId19" Type="http://schemas.openxmlformats.org/officeDocument/2006/relationships/image" Target="../media/image130.png"/><Relationship Id="rId4" Type="http://schemas.openxmlformats.org/officeDocument/2006/relationships/image" Target="../media/image133.png"/><Relationship Id="rId9" Type="http://schemas.openxmlformats.org/officeDocument/2006/relationships/image" Target="../media/image138.png"/><Relationship Id="rId14" Type="http://schemas.openxmlformats.org/officeDocument/2006/relationships/image" Target="../media/image143.png"/></Relationships>
</file>

<file path=ppt/slides/_rels/slide27.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png"/><Relationship Id="rId3" Type="http://schemas.openxmlformats.org/officeDocument/2006/relationships/image" Target="../media/image132.png"/><Relationship Id="rId7" Type="http://schemas.openxmlformats.org/officeDocument/2006/relationships/image" Target="../media/image136.png"/><Relationship Id="rId12" Type="http://schemas.openxmlformats.org/officeDocument/2006/relationships/image" Target="../media/image141.png"/><Relationship Id="rId2"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5" Type="http://schemas.openxmlformats.org/officeDocument/2006/relationships/image" Target="../media/image145.pn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png"/><Relationship Id="rId14" Type="http://schemas.openxmlformats.org/officeDocument/2006/relationships/image" Target="../media/image143.png"/></Relationships>
</file>

<file path=ppt/slides/_rels/slide28.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png"/><Relationship Id="rId3" Type="http://schemas.openxmlformats.org/officeDocument/2006/relationships/image" Target="../media/image147.png"/><Relationship Id="rId7" Type="http://schemas.openxmlformats.org/officeDocument/2006/relationships/image" Target="../media/image151.png"/><Relationship Id="rId12" Type="http://schemas.openxmlformats.org/officeDocument/2006/relationships/image" Target="../media/image156.png"/><Relationship Id="rId2" Type="http://schemas.openxmlformats.org/officeDocument/2006/relationships/image" Target="../media/image146.png"/><Relationship Id="rId1" Type="http://schemas.openxmlformats.org/officeDocument/2006/relationships/slideLayout" Target="../slideLayouts/slideLayout2.xml"/><Relationship Id="rId6" Type="http://schemas.openxmlformats.org/officeDocument/2006/relationships/image" Target="../media/image150.png"/><Relationship Id="rId11" Type="http://schemas.openxmlformats.org/officeDocument/2006/relationships/image" Target="../media/image155.png"/><Relationship Id="rId5" Type="http://schemas.openxmlformats.org/officeDocument/2006/relationships/image" Target="../media/image149.png"/><Relationship Id="rId10" Type="http://schemas.openxmlformats.org/officeDocument/2006/relationships/image" Target="../media/image154.png"/><Relationship Id="rId4" Type="http://schemas.openxmlformats.org/officeDocument/2006/relationships/image" Target="../media/image148.png"/><Relationship Id="rId9" Type="http://schemas.openxmlformats.org/officeDocument/2006/relationships/image" Target="../media/image153.png"/></Relationships>
</file>

<file path=ppt/slides/_rels/slide29.xml.rels><?xml version="1.0" encoding="UTF-8" standalone="yes"?>
<Relationships xmlns="http://schemas.openxmlformats.org/package/2006/relationships"><Relationship Id="rId8" Type="http://schemas.openxmlformats.org/officeDocument/2006/relationships/image" Target="../media/image158.png"/><Relationship Id="rId13" Type="http://schemas.openxmlformats.org/officeDocument/2006/relationships/image" Target="../media/image140.png"/><Relationship Id="rId18" Type="http://schemas.openxmlformats.org/officeDocument/2006/relationships/image" Target="../media/image136.png"/><Relationship Id="rId3" Type="http://schemas.openxmlformats.org/officeDocument/2006/relationships/image" Target="../media/image126.png"/><Relationship Id="rId21" Type="http://schemas.openxmlformats.org/officeDocument/2006/relationships/image" Target="../media/image163.png"/><Relationship Id="rId7" Type="http://schemas.openxmlformats.org/officeDocument/2006/relationships/image" Target="../media/image133.png"/><Relationship Id="rId12" Type="http://schemas.openxmlformats.org/officeDocument/2006/relationships/image" Target="../media/image132.png"/><Relationship Id="rId17" Type="http://schemas.openxmlformats.org/officeDocument/2006/relationships/image" Target="../media/image135.png"/><Relationship Id="rId2" Type="http://schemas.openxmlformats.org/officeDocument/2006/relationships/image" Target="../media/image125.png"/><Relationship Id="rId16" Type="http://schemas.openxmlformats.org/officeDocument/2006/relationships/image" Target="../media/image134.png"/><Relationship Id="rId20"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image" Target="../media/image130.png"/><Relationship Id="rId11" Type="http://schemas.openxmlformats.org/officeDocument/2006/relationships/image" Target="../media/image142.png"/><Relationship Id="rId5" Type="http://schemas.openxmlformats.org/officeDocument/2006/relationships/image" Target="../media/image128.png"/><Relationship Id="rId15" Type="http://schemas.openxmlformats.org/officeDocument/2006/relationships/image" Target="../media/image161.png"/><Relationship Id="rId10" Type="http://schemas.openxmlformats.org/officeDocument/2006/relationships/image" Target="../media/image160.png"/><Relationship Id="rId19" Type="http://schemas.openxmlformats.org/officeDocument/2006/relationships/image" Target="../media/image137.png"/><Relationship Id="rId4" Type="http://schemas.openxmlformats.org/officeDocument/2006/relationships/image" Target="../media/image127.png"/><Relationship Id="rId9" Type="http://schemas.openxmlformats.org/officeDocument/2006/relationships/image" Target="../media/image159.png"/><Relationship Id="rId14" Type="http://schemas.openxmlformats.org/officeDocument/2006/relationships/image" Target="../media/image141.png"/><Relationship Id="rId22" Type="http://schemas.openxmlformats.org/officeDocument/2006/relationships/image" Target="../media/image145.png"/></Relationships>
</file>

<file path=ppt/slides/_rels/slide30.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36.png"/><Relationship Id="rId18" Type="http://schemas.openxmlformats.org/officeDocument/2006/relationships/image" Target="../media/image126.png"/><Relationship Id="rId3" Type="http://schemas.openxmlformats.org/officeDocument/2006/relationships/image" Target="../media/image158.png"/><Relationship Id="rId21" Type="http://schemas.openxmlformats.org/officeDocument/2006/relationships/image" Target="../media/image130.png"/><Relationship Id="rId7" Type="http://schemas.openxmlformats.org/officeDocument/2006/relationships/image" Target="../media/image132.png"/><Relationship Id="rId12" Type="http://schemas.openxmlformats.org/officeDocument/2006/relationships/image" Target="../media/image135.png"/><Relationship Id="rId17" Type="http://schemas.openxmlformats.org/officeDocument/2006/relationships/image" Target="../media/image125.png"/><Relationship Id="rId2" Type="http://schemas.openxmlformats.org/officeDocument/2006/relationships/image" Target="../media/image133.png"/><Relationship Id="rId16" Type="http://schemas.openxmlformats.org/officeDocument/2006/relationships/image" Target="../media/image164.png"/><Relationship Id="rId20"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34.png"/><Relationship Id="rId5" Type="http://schemas.openxmlformats.org/officeDocument/2006/relationships/image" Target="../media/image160.png"/><Relationship Id="rId15" Type="http://schemas.openxmlformats.org/officeDocument/2006/relationships/image" Target="../media/image162.png"/><Relationship Id="rId10" Type="http://schemas.openxmlformats.org/officeDocument/2006/relationships/image" Target="../media/image161.png"/><Relationship Id="rId19" Type="http://schemas.openxmlformats.org/officeDocument/2006/relationships/image" Target="../media/image127.png"/><Relationship Id="rId4" Type="http://schemas.openxmlformats.org/officeDocument/2006/relationships/image" Target="../media/image159.png"/><Relationship Id="rId9" Type="http://schemas.openxmlformats.org/officeDocument/2006/relationships/image" Target="../media/image141.png"/><Relationship Id="rId14" Type="http://schemas.openxmlformats.org/officeDocument/2006/relationships/image" Target="../media/image137.png"/><Relationship Id="rId22" Type="http://schemas.openxmlformats.org/officeDocument/2006/relationships/image" Target="../media/image145.png"/></Relationships>
</file>

<file path=ppt/slides/_rels/slide31.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36.png"/><Relationship Id="rId18" Type="http://schemas.openxmlformats.org/officeDocument/2006/relationships/image" Target="../media/image126.png"/><Relationship Id="rId3" Type="http://schemas.openxmlformats.org/officeDocument/2006/relationships/image" Target="../media/image158.png"/><Relationship Id="rId21" Type="http://schemas.openxmlformats.org/officeDocument/2006/relationships/image" Target="../media/image130.png"/><Relationship Id="rId7" Type="http://schemas.openxmlformats.org/officeDocument/2006/relationships/image" Target="../media/image132.png"/><Relationship Id="rId12" Type="http://schemas.openxmlformats.org/officeDocument/2006/relationships/image" Target="../media/image135.png"/><Relationship Id="rId17" Type="http://schemas.openxmlformats.org/officeDocument/2006/relationships/image" Target="../media/image125.png"/><Relationship Id="rId2" Type="http://schemas.openxmlformats.org/officeDocument/2006/relationships/image" Target="../media/image133.png"/><Relationship Id="rId16" Type="http://schemas.openxmlformats.org/officeDocument/2006/relationships/image" Target="../media/image165.png"/><Relationship Id="rId20"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34.png"/><Relationship Id="rId5" Type="http://schemas.openxmlformats.org/officeDocument/2006/relationships/image" Target="../media/image160.png"/><Relationship Id="rId15" Type="http://schemas.openxmlformats.org/officeDocument/2006/relationships/image" Target="../media/image162.png"/><Relationship Id="rId10" Type="http://schemas.openxmlformats.org/officeDocument/2006/relationships/image" Target="../media/image161.png"/><Relationship Id="rId19" Type="http://schemas.openxmlformats.org/officeDocument/2006/relationships/image" Target="../media/image127.png"/><Relationship Id="rId4" Type="http://schemas.openxmlformats.org/officeDocument/2006/relationships/image" Target="../media/image159.png"/><Relationship Id="rId9" Type="http://schemas.openxmlformats.org/officeDocument/2006/relationships/image" Target="../media/image141.png"/><Relationship Id="rId14" Type="http://schemas.openxmlformats.org/officeDocument/2006/relationships/image" Target="../media/image137.png"/><Relationship Id="rId22" Type="http://schemas.openxmlformats.org/officeDocument/2006/relationships/image" Target="../media/image145.png"/></Relationships>
</file>

<file path=ppt/slides/_rels/slide32.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36.png"/><Relationship Id="rId3" Type="http://schemas.openxmlformats.org/officeDocument/2006/relationships/image" Target="../media/image158.png"/><Relationship Id="rId7" Type="http://schemas.openxmlformats.org/officeDocument/2006/relationships/image" Target="../media/image132.png"/><Relationship Id="rId12" Type="http://schemas.openxmlformats.org/officeDocument/2006/relationships/image" Target="../media/image135.png"/><Relationship Id="rId2" Type="http://schemas.openxmlformats.org/officeDocument/2006/relationships/image" Target="../media/image133.png"/><Relationship Id="rId16" Type="http://schemas.openxmlformats.org/officeDocument/2006/relationships/image" Target="../media/image145.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34.png"/><Relationship Id="rId5" Type="http://schemas.openxmlformats.org/officeDocument/2006/relationships/image" Target="../media/image160.png"/><Relationship Id="rId15" Type="http://schemas.openxmlformats.org/officeDocument/2006/relationships/image" Target="../media/image162.png"/><Relationship Id="rId10" Type="http://schemas.openxmlformats.org/officeDocument/2006/relationships/image" Target="../media/image161.png"/><Relationship Id="rId4" Type="http://schemas.openxmlformats.org/officeDocument/2006/relationships/image" Target="../media/image159.png"/><Relationship Id="rId9" Type="http://schemas.openxmlformats.org/officeDocument/2006/relationships/image" Target="../media/image141.png"/><Relationship Id="rId14" Type="http://schemas.openxmlformats.org/officeDocument/2006/relationships/image" Target="../media/image137.png"/></Relationships>
</file>

<file path=ppt/slides/_rels/slide33.xml.rels><?xml version="1.0" encoding="UTF-8" standalone="yes"?>
<Relationships xmlns="http://schemas.openxmlformats.org/package/2006/relationships"><Relationship Id="rId8" Type="http://schemas.openxmlformats.org/officeDocument/2006/relationships/image" Target="../media/image172.png"/><Relationship Id="rId13" Type="http://schemas.openxmlformats.org/officeDocument/2006/relationships/image" Target="../media/image177.png"/><Relationship Id="rId3" Type="http://schemas.openxmlformats.org/officeDocument/2006/relationships/image" Target="../media/image167.png"/><Relationship Id="rId7" Type="http://schemas.openxmlformats.org/officeDocument/2006/relationships/image" Target="../media/image171.png"/><Relationship Id="rId12" Type="http://schemas.openxmlformats.org/officeDocument/2006/relationships/image" Target="../media/image176.png"/><Relationship Id="rId2" Type="http://schemas.openxmlformats.org/officeDocument/2006/relationships/image" Target="../media/image166.png"/><Relationship Id="rId1" Type="http://schemas.openxmlformats.org/officeDocument/2006/relationships/slideLayout" Target="../slideLayouts/slideLayout2.xml"/><Relationship Id="rId6" Type="http://schemas.openxmlformats.org/officeDocument/2006/relationships/image" Target="../media/image170.png"/><Relationship Id="rId11" Type="http://schemas.openxmlformats.org/officeDocument/2006/relationships/image" Target="../media/image175.png"/><Relationship Id="rId5" Type="http://schemas.openxmlformats.org/officeDocument/2006/relationships/image" Target="../media/image169.png"/><Relationship Id="rId10" Type="http://schemas.openxmlformats.org/officeDocument/2006/relationships/image" Target="../media/image174.png"/><Relationship Id="rId4" Type="http://schemas.openxmlformats.org/officeDocument/2006/relationships/image" Target="../media/image168.png"/><Relationship Id="rId9" Type="http://schemas.openxmlformats.org/officeDocument/2006/relationships/image" Target="../media/image173.png"/></Relationships>
</file>

<file path=ppt/slides/_rels/slide34.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 Id="rId5" Type="http://schemas.openxmlformats.org/officeDocument/2006/relationships/image" Target="../media/image184.png"/><Relationship Id="rId4" Type="http://schemas.openxmlformats.org/officeDocument/2006/relationships/image" Target="../media/image183.png"/></Relationships>
</file>

<file path=ppt/slides/_rels/slide40.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2.xml"/><Relationship Id="rId5" Type="http://schemas.openxmlformats.org/officeDocument/2006/relationships/image" Target="../media/image188.png"/><Relationship Id="rId4" Type="http://schemas.openxmlformats.org/officeDocument/2006/relationships/image" Target="../media/image187.png"/></Relationships>
</file>

<file path=ppt/slides/_rels/slide41.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2.xml"/><Relationship Id="rId5" Type="http://schemas.openxmlformats.org/officeDocument/2006/relationships/image" Target="../media/image200.png"/><Relationship Id="rId4" Type="http://schemas.openxmlformats.org/officeDocument/2006/relationships/image" Target="../media/image199.png"/></Relationships>
</file>

<file path=ppt/slides/_rels/slide48.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image" Target="../media/image208.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5.jpeg"/><Relationship Id="rId2" Type="http://schemas.openxmlformats.org/officeDocument/2006/relationships/image" Target="../media/image214.jpe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217.jpeg"/><Relationship Id="rId2" Type="http://schemas.openxmlformats.org/officeDocument/2006/relationships/image" Target="../media/image216.jpe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21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906780" y="4340352"/>
            <a:ext cx="7406640" cy="7620"/>
          </a:xfrm>
          <a:custGeom>
            <a:avLst/>
            <a:gdLst/>
            <a:ahLst/>
            <a:cxnLst/>
            <a:rect l="l" t="t" r="r" b="b"/>
            <a:pathLst>
              <a:path w="7406640" h="7620">
                <a:moveTo>
                  <a:pt x="7406640" y="0"/>
                </a:moveTo>
                <a:lnTo>
                  <a:pt x="0" y="0"/>
                </a:lnTo>
                <a:lnTo>
                  <a:pt x="0" y="7620"/>
                </a:lnTo>
                <a:lnTo>
                  <a:pt x="7406640" y="7620"/>
                </a:lnTo>
                <a:lnTo>
                  <a:pt x="7406640" y="0"/>
                </a:lnTo>
                <a:close/>
              </a:path>
            </a:pathLst>
          </a:custGeom>
          <a:solidFill>
            <a:srgbClr val="7F7F7F"/>
          </a:solidFill>
        </p:spPr>
        <p:txBody>
          <a:bodyPr wrap="square" lIns="0" tIns="0" rIns="0" bIns="0" rtlCol="0"/>
          <a:lstStyle/>
          <a:p>
            <a:endParaRPr/>
          </a:p>
        </p:txBody>
      </p:sp>
      <p:sp>
        <p:nvSpPr>
          <p:cNvPr id="7" name="object 7"/>
          <p:cNvSpPr txBox="1"/>
          <p:nvPr/>
        </p:nvSpPr>
        <p:spPr>
          <a:xfrm>
            <a:off x="2286000" y="1447800"/>
            <a:ext cx="5105400" cy="1379865"/>
          </a:xfrm>
          <a:prstGeom prst="rect">
            <a:avLst/>
          </a:prstGeom>
        </p:spPr>
        <p:txBody>
          <a:bodyPr vert="horz" wrap="square" lIns="0" tIns="12700" rIns="0" bIns="0" rtlCol="0">
            <a:spAutoFit/>
          </a:bodyPr>
          <a:lstStyle/>
          <a:p>
            <a:pPr marL="12700" algn="ctr">
              <a:lnSpc>
                <a:spcPct val="100000"/>
              </a:lnSpc>
              <a:spcBef>
                <a:spcPts val="100"/>
              </a:spcBef>
            </a:pPr>
            <a:r>
              <a:rPr lang="en-US" sz="4400" b="1" spc="-85" dirty="0" smtClean="0">
                <a:solidFill>
                  <a:srgbClr val="002060"/>
                </a:solidFill>
                <a:latin typeface="Trebuchet MS"/>
                <a:cs typeface="Trebuchet MS"/>
              </a:rPr>
              <a:t>DC-AC Converters</a:t>
            </a:r>
          </a:p>
          <a:p>
            <a:pPr marL="12700" algn="ctr">
              <a:lnSpc>
                <a:spcPct val="100000"/>
              </a:lnSpc>
              <a:spcBef>
                <a:spcPts val="100"/>
              </a:spcBef>
            </a:pPr>
            <a:r>
              <a:rPr lang="en-US" sz="4400" b="1" spc="-85" dirty="0" smtClean="0">
                <a:solidFill>
                  <a:srgbClr val="002060"/>
                </a:solidFill>
                <a:latin typeface="Trebuchet MS"/>
                <a:cs typeface="Trebuchet MS"/>
              </a:rPr>
              <a:t>(Inverters)</a:t>
            </a:r>
            <a:endParaRPr sz="4400">
              <a:solidFill>
                <a:srgbClr val="002060"/>
              </a:solidFill>
              <a:latin typeface="Trebuchet MS"/>
              <a:cs typeface="Trebuchet MS"/>
            </a:endParaRPr>
          </a:p>
        </p:txBody>
      </p:sp>
      <p:sp>
        <p:nvSpPr>
          <p:cNvPr id="8" name="object 8"/>
          <p:cNvSpPr txBox="1"/>
          <p:nvPr/>
        </p:nvSpPr>
        <p:spPr>
          <a:xfrm>
            <a:off x="901700" y="6529831"/>
            <a:ext cx="3657600" cy="162560"/>
          </a:xfrm>
          <a:prstGeom prst="rect">
            <a:avLst/>
          </a:prstGeom>
        </p:spPr>
        <p:txBody>
          <a:bodyPr vert="horz" wrap="square" lIns="0" tIns="12700" rIns="0" bIns="0" rtlCol="0">
            <a:spAutoFit/>
          </a:bodyPr>
          <a:lstStyle/>
          <a:p>
            <a:pPr marL="12700">
              <a:lnSpc>
                <a:spcPct val="100000"/>
              </a:lnSpc>
              <a:spcBef>
                <a:spcPts val="100"/>
              </a:spcBef>
            </a:pPr>
            <a:r>
              <a:rPr sz="900" i="1" spc="-5" dirty="0">
                <a:solidFill>
                  <a:srgbClr val="FFFFFF"/>
                </a:solidFill>
                <a:latin typeface="Carlito"/>
                <a:cs typeface="Carlito"/>
              </a:rPr>
              <a:t>DEPT. OF ELECTRICAL ENGINEERING, COLLEGE OF ENGINEERING</a:t>
            </a:r>
            <a:r>
              <a:rPr sz="900" i="1" spc="-70" dirty="0">
                <a:solidFill>
                  <a:srgbClr val="FFFFFF"/>
                </a:solidFill>
                <a:latin typeface="Carlito"/>
                <a:cs typeface="Carlito"/>
              </a:rPr>
              <a:t> </a:t>
            </a:r>
            <a:r>
              <a:rPr sz="900" i="1" spc="-5" dirty="0">
                <a:solidFill>
                  <a:srgbClr val="FFFFFF"/>
                </a:solidFill>
                <a:latin typeface="Carlito"/>
                <a:cs typeface="Carlito"/>
              </a:rPr>
              <a:t>TRIVANDRUM</a:t>
            </a:r>
            <a:endParaRPr sz="900">
              <a:latin typeface="Carlito"/>
              <a:cs typeface="Carlito"/>
            </a:endParaRPr>
          </a:p>
        </p:txBody>
      </p:sp>
      <p:sp>
        <p:nvSpPr>
          <p:cNvPr id="6" name="Title 1"/>
          <p:cNvSpPr txBox="1">
            <a:spLocks/>
          </p:cNvSpPr>
          <p:nvPr/>
        </p:nvSpPr>
        <p:spPr>
          <a:xfrm>
            <a:off x="762000" y="1066800"/>
            <a:ext cx="7772400" cy="4370427"/>
          </a:xfrm>
          <a:prstGeom prst="rect">
            <a:avLst/>
          </a:prstGeom>
        </p:spPr>
        <p:txBody>
          <a:bodyPr wrap="squar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0" b="1" i="0" u="none" strike="noStrike" kern="0" cap="none" spc="0" normalizeH="0" baseline="0" noProof="0" dirty="0" smtClean="0">
                <a:ln>
                  <a:noFill/>
                </a:ln>
                <a:solidFill>
                  <a:srgbClr val="0070C0"/>
                </a:solidFill>
                <a:effectLst/>
                <a:uLnTx/>
                <a:uFillTx/>
                <a:latin typeface="Trebuchet MS"/>
                <a:ea typeface="+mj-ea"/>
                <a:cs typeface="Trebuchet MS"/>
              </a:rPr>
              <a:t/>
            </a:r>
            <a:br>
              <a:rPr kumimoji="0" lang="en-US" sz="8000" b="1" i="0" u="none" strike="noStrike" kern="0" cap="none" spc="0" normalizeH="0" baseline="0" noProof="0" dirty="0" smtClean="0">
                <a:ln>
                  <a:noFill/>
                </a:ln>
                <a:solidFill>
                  <a:srgbClr val="0070C0"/>
                </a:solidFill>
                <a:effectLst/>
                <a:uLnTx/>
                <a:uFillTx/>
                <a:latin typeface="Trebuchet MS"/>
                <a:ea typeface="+mj-ea"/>
                <a:cs typeface="Trebuchet MS"/>
              </a:rPr>
            </a:br>
            <a:r>
              <a:rPr kumimoji="0" lang="en-US" sz="8000" b="1" i="0" u="none" strike="noStrike" kern="0" cap="none" spc="0" normalizeH="0" baseline="0" noProof="0" dirty="0" smtClean="0">
                <a:ln>
                  <a:noFill/>
                </a:ln>
                <a:solidFill>
                  <a:srgbClr val="E48312"/>
                </a:solidFill>
                <a:effectLst/>
                <a:uLnTx/>
                <a:uFillTx/>
                <a:latin typeface="Trebuchet MS"/>
                <a:ea typeface="+mj-ea"/>
                <a:cs typeface="Trebuchet MS"/>
              </a:rPr>
              <a:t/>
            </a:r>
            <a:br>
              <a:rPr kumimoji="0" lang="en-US" sz="8000" b="1" i="0" u="none" strike="noStrike" kern="0" cap="none" spc="0" normalizeH="0" baseline="0" noProof="0" dirty="0" smtClean="0">
                <a:ln>
                  <a:noFill/>
                </a:ln>
                <a:solidFill>
                  <a:srgbClr val="E48312"/>
                </a:solidFill>
                <a:effectLst/>
                <a:uLnTx/>
                <a:uFillTx/>
                <a:latin typeface="Trebuchet MS"/>
                <a:ea typeface="+mj-ea"/>
                <a:cs typeface="Trebuchet MS"/>
              </a:rPr>
            </a:br>
            <a:r>
              <a:rPr kumimoji="0" lang="en-US" sz="8000" b="1" i="0" u="none" strike="noStrike" kern="0" cap="none" spc="0" normalizeH="0" baseline="0" noProof="0" dirty="0" smtClean="0">
                <a:ln>
                  <a:noFill/>
                </a:ln>
                <a:solidFill>
                  <a:srgbClr val="E48312"/>
                </a:solidFill>
                <a:effectLst/>
                <a:uLnTx/>
                <a:uFillTx/>
                <a:latin typeface="Trebuchet MS"/>
                <a:ea typeface="+mj-ea"/>
                <a:cs typeface="Trebuchet MS"/>
              </a:rPr>
              <a:t/>
            </a:r>
            <a:br>
              <a:rPr kumimoji="0" lang="en-US" sz="8000" b="1" i="0" u="none" strike="noStrike" kern="0" cap="none" spc="0" normalizeH="0" baseline="0" noProof="0" dirty="0" smtClean="0">
                <a:ln>
                  <a:noFill/>
                </a:ln>
                <a:solidFill>
                  <a:srgbClr val="E48312"/>
                </a:solidFill>
                <a:effectLst/>
                <a:uLnTx/>
                <a:uFillTx/>
                <a:latin typeface="Trebuchet MS"/>
                <a:ea typeface="+mj-ea"/>
                <a:cs typeface="Trebuchet MS"/>
              </a:rPr>
            </a:br>
            <a:r>
              <a:rPr kumimoji="0" lang="en-US" sz="2400" b="1" i="0" u="none" strike="noStrike" kern="0" cap="none" spc="0" normalizeH="0" baseline="0" noProof="0" dirty="0" smtClean="0">
                <a:ln>
                  <a:noFill/>
                </a:ln>
                <a:solidFill>
                  <a:srgbClr val="0070C0"/>
                </a:solidFill>
                <a:effectLst/>
                <a:uLnTx/>
                <a:uFillTx/>
                <a:latin typeface="Trebuchet MS"/>
                <a:ea typeface="+mj-ea"/>
                <a:cs typeface="Trebuchet MS"/>
              </a:rPr>
              <a:t>Prof V Suresh Kumar</a:t>
            </a:r>
            <a:br>
              <a:rPr kumimoji="0" lang="en-US" sz="2400" b="1" i="0" u="none" strike="noStrike" kern="0" cap="none" spc="0" normalizeH="0" baseline="0" noProof="0" dirty="0" smtClean="0">
                <a:ln>
                  <a:noFill/>
                </a:ln>
                <a:solidFill>
                  <a:srgbClr val="0070C0"/>
                </a:solidFill>
                <a:effectLst/>
                <a:uLnTx/>
                <a:uFillTx/>
                <a:latin typeface="Trebuchet MS"/>
                <a:ea typeface="+mj-ea"/>
                <a:cs typeface="Trebuchet MS"/>
              </a:rPr>
            </a:br>
            <a:r>
              <a:rPr kumimoji="0" lang="en-US" sz="2000" b="1" i="0" u="none" strike="noStrike" kern="0" cap="none" spc="0" normalizeH="0" baseline="0" noProof="0" dirty="0" smtClean="0">
                <a:ln>
                  <a:noFill/>
                </a:ln>
                <a:solidFill>
                  <a:srgbClr val="0070C0"/>
                </a:solidFill>
                <a:effectLst/>
                <a:uLnTx/>
                <a:uFillTx/>
                <a:latin typeface="Trebuchet MS"/>
                <a:ea typeface="+mj-ea"/>
                <a:cs typeface="Trebuchet MS"/>
              </a:rPr>
              <a:t>Thiagarajar College of Engineering, Madurai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762000"/>
            <a:ext cx="4038600" cy="685800"/>
          </a:xfrm>
        </p:spPr>
        <p:txBody>
          <a:bodyPr/>
          <a:lstStyle/>
          <a:p>
            <a:r>
              <a:rPr lang="en-US" sz="4000" dirty="0" smtClean="0"/>
              <a:t>DC-AC Converter</a:t>
            </a:r>
            <a:endParaRPr lang="en-US" sz="4000" dirty="0"/>
          </a:p>
        </p:txBody>
      </p:sp>
      <p:sp>
        <p:nvSpPr>
          <p:cNvPr id="36866" name="AutoShape 2" descr="Small UPS, Mini Uninterruptible Power Supply, मिनी यूपीएस - Dharkan  Enterprise, Rajkot | ID: 300807369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6868" name="AutoShape 4" descr="Small UPS, Mini Uninterruptible Power Supply, मिनी यूपीएस - Dharkan  Enterprise, Rajkot | ID: 300807369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6870" name="AutoShape 6" descr="Small UPS, Mini Uninterruptible Power Supply, मिनी यूपीएस - Dharkan  Enterprise, Rajkot | ID: 300807369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3" name="Picture 2"/>
          <p:cNvPicPr>
            <a:picLocks noChangeAspect="1" noChangeArrowheads="1"/>
          </p:cNvPicPr>
          <p:nvPr/>
        </p:nvPicPr>
        <p:blipFill>
          <a:blip r:embed="rId2"/>
          <a:srcRect/>
          <a:stretch>
            <a:fillRect/>
          </a:stretch>
        </p:blipFill>
        <p:spPr bwMode="auto">
          <a:xfrm>
            <a:off x="2209800" y="2438400"/>
            <a:ext cx="5467350" cy="259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3429000" y="1524000"/>
            <a:ext cx="3505200" cy="2021436"/>
          </a:xfrm>
          <a:prstGeom prst="rect">
            <a:avLst/>
          </a:prstGeom>
          <a:noFill/>
          <a:ln w="9525">
            <a:noFill/>
            <a:miter lim="800000"/>
            <a:headEnd/>
            <a:tailEnd/>
          </a:ln>
          <a:effectLst/>
        </p:spPr>
      </p:pic>
      <p:sp>
        <p:nvSpPr>
          <p:cNvPr id="5" name="Title 1"/>
          <p:cNvSpPr txBox="1">
            <a:spLocks/>
          </p:cNvSpPr>
          <p:nvPr/>
        </p:nvSpPr>
        <p:spPr>
          <a:xfrm>
            <a:off x="228600" y="533400"/>
            <a:ext cx="2286000" cy="369332"/>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smtClean="0">
                <a:ln>
                  <a:noFill/>
                </a:ln>
                <a:solidFill>
                  <a:srgbClr val="E48312"/>
                </a:solidFill>
                <a:effectLst/>
                <a:uLnTx/>
                <a:uFillTx/>
                <a:latin typeface="Trebuchet MS"/>
                <a:ea typeface="+mj-ea"/>
                <a:cs typeface="Trebuchet MS"/>
              </a:rPr>
              <a:t>Applications…</a:t>
            </a:r>
            <a:endParaRPr kumimoji="0" lang="en-US" sz="2400" b="1" i="0" u="none" strike="noStrike" kern="0" cap="none" spc="0" normalizeH="0" baseline="0" noProof="0" dirty="0">
              <a:ln>
                <a:noFill/>
              </a:ln>
              <a:solidFill>
                <a:srgbClr val="E48312"/>
              </a:solidFill>
              <a:effectLst/>
              <a:uLnTx/>
              <a:uFillTx/>
              <a:latin typeface="Trebuchet MS"/>
              <a:ea typeface="+mj-ea"/>
              <a:cs typeface="Trebuchet MS"/>
            </a:endParaRPr>
          </a:p>
        </p:txBody>
      </p:sp>
      <p:sp>
        <p:nvSpPr>
          <p:cNvPr id="36866" name="AutoShape 2" descr="Small UPS, Mini Uninterruptible Power Supply, मिनी यूपीएस - Dharkan  Enterprise, Rajkot | ID: 300807369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6868" name="AutoShape 4" descr="Small UPS, Mini Uninterruptible Power Supply, मिनी यूपीएस - Dharkan  Enterprise, Rajkot | ID: 300807369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6870" name="AutoShape 6" descr="Small UPS, Mini Uninterruptible Power Supply, मिनी यूपीएस - Dharkan  Enterprise, Rajkot | ID: 300807369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36873" name="Picture 9"/>
          <p:cNvPicPr>
            <a:picLocks noChangeAspect="1" noChangeArrowheads="1"/>
          </p:cNvPicPr>
          <p:nvPr/>
        </p:nvPicPr>
        <p:blipFill>
          <a:blip r:embed="rId3"/>
          <a:srcRect/>
          <a:stretch>
            <a:fillRect/>
          </a:stretch>
        </p:blipFill>
        <p:spPr bwMode="auto">
          <a:xfrm>
            <a:off x="762000" y="3962400"/>
            <a:ext cx="3733800" cy="2093955"/>
          </a:xfrm>
          <a:prstGeom prst="rect">
            <a:avLst/>
          </a:prstGeom>
          <a:noFill/>
          <a:ln w="9525">
            <a:noFill/>
            <a:miter lim="800000"/>
            <a:headEnd/>
            <a:tailEnd/>
          </a:ln>
          <a:effectLst/>
        </p:spPr>
      </p:pic>
      <p:pic>
        <p:nvPicPr>
          <p:cNvPr id="36875" name="Picture 11" descr="Wind Power Plant - YouTube"/>
          <p:cNvPicPr>
            <a:picLocks noChangeAspect="1" noChangeArrowheads="1"/>
          </p:cNvPicPr>
          <p:nvPr/>
        </p:nvPicPr>
        <p:blipFill>
          <a:blip r:embed="rId4"/>
          <a:srcRect/>
          <a:stretch>
            <a:fillRect/>
          </a:stretch>
        </p:blipFill>
        <p:spPr bwMode="auto">
          <a:xfrm>
            <a:off x="5638800" y="3581400"/>
            <a:ext cx="2971800" cy="2228851"/>
          </a:xfrm>
          <a:prstGeom prst="rect">
            <a:avLst/>
          </a:prstGeom>
          <a:noFill/>
        </p:spPr>
      </p:pic>
      <p:pic>
        <p:nvPicPr>
          <p:cNvPr id="36877" name="Picture 13" descr="Buy Intex UPS online @ Best Price in India"/>
          <p:cNvPicPr>
            <a:picLocks noChangeAspect="1" noChangeArrowheads="1"/>
          </p:cNvPicPr>
          <p:nvPr/>
        </p:nvPicPr>
        <p:blipFill>
          <a:blip r:embed="rId5"/>
          <a:srcRect/>
          <a:stretch>
            <a:fillRect/>
          </a:stretch>
        </p:blipFill>
        <p:spPr bwMode="auto">
          <a:xfrm>
            <a:off x="5943600" y="228600"/>
            <a:ext cx="2962275" cy="1543051"/>
          </a:xfrm>
          <a:prstGeom prst="rect">
            <a:avLst/>
          </a:prstGeom>
          <a:noFill/>
        </p:spPr>
      </p:pic>
      <p:pic>
        <p:nvPicPr>
          <p:cNvPr id="1026" name="Picture 2"/>
          <p:cNvPicPr>
            <a:picLocks noChangeAspect="1" noChangeArrowheads="1"/>
          </p:cNvPicPr>
          <p:nvPr/>
        </p:nvPicPr>
        <p:blipFill>
          <a:blip r:embed="rId6"/>
          <a:srcRect/>
          <a:stretch>
            <a:fillRect/>
          </a:stretch>
        </p:blipFill>
        <p:spPr bwMode="auto">
          <a:xfrm>
            <a:off x="304800" y="1752600"/>
            <a:ext cx="2962275" cy="1676400"/>
          </a:xfrm>
          <a:prstGeom prst="rect">
            <a:avLst/>
          </a:prstGeom>
          <a:noFill/>
          <a:ln w="9525">
            <a:noFill/>
            <a:miter lim="800000"/>
            <a:headEnd/>
            <a:tailEnd/>
          </a:ln>
          <a:effectLst/>
        </p:spPr>
      </p:pic>
      <p:sp>
        <p:nvSpPr>
          <p:cNvPr id="1028" name="AutoShape 4" descr="Type D wind turbine concept: Direct-in-line variable speed wind turbine...  | Download Scientific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1029" name="Picture 5"/>
          <p:cNvPicPr>
            <a:picLocks noChangeAspect="1" noChangeArrowheads="1"/>
          </p:cNvPicPr>
          <p:nvPr/>
        </p:nvPicPr>
        <p:blipFill>
          <a:blip r:embed="rId7"/>
          <a:srcRect/>
          <a:stretch>
            <a:fillRect/>
          </a:stretch>
        </p:blipFill>
        <p:spPr bwMode="auto">
          <a:xfrm>
            <a:off x="5638800" y="5029200"/>
            <a:ext cx="2952750" cy="137588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3751579" cy="574040"/>
          </a:xfrm>
          <a:prstGeom prst="rect">
            <a:avLst/>
          </a:prstGeom>
        </p:spPr>
        <p:txBody>
          <a:bodyPr vert="horz" wrap="square" lIns="0" tIns="12700" rIns="0" bIns="0" rtlCol="0">
            <a:spAutoFit/>
          </a:bodyPr>
          <a:lstStyle/>
          <a:p>
            <a:pPr marL="12700">
              <a:lnSpc>
                <a:spcPct val="100000"/>
              </a:lnSpc>
              <a:spcBef>
                <a:spcPts val="100"/>
              </a:spcBef>
            </a:pPr>
            <a:r>
              <a:rPr sz="3600" spc="-350" dirty="0">
                <a:solidFill>
                  <a:srgbClr val="002060"/>
                </a:solidFill>
              </a:rPr>
              <a:t>Inverter</a:t>
            </a:r>
            <a:r>
              <a:rPr sz="3600" spc="-470" dirty="0">
                <a:solidFill>
                  <a:srgbClr val="002060"/>
                </a:solidFill>
              </a:rPr>
              <a:t> </a:t>
            </a:r>
            <a:r>
              <a:rPr sz="3600" spc="-320" dirty="0">
                <a:solidFill>
                  <a:srgbClr val="002060"/>
                </a:solidFill>
              </a:rPr>
              <a:t>Classification</a:t>
            </a:r>
            <a:endParaRPr sz="3600"/>
          </a:p>
        </p:txBody>
      </p:sp>
      <p:sp>
        <p:nvSpPr>
          <p:cNvPr id="4" name="object 4"/>
          <p:cNvSpPr txBox="1"/>
          <p:nvPr/>
        </p:nvSpPr>
        <p:spPr>
          <a:xfrm>
            <a:off x="838200" y="1447800"/>
            <a:ext cx="3901948" cy="3506729"/>
          </a:xfrm>
          <a:prstGeom prst="rect">
            <a:avLst/>
          </a:prstGeom>
        </p:spPr>
        <p:txBody>
          <a:bodyPr vert="horz" wrap="square" lIns="0" tIns="191135" rIns="0" bIns="0" rtlCol="0">
            <a:spAutoFit/>
          </a:bodyPr>
          <a:lstStyle/>
          <a:p>
            <a:pPr marL="12700">
              <a:lnSpc>
                <a:spcPct val="100000"/>
              </a:lnSpc>
              <a:spcBef>
                <a:spcPts val="1505"/>
              </a:spcBef>
            </a:pPr>
            <a:r>
              <a:rPr spc="-5" dirty="0">
                <a:solidFill>
                  <a:srgbClr val="C00000"/>
                </a:solidFill>
                <a:latin typeface="Carlito"/>
                <a:cs typeface="Carlito"/>
              </a:rPr>
              <a:t>Classification of </a:t>
            </a:r>
            <a:r>
              <a:rPr spc="-15" dirty="0">
                <a:solidFill>
                  <a:srgbClr val="C00000"/>
                </a:solidFill>
                <a:latin typeface="Carlito"/>
                <a:cs typeface="Carlito"/>
              </a:rPr>
              <a:t>inverters </a:t>
            </a:r>
            <a:r>
              <a:rPr spc="-5" dirty="0">
                <a:solidFill>
                  <a:srgbClr val="C00000"/>
                </a:solidFill>
                <a:latin typeface="Carlito"/>
                <a:cs typeface="Carlito"/>
              </a:rPr>
              <a:t>based on </a:t>
            </a:r>
            <a:r>
              <a:rPr spc="-25" dirty="0">
                <a:solidFill>
                  <a:srgbClr val="C00000"/>
                </a:solidFill>
                <a:latin typeface="Carlito"/>
                <a:cs typeface="Carlito"/>
              </a:rPr>
              <a:t>wave</a:t>
            </a:r>
            <a:r>
              <a:rPr spc="-65" dirty="0">
                <a:solidFill>
                  <a:srgbClr val="C00000"/>
                </a:solidFill>
                <a:latin typeface="Carlito"/>
                <a:cs typeface="Carlito"/>
              </a:rPr>
              <a:t> </a:t>
            </a:r>
            <a:r>
              <a:rPr spc="-5" dirty="0">
                <a:solidFill>
                  <a:srgbClr val="C00000"/>
                </a:solidFill>
                <a:latin typeface="Carlito"/>
                <a:cs typeface="Carlito"/>
              </a:rPr>
              <a:t>shape</a:t>
            </a:r>
            <a:endParaRPr>
              <a:latin typeface="Carlito"/>
              <a:cs typeface="Carlito"/>
            </a:endParaRPr>
          </a:p>
          <a:p>
            <a:pPr marL="641985" indent="-266065">
              <a:lnSpc>
                <a:spcPct val="100000"/>
              </a:lnSpc>
              <a:spcBef>
                <a:spcPts val="1180"/>
              </a:spcBef>
              <a:buClr>
                <a:srgbClr val="E48312"/>
              </a:buClr>
              <a:buSzPct val="75000"/>
              <a:buFont typeface="Wingdings"/>
              <a:buChar char=""/>
              <a:tabLst>
                <a:tab pos="642620" algn="l"/>
              </a:tabLst>
            </a:pPr>
            <a:r>
              <a:rPr spc="-5" dirty="0">
                <a:solidFill>
                  <a:srgbClr val="800000"/>
                </a:solidFill>
                <a:latin typeface="Carlito"/>
                <a:cs typeface="Carlito"/>
              </a:rPr>
              <a:t>Square</a:t>
            </a:r>
            <a:r>
              <a:rPr spc="-15" dirty="0">
                <a:solidFill>
                  <a:srgbClr val="800000"/>
                </a:solidFill>
                <a:latin typeface="Carlito"/>
                <a:cs typeface="Carlito"/>
              </a:rPr>
              <a:t> </a:t>
            </a:r>
            <a:r>
              <a:rPr spc="-25" dirty="0">
                <a:solidFill>
                  <a:srgbClr val="800000"/>
                </a:solidFill>
                <a:latin typeface="Carlito"/>
                <a:cs typeface="Carlito"/>
              </a:rPr>
              <a:t>wave</a:t>
            </a:r>
            <a:endParaRPr>
              <a:latin typeface="Carlito"/>
              <a:cs typeface="Carlito"/>
            </a:endParaRPr>
          </a:p>
          <a:p>
            <a:pPr marL="641985" indent="-266065">
              <a:lnSpc>
                <a:spcPct val="100000"/>
              </a:lnSpc>
              <a:spcBef>
                <a:spcPts val="360"/>
              </a:spcBef>
              <a:buClr>
                <a:srgbClr val="E48312"/>
              </a:buClr>
              <a:buSzPct val="75000"/>
              <a:buFont typeface="Wingdings"/>
              <a:buChar char=""/>
              <a:tabLst>
                <a:tab pos="642620" algn="l"/>
              </a:tabLst>
            </a:pPr>
            <a:r>
              <a:rPr dirty="0">
                <a:solidFill>
                  <a:srgbClr val="FF0000"/>
                </a:solidFill>
                <a:latin typeface="Carlito"/>
                <a:cs typeface="Carlito"/>
              </a:rPr>
              <a:t>Quasi </a:t>
            </a:r>
            <a:r>
              <a:rPr spc="-10" dirty="0">
                <a:solidFill>
                  <a:srgbClr val="FF0000"/>
                </a:solidFill>
                <a:latin typeface="Carlito"/>
                <a:cs typeface="Carlito"/>
              </a:rPr>
              <a:t>square</a:t>
            </a:r>
            <a:r>
              <a:rPr dirty="0">
                <a:solidFill>
                  <a:srgbClr val="FF0000"/>
                </a:solidFill>
                <a:latin typeface="Carlito"/>
                <a:cs typeface="Carlito"/>
              </a:rPr>
              <a:t> </a:t>
            </a:r>
            <a:r>
              <a:rPr spc="-25" dirty="0">
                <a:solidFill>
                  <a:srgbClr val="FF0000"/>
                </a:solidFill>
                <a:latin typeface="Carlito"/>
                <a:cs typeface="Carlito"/>
              </a:rPr>
              <a:t>wave</a:t>
            </a:r>
            <a:endParaRPr>
              <a:latin typeface="Carlito"/>
              <a:cs typeface="Carlito"/>
            </a:endParaRPr>
          </a:p>
          <a:p>
            <a:pPr marL="641985" indent="-266065">
              <a:lnSpc>
                <a:spcPct val="100000"/>
              </a:lnSpc>
              <a:spcBef>
                <a:spcPts val="360"/>
              </a:spcBef>
              <a:buClr>
                <a:srgbClr val="E48312"/>
              </a:buClr>
              <a:buSzPct val="75000"/>
              <a:buFont typeface="Wingdings"/>
              <a:buChar char=""/>
              <a:tabLst>
                <a:tab pos="642620" algn="l"/>
              </a:tabLst>
            </a:pPr>
            <a:r>
              <a:rPr spc="-5" dirty="0">
                <a:solidFill>
                  <a:srgbClr val="FF33CC"/>
                </a:solidFill>
                <a:latin typeface="Carlito"/>
                <a:cs typeface="Carlito"/>
              </a:rPr>
              <a:t>Sine</a:t>
            </a:r>
            <a:r>
              <a:rPr dirty="0">
                <a:solidFill>
                  <a:srgbClr val="FF33CC"/>
                </a:solidFill>
                <a:latin typeface="Carlito"/>
                <a:cs typeface="Carlito"/>
              </a:rPr>
              <a:t> </a:t>
            </a:r>
            <a:r>
              <a:rPr spc="-25" dirty="0">
                <a:solidFill>
                  <a:srgbClr val="FF33CC"/>
                </a:solidFill>
                <a:latin typeface="Carlito"/>
                <a:cs typeface="Carlito"/>
              </a:rPr>
              <a:t>wave</a:t>
            </a:r>
            <a:endParaRPr>
              <a:latin typeface="Carlito"/>
              <a:cs typeface="Carlito"/>
            </a:endParaRPr>
          </a:p>
          <a:p>
            <a:pPr marL="12700">
              <a:lnSpc>
                <a:spcPct val="100000"/>
              </a:lnSpc>
            </a:pPr>
            <a:r>
              <a:rPr spc="-5" smtClean="0">
                <a:solidFill>
                  <a:srgbClr val="C00000"/>
                </a:solidFill>
                <a:latin typeface="Carlito"/>
                <a:cs typeface="Carlito"/>
              </a:rPr>
              <a:t>Classification </a:t>
            </a:r>
            <a:r>
              <a:rPr spc="-5" dirty="0">
                <a:solidFill>
                  <a:srgbClr val="C00000"/>
                </a:solidFill>
                <a:latin typeface="Carlito"/>
                <a:cs typeface="Carlito"/>
              </a:rPr>
              <a:t>of </a:t>
            </a:r>
            <a:r>
              <a:rPr spc="-15" dirty="0">
                <a:solidFill>
                  <a:srgbClr val="C00000"/>
                </a:solidFill>
                <a:latin typeface="Carlito"/>
                <a:cs typeface="Carlito"/>
              </a:rPr>
              <a:t>inverters </a:t>
            </a:r>
            <a:r>
              <a:rPr spc="-5" dirty="0">
                <a:solidFill>
                  <a:srgbClr val="C00000"/>
                </a:solidFill>
                <a:latin typeface="Carlito"/>
                <a:cs typeface="Carlito"/>
              </a:rPr>
              <a:t>based on</a:t>
            </a:r>
            <a:r>
              <a:rPr spc="-40" dirty="0">
                <a:solidFill>
                  <a:srgbClr val="C00000"/>
                </a:solidFill>
                <a:latin typeface="Carlito"/>
                <a:cs typeface="Carlito"/>
              </a:rPr>
              <a:t> </a:t>
            </a:r>
            <a:r>
              <a:rPr spc="-10" dirty="0">
                <a:solidFill>
                  <a:srgbClr val="C00000"/>
                </a:solidFill>
                <a:latin typeface="Carlito"/>
                <a:cs typeface="Carlito"/>
              </a:rPr>
              <a:t>Input</a:t>
            </a:r>
            <a:endParaRPr>
              <a:latin typeface="Carlito"/>
              <a:cs typeface="Carlito"/>
            </a:endParaRPr>
          </a:p>
          <a:p>
            <a:pPr marL="641985" indent="-266065">
              <a:lnSpc>
                <a:spcPct val="100000"/>
              </a:lnSpc>
              <a:spcBef>
                <a:spcPts val="1180"/>
              </a:spcBef>
              <a:buClr>
                <a:srgbClr val="E48312"/>
              </a:buClr>
              <a:buSzPct val="75000"/>
              <a:buFont typeface="Wingdings"/>
              <a:buChar char=""/>
              <a:tabLst>
                <a:tab pos="642620" algn="l"/>
              </a:tabLst>
            </a:pPr>
            <a:r>
              <a:rPr spc="-20" dirty="0">
                <a:latin typeface="Carlito"/>
                <a:cs typeface="Carlito"/>
              </a:rPr>
              <a:t>Voltage</a:t>
            </a:r>
            <a:r>
              <a:rPr spc="-70" dirty="0">
                <a:latin typeface="Carlito"/>
                <a:cs typeface="Carlito"/>
              </a:rPr>
              <a:t> </a:t>
            </a:r>
            <a:r>
              <a:rPr spc="-10" dirty="0">
                <a:latin typeface="Carlito"/>
                <a:cs typeface="Carlito"/>
              </a:rPr>
              <a:t>source</a:t>
            </a:r>
            <a:endParaRPr>
              <a:latin typeface="Carlito"/>
              <a:cs typeface="Carlito"/>
            </a:endParaRPr>
          </a:p>
          <a:p>
            <a:pPr marL="641985" indent="-266065">
              <a:lnSpc>
                <a:spcPct val="100000"/>
              </a:lnSpc>
              <a:spcBef>
                <a:spcPts val="360"/>
              </a:spcBef>
              <a:buClr>
                <a:srgbClr val="E48312"/>
              </a:buClr>
              <a:buSzPct val="75000"/>
              <a:buFont typeface="Wingdings"/>
              <a:buChar char=""/>
              <a:tabLst>
                <a:tab pos="642620" algn="l"/>
              </a:tabLst>
            </a:pPr>
            <a:r>
              <a:rPr spc="-10">
                <a:latin typeface="Carlito"/>
                <a:cs typeface="Carlito"/>
              </a:rPr>
              <a:t>Current</a:t>
            </a:r>
            <a:r>
              <a:rPr spc="-90">
                <a:latin typeface="Carlito"/>
                <a:cs typeface="Carlito"/>
              </a:rPr>
              <a:t> </a:t>
            </a:r>
            <a:r>
              <a:rPr spc="-5" smtClean="0">
                <a:latin typeface="Carlito"/>
                <a:cs typeface="Carlito"/>
              </a:rPr>
              <a:t>source</a:t>
            </a:r>
            <a:endParaRPr lang="en-US" spc="-5" dirty="0" smtClean="0">
              <a:latin typeface="Carlito"/>
              <a:cs typeface="Carlito"/>
            </a:endParaRPr>
          </a:p>
          <a:p>
            <a:pPr marL="641985" indent="-266065">
              <a:lnSpc>
                <a:spcPct val="100000"/>
              </a:lnSpc>
              <a:spcBef>
                <a:spcPts val="360"/>
              </a:spcBef>
              <a:buClr>
                <a:srgbClr val="E48312"/>
              </a:buClr>
              <a:buSzPct val="75000"/>
              <a:buFont typeface="Wingdings"/>
              <a:buChar char=""/>
              <a:tabLst>
                <a:tab pos="642620" algn="l"/>
              </a:tabLst>
            </a:pPr>
            <a:endParaRPr sz="2000">
              <a:latin typeface="Carlito"/>
              <a:cs typeface="Carlito"/>
            </a:endParaRPr>
          </a:p>
        </p:txBody>
      </p:sp>
      <p:grpSp>
        <p:nvGrpSpPr>
          <p:cNvPr id="5" name="object 5"/>
          <p:cNvGrpSpPr/>
          <p:nvPr/>
        </p:nvGrpSpPr>
        <p:grpSpPr>
          <a:xfrm>
            <a:off x="7484364" y="2476500"/>
            <a:ext cx="917575" cy="736600"/>
            <a:chOff x="7484364" y="2476500"/>
            <a:chExt cx="917575" cy="736600"/>
          </a:xfrm>
        </p:grpSpPr>
        <p:sp>
          <p:nvSpPr>
            <p:cNvPr id="6" name="object 6"/>
            <p:cNvSpPr/>
            <p:nvPr/>
          </p:nvSpPr>
          <p:spPr>
            <a:xfrm>
              <a:off x="7491984" y="2845307"/>
              <a:ext cx="902335" cy="0"/>
            </a:xfrm>
            <a:custGeom>
              <a:avLst/>
              <a:gdLst/>
              <a:ahLst/>
              <a:cxnLst/>
              <a:rect l="l" t="t" r="r" b="b"/>
              <a:pathLst>
                <a:path w="902334">
                  <a:moveTo>
                    <a:pt x="0" y="0"/>
                  </a:moveTo>
                  <a:lnTo>
                    <a:pt x="902207" y="0"/>
                  </a:lnTo>
                </a:path>
              </a:pathLst>
            </a:custGeom>
            <a:ln w="3175">
              <a:solidFill>
                <a:srgbClr val="9A9A9A"/>
              </a:solidFill>
            </a:ln>
          </p:spPr>
          <p:txBody>
            <a:bodyPr wrap="square" lIns="0" tIns="0" rIns="0" bIns="0" rtlCol="0"/>
            <a:lstStyle/>
            <a:p>
              <a:endParaRPr/>
            </a:p>
          </p:txBody>
        </p:sp>
        <p:sp>
          <p:nvSpPr>
            <p:cNvPr id="7" name="object 7"/>
            <p:cNvSpPr/>
            <p:nvPr/>
          </p:nvSpPr>
          <p:spPr>
            <a:xfrm>
              <a:off x="7491984" y="2484119"/>
              <a:ext cx="902335" cy="721360"/>
            </a:xfrm>
            <a:custGeom>
              <a:avLst/>
              <a:gdLst/>
              <a:ahLst/>
              <a:cxnLst/>
              <a:rect l="l" t="t" r="r" b="b"/>
              <a:pathLst>
                <a:path w="902334" h="721360">
                  <a:moveTo>
                    <a:pt x="0" y="361187"/>
                  </a:moveTo>
                  <a:lnTo>
                    <a:pt x="89915" y="361187"/>
                  </a:lnTo>
                  <a:lnTo>
                    <a:pt x="89915" y="0"/>
                  </a:lnTo>
                  <a:lnTo>
                    <a:pt x="361187" y="0"/>
                  </a:lnTo>
                  <a:lnTo>
                    <a:pt x="361187" y="361187"/>
                  </a:lnTo>
                  <a:lnTo>
                    <a:pt x="451103" y="361187"/>
                  </a:lnTo>
                </a:path>
                <a:path w="902334" h="721360">
                  <a:moveTo>
                    <a:pt x="451103" y="361187"/>
                  </a:moveTo>
                  <a:lnTo>
                    <a:pt x="541019" y="361187"/>
                  </a:lnTo>
                  <a:lnTo>
                    <a:pt x="541019" y="720851"/>
                  </a:lnTo>
                  <a:lnTo>
                    <a:pt x="812291" y="720851"/>
                  </a:lnTo>
                  <a:lnTo>
                    <a:pt x="812291" y="361187"/>
                  </a:lnTo>
                  <a:lnTo>
                    <a:pt x="902207" y="361187"/>
                  </a:lnTo>
                </a:path>
              </a:pathLst>
            </a:custGeom>
            <a:ln w="15239">
              <a:solidFill>
                <a:srgbClr val="FF0000"/>
              </a:solidFill>
            </a:ln>
          </p:spPr>
          <p:txBody>
            <a:bodyPr wrap="square" lIns="0" tIns="0" rIns="0" bIns="0" rtlCol="0"/>
            <a:lstStyle/>
            <a:p>
              <a:endParaRPr/>
            </a:p>
          </p:txBody>
        </p:sp>
      </p:grpSp>
      <p:grpSp>
        <p:nvGrpSpPr>
          <p:cNvPr id="8" name="object 8"/>
          <p:cNvGrpSpPr/>
          <p:nvPr/>
        </p:nvGrpSpPr>
        <p:grpSpPr>
          <a:xfrm>
            <a:off x="7484364" y="1485900"/>
            <a:ext cx="917575" cy="736600"/>
            <a:chOff x="7484364" y="1485900"/>
            <a:chExt cx="917575" cy="736600"/>
          </a:xfrm>
        </p:grpSpPr>
        <p:sp>
          <p:nvSpPr>
            <p:cNvPr id="9" name="object 9"/>
            <p:cNvSpPr/>
            <p:nvPr/>
          </p:nvSpPr>
          <p:spPr>
            <a:xfrm>
              <a:off x="7491984" y="1853184"/>
              <a:ext cx="902335" cy="0"/>
            </a:xfrm>
            <a:custGeom>
              <a:avLst/>
              <a:gdLst/>
              <a:ahLst/>
              <a:cxnLst/>
              <a:rect l="l" t="t" r="r" b="b"/>
              <a:pathLst>
                <a:path w="902334">
                  <a:moveTo>
                    <a:pt x="0" y="0"/>
                  </a:moveTo>
                  <a:lnTo>
                    <a:pt x="902207" y="0"/>
                  </a:lnTo>
                </a:path>
              </a:pathLst>
            </a:custGeom>
            <a:ln w="3175">
              <a:solidFill>
                <a:srgbClr val="9A9A9A"/>
              </a:solidFill>
            </a:ln>
          </p:spPr>
          <p:txBody>
            <a:bodyPr wrap="square" lIns="0" tIns="0" rIns="0" bIns="0" rtlCol="0"/>
            <a:lstStyle/>
            <a:p>
              <a:endParaRPr/>
            </a:p>
          </p:txBody>
        </p:sp>
        <p:sp>
          <p:nvSpPr>
            <p:cNvPr id="10" name="object 10"/>
            <p:cNvSpPr/>
            <p:nvPr/>
          </p:nvSpPr>
          <p:spPr>
            <a:xfrm>
              <a:off x="7491984" y="1493519"/>
              <a:ext cx="902335" cy="721360"/>
            </a:xfrm>
            <a:custGeom>
              <a:avLst/>
              <a:gdLst/>
              <a:ahLst/>
              <a:cxnLst/>
              <a:rect l="l" t="t" r="r" b="b"/>
              <a:pathLst>
                <a:path w="902334" h="721360">
                  <a:moveTo>
                    <a:pt x="0" y="359663"/>
                  </a:moveTo>
                  <a:lnTo>
                    <a:pt x="0" y="0"/>
                  </a:lnTo>
                  <a:lnTo>
                    <a:pt x="451103" y="0"/>
                  </a:lnTo>
                  <a:lnTo>
                    <a:pt x="451103" y="720851"/>
                  </a:lnTo>
                  <a:lnTo>
                    <a:pt x="902207" y="720851"/>
                  </a:lnTo>
                  <a:lnTo>
                    <a:pt x="902207" y="359663"/>
                  </a:lnTo>
                </a:path>
              </a:pathLst>
            </a:custGeom>
            <a:ln w="15239">
              <a:solidFill>
                <a:srgbClr val="800000"/>
              </a:solidFill>
            </a:ln>
          </p:spPr>
          <p:txBody>
            <a:bodyPr wrap="square" lIns="0" tIns="0" rIns="0" bIns="0" rtlCol="0"/>
            <a:lstStyle/>
            <a:p>
              <a:endParaRPr/>
            </a:p>
          </p:txBody>
        </p:sp>
      </p:grpSp>
      <p:grpSp>
        <p:nvGrpSpPr>
          <p:cNvPr id="11" name="object 11"/>
          <p:cNvGrpSpPr/>
          <p:nvPr/>
        </p:nvGrpSpPr>
        <p:grpSpPr>
          <a:xfrm>
            <a:off x="7484364" y="3477435"/>
            <a:ext cx="917575" cy="718185"/>
            <a:chOff x="7484364" y="3477435"/>
            <a:chExt cx="917575" cy="718185"/>
          </a:xfrm>
        </p:grpSpPr>
        <p:sp>
          <p:nvSpPr>
            <p:cNvPr id="12" name="object 12"/>
            <p:cNvSpPr/>
            <p:nvPr/>
          </p:nvSpPr>
          <p:spPr>
            <a:xfrm>
              <a:off x="7491984" y="3485055"/>
              <a:ext cx="902335" cy="702945"/>
            </a:xfrm>
            <a:custGeom>
              <a:avLst/>
              <a:gdLst/>
              <a:ahLst/>
              <a:cxnLst/>
              <a:rect l="l" t="t" r="r" b="b"/>
              <a:pathLst>
                <a:path w="902334" h="702945">
                  <a:moveTo>
                    <a:pt x="902207" y="350852"/>
                  </a:moveTo>
                  <a:lnTo>
                    <a:pt x="879879" y="420903"/>
                  </a:lnTo>
                  <a:lnTo>
                    <a:pt x="858040" y="482202"/>
                  </a:lnTo>
                  <a:lnTo>
                    <a:pt x="836670" y="535120"/>
                  </a:lnTo>
                  <a:lnTo>
                    <a:pt x="815748" y="580031"/>
                  </a:lnTo>
                  <a:lnTo>
                    <a:pt x="795252" y="617306"/>
                  </a:lnTo>
                  <a:lnTo>
                    <a:pt x="765264" y="659716"/>
                  </a:lnTo>
                  <a:lnTo>
                    <a:pt x="736120" y="687042"/>
                  </a:lnTo>
                  <a:lnTo>
                    <a:pt x="698451" y="702182"/>
                  </a:lnTo>
                  <a:lnTo>
                    <a:pt x="689230" y="702475"/>
                  </a:lnTo>
                  <a:lnTo>
                    <a:pt x="680081" y="701464"/>
                  </a:lnTo>
                  <a:lnTo>
                    <a:pt x="644162" y="685313"/>
                  </a:lnTo>
                  <a:lnTo>
                    <a:pt x="609201" y="652026"/>
                  </a:lnTo>
                  <a:lnTo>
                    <a:pt x="583510" y="617607"/>
                  </a:lnTo>
                  <a:lnTo>
                    <a:pt x="558193" y="576481"/>
                  </a:lnTo>
                  <a:lnTo>
                    <a:pt x="533180" y="529905"/>
                  </a:lnTo>
                  <a:lnTo>
                    <a:pt x="508402" y="479135"/>
                  </a:lnTo>
                  <a:lnTo>
                    <a:pt x="491979" y="443579"/>
                  </a:lnTo>
                  <a:lnTo>
                    <a:pt x="475608" y="407091"/>
                  </a:lnTo>
                  <a:lnTo>
                    <a:pt x="459268" y="370042"/>
                  </a:lnTo>
                  <a:lnTo>
                    <a:pt x="442939" y="332805"/>
                  </a:lnTo>
                  <a:lnTo>
                    <a:pt x="434771" y="314232"/>
                  </a:lnTo>
                  <a:lnTo>
                    <a:pt x="418419" y="277411"/>
                  </a:lnTo>
                  <a:lnTo>
                    <a:pt x="402024" y="241333"/>
                  </a:lnTo>
                  <a:lnTo>
                    <a:pt x="385567" y="206371"/>
                  </a:lnTo>
                  <a:lnTo>
                    <a:pt x="360719" y="156832"/>
                  </a:lnTo>
                  <a:lnTo>
                    <a:pt x="335613" y="111897"/>
                  </a:lnTo>
                  <a:lnTo>
                    <a:pt x="310179" y="72822"/>
                  </a:lnTo>
                  <a:lnTo>
                    <a:pt x="284346" y="40865"/>
                  </a:lnTo>
                  <a:lnTo>
                    <a:pt x="249162" y="11499"/>
                  </a:lnTo>
                  <a:lnTo>
                    <a:pt x="212977" y="0"/>
                  </a:lnTo>
                  <a:lnTo>
                    <a:pt x="203756" y="265"/>
                  </a:lnTo>
                  <a:lnTo>
                    <a:pt x="166087" y="15287"/>
                  </a:lnTo>
                  <a:lnTo>
                    <a:pt x="136943" y="42514"/>
                  </a:lnTo>
                  <a:lnTo>
                    <a:pt x="106955" y="84817"/>
                  </a:lnTo>
                  <a:lnTo>
                    <a:pt x="86459" y="122016"/>
                  </a:lnTo>
                  <a:lnTo>
                    <a:pt x="65537" y="166847"/>
                  </a:lnTo>
                  <a:lnTo>
                    <a:pt x="44167" y="219681"/>
                  </a:lnTo>
                  <a:lnTo>
                    <a:pt x="22328" y="280892"/>
                  </a:lnTo>
                  <a:lnTo>
                    <a:pt x="11226" y="314755"/>
                  </a:lnTo>
                  <a:lnTo>
                    <a:pt x="0" y="350852"/>
                  </a:lnTo>
                </a:path>
              </a:pathLst>
            </a:custGeom>
            <a:ln w="15239">
              <a:solidFill>
                <a:srgbClr val="FF00FF"/>
              </a:solidFill>
            </a:ln>
          </p:spPr>
          <p:txBody>
            <a:bodyPr wrap="square" lIns="0" tIns="0" rIns="0" bIns="0" rtlCol="0"/>
            <a:lstStyle/>
            <a:p>
              <a:endParaRPr/>
            </a:p>
          </p:txBody>
        </p:sp>
        <p:sp>
          <p:nvSpPr>
            <p:cNvPr id="13" name="object 13"/>
            <p:cNvSpPr/>
            <p:nvPr/>
          </p:nvSpPr>
          <p:spPr>
            <a:xfrm>
              <a:off x="7491984" y="3835908"/>
              <a:ext cx="902335" cy="0"/>
            </a:xfrm>
            <a:custGeom>
              <a:avLst/>
              <a:gdLst/>
              <a:ahLst/>
              <a:cxnLst/>
              <a:rect l="l" t="t" r="r" b="b"/>
              <a:pathLst>
                <a:path w="902334">
                  <a:moveTo>
                    <a:pt x="0" y="0"/>
                  </a:moveTo>
                  <a:lnTo>
                    <a:pt x="902207" y="0"/>
                  </a:lnTo>
                </a:path>
              </a:pathLst>
            </a:custGeom>
            <a:ln w="3175">
              <a:solidFill>
                <a:srgbClr val="9A9A9A"/>
              </a:solidFill>
            </a:ln>
          </p:spPr>
          <p:txBody>
            <a:bodyPr wrap="square" lIns="0" tIns="0" rIns="0" bIns="0" rtlCol="0"/>
            <a:lstStyle/>
            <a:p>
              <a:endParaRPr/>
            </a:p>
          </p:txBody>
        </p:sp>
      </p:grpSp>
      <p:sp>
        <p:nvSpPr>
          <p:cNvPr id="14" name="TextBox 13"/>
          <p:cNvSpPr txBox="1"/>
          <p:nvPr/>
        </p:nvSpPr>
        <p:spPr>
          <a:xfrm>
            <a:off x="762000" y="4876800"/>
            <a:ext cx="4648200" cy="1477328"/>
          </a:xfrm>
          <a:prstGeom prst="rect">
            <a:avLst/>
          </a:prstGeom>
          <a:noFill/>
        </p:spPr>
        <p:txBody>
          <a:bodyPr wrap="square" rtlCol="0">
            <a:spAutoFit/>
          </a:bodyPr>
          <a:lstStyle/>
          <a:p>
            <a:r>
              <a:rPr lang="en-US" spc="-5" dirty="0" smtClean="0">
                <a:solidFill>
                  <a:srgbClr val="C00000"/>
                </a:solidFill>
                <a:latin typeface="Carlito"/>
                <a:cs typeface="Carlito"/>
              </a:rPr>
              <a:t>Classification of </a:t>
            </a:r>
            <a:r>
              <a:rPr lang="en-US" spc="-15" dirty="0" smtClean="0">
                <a:solidFill>
                  <a:srgbClr val="C00000"/>
                </a:solidFill>
                <a:latin typeface="Carlito"/>
                <a:cs typeface="Carlito"/>
              </a:rPr>
              <a:t>inverters </a:t>
            </a:r>
            <a:r>
              <a:rPr lang="en-US" spc="-5" dirty="0" smtClean="0">
                <a:solidFill>
                  <a:srgbClr val="C00000"/>
                </a:solidFill>
                <a:latin typeface="Carlito"/>
                <a:cs typeface="Carlito"/>
              </a:rPr>
              <a:t>based on</a:t>
            </a:r>
            <a:r>
              <a:rPr lang="en-US" spc="-40" dirty="0" smtClean="0">
                <a:solidFill>
                  <a:srgbClr val="C00000"/>
                </a:solidFill>
                <a:latin typeface="Carlito"/>
                <a:cs typeface="Carlito"/>
              </a:rPr>
              <a:t> </a:t>
            </a:r>
            <a:r>
              <a:rPr lang="en-US" spc="-10" dirty="0" smtClean="0">
                <a:solidFill>
                  <a:srgbClr val="C00000"/>
                </a:solidFill>
                <a:latin typeface="Carlito"/>
                <a:cs typeface="Carlito"/>
              </a:rPr>
              <a:t>power level</a:t>
            </a:r>
            <a:endParaRPr lang="en-US" dirty="0" smtClean="0">
              <a:solidFill>
                <a:srgbClr val="0070C0"/>
              </a:solidFill>
            </a:endParaRPr>
          </a:p>
          <a:p>
            <a:pPr>
              <a:buFont typeface="Wingdings" pitchFamily="2" charset="2"/>
              <a:buChar char="q"/>
            </a:pPr>
            <a:r>
              <a:rPr lang="en-US" dirty="0" smtClean="0">
                <a:solidFill>
                  <a:srgbClr val="0070C0"/>
                </a:solidFill>
              </a:rPr>
              <a:t>	Single Phase Inverter</a:t>
            </a:r>
          </a:p>
          <a:p>
            <a:r>
              <a:rPr lang="en-US" dirty="0" smtClean="0">
                <a:solidFill>
                  <a:srgbClr val="0070C0"/>
                </a:solidFill>
              </a:rPr>
              <a:t>		Half Bridge &amp; Full Bridge</a:t>
            </a:r>
          </a:p>
          <a:p>
            <a:pPr>
              <a:buFont typeface="Wingdings" pitchFamily="2" charset="2"/>
              <a:buChar char="q"/>
            </a:pPr>
            <a:r>
              <a:rPr lang="en-US" dirty="0" smtClean="0">
                <a:solidFill>
                  <a:srgbClr val="0070C0"/>
                </a:solidFill>
              </a:rPr>
              <a:t>	Three Phase Inverter</a:t>
            </a:r>
            <a:endParaRPr lang="en-US" dirty="0">
              <a:solidFill>
                <a:srgbClr val="0070C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304800" y="353059"/>
            <a:ext cx="8686800" cy="566822"/>
          </a:xfrm>
          <a:prstGeom prst="rect">
            <a:avLst/>
          </a:prstGeom>
        </p:spPr>
        <p:txBody>
          <a:bodyPr vert="horz" wrap="square" lIns="0" tIns="12700" rIns="0" bIns="0" rtlCol="0">
            <a:spAutoFit/>
          </a:bodyPr>
          <a:lstStyle/>
          <a:p>
            <a:pPr marL="12700">
              <a:lnSpc>
                <a:spcPct val="100000"/>
              </a:lnSpc>
              <a:spcBef>
                <a:spcPts val="100"/>
              </a:spcBef>
            </a:pPr>
            <a:r>
              <a:rPr lang="en-US" sz="3600" spc="-300" dirty="0" smtClean="0">
                <a:solidFill>
                  <a:srgbClr val="002060"/>
                </a:solidFill>
              </a:rPr>
              <a:t>1- Phase </a:t>
            </a:r>
            <a:r>
              <a:rPr sz="3600" spc="-300" dirty="0" smtClean="0">
                <a:solidFill>
                  <a:srgbClr val="002060"/>
                </a:solidFill>
              </a:rPr>
              <a:t>Half </a:t>
            </a:r>
            <a:r>
              <a:rPr sz="3600" spc="-310" dirty="0">
                <a:solidFill>
                  <a:srgbClr val="002060"/>
                </a:solidFill>
              </a:rPr>
              <a:t>bridge</a:t>
            </a:r>
            <a:r>
              <a:rPr sz="3600" spc="-650" dirty="0">
                <a:solidFill>
                  <a:srgbClr val="002060"/>
                </a:solidFill>
              </a:rPr>
              <a:t> </a:t>
            </a:r>
            <a:r>
              <a:rPr sz="3600" spc="-365" dirty="0" smtClean="0">
                <a:solidFill>
                  <a:srgbClr val="002060"/>
                </a:solidFill>
              </a:rPr>
              <a:t>inverter</a:t>
            </a:r>
            <a:r>
              <a:rPr lang="en-IN" sz="3600" spc="-365" dirty="0" smtClean="0">
                <a:solidFill>
                  <a:srgbClr val="002060"/>
                </a:solidFill>
              </a:rPr>
              <a:t> with R - Load</a:t>
            </a:r>
            <a:endParaRPr sz="3600" dirty="0"/>
          </a:p>
        </p:txBody>
      </p:sp>
      <p:sp>
        <p:nvSpPr>
          <p:cNvPr id="49" name="object 49"/>
          <p:cNvSpPr txBox="1"/>
          <p:nvPr/>
        </p:nvSpPr>
        <p:spPr>
          <a:xfrm>
            <a:off x="5377688" y="1422907"/>
            <a:ext cx="3537712" cy="1245235"/>
          </a:xfrm>
          <a:prstGeom prst="rect">
            <a:avLst/>
          </a:prstGeom>
        </p:spPr>
        <p:txBody>
          <a:bodyPr vert="horz" wrap="square" lIns="0" tIns="13335" rIns="0" bIns="0" rtlCol="0">
            <a:spAutoFit/>
          </a:bodyPr>
          <a:lstStyle/>
          <a:p>
            <a:pPr marL="355600" marR="5080" indent="-343535">
              <a:lnSpc>
                <a:spcPct val="100000"/>
              </a:lnSpc>
              <a:spcBef>
                <a:spcPts val="105"/>
              </a:spcBef>
              <a:buClr>
                <a:srgbClr val="E48312"/>
              </a:buClr>
              <a:buSzPct val="75000"/>
              <a:buFont typeface="Wingdings"/>
              <a:buChar char=""/>
              <a:tabLst>
                <a:tab pos="354965" algn="l"/>
                <a:tab pos="356235" algn="l"/>
              </a:tabLst>
            </a:pPr>
            <a:r>
              <a:rPr sz="2000" spc="-5" dirty="0">
                <a:latin typeface="Carlito"/>
                <a:cs typeface="Carlito"/>
              </a:rPr>
              <a:t>Switches </a:t>
            </a:r>
            <a:r>
              <a:rPr lang="en-IN" sz="2000" spc="-5" dirty="0" smtClean="0">
                <a:latin typeface="Carlito"/>
                <a:cs typeface="Carlito"/>
              </a:rPr>
              <a:t>T1</a:t>
            </a:r>
            <a:r>
              <a:rPr sz="2000" spc="-5" dirty="0" smtClean="0">
                <a:latin typeface="Carlito"/>
                <a:cs typeface="Carlito"/>
              </a:rPr>
              <a:t> </a:t>
            </a:r>
            <a:r>
              <a:rPr sz="2000" dirty="0">
                <a:latin typeface="Carlito"/>
                <a:cs typeface="Carlito"/>
              </a:rPr>
              <a:t>and </a:t>
            </a:r>
            <a:r>
              <a:rPr lang="en-IN" sz="2000" spc="-5" dirty="0" smtClean="0">
                <a:latin typeface="Carlito"/>
                <a:cs typeface="Carlito"/>
              </a:rPr>
              <a:t>T</a:t>
            </a:r>
            <a:r>
              <a:rPr sz="2000" spc="-5" dirty="0" smtClean="0">
                <a:latin typeface="Carlito"/>
                <a:cs typeface="Carlito"/>
              </a:rPr>
              <a:t>2</a:t>
            </a:r>
            <a:r>
              <a:rPr sz="2000" spc="-55" dirty="0" smtClean="0">
                <a:latin typeface="Carlito"/>
                <a:cs typeface="Carlito"/>
              </a:rPr>
              <a:t> </a:t>
            </a:r>
            <a:r>
              <a:rPr sz="2000" spc="-5" dirty="0">
                <a:latin typeface="Carlito"/>
                <a:cs typeface="Carlito"/>
              </a:rPr>
              <a:t>used  </a:t>
            </a:r>
            <a:r>
              <a:rPr sz="2000" spc="-10" dirty="0">
                <a:latin typeface="Carlito"/>
                <a:cs typeface="Carlito"/>
              </a:rPr>
              <a:t>are </a:t>
            </a:r>
            <a:r>
              <a:rPr sz="2000" spc="-20" dirty="0">
                <a:latin typeface="Carlito"/>
                <a:cs typeface="Carlito"/>
              </a:rPr>
              <a:t>gate </a:t>
            </a:r>
            <a:r>
              <a:rPr sz="2000" spc="-10" dirty="0">
                <a:latin typeface="Carlito"/>
                <a:cs typeface="Carlito"/>
              </a:rPr>
              <a:t>commutated  </a:t>
            </a:r>
            <a:r>
              <a:rPr sz="2000" spc="-5" dirty="0">
                <a:latin typeface="Carlito"/>
                <a:cs typeface="Carlito"/>
              </a:rPr>
              <a:t>devices such </a:t>
            </a:r>
            <a:r>
              <a:rPr sz="2000" dirty="0">
                <a:latin typeface="Carlito"/>
                <a:cs typeface="Carlito"/>
              </a:rPr>
              <a:t>as </a:t>
            </a:r>
            <a:r>
              <a:rPr sz="2000" spc="-55" dirty="0">
                <a:latin typeface="Carlito"/>
                <a:cs typeface="Carlito"/>
              </a:rPr>
              <a:t>BJT,  </a:t>
            </a:r>
            <a:r>
              <a:rPr sz="2000" spc="-30" dirty="0">
                <a:latin typeface="Carlito"/>
                <a:cs typeface="Carlito"/>
              </a:rPr>
              <a:t>MOSFET, </a:t>
            </a:r>
            <a:r>
              <a:rPr sz="2000" spc="-55" dirty="0">
                <a:latin typeface="Carlito"/>
                <a:cs typeface="Carlito"/>
              </a:rPr>
              <a:t>IGBT, </a:t>
            </a:r>
            <a:r>
              <a:rPr sz="2000" spc="-30" dirty="0">
                <a:latin typeface="Carlito"/>
                <a:cs typeface="Carlito"/>
              </a:rPr>
              <a:t>GTO</a:t>
            </a:r>
            <a:r>
              <a:rPr sz="2000" spc="45" dirty="0">
                <a:latin typeface="Carlito"/>
                <a:cs typeface="Carlito"/>
              </a:rPr>
              <a:t> </a:t>
            </a:r>
            <a:r>
              <a:rPr sz="2000" spc="-15" dirty="0">
                <a:latin typeface="Carlito"/>
                <a:cs typeface="Carlito"/>
              </a:rPr>
              <a:t>etc</a:t>
            </a:r>
            <a:endParaRPr sz="2000" dirty="0">
              <a:latin typeface="Carlito"/>
              <a:cs typeface="Carlito"/>
            </a:endParaRPr>
          </a:p>
        </p:txBody>
      </p:sp>
      <p:sp>
        <p:nvSpPr>
          <p:cNvPr id="50" name="object 50"/>
          <p:cNvSpPr txBox="1"/>
          <p:nvPr/>
        </p:nvSpPr>
        <p:spPr>
          <a:xfrm>
            <a:off x="5410200" y="2971800"/>
            <a:ext cx="3505200" cy="936795"/>
          </a:xfrm>
          <a:prstGeom prst="rect">
            <a:avLst/>
          </a:prstGeom>
        </p:spPr>
        <p:txBody>
          <a:bodyPr vert="horz" wrap="square" lIns="0" tIns="13335" rIns="0" bIns="0" rtlCol="0">
            <a:spAutoFit/>
          </a:bodyPr>
          <a:lstStyle/>
          <a:p>
            <a:pPr marL="355600" marR="5080" indent="-343535">
              <a:lnSpc>
                <a:spcPct val="100000"/>
              </a:lnSpc>
              <a:spcBef>
                <a:spcPts val="105"/>
              </a:spcBef>
              <a:buClr>
                <a:srgbClr val="E48312"/>
              </a:buClr>
              <a:buSzPct val="75000"/>
              <a:buFont typeface="Wingdings"/>
              <a:buChar char=""/>
              <a:tabLst>
                <a:tab pos="354965" algn="l"/>
                <a:tab pos="356235" algn="l"/>
              </a:tabLst>
            </a:pPr>
            <a:r>
              <a:rPr lang="en-IN" sz="2000" spc="-5" dirty="0" smtClean="0">
                <a:latin typeface="Carlito"/>
                <a:cs typeface="Carlito"/>
              </a:rPr>
              <a:t>T</a:t>
            </a:r>
            <a:r>
              <a:rPr sz="2000" spc="-5" dirty="0" smtClean="0">
                <a:latin typeface="Carlito"/>
                <a:cs typeface="Carlito"/>
              </a:rPr>
              <a:t>1 </a:t>
            </a:r>
            <a:r>
              <a:rPr sz="2000" dirty="0">
                <a:latin typeface="Carlito"/>
                <a:cs typeface="Carlito"/>
              </a:rPr>
              <a:t>and </a:t>
            </a:r>
            <a:r>
              <a:rPr lang="en-IN" sz="2000" spc="-5" dirty="0" smtClean="0">
                <a:latin typeface="Carlito"/>
                <a:cs typeface="Carlito"/>
              </a:rPr>
              <a:t>T</a:t>
            </a:r>
            <a:r>
              <a:rPr sz="2000" spc="-5" dirty="0" smtClean="0">
                <a:latin typeface="Carlito"/>
                <a:cs typeface="Carlito"/>
              </a:rPr>
              <a:t>2 </a:t>
            </a:r>
            <a:r>
              <a:rPr sz="2000" spc="-10" dirty="0">
                <a:latin typeface="Carlito"/>
                <a:cs typeface="Carlito"/>
              </a:rPr>
              <a:t>are </a:t>
            </a:r>
            <a:r>
              <a:rPr sz="2000" dirty="0">
                <a:latin typeface="Carlito"/>
                <a:cs typeface="Carlito"/>
              </a:rPr>
              <a:t>turned</a:t>
            </a:r>
            <a:r>
              <a:rPr sz="2000" spc="-50" dirty="0">
                <a:latin typeface="Carlito"/>
                <a:cs typeface="Carlito"/>
              </a:rPr>
              <a:t> </a:t>
            </a:r>
            <a:r>
              <a:rPr sz="2000" spc="-5" dirty="0">
                <a:latin typeface="Carlito"/>
                <a:cs typeface="Carlito"/>
              </a:rPr>
              <a:t>on  </a:t>
            </a:r>
            <a:r>
              <a:rPr sz="2000" spc="-10" dirty="0">
                <a:latin typeface="Carlito"/>
                <a:cs typeface="Carlito"/>
              </a:rPr>
              <a:t>alternately </a:t>
            </a:r>
            <a:r>
              <a:rPr sz="2000" spc="-15" dirty="0">
                <a:latin typeface="Carlito"/>
                <a:cs typeface="Carlito"/>
              </a:rPr>
              <a:t>to </a:t>
            </a:r>
            <a:r>
              <a:rPr sz="2000" spc="-10" dirty="0">
                <a:latin typeface="Carlito"/>
                <a:cs typeface="Carlito"/>
              </a:rPr>
              <a:t>produce  </a:t>
            </a:r>
            <a:r>
              <a:rPr sz="2000" dirty="0">
                <a:latin typeface="Carlito"/>
                <a:cs typeface="Carlito"/>
              </a:rPr>
              <a:t>an ac </a:t>
            </a:r>
            <a:r>
              <a:rPr sz="2000" spc="-10" dirty="0">
                <a:latin typeface="Carlito"/>
                <a:cs typeface="Carlito"/>
              </a:rPr>
              <a:t>voltage across </a:t>
            </a:r>
            <a:r>
              <a:rPr sz="2000" dirty="0">
                <a:latin typeface="Carlito"/>
                <a:cs typeface="Carlito"/>
              </a:rPr>
              <a:t>the  </a:t>
            </a:r>
            <a:r>
              <a:rPr sz="2000" spc="-5" dirty="0">
                <a:latin typeface="Carlito"/>
                <a:cs typeface="Carlito"/>
              </a:rPr>
              <a:t>load</a:t>
            </a:r>
            <a:endParaRPr sz="2000" dirty="0">
              <a:latin typeface="Carlito"/>
              <a:cs typeface="Carlito"/>
            </a:endParaRPr>
          </a:p>
        </p:txBody>
      </p:sp>
      <p:sp>
        <p:nvSpPr>
          <p:cNvPr id="51" name="object 51"/>
          <p:cNvSpPr txBox="1"/>
          <p:nvPr/>
        </p:nvSpPr>
        <p:spPr>
          <a:xfrm>
            <a:off x="5486400" y="4572000"/>
            <a:ext cx="3276600" cy="1243930"/>
          </a:xfrm>
          <a:prstGeom prst="rect">
            <a:avLst/>
          </a:prstGeom>
        </p:spPr>
        <p:txBody>
          <a:bodyPr vert="horz" wrap="square" lIns="0" tIns="12700" rIns="0" bIns="0" rtlCol="0">
            <a:spAutoFit/>
          </a:bodyPr>
          <a:lstStyle/>
          <a:p>
            <a:pPr marL="355600" marR="5080" indent="-343535">
              <a:lnSpc>
                <a:spcPct val="100000"/>
              </a:lnSpc>
              <a:spcBef>
                <a:spcPts val="100"/>
              </a:spcBef>
              <a:buClr>
                <a:srgbClr val="E48312"/>
              </a:buClr>
              <a:buSzPct val="75000"/>
              <a:buFont typeface="Wingdings"/>
              <a:buChar char=""/>
              <a:tabLst>
                <a:tab pos="354965" algn="l"/>
                <a:tab pos="356235" algn="l"/>
              </a:tabLst>
            </a:pPr>
            <a:r>
              <a:rPr sz="2000" spc="-10" dirty="0">
                <a:latin typeface="Carlito"/>
                <a:cs typeface="Carlito"/>
              </a:rPr>
              <a:t>Each switch </a:t>
            </a:r>
            <a:r>
              <a:rPr sz="2000" spc="-5" dirty="0">
                <a:latin typeface="Carlito"/>
                <a:cs typeface="Carlito"/>
              </a:rPr>
              <a:t>is </a:t>
            </a:r>
            <a:r>
              <a:rPr sz="2000" dirty="0">
                <a:latin typeface="Carlito"/>
                <a:cs typeface="Carlito"/>
              </a:rPr>
              <a:t>ON </a:t>
            </a:r>
            <a:r>
              <a:rPr sz="2000" spc="-20" dirty="0">
                <a:latin typeface="Carlito"/>
                <a:cs typeface="Carlito"/>
              </a:rPr>
              <a:t>for  </a:t>
            </a:r>
            <a:r>
              <a:rPr sz="2000" spc="-5" dirty="0">
                <a:latin typeface="Carlito"/>
                <a:cs typeface="Carlito"/>
              </a:rPr>
              <a:t>half </a:t>
            </a:r>
            <a:r>
              <a:rPr sz="2000" dirty="0">
                <a:latin typeface="Carlito"/>
                <a:cs typeface="Carlito"/>
              </a:rPr>
              <a:t>time </a:t>
            </a:r>
            <a:r>
              <a:rPr sz="2000" spc="-5" dirty="0">
                <a:latin typeface="Carlito"/>
                <a:cs typeface="Carlito"/>
              </a:rPr>
              <a:t>period </a:t>
            </a:r>
            <a:r>
              <a:rPr sz="2000" spc="-25" dirty="0">
                <a:latin typeface="Carlito"/>
                <a:cs typeface="Carlito"/>
              </a:rPr>
              <a:t>(T/2) </a:t>
            </a:r>
            <a:r>
              <a:rPr sz="2000" spc="-5" dirty="0">
                <a:latin typeface="Carlito"/>
                <a:cs typeface="Carlito"/>
              </a:rPr>
              <a:t>of  </a:t>
            </a:r>
            <a:r>
              <a:rPr sz="2000" dirty="0">
                <a:latin typeface="Carlito"/>
                <a:cs typeface="Carlito"/>
              </a:rPr>
              <a:t>the </a:t>
            </a:r>
            <a:r>
              <a:rPr sz="2000" spc="-5" dirty="0">
                <a:latin typeface="Carlito"/>
                <a:cs typeface="Carlito"/>
              </a:rPr>
              <a:t>desired</a:t>
            </a:r>
            <a:r>
              <a:rPr sz="2000" spc="-20" dirty="0">
                <a:latin typeface="Carlito"/>
                <a:cs typeface="Carlito"/>
              </a:rPr>
              <a:t> </a:t>
            </a:r>
            <a:r>
              <a:rPr sz="2000" spc="-5" dirty="0">
                <a:latin typeface="Carlito"/>
                <a:cs typeface="Carlito"/>
              </a:rPr>
              <a:t>frequency</a:t>
            </a:r>
            <a:endParaRPr sz="2000">
              <a:latin typeface="Carlito"/>
              <a:cs typeface="Carlito"/>
            </a:endParaRPr>
          </a:p>
        </p:txBody>
      </p:sp>
      <p:pic>
        <p:nvPicPr>
          <p:cNvPr id="52" name="Picture 51"/>
          <p:cNvPicPr>
            <a:picLocks noChangeAspect="1"/>
          </p:cNvPicPr>
          <p:nvPr/>
        </p:nvPicPr>
        <p:blipFill>
          <a:blip r:embed="rId2"/>
          <a:stretch>
            <a:fillRect/>
          </a:stretch>
        </p:blipFill>
        <p:spPr>
          <a:xfrm>
            <a:off x="457200" y="1301842"/>
            <a:ext cx="2819400" cy="2236442"/>
          </a:xfrm>
          <a:prstGeom prst="rect">
            <a:avLst/>
          </a:prstGeom>
        </p:spPr>
      </p:pic>
      <p:pic>
        <p:nvPicPr>
          <p:cNvPr id="53" name="Picture 52"/>
          <p:cNvPicPr>
            <a:picLocks noChangeAspect="1"/>
          </p:cNvPicPr>
          <p:nvPr/>
        </p:nvPicPr>
        <p:blipFill>
          <a:blip r:embed="rId3"/>
          <a:stretch>
            <a:fillRect/>
          </a:stretch>
        </p:blipFill>
        <p:spPr>
          <a:xfrm>
            <a:off x="797169" y="3538284"/>
            <a:ext cx="3810532" cy="3572374"/>
          </a:xfrm>
          <a:prstGeom prst="rect">
            <a:avLst/>
          </a:prstGeom>
        </p:spPr>
      </p:pic>
    </p:spTree>
    <p:extLst>
      <p:ext uri="{BB962C8B-B14F-4D97-AF65-F5344CB8AC3E}">
        <p14:creationId xmlns:p14="http://schemas.microsoft.com/office/powerpoint/2010/main" val="1185315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304800" y="353059"/>
            <a:ext cx="8686800" cy="566822"/>
          </a:xfrm>
          <a:prstGeom prst="rect">
            <a:avLst/>
          </a:prstGeom>
        </p:spPr>
        <p:txBody>
          <a:bodyPr vert="horz" wrap="square" lIns="0" tIns="12700" rIns="0" bIns="0" rtlCol="0">
            <a:spAutoFit/>
          </a:bodyPr>
          <a:lstStyle/>
          <a:p>
            <a:pPr marL="12700">
              <a:lnSpc>
                <a:spcPct val="100000"/>
              </a:lnSpc>
              <a:spcBef>
                <a:spcPts val="100"/>
              </a:spcBef>
            </a:pPr>
            <a:r>
              <a:rPr lang="en-US" sz="3600" spc="-300" dirty="0" smtClean="0">
                <a:solidFill>
                  <a:srgbClr val="002060"/>
                </a:solidFill>
              </a:rPr>
              <a:t>1- Phase </a:t>
            </a:r>
            <a:r>
              <a:rPr sz="3600" spc="-300" dirty="0" smtClean="0">
                <a:solidFill>
                  <a:srgbClr val="002060"/>
                </a:solidFill>
              </a:rPr>
              <a:t>Half </a:t>
            </a:r>
            <a:r>
              <a:rPr sz="3600" spc="-310" dirty="0">
                <a:solidFill>
                  <a:srgbClr val="002060"/>
                </a:solidFill>
              </a:rPr>
              <a:t>bridge</a:t>
            </a:r>
            <a:r>
              <a:rPr sz="3600" spc="-650" dirty="0">
                <a:solidFill>
                  <a:srgbClr val="002060"/>
                </a:solidFill>
              </a:rPr>
              <a:t> </a:t>
            </a:r>
            <a:r>
              <a:rPr sz="3600" spc="-365" dirty="0" smtClean="0">
                <a:solidFill>
                  <a:srgbClr val="002060"/>
                </a:solidFill>
              </a:rPr>
              <a:t>inverter</a:t>
            </a:r>
            <a:r>
              <a:rPr lang="en-IN" sz="3600" spc="-365" dirty="0" smtClean="0">
                <a:solidFill>
                  <a:srgbClr val="002060"/>
                </a:solidFill>
              </a:rPr>
              <a:t> with Inductive Load</a:t>
            </a:r>
            <a:endParaRPr sz="3600" dirty="0"/>
          </a:p>
        </p:txBody>
      </p:sp>
      <p:grpSp>
        <p:nvGrpSpPr>
          <p:cNvPr id="4" name="object 4"/>
          <p:cNvGrpSpPr/>
          <p:nvPr/>
        </p:nvGrpSpPr>
        <p:grpSpPr>
          <a:xfrm>
            <a:off x="1812035" y="1325879"/>
            <a:ext cx="2891155" cy="2182495"/>
            <a:chOff x="1812035" y="1325879"/>
            <a:chExt cx="2891155" cy="2182495"/>
          </a:xfrm>
        </p:grpSpPr>
        <p:sp>
          <p:nvSpPr>
            <p:cNvPr id="5" name="object 5"/>
            <p:cNvSpPr/>
            <p:nvPr/>
          </p:nvSpPr>
          <p:spPr>
            <a:xfrm>
              <a:off x="1990343" y="1333499"/>
              <a:ext cx="2597150" cy="1603375"/>
            </a:xfrm>
            <a:custGeom>
              <a:avLst/>
              <a:gdLst/>
              <a:ahLst/>
              <a:cxnLst/>
              <a:rect l="l" t="t" r="r" b="b"/>
              <a:pathLst>
                <a:path w="2597150" h="1603375">
                  <a:moveTo>
                    <a:pt x="1523" y="0"/>
                  </a:moveTo>
                  <a:lnTo>
                    <a:pt x="2596895" y="0"/>
                  </a:lnTo>
                </a:path>
                <a:path w="2597150" h="1603375">
                  <a:moveTo>
                    <a:pt x="0" y="432815"/>
                  </a:moveTo>
                  <a:lnTo>
                    <a:pt x="0" y="0"/>
                  </a:lnTo>
                </a:path>
                <a:path w="2597150" h="1603375">
                  <a:moveTo>
                    <a:pt x="1877567" y="361187"/>
                  </a:moveTo>
                  <a:lnTo>
                    <a:pt x="1877567" y="0"/>
                  </a:lnTo>
                </a:path>
                <a:path w="2597150" h="1603375">
                  <a:moveTo>
                    <a:pt x="0" y="1603247"/>
                  </a:moveTo>
                  <a:lnTo>
                    <a:pt x="0" y="527303"/>
                  </a:lnTo>
                </a:path>
                <a:path w="2597150" h="1603375">
                  <a:moveTo>
                    <a:pt x="1523" y="1083563"/>
                  </a:moveTo>
                  <a:lnTo>
                    <a:pt x="614171" y="1083563"/>
                  </a:lnTo>
                </a:path>
                <a:path w="2597150" h="1603375">
                  <a:moveTo>
                    <a:pt x="1877567" y="632459"/>
                  </a:moveTo>
                  <a:lnTo>
                    <a:pt x="1877567" y="1534667"/>
                  </a:lnTo>
                </a:path>
                <a:path w="2597150" h="1603375">
                  <a:moveTo>
                    <a:pt x="2596895" y="1083563"/>
                  </a:moveTo>
                  <a:lnTo>
                    <a:pt x="1335023" y="1083563"/>
                  </a:lnTo>
                </a:path>
              </a:pathLst>
            </a:custGeom>
            <a:ln w="15239">
              <a:solidFill>
                <a:srgbClr val="000000"/>
              </a:solidFill>
            </a:ln>
          </p:spPr>
          <p:txBody>
            <a:bodyPr wrap="square" lIns="0" tIns="0" rIns="0" bIns="0" rtlCol="0"/>
            <a:lstStyle/>
            <a:p>
              <a:endParaRPr/>
            </a:p>
          </p:txBody>
        </p:sp>
        <p:sp>
          <p:nvSpPr>
            <p:cNvPr id="6" name="object 6"/>
            <p:cNvSpPr/>
            <p:nvPr/>
          </p:nvSpPr>
          <p:spPr>
            <a:xfrm>
              <a:off x="2604515" y="2276855"/>
              <a:ext cx="721360" cy="280670"/>
            </a:xfrm>
            <a:custGeom>
              <a:avLst/>
              <a:gdLst/>
              <a:ahLst/>
              <a:cxnLst/>
              <a:rect l="l" t="t" r="r" b="b"/>
              <a:pathLst>
                <a:path w="721360" h="280669">
                  <a:moveTo>
                    <a:pt x="720851" y="0"/>
                  </a:moveTo>
                  <a:lnTo>
                    <a:pt x="0" y="0"/>
                  </a:lnTo>
                  <a:lnTo>
                    <a:pt x="0" y="280416"/>
                  </a:lnTo>
                  <a:lnTo>
                    <a:pt x="720851" y="280416"/>
                  </a:lnTo>
                  <a:lnTo>
                    <a:pt x="720851" y="0"/>
                  </a:lnTo>
                  <a:close/>
                </a:path>
              </a:pathLst>
            </a:custGeom>
            <a:solidFill>
              <a:srgbClr val="00FFFF"/>
            </a:solidFill>
          </p:spPr>
          <p:txBody>
            <a:bodyPr wrap="square" lIns="0" tIns="0" rIns="0" bIns="0" rtlCol="0"/>
            <a:lstStyle/>
            <a:p>
              <a:endParaRPr/>
            </a:p>
          </p:txBody>
        </p:sp>
        <p:sp>
          <p:nvSpPr>
            <p:cNvPr id="7" name="object 7"/>
            <p:cNvSpPr/>
            <p:nvPr/>
          </p:nvSpPr>
          <p:spPr>
            <a:xfrm>
              <a:off x="2604515" y="2276855"/>
              <a:ext cx="721360" cy="280670"/>
            </a:xfrm>
            <a:custGeom>
              <a:avLst/>
              <a:gdLst/>
              <a:ahLst/>
              <a:cxnLst/>
              <a:rect l="l" t="t" r="r" b="b"/>
              <a:pathLst>
                <a:path w="721360" h="280669">
                  <a:moveTo>
                    <a:pt x="0" y="280415"/>
                  </a:moveTo>
                  <a:lnTo>
                    <a:pt x="720851" y="280415"/>
                  </a:lnTo>
                  <a:lnTo>
                    <a:pt x="720851" y="0"/>
                  </a:lnTo>
                  <a:lnTo>
                    <a:pt x="0" y="0"/>
                  </a:lnTo>
                  <a:lnTo>
                    <a:pt x="0" y="280415"/>
                  </a:lnTo>
                  <a:close/>
                </a:path>
              </a:pathLst>
            </a:custGeom>
            <a:ln w="15239">
              <a:solidFill>
                <a:srgbClr val="000000"/>
              </a:solidFill>
            </a:ln>
          </p:spPr>
          <p:txBody>
            <a:bodyPr wrap="square" lIns="0" tIns="0" rIns="0" bIns="0" rtlCol="0"/>
            <a:lstStyle/>
            <a:p>
              <a:endParaRPr/>
            </a:p>
          </p:txBody>
        </p:sp>
        <p:sp>
          <p:nvSpPr>
            <p:cNvPr id="8" name="object 8"/>
            <p:cNvSpPr/>
            <p:nvPr/>
          </p:nvSpPr>
          <p:spPr>
            <a:xfrm>
              <a:off x="2758439" y="2356103"/>
              <a:ext cx="416051" cy="114300"/>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4050791" y="1766315"/>
              <a:ext cx="152400" cy="11277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812035" y="1772411"/>
              <a:ext cx="360045" cy="90170"/>
            </a:xfrm>
            <a:custGeom>
              <a:avLst/>
              <a:gdLst/>
              <a:ahLst/>
              <a:cxnLst/>
              <a:rect l="l" t="t" r="r" b="b"/>
              <a:pathLst>
                <a:path w="360044" h="90169">
                  <a:moveTo>
                    <a:pt x="0" y="0"/>
                  </a:moveTo>
                  <a:lnTo>
                    <a:pt x="359663" y="0"/>
                  </a:lnTo>
                </a:path>
                <a:path w="360044" h="90169">
                  <a:moveTo>
                    <a:pt x="89915" y="89915"/>
                  </a:moveTo>
                  <a:lnTo>
                    <a:pt x="269747" y="89915"/>
                  </a:lnTo>
                </a:path>
              </a:pathLst>
            </a:custGeom>
            <a:ln w="27431">
              <a:solidFill>
                <a:srgbClr val="000000"/>
              </a:solidFill>
            </a:ln>
          </p:spPr>
          <p:txBody>
            <a:bodyPr wrap="square" lIns="0" tIns="0" rIns="0" bIns="0" rtlCol="0"/>
            <a:lstStyle/>
            <a:p>
              <a:endParaRPr/>
            </a:p>
          </p:txBody>
        </p:sp>
        <p:sp>
          <p:nvSpPr>
            <p:cNvPr id="11" name="object 11"/>
            <p:cNvSpPr/>
            <p:nvPr/>
          </p:nvSpPr>
          <p:spPr>
            <a:xfrm>
              <a:off x="4471415" y="1676399"/>
              <a:ext cx="231647" cy="289559"/>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1990343" y="3031235"/>
              <a:ext cx="2597150" cy="469900"/>
            </a:xfrm>
            <a:custGeom>
              <a:avLst/>
              <a:gdLst/>
              <a:ahLst/>
              <a:cxnLst/>
              <a:rect l="l" t="t" r="r" b="b"/>
              <a:pathLst>
                <a:path w="2597150" h="469900">
                  <a:moveTo>
                    <a:pt x="2596895" y="469391"/>
                  </a:moveTo>
                  <a:lnTo>
                    <a:pt x="1523" y="469391"/>
                  </a:lnTo>
                </a:path>
                <a:path w="2597150" h="469900">
                  <a:moveTo>
                    <a:pt x="0" y="0"/>
                  </a:moveTo>
                  <a:lnTo>
                    <a:pt x="0" y="469391"/>
                  </a:lnTo>
                </a:path>
                <a:path w="2597150" h="469900">
                  <a:moveTo>
                    <a:pt x="1877567" y="108203"/>
                  </a:moveTo>
                  <a:lnTo>
                    <a:pt x="1877567" y="469391"/>
                  </a:lnTo>
                </a:path>
              </a:pathLst>
            </a:custGeom>
            <a:ln w="15239">
              <a:solidFill>
                <a:srgbClr val="000000"/>
              </a:solidFill>
            </a:ln>
          </p:spPr>
          <p:txBody>
            <a:bodyPr wrap="square" lIns="0" tIns="0" rIns="0" bIns="0" rtlCol="0"/>
            <a:lstStyle/>
            <a:p>
              <a:endParaRPr/>
            </a:p>
          </p:txBody>
        </p:sp>
        <p:sp>
          <p:nvSpPr>
            <p:cNvPr id="13" name="object 13"/>
            <p:cNvSpPr/>
            <p:nvPr/>
          </p:nvSpPr>
          <p:spPr>
            <a:xfrm>
              <a:off x="4050791" y="2988563"/>
              <a:ext cx="170687" cy="112775"/>
            </a:xfrm>
            <a:prstGeom prst="rect">
              <a:avLst/>
            </a:prstGeom>
            <a:blipFill>
              <a:blip r:embed="rId5" cstate="print"/>
              <a:stretch>
                <a:fillRect/>
              </a:stretch>
            </a:blipFill>
          </p:spPr>
          <p:txBody>
            <a:bodyPr wrap="square" lIns="0" tIns="0" rIns="0" bIns="0" rtlCol="0"/>
            <a:lstStyle/>
            <a:p>
              <a:endParaRPr/>
            </a:p>
          </p:txBody>
        </p:sp>
        <p:sp>
          <p:nvSpPr>
            <p:cNvPr id="14" name="object 14"/>
            <p:cNvSpPr/>
            <p:nvPr/>
          </p:nvSpPr>
          <p:spPr>
            <a:xfrm>
              <a:off x="4471415" y="2849879"/>
              <a:ext cx="231647" cy="289559"/>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4587239" y="1333499"/>
              <a:ext cx="0" cy="2167255"/>
            </a:xfrm>
            <a:custGeom>
              <a:avLst/>
              <a:gdLst/>
              <a:ahLst/>
              <a:cxnLst/>
              <a:rect l="l" t="t" r="r" b="b"/>
              <a:pathLst>
                <a:path h="2167254">
                  <a:moveTo>
                    <a:pt x="0" y="1534667"/>
                  </a:moveTo>
                  <a:lnTo>
                    <a:pt x="0" y="632459"/>
                  </a:lnTo>
                </a:path>
                <a:path h="2167254">
                  <a:moveTo>
                    <a:pt x="0" y="1805939"/>
                  </a:moveTo>
                  <a:lnTo>
                    <a:pt x="0" y="2167127"/>
                  </a:lnTo>
                </a:path>
                <a:path h="2167254">
                  <a:moveTo>
                    <a:pt x="0" y="361187"/>
                  </a:moveTo>
                  <a:lnTo>
                    <a:pt x="0" y="0"/>
                  </a:lnTo>
                </a:path>
              </a:pathLst>
            </a:custGeom>
            <a:ln w="15239">
              <a:solidFill>
                <a:srgbClr val="000000"/>
              </a:solidFill>
            </a:ln>
          </p:spPr>
          <p:txBody>
            <a:bodyPr wrap="square" lIns="0" tIns="0" rIns="0" bIns="0" rtlCol="0"/>
            <a:lstStyle/>
            <a:p>
              <a:endParaRPr/>
            </a:p>
          </p:txBody>
        </p:sp>
        <p:sp>
          <p:nvSpPr>
            <p:cNvPr id="16" name="object 16"/>
            <p:cNvSpPr/>
            <p:nvPr/>
          </p:nvSpPr>
          <p:spPr>
            <a:xfrm>
              <a:off x="3835907" y="2860547"/>
              <a:ext cx="134111" cy="286511"/>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3835907" y="1687067"/>
              <a:ext cx="134111" cy="286511"/>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1812035" y="2941319"/>
              <a:ext cx="360045" cy="90170"/>
            </a:xfrm>
            <a:custGeom>
              <a:avLst/>
              <a:gdLst/>
              <a:ahLst/>
              <a:cxnLst/>
              <a:rect l="l" t="t" r="r" b="b"/>
              <a:pathLst>
                <a:path w="360044" h="90169">
                  <a:moveTo>
                    <a:pt x="0" y="0"/>
                  </a:moveTo>
                  <a:lnTo>
                    <a:pt x="359663" y="0"/>
                  </a:lnTo>
                </a:path>
                <a:path w="360044" h="90169">
                  <a:moveTo>
                    <a:pt x="89915" y="89915"/>
                  </a:moveTo>
                  <a:lnTo>
                    <a:pt x="269747" y="89915"/>
                  </a:lnTo>
                </a:path>
              </a:pathLst>
            </a:custGeom>
            <a:ln w="27431">
              <a:solidFill>
                <a:srgbClr val="000000"/>
              </a:solidFill>
            </a:ln>
          </p:spPr>
          <p:txBody>
            <a:bodyPr wrap="square" lIns="0" tIns="0" rIns="0" bIns="0" rtlCol="0"/>
            <a:lstStyle/>
            <a:p>
              <a:endParaRPr/>
            </a:p>
          </p:txBody>
        </p:sp>
      </p:grpSp>
      <p:sp>
        <p:nvSpPr>
          <p:cNvPr id="19" name="object 19"/>
          <p:cNvSpPr/>
          <p:nvPr/>
        </p:nvSpPr>
        <p:spPr>
          <a:xfrm>
            <a:off x="4789932" y="1767839"/>
            <a:ext cx="156972" cy="109727"/>
          </a:xfrm>
          <a:prstGeom prst="rect">
            <a:avLst/>
          </a:prstGeom>
          <a:blipFill>
            <a:blip r:embed="rId9" cstate="print"/>
            <a:stretch>
              <a:fillRect/>
            </a:stretch>
          </a:blipFill>
        </p:spPr>
        <p:txBody>
          <a:bodyPr wrap="square" lIns="0" tIns="0" rIns="0" bIns="0" rtlCol="0"/>
          <a:lstStyle/>
          <a:p>
            <a:endParaRPr/>
          </a:p>
        </p:txBody>
      </p:sp>
      <p:sp>
        <p:nvSpPr>
          <p:cNvPr id="20" name="object 20"/>
          <p:cNvSpPr/>
          <p:nvPr/>
        </p:nvSpPr>
        <p:spPr>
          <a:xfrm>
            <a:off x="4789932" y="2974848"/>
            <a:ext cx="175260" cy="109727"/>
          </a:xfrm>
          <a:prstGeom prst="rect">
            <a:avLst/>
          </a:prstGeom>
          <a:blipFill>
            <a:blip r:embed="rId10" cstate="print"/>
            <a:stretch>
              <a:fillRect/>
            </a:stretch>
          </a:blipFill>
        </p:spPr>
        <p:txBody>
          <a:bodyPr wrap="square" lIns="0" tIns="0" rIns="0" bIns="0" rtlCol="0"/>
          <a:lstStyle/>
          <a:p>
            <a:endParaRPr/>
          </a:p>
        </p:txBody>
      </p:sp>
      <p:sp>
        <p:nvSpPr>
          <p:cNvPr id="21" name="object 21"/>
          <p:cNvSpPr/>
          <p:nvPr/>
        </p:nvSpPr>
        <p:spPr>
          <a:xfrm>
            <a:off x="1458467" y="2975701"/>
            <a:ext cx="286385" cy="0"/>
          </a:xfrm>
          <a:custGeom>
            <a:avLst/>
            <a:gdLst/>
            <a:ahLst/>
            <a:cxnLst/>
            <a:rect l="l" t="t" r="r" b="b"/>
            <a:pathLst>
              <a:path w="286385">
                <a:moveTo>
                  <a:pt x="0" y="0"/>
                </a:moveTo>
                <a:lnTo>
                  <a:pt x="285841" y="0"/>
                </a:lnTo>
              </a:path>
            </a:pathLst>
          </a:custGeom>
          <a:ln w="6870">
            <a:solidFill>
              <a:srgbClr val="000000"/>
            </a:solidFill>
          </a:ln>
        </p:spPr>
        <p:txBody>
          <a:bodyPr wrap="square" lIns="0" tIns="0" rIns="0" bIns="0" rtlCol="0"/>
          <a:lstStyle/>
          <a:p>
            <a:endParaRPr/>
          </a:p>
        </p:txBody>
      </p:sp>
      <p:sp>
        <p:nvSpPr>
          <p:cNvPr id="22" name="object 22"/>
          <p:cNvSpPr txBox="1"/>
          <p:nvPr/>
        </p:nvSpPr>
        <p:spPr>
          <a:xfrm>
            <a:off x="1544853" y="2967824"/>
            <a:ext cx="117475" cy="224154"/>
          </a:xfrm>
          <a:prstGeom prst="rect">
            <a:avLst/>
          </a:prstGeom>
        </p:spPr>
        <p:txBody>
          <a:bodyPr vert="horz" wrap="square" lIns="0" tIns="12700" rIns="0" bIns="0" rtlCol="0">
            <a:spAutoFit/>
          </a:bodyPr>
          <a:lstStyle/>
          <a:p>
            <a:pPr marL="12700">
              <a:lnSpc>
                <a:spcPct val="100000"/>
              </a:lnSpc>
              <a:spcBef>
                <a:spcPts val="100"/>
              </a:spcBef>
            </a:pPr>
            <a:r>
              <a:rPr sz="1300" spc="-5" dirty="0">
                <a:latin typeface="Arial"/>
                <a:cs typeface="Arial"/>
              </a:rPr>
              <a:t>2</a:t>
            </a:r>
            <a:endParaRPr sz="1300">
              <a:latin typeface="Arial"/>
              <a:cs typeface="Arial"/>
            </a:endParaRPr>
          </a:p>
        </p:txBody>
      </p:sp>
      <p:sp>
        <p:nvSpPr>
          <p:cNvPr id="23" name="object 23"/>
          <p:cNvSpPr txBox="1"/>
          <p:nvPr/>
        </p:nvSpPr>
        <p:spPr>
          <a:xfrm>
            <a:off x="1426565" y="2775483"/>
            <a:ext cx="325755" cy="224154"/>
          </a:xfrm>
          <a:prstGeom prst="rect">
            <a:avLst/>
          </a:prstGeom>
        </p:spPr>
        <p:txBody>
          <a:bodyPr vert="horz" wrap="square" lIns="0" tIns="12700" rIns="0" bIns="0" rtlCol="0">
            <a:spAutoFit/>
          </a:bodyPr>
          <a:lstStyle/>
          <a:p>
            <a:pPr marL="38100">
              <a:lnSpc>
                <a:spcPct val="100000"/>
              </a:lnSpc>
              <a:spcBef>
                <a:spcPts val="100"/>
              </a:spcBef>
            </a:pPr>
            <a:r>
              <a:rPr sz="1950" i="1" baseline="14957" dirty="0">
                <a:latin typeface="Arial"/>
                <a:cs typeface="Arial"/>
              </a:rPr>
              <a:t>E</a:t>
            </a:r>
            <a:r>
              <a:rPr sz="750" i="1" dirty="0">
                <a:latin typeface="Arial"/>
                <a:cs typeface="Arial"/>
              </a:rPr>
              <a:t>DC</a:t>
            </a:r>
            <a:endParaRPr sz="750">
              <a:latin typeface="Arial"/>
              <a:cs typeface="Arial"/>
            </a:endParaRPr>
          </a:p>
        </p:txBody>
      </p:sp>
      <p:sp>
        <p:nvSpPr>
          <p:cNvPr id="24" name="object 24"/>
          <p:cNvSpPr txBox="1"/>
          <p:nvPr/>
        </p:nvSpPr>
        <p:spPr>
          <a:xfrm>
            <a:off x="1445767" y="1721053"/>
            <a:ext cx="281305" cy="347345"/>
          </a:xfrm>
          <a:prstGeom prst="rect">
            <a:avLst/>
          </a:prstGeom>
        </p:spPr>
        <p:txBody>
          <a:bodyPr vert="horz" wrap="square" lIns="0" tIns="13335" rIns="0" bIns="0" rtlCol="0">
            <a:spAutoFit/>
          </a:bodyPr>
          <a:lstStyle/>
          <a:p>
            <a:pPr algn="ctr">
              <a:lnSpc>
                <a:spcPct val="100000"/>
              </a:lnSpc>
              <a:spcBef>
                <a:spcPts val="105"/>
              </a:spcBef>
            </a:pPr>
            <a:r>
              <a:rPr sz="750" u="sng" dirty="0">
                <a:uFill>
                  <a:solidFill>
                    <a:srgbClr val="000000"/>
                  </a:solidFill>
                </a:uFill>
                <a:latin typeface="Times New Roman"/>
                <a:cs typeface="Times New Roman"/>
              </a:rPr>
              <a:t>    </a:t>
            </a:r>
            <a:r>
              <a:rPr sz="750" u="sng" spc="-20" dirty="0">
                <a:uFill>
                  <a:solidFill>
                    <a:srgbClr val="000000"/>
                  </a:solidFill>
                </a:uFill>
                <a:latin typeface="Times New Roman"/>
                <a:cs typeface="Times New Roman"/>
              </a:rPr>
              <a:t> </a:t>
            </a:r>
            <a:r>
              <a:rPr sz="750" i="1" u="sng" spc="-10" dirty="0">
                <a:uFill>
                  <a:solidFill>
                    <a:srgbClr val="000000"/>
                  </a:solidFill>
                </a:uFill>
                <a:latin typeface="Arial"/>
                <a:cs typeface="Arial"/>
              </a:rPr>
              <a:t>D</a:t>
            </a:r>
            <a:r>
              <a:rPr sz="750" i="1" u="sng" dirty="0">
                <a:uFill>
                  <a:solidFill>
                    <a:srgbClr val="000000"/>
                  </a:solidFill>
                </a:uFill>
                <a:latin typeface="Arial"/>
                <a:cs typeface="Arial"/>
              </a:rPr>
              <a:t>C</a:t>
            </a:r>
            <a:endParaRPr sz="750">
              <a:latin typeface="Arial"/>
              <a:cs typeface="Arial"/>
            </a:endParaRPr>
          </a:p>
          <a:p>
            <a:pPr marL="34290" algn="ctr">
              <a:lnSpc>
                <a:spcPct val="100000"/>
              </a:lnSpc>
              <a:spcBef>
                <a:spcPts val="70"/>
              </a:spcBef>
            </a:pPr>
            <a:r>
              <a:rPr sz="1300" spc="-5" dirty="0">
                <a:latin typeface="Arial"/>
                <a:cs typeface="Arial"/>
              </a:rPr>
              <a:t>2</a:t>
            </a:r>
            <a:endParaRPr sz="1300">
              <a:latin typeface="Arial"/>
              <a:cs typeface="Arial"/>
            </a:endParaRPr>
          </a:p>
        </p:txBody>
      </p:sp>
      <p:sp>
        <p:nvSpPr>
          <p:cNvPr id="25" name="object 25"/>
          <p:cNvSpPr txBox="1"/>
          <p:nvPr/>
        </p:nvSpPr>
        <p:spPr>
          <a:xfrm>
            <a:off x="1451965" y="1608480"/>
            <a:ext cx="135255" cy="224154"/>
          </a:xfrm>
          <a:prstGeom prst="rect">
            <a:avLst/>
          </a:prstGeom>
        </p:spPr>
        <p:txBody>
          <a:bodyPr vert="horz" wrap="square" lIns="0" tIns="12700" rIns="0" bIns="0" rtlCol="0">
            <a:spAutoFit/>
          </a:bodyPr>
          <a:lstStyle/>
          <a:p>
            <a:pPr marL="12700">
              <a:lnSpc>
                <a:spcPct val="100000"/>
              </a:lnSpc>
              <a:spcBef>
                <a:spcPts val="100"/>
              </a:spcBef>
            </a:pPr>
            <a:r>
              <a:rPr sz="1300" i="1" spc="-5" dirty="0">
                <a:latin typeface="Arial"/>
                <a:cs typeface="Arial"/>
              </a:rPr>
              <a:t>E</a:t>
            </a:r>
            <a:endParaRPr sz="1300">
              <a:latin typeface="Arial"/>
              <a:cs typeface="Arial"/>
            </a:endParaRPr>
          </a:p>
        </p:txBody>
      </p:sp>
      <p:grpSp>
        <p:nvGrpSpPr>
          <p:cNvPr id="26" name="object 26"/>
          <p:cNvGrpSpPr/>
          <p:nvPr/>
        </p:nvGrpSpPr>
        <p:grpSpPr>
          <a:xfrm>
            <a:off x="806195" y="3860291"/>
            <a:ext cx="3898900" cy="2182495"/>
            <a:chOff x="806195" y="3860291"/>
            <a:chExt cx="3898900" cy="2182495"/>
          </a:xfrm>
        </p:grpSpPr>
        <p:sp>
          <p:nvSpPr>
            <p:cNvPr id="27" name="object 27"/>
            <p:cNvSpPr/>
            <p:nvPr/>
          </p:nvSpPr>
          <p:spPr>
            <a:xfrm>
              <a:off x="986027" y="3867911"/>
              <a:ext cx="3602990" cy="1603375"/>
            </a:xfrm>
            <a:custGeom>
              <a:avLst/>
              <a:gdLst/>
              <a:ahLst/>
              <a:cxnLst/>
              <a:rect l="l" t="t" r="r" b="b"/>
              <a:pathLst>
                <a:path w="3602990" h="1603375">
                  <a:moveTo>
                    <a:pt x="0" y="0"/>
                  </a:moveTo>
                  <a:lnTo>
                    <a:pt x="3602735" y="0"/>
                  </a:lnTo>
                </a:path>
                <a:path w="3602990" h="1603375">
                  <a:moveTo>
                    <a:pt x="1007363" y="432815"/>
                  </a:moveTo>
                  <a:lnTo>
                    <a:pt x="1007363" y="0"/>
                  </a:lnTo>
                </a:path>
                <a:path w="3602990" h="1603375">
                  <a:moveTo>
                    <a:pt x="2883407" y="361187"/>
                  </a:moveTo>
                  <a:lnTo>
                    <a:pt x="2883407" y="0"/>
                  </a:lnTo>
                </a:path>
                <a:path w="3602990" h="1603375">
                  <a:moveTo>
                    <a:pt x="1007363" y="1603247"/>
                  </a:moveTo>
                  <a:lnTo>
                    <a:pt x="1007363" y="505967"/>
                  </a:lnTo>
                </a:path>
                <a:path w="3602990" h="1603375">
                  <a:moveTo>
                    <a:pt x="1008887" y="1083563"/>
                  </a:moveTo>
                  <a:lnTo>
                    <a:pt x="1621535" y="1083563"/>
                  </a:lnTo>
                </a:path>
                <a:path w="3602990" h="1603375">
                  <a:moveTo>
                    <a:pt x="2883407" y="632459"/>
                  </a:moveTo>
                  <a:lnTo>
                    <a:pt x="2883407" y="1534667"/>
                  </a:lnTo>
                </a:path>
                <a:path w="3602990" h="1603375">
                  <a:moveTo>
                    <a:pt x="3602735" y="1083563"/>
                  </a:moveTo>
                  <a:lnTo>
                    <a:pt x="2340863" y="1083563"/>
                  </a:lnTo>
                </a:path>
              </a:pathLst>
            </a:custGeom>
            <a:ln w="15239">
              <a:solidFill>
                <a:srgbClr val="000000"/>
              </a:solidFill>
            </a:ln>
          </p:spPr>
          <p:txBody>
            <a:bodyPr wrap="square" lIns="0" tIns="0" rIns="0" bIns="0" rtlCol="0"/>
            <a:lstStyle/>
            <a:p>
              <a:endParaRPr/>
            </a:p>
          </p:txBody>
        </p:sp>
        <p:sp>
          <p:nvSpPr>
            <p:cNvPr id="28" name="object 28"/>
            <p:cNvSpPr/>
            <p:nvPr/>
          </p:nvSpPr>
          <p:spPr>
            <a:xfrm>
              <a:off x="2607563" y="4811267"/>
              <a:ext cx="719455" cy="280670"/>
            </a:xfrm>
            <a:custGeom>
              <a:avLst/>
              <a:gdLst/>
              <a:ahLst/>
              <a:cxnLst/>
              <a:rect l="l" t="t" r="r" b="b"/>
              <a:pathLst>
                <a:path w="719454" h="280670">
                  <a:moveTo>
                    <a:pt x="719327" y="0"/>
                  </a:moveTo>
                  <a:lnTo>
                    <a:pt x="0" y="0"/>
                  </a:lnTo>
                  <a:lnTo>
                    <a:pt x="0" y="280415"/>
                  </a:lnTo>
                  <a:lnTo>
                    <a:pt x="719327" y="280415"/>
                  </a:lnTo>
                  <a:lnTo>
                    <a:pt x="719327" y="0"/>
                  </a:lnTo>
                  <a:close/>
                </a:path>
              </a:pathLst>
            </a:custGeom>
            <a:solidFill>
              <a:srgbClr val="00FFFF"/>
            </a:solidFill>
          </p:spPr>
          <p:txBody>
            <a:bodyPr wrap="square" lIns="0" tIns="0" rIns="0" bIns="0" rtlCol="0"/>
            <a:lstStyle/>
            <a:p>
              <a:endParaRPr/>
            </a:p>
          </p:txBody>
        </p:sp>
        <p:sp>
          <p:nvSpPr>
            <p:cNvPr id="29" name="object 29"/>
            <p:cNvSpPr/>
            <p:nvPr/>
          </p:nvSpPr>
          <p:spPr>
            <a:xfrm>
              <a:off x="2607563" y="4811267"/>
              <a:ext cx="719455" cy="280670"/>
            </a:xfrm>
            <a:custGeom>
              <a:avLst/>
              <a:gdLst/>
              <a:ahLst/>
              <a:cxnLst/>
              <a:rect l="l" t="t" r="r" b="b"/>
              <a:pathLst>
                <a:path w="719454" h="280670">
                  <a:moveTo>
                    <a:pt x="0" y="280415"/>
                  </a:moveTo>
                  <a:lnTo>
                    <a:pt x="719327" y="280415"/>
                  </a:lnTo>
                  <a:lnTo>
                    <a:pt x="719327" y="0"/>
                  </a:lnTo>
                  <a:lnTo>
                    <a:pt x="0" y="0"/>
                  </a:lnTo>
                  <a:lnTo>
                    <a:pt x="0" y="280415"/>
                  </a:lnTo>
                  <a:close/>
                </a:path>
              </a:pathLst>
            </a:custGeom>
            <a:ln w="15239">
              <a:solidFill>
                <a:srgbClr val="000000"/>
              </a:solidFill>
            </a:ln>
          </p:spPr>
          <p:txBody>
            <a:bodyPr wrap="square" lIns="0" tIns="0" rIns="0" bIns="0" rtlCol="0"/>
            <a:lstStyle/>
            <a:p>
              <a:endParaRPr/>
            </a:p>
          </p:txBody>
        </p:sp>
        <p:sp>
          <p:nvSpPr>
            <p:cNvPr id="30" name="object 30"/>
            <p:cNvSpPr/>
            <p:nvPr/>
          </p:nvSpPr>
          <p:spPr>
            <a:xfrm>
              <a:off x="2761488" y="4890516"/>
              <a:ext cx="414527" cy="114300"/>
            </a:xfrm>
            <a:prstGeom prst="rect">
              <a:avLst/>
            </a:prstGeom>
            <a:blipFill>
              <a:blip r:embed="rId11" cstate="print"/>
              <a:stretch>
                <a:fillRect/>
              </a:stretch>
            </a:blipFill>
          </p:spPr>
          <p:txBody>
            <a:bodyPr wrap="square" lIns="0" tIns="0" rIns="0" bIns="0" rtlCol="0"/>
            <a:lstStyle/>
            <a:p>
              <a:endParaRPr/>
            </a:p>
          </p:txBody>
        </p:sp>
        <p:sp>
          <p:nvSpPr>
            <p:cNvPr id="31" name="object 31"/>
            <p:cNvSpPr/>
            <p:nvPr/>
          </p:nvSpPr>
          <p:spPr>
            <a:xfrm>
              <a:off x="4052316" y="4300727"/>
              <a:ext cx="150875" cy="112775"/>
            </a:xfrm>
            <a:prstGeom prst="rect">
              <a:avLst/>
            </a:prstGeom>
            <a:blipFill>
              <a:blip r:embed="rId12" cstate="print"/>
              <a:stretch>
                <a:fillRect/>
              </a:stretch>
            </a:blipFill>
          </p:spPr>
          <p:txBody>
            <a:bodyPr wrap="square" lIns="0" tIns="0" rIns="0" bIns="0" rtlCol="0"/>
            <a:lstStyle/>
            <a:p>
              <a:endParaRPr/>
            </a:p>
          </p:txBody>
        </p:sp>
        <p:sp>
          <p:nvSpPr>
            <p:cNvPr id="32" name="object 32"/>
            <p:cNvSpPr/>
            <p:nvPr/>
          </p:nvSpPr>
          <p:spPr>
            <a:xfrm>
              <a:off x="986027" y="3877055"/>
              <a:ext cx="3602990" cy="2158365"/>
            </a:xfrm>
            <a:custGeom>
              <a:avLst/>
              <a:gdLst/>
              <a:ahLst/>
              <a:cxnLst/>
              <a:rect l="l" t="t" r="r" b="b"/>
              <a:pathLst>
                <a:path w="3602990" h="2158365">
                  <a:moveTo>
                    <a:pt x="0" y="1028699"/>
                  </a:moveTo>
                  <a:lnTo>
                    <a:pt x="0" y="0"/>
                  </a:lnTo>
                </a:path>
                <a:path w="3602990" h="2158365">
                  <a:moveTo>
                    <a:pt x="3602735" y="2157983"/>
                  </a:moveTo>
                  <a:lnTo>
                    <a:pt x="0" y="2157983"/>
                  </a:lnTo>
                </a:path>
                <a:path w="3602990" h="2158365">
                  <a:moveTo>
                    <a:pt x="1007363" y="1673351"/>
                  </a:moveTo>
                  <a:lnTo>
                    <a:pt x="1007363" y="2157983"/>
                  </a:lnTo>
                </a:path>
                <a:path w="3602990" h="2158365">
                  <a:moveTo>
                    <a:pt x="2883407" y="1796795"/>
                  </a:moveTo>
                  <a:lnTo>
                    <a:pt x="2883407" y="2157983"/>
                  </a:lnTo>
                </a:path>
              </a:pathLst>
            </a:custGeom>
            <a:ln w="15239">
              <a:solidFill>
                <a:srgbClr val="000000"/>
              </a:solidFill>
            </a:ln>
          </p:spPr>
          <p:txBody>
            <a:bodyPr wrap="square" lIns="0" tIns="0" rIns="0" bIns="0" rtlCol="0"/>
            <a:lstStyle/>
            <a:p>
              <a:endParaRPr/>
            </a:p>
          </p:txBody>
        </p:sp>
        <p:sp>
          <p:nvSpPr>
            <p:cNvPr id="33" name="object 33"/>
            <p:cNvSpPr/>
            <p:nvPr/>
          </p:nvSpPr>
          <p:spPr>
            <a:xfrm>
              <a:off x="4052316" y="5522976"/>
              <a:ext cx="169163" cy="112775"/>
            </a:xfrm>
            <a:prstGeom prst="rect">
              <a:avLst/>
            </a:prstGeom>
            <a:blipFill>
              <a:blip r:embed="rId13" cstate="print"/>
              <a:stretch>
                <a:fillRect/>
              </a:stretch>
            </a:blipFill>
          </p:spPr>
          <p:txBody>
            <a:bodyPr wrap="square" lIns="0" tIns="0" rIns="0" bIns="0" rtlCol="0"/>
            <a:lstStyle/>
            <a:p>
              <a:endParaRPr/>
            </a:p>
          </p:txBody>
        </p:sp>
        <p:sp>
          <p:nvSpPr>
            <p:cNvPr id="34" name="object 34"/>
            <p:cNvSpPr/>
            <p:nvPr/>
          </p:nvSpPr>
          <p:spPr>
            <a:xfrm>
              <a:off x="986027" y="4997195"/>
              <a:ext cx="0" cy="1028700"/>
            </a:xfrm>
            <a:custGeom>
              <a:avLst/>
              <a:gdLst/>
              <a:ahLst/>
              <a:cxnLst/>
              <a:rect l="l" t="t" r="r" b="b"/>
              <a:pathLst>
                <a:path h="1028700">
                  <a:moveTo>
                    <a:pt x="0" y="1028699"/>
                  </a:moveTo>
                  <a:lnTo>
                    <a:pt x="0" y="0"/>
                  </a:lnTo>
                </a:path>
              </a:pathLst>
            </a:custGeom>
            <a:ln w="15239">
              <a:solidFill>
                <a:srgbClr val="000000"/>
              </a:solidFill>
            </a:ln>
          </p:spPr>
          <p:txBody>
            <a:bodyPr wrap="square" lIns="0" tIns="0" rIns="0" bIns="0" rtlCol="0"/>
            <a:lstStyle/>
            <a:p>
              <a:endParaRPr/>
            </a:p>
          </p:txBody>
        </p:sp>
        <p:sp>
          <p:nvSpPr>
            <p:cNvPr id="35" name="object 35"/>
            <p:cNvSpPr/>
            <p:nvPr/>
          </p:nvSpPr>
          <p:spPr>
            <a:xfrm>
              <a:off x="806195" y="4905755"/>
              <a:ext cx="360045" cy="0"/>
            </a:xfrm>
            <a:custGeom>
              <a:avLst/>
              <a:gdLst/>
              <a:ahLst/>
              <a:cxnLst/>
              <a:rect l="l" t="t" r="r" b="b"/>
              <a:pathLst>
                <a:path w="360044">
                  <a:moveTo>
                    <a:pt x="0" y="0"/>
                  </a:moveTo>
                  <a:lnTo>
                    <a:pt x="359663" y="0"/>
                  </a:lnTo>
                </a:path>
              </a:pathLst>
            </a:custGeom>
            <a:ln w="27431">
              <a:solidFill>
                <a:srgbClr val="000000"/>
              </a:solidFill>
            </a:ln>
          </p:spPr>
          <p:txBody>
            <a:bodyPr wrap="square" lIns="0" tIns="0" rIns="0" bIns="0" rtlCol="0"/>
            <a:lstStyle/>
            <a:p>
              <a:endParaRPr/>
            </a:p>
          </p:txBody>
        </p:sp>
        <p:sp>
          <p:nvSpPr>
            <p:cNvPr id="36" name="object 36"/>
            <p:cNvSpPr/>
            <p:nvPr/>
          </p:nvSpPr>
          <p:spPr>
            <a:xfrm>
              <a:off x="896111" y="4997195"/>
              <a:ext cx="180340" cy="0"/>
            </a:xfrm>
            <a:custGeom>
              <a:avLst/>
              <a:gdLst/>
              <a:ahLst/>
              <a:cxnLst/>
              <a:rect l="l" t="t" r="r" b="b"/>
              <a:pathLst>
                <a:path w="180340">
                  <a:moveTo>
                    <a:pt x="0" y="0"/>
                  </a:moveTo>
                  <a:lnTo>
                    <a:pt x="179831" y="0"/>
                  </a:lnTo>
                </a:path>
              </a:pathLst>
            </a:custGeom>
            <a:ln w="27431">
              <a:solidFill>
                <a:srgbClr val="000000"/>
              </a:solidFill>
            </a:ln>
          </p:spPr>
          <p:txBody>
            <a:bodyPr wrap="square" lIns="0" tIns="0" rIns="0" bIns="0" rtlCol="0"/>
            <a:lstStyle/>
            <a:p>
              <a:endParaRPr/>
            </a:p>
          </p:txBody>
        </p:sp>
        <p:sp>
          <p:nvSpPr>
            <p:cNvPr id="37" name="object 37"/>
            <p:cNvSpPr/>
            <p:nvPr/>
          </p:nvSpPr>
          <p:spPr>
            <a:xfrm>
              <a:off x="4472940" y="4210811"/>
              <a:ext cx="231647" cy="289559"/>
            </a:xfrm>
            <a:prstGeom prst="rect">
              <a:avLst/>
            </a:prstGeom>
            <a:blipFill>
              <a:blip r:embed="rId4" cstate="print"/>
              <a:stretch>
                <a:fillRect/>
              </a:stretch>
            </a:blipFill>
          </p:spPr>
          <p:txBody>
            <a:bodyPr wrap="square" lIns="0" tIns="0" rIns="0" bIns="0" rtlCol="0"/>
            <a:lstStyle/>
            <a:p>
              <a:endParaRPr/>
            </a:p>
          </p:txBody>
        </p:sp>
        <p:sp>
          <p:nvSpPr>
            <p:cNvPr id="38" name="object 38"/>
            <p:cNvSpPr/>
            <p:nvPr/>
          </p:nvSpPr>
          <p:spPr>
            <a:xfrm>
              <a:off x="4472940" y="5384291"/>
              <a:ext cx="231647" cy="289559"/>
            </a:xfrm>
            <a:prstGeom prst="rect">
              <a:avLst/>
            </a:prstGeom>
            <a:blipFill>
              <a:blip r:embed="rId14" cstate="print"/>
              <a:stretch>
                <a:fillRect/>
              </a:stretch>
            </a:blipFill>
          </p:spPr>
          <p:txBody>
            <a:bodyPr wrap="square" lIns="0" tIns="0" rIns="0" bIns="0" rtlCol="0"/>
            <a:lstStyle/>
            <a:p>
              <a:endParaRPr/>
            </a:p>
          </p:txBody>
        </p:sp>
        <p:sp>
          <p:nvSpPr>
            <p:cNvPr id="39" name="object 39"/>
            <p:cNvSpPr/>
            <p:nvPr/>
          </p:nvSpPr>
          <p:spPr>
            <a:xfrm>
              <a:off x="4588763" y="3867911"/>
              <a:ext cx="0" cy="2167255"/>
            </a:xfrm>
            <a:custGeom>
              <a:avLst/>
              <a:gdLst/>
              <a:ahLst/>
              <a:cxnLst/>
              <a:rect l="l" t="t" r="r" b="b"/>
              <a:pathLst>
                <a:path h="2167254">
                  <a:moveTo>
                    <a:pt x="0" y="1534667"/>
                  </a:moveTo>
                  <a:lnTo>
                    <a:pt x="0" y="632459"/>
                  </a:lnTo>
                </a:path>
                <a:path h="2167254">
                  <a:moveTo>
                    <a:pt x="0" y="1805939"/>
                  </a:moveTo>
                  <a:lnTo>
                    <a:pt x="0" y="2167127"/>
                  </a:lnTo>
                </a:path>
                <a:path h="2167254">
                  <a:moveTo>
                    <a:pt x="0" y="361187"/>
                  </a:moveTo>
                  <a:lnTo>
                    <a:pt x="0" y="0"/>
                  </a:lnTo>
                </a:path>
              </a:pathLst>
            </a:custGeom>
            <a:ln w="15239">
              <a:solidFill>
                <a:srgbClr val="000000"/>
              </a:solidFill>
            </a:ln>
          </p:spPr>
          <p:txBody>
            <a:bodyPr wrap="square" lIns="0" tIns="0" rIns="0" bIns="0" rtlCol="0"/>
            <a:lstStyle/>
            <a:p>
              <a:endParaRPr/>
            </a:p>
          </p:txBody>
        </p:sp>
        <p:sp>
          <p:nvSpPr>
            <p:cNvPr id="40" name="object 40"/>
            <p:cNvSpPr/>
            <p:nvPr/>
          </p:nvSpPr>
          <p:spPr>
            <a:xfrm>
              <a:off x="3837431" y="5394959"/>
              <a:ext cx="134111" cy="286511"/>
            </a:xfrm>
            <a:prstGeom prst="rect">
              <a:avLst/>
            </a:prstGeom>
            <a:blipFill>
              <a:blip r:embed="rId15" cstate="print"/>
              <a:stretch>
                <a:fillRect/>
              </a:stretch>
            </a:blipFill>
          </p:spPr>
          <p:txBody>
            <a:bodyPr wrap="square" lIns="0" tIns="0" rIns="0" bIns="0" rtlCol="0"/>
            <a:lstStyle/>
            <a:p>
              <a:endParaRPr/>
            </a:p>
          </p:txBody>
        </p:sp>
        <p:sp>
          <p:nvSpPr>
            <p:cNvPr id="41" name="object 41"/>
            <p:cNvSpPr/>
            <p:nvPr/>
          </p:nvSpPr>
          <p:spPr>
            <a:xfrm>
              <a:off x="3837431" y="4221479"/>
              <a:ext cx="134111" cy="286511"/>
            </a:xfrm>
            <a:prstGeom prst="rect">
              <a:avLst/>
            </a:prstGeom>
            <a:blipFill>
              <a:blip r:embed="rId16" cstate="print"/>
              <a:stretch>
                <a:fillRect/>
              </a:stretch>
            </a:blipFill>
          </p:spPr>
          <p:txBody>
            <a:bodyPr wrap="square" lIns="0" tIns="0" rIns="0" bIns="0" rtlCol="0"/>
            <a:lstStyle/>
            <a:p>
              <a:endParaRPr/>
            </a:p>
          </p:txBody>
        </p:sp>
        <p:sp>
          <p:nvSpPr>
            <p:cNvPr id="42" name="object 42"/>
            <p:cNvSpPr/>
            <p:nvPr/>
          </p:nvSpPr>
          <p:spPr>
            <a:xfrm>
              <a:off x="1118616" y="4703063"/>
              <a:ext cx="102108" cy="109728"/>
            </a:xfrm>
            <a:prstGeom prst="rect">
              <a:avLst/>
            </a:prstGeom>
            <a:blipFill>
              <a:blip r:embed="rId17" cstate="print"/>
              <a:stretch>
                <a:fillRect/>
              </a:stretch>
            </a:blipFill>
          </p:spPr>
          <p:txBody>
            <a:bodyPr wrap="square" lIns="0" tIns="0" rIns="0" bIns="0" rtlCol="0"/>
            <a:lstStyle/>
            <a:p>
              <a:endParaRPr/>
            </a:p>
          </p:txBody>
        </p:sp>
        <p:sp>
          <p:nvSpPr>
            <p:cNvPr id="43" name="object 43"/>
            <p:cNvSpPr/>
            <p:nvPr/>
          </p:nvSpPr>
          <p:spPr>
            <a:xfrm>
              <a:off x="1219200" y="4788408"/>
              <a:ext cx="143256" cy="76200"/>
            </a:xfrm>
            <a:prstGeom prst="rect">
              <a:avLst/>
            </a:prstGeom>
            <a:blipFill>
              <a:blip r:embed="rId18" cstate="print"/>
              <a:stretch>
                <a:fillRect/>
              </a:stretch>
            </a:blipFill>
          </p:spPr>
          <p:txBody>
            <a:bodyPr wrap="square" lIns="0" tIns="0" rIns="0" bIns="0" rtlCol="0"/>
            <a:lstStyle/>
            <a:p>
              <a:endParaRPr/>
            </a:p>
          </p:txBody>
        </p:sp>
        <p:sp>
          <p:nvSpPr>
            <p:cNvPr id="44" name="object 44"/>
            <p:cNvSpPr/>
            <p:nvPr/>
          </p:nvSpPr>
          <p:spPr>
            <a:xfrm>
              <a:off x="1850135" y="4300727"/>
              <a:ext cx="288290" cy="1283335"/>
            </a:xfrm>
            <a:custGeom>
              <a:avLst/>
              <a:gdLst/>
              <a:ahLst/>
              <a:cxnLst/>
              <a:rect l="l" t="t" r="r" b="b"/>
              <a:pathLst>
                <a:path w="288289" h="1283335">
                  <a:moveTo>
                    <a:pt x="0" y="0"/>
                  </a:moveTo>
                  <a:lnTo>
                    <a:pt x="288035" y="0"/>
                  </a:lnTo>
                </a:path>
                <a:path w="288289" h="1283335">
                  <a:moveTo>
                    <a:pt x="288035" y="108203"/>
                  </a:moveTo>
                  <a:lnTo>
                    <a:pt x="241829" y="89788"/>
                  </a:lnTo>
                  <a:lnTo>
                    <a:pt x="193717" y="78739"/>
                  </a:lnTo>
                  <a:lnTo>
                    <a:pt x="144589" y="75056"/>
                  </a:lnTo>
                  <a:lnTo>
                    <a:pt x="95334" y="78739"/>
                  </a:lnTo>
                  <a:lnTo>
                    <a:pt x="46841" y="89788"/>
                  </a:lnTo>
                  <a:lnTo>
                    <a:pt x="0" y="108203"/>
                  </a:lnTo>
                </a:path>
                <a:path w="288289" h="1283335">
                  <a:moveTo>
                    <a:pt x="0" y="1175003"/>
                  </a:moveTo>
                  <a:lnTo>
                    <a:pt x="288035" y="1175003"/>
                  </a:lnTo>
                </a:path>
                <a:path w="288289" h="1283335">
                  <a:moveTo>
                    <a:pt x="288035" y="1283207"/>
                  </a:moveTo>
                  <a:lnTo>
                    <a:pt x="241829" y="1264157"/>
                  </a:lnTo>
                  <a:lnTo>
                    <a:pt x="193717" y="1252727"/>
                  </a:lnTo>
                  <a:lnTo>
                    <a:pt x="144589" y="1248917"/>
                  </a:lnTo>
                  <a:lnTo>
                    <a:pt x="95334" y="1252727"/>
                  </a:lnTo>
                  <a:lnTo>
                    <a:pt x="46841" y="1264157"/>
                  </a:lnTo>
                  <a:lnTo>
                    <a:pt x="0" y="1283207"/>
                  </a:lnTo>
                </a:path>
              </a:pathLst>
            </a:custGeom>
            <a:ln w="15239">
              <a:solidFill>
                <a:srgbClr val="000000"/>
              </a:solidFill>
            </a:ln>
          </p:spPr>
          <p:txBody>
            <a:bodyPr wrap="square" lIns="0" tIns="0" rIns="0" bIns="0" rtlCol="0"/>
            <a:lstStyle/>
            <a:p>
              <a:endParaRPr/>
            </a:p>
          </p:txBody>
        </p:sp>
        <p:sp>
          <p:nvSpPr>
            <p:cNvPr id="45" name="object 45"/>
            <p:cNvSpPr/>
            <p:nvPr/>
          </p:nvSpPr>
          <p:spPr>
            <a:xfrm>
              <a:off x="2194559" y="4303775"/>
              <a:ext cx="146303" cy="161544"/>
            </a:xfrm>
            <a:prstGeom prst="rect">
              <a:avLst/>
            </a:prstGeom>
            <a:blipFill>
              <a:blip r:embed="rId19" cstate="print"/>
              <a:stretch>
                <a:fillRect/>
              </a:stretch>
            </a:blipFill>
          </p:spPr>
          <p:txBody>
            <a:bodyPr wrap="square" lIns="0" tIns="0" rIns="0" bIns="0" rtlCol="0"/>
            <a:lstStyle/>
            <a:p>
              <a:endParaRPr/>
            </a:p>
          </p:txBody>
        </p:sp>
        <p:sp>
          <p:nvSpPr>
            <p:cNvPr id="46" name="object 46"/>
            <p:cNvSpPr/>
            <p:nvPr/>
          </p:nvSpPr>
          <p:spPr>
            <a:xfrm>
              <a:off x="2194559" y="5465063"/>
              <a:ext cx="152400" cy="163068"/>
            </a:xfrm>
            <a:prstGeom prst="rect">
              <a:avLst/>
            </a:prstGeom>
            <a:blipFill>
              <a:blip r:embed="rId20" cstate="print"/>
              <a:stretch>
                <a:fillRect/>
              </a:stretch>
            </a:blipFill>
          </p:spPr>
          <p:txBody>
            <a:bodyPr wrap="square" lIns="0" tIns="0" rIns="0" bIns="0" rtlCol="0"/>
            <a:lstStyle/>
            <a:p>
              <a:endParaRPr/>
            </a:p>
          </p:txBody>
        </p:sp>
      </p:grpSp>
      <p:sp>
        <p:nvSpPr>
          <p:cNvPr id="47" name="object 47"/>
          <p:cNvSpPr/>
          <p:nvPr/>
        </p:nvSpPr>
        <p:spPr>
          <a:xfrm>
            <a:off x="4789932" y="4302252"/>
            <a:ext cx="156972" cy="109728"/>
          </a:xfrm>
          <a:prstGeom prst="rect">
            <a:avLst/>
          </a:prstGeom>
          <a:blipFill>
            <a:blip r:embed="rId9" cstate="print"/>
            <a:stretch>
              <a:fillRect/>
            </a:stretch>
          </a:blipFill>
        </p:spPr>
        <p:txBody>
          <a:bodyPr wrap="square" lIns="0" tIns="0" rIns="0" bIns="0" rtlCol="0"/>
          <a:lstStyle/>
          <a:p>
            <a:endParaRPr/>
          </a:p>
        </p:txBody>
      </p:sp>
      <p:sp>
        <p:nvSpPr>
          <p:cNvPr id="48" name="object 48"/>
          <p:cNvSpPr/>
          <p:nvPr/>
        </p:nvSpPr>
        <p:spPr>
          <a:xfrm>
            <a:off x="4789932" y="5509259"/>
            <a:ext cx="175260" cy="109728"/>
          </a:xfrm>
          <a:prstGeom prst="rect">
            <a:avLst/>
          </a:prstGeom>
          <a:blipFill>
            <a:blip r:embed="rId10" cstate="print"/>
            <a:stretch>
              <a:fillRect/>
            </a:stretch>
          </a:blipFill>
        </p:spPr>
        <p:txBody>
          <a:bodyPr wrap="square" lIns="0" tIns="0" rIns="0" bIns="0" rtlCol="0"/>
          <a:lstStyle/>
          <a:p>
            <a:endParaRPr/>
          </a:p>
        </p:txBody>
      </p:sp>
      <p:sp>
        <p:nvSpPr>
          <p:cNvPr id="49" name="object 49"/>
          <p:cNvSpPr txBox="1"/>
          <p:nvPr/>
        </p:nvSpPr>
        <p:spPr>
          <a:xfrm>
            <a:off x="5377688" y="1422907"/>
            <a:ext cx="3537712" cy="1245235"/>
          </a:xfrm>
          <a:prstGeom prst="rect">
            <a:avLst/>
          </a:prstGeom>
        </p:spPr>
        <p:txBody>
          <a:bodyPr vert="horz" wrap="square" lIns="0" tIns="13335" rIns="0" bIns="0" rtlCol="0">
            <a:spAutoFit/>
          </a:bodyPr>
          <a:lstStyle/>
          <a:p>
            <a:pPr marL="355600" marR="5080" indent="-343535">
              <a:lnSpc>
                <a:spcPct val="100000"/>
              </a:lnSpc>
              <a:spcBef>
                <a:spcPts val="105"/>
              </a:spcBef>
              <a:buClr>
                <a:srgbClr val="E48312"/>
              </a:buClr>
              <a:buSzPct val="75000"/>
              <a:buFont typeface="Wingdings"/>
              <a:buChar char=""/>
              <a:tabLst>
                <a:tab pos="354965" algn="l"/>
                <a:tab pos="356235" algn="l"/>
              </a:tabLst>
            </a:pPr>
            <a:r>
              <a:rPr sz="2000" spc="-5" dirty="0">
                <a:latin typeface="Carlito"/>
                <a:cs typeface="Carlito"/>
              </a:rPr>
              <a:t>Switches S1 </a:t>
            </a:r>
            <a:r>
              <a:rPr sz="2000" dirty="0">
                <a:latin typeface="Carlito"/>
                <a:cs typeface="Carlito"/>
              </a:rPr>
              <a:t>and </a:t>
            </a:r>
            <a:r>
              <a:rPr sz="2000" spc="-5" dirty="0">
                <a:latin typeface="Carlito"/>
                <a:cs typeface="Carlito"/>
              </a:rPr>
              <a:t>S2</a:t>
            </a:r>
            <a:r>
              <a:rPr sz="2000" spc="-55" dirty="0">
                <a:latin typeface="Carlito"/>
                <a:cs typeface="Carlito"/>
              </a:rPr>
              <a:t> </a:t>
            </a:r>
            <a:r>
              <a:rPr sz="2000" spc="-5" dirty="0">
                <a:latin typeface="Carlito"/>
                <a:cs typeface="Carlito"/>
              </a:rPr>
              <a:t>used  </a:t>
            </a:r>
            <a:r>
              <a:rPr sz="2000" spc="-10" dirty="0">
                <a:latin typeface="Carlito"/>
                <a:cs typeface="Carlito"/>
              </a:rPr>
              <a:t>are </a:t>
            </a:r>
            <a:r>
              <a:rPr sz="2000" spc="-20" dirty="0">
                <a:latin typeface="Carlito"/>
                <a:cs typeface="Carlito"/>
              </a:rPr>
              <a:t>gate </a:t>
            </a:r>
            <a:r>
              <a:rPr sz="2000" spc="-10" dirty="0">
                <a:latin typeface="Carlito"/>
                <a:cs typeface="Carlito"/>
              </a:rPr>
              <a:t>commutated  </a:t>
            </a:r>
            <a:r>
              <a:rPr sz="2000" spc="-5" dirty="0">
                <a:latin typeface="Carlito"/>
                <a:cs typeface="Carlito"/>
              </a:rPr>
              <a:t>devices such </a:t>
            </a:r>
            <a:r>
              <a:rPr sz="2000" dirty="0">
                <a:latin typeface="Carlito"/>
                <a:cs typeface="Carlito"/>
              </a:rPr>
              <a:t>as </a:t>
            </a:r>
            <a:r>
              <a:rPr sz="2000" spc="-55" dirty="0">
                <a:latin typeface="Carlito"/>
                <a:cs typeface="Carlito"/>
              </a:rPr>
              <a:t>BJT,  </a:t>
            </a:r>
            <a:r>
              <a:rPr sz="2000" spc="-30" dirty="0">
                <a:latin typeface="Carlito"/>
                <a:cs typeface="Carlito"/>
              </a:rPr>
              <a:t>MOSFET, </a:t>
            </a:r>
            <a:r>
              <a:rPr sz="2000" spc="-55" dirty="0">
                <a:latin typeface="Carlito"/>
                <a:cs typeface="Carlito"/>
              </a:rPr>
              <a:t>IGBT, </a:t>
            </a:r>
            <a:r>
              <a:rPr sz="2000" spc="-30" dirty="0">
                <a:latin typeface="Carlito"/>
                <a:cs typeface="Carlito"/>
              </a:rPr>
              <a:t>GTO</a:t>
            </a:r>
            <a:r>
              <a:rPr sz="2000" spc="45" dirty="0">
                <a:latin typeface="Carlito"/>
                <a:cs typeface="Carlito"/>
              </a:rPr>
              <a:t> </a:t>
            </a:r>
            <a:r>
              <a:rPr sz="2000" spc="-15" dirty="0">
                <a:latin typeface="Carlito"/>
                <a:cs typeface="Carlito"/>
              </a:rPr>
              <a:t>etc</a:t>
            </a:r>
            <a:endParaRPr sz="2000">
              <a:latin typeface="Carlito"/>
              <a:cs typeface="Carlito"/>
            </a:endParaRPr>
          </a:p>
        </p:txBody>
      </p:sp>
      <p:sp>
        <p:nvSpPr>
          <p:cNvPr id="50" name="object 50"/>
          <p:cNvSpPr txBox="1"/>
          <p:nvPr/>
        </p:nvSpPr>
        <p:spPr>
          <a:xfrm>
            <a:off x="5410200" y="2971800"/>
            <a:ext cx="3505200" cy="1245870"/>
          </a:xfrm>
          <a:prstGeom prst="rect">
            <a:avLst/>
          </a:prstGeom>
        </p:spPr>
        <p:txBody>
          <a:bodyPr vert="horz" wrap="square" lIns="0" tIns="13335" rIns="0" bIns="0" rtlCol="0">
            <a:spAutoFit/>
          </a:bodyPr>
          <a:lstStyle/>
          <a:p>
            <a:pPr marL="355600" marR="5080" indent="-343535">
              <a:lnSpc>
                <a:spcPct val="100000"/>
              </a:lnSpc>
              <a:spcBef>
                <a:spcPts val="105"/>
              </a:spcBef>
              <a:buClr>
                <a:srgbClr val="E48312"/>
              </a:buClr>
              <a:buSzPct val="75000"/>
              <a:buFont typeface="Wingdings"/>
              <a:buChar char=""/>
              <a:tabLst>
                <a:tab pos="354965" algn="l"/>
                <a:tab pos="356235" algn="l"/>
              </a:tabLst>
            </a:pPr>
            <a:r>
              <a:rPr sz="2000" spc="-5" dirty="0">
                <a:latin typeface="Carlito"/>
                <a:cs typeface="Carlito"/>
              </a:rPr>
              <a:t>S1 </a:t>
            </a:r>
            <a:r>
              <a:rPr sz="2000" dirty="0">
                <a:latin typeface="Carlito"/>
                <a:cs typeface="Carlito"/>
              </a:rPr>
              <a:t>and </a:t>
            </a:r>
            <a:r>
              <a:rPr sz="2000" spc="-5" dirty="0">
                <a:latin typeface="Carlito"/>
                <a:cs typeface="Carlito"/>
              </a:rPr>
              <a:t>S2 </a:t>
            </a:r>
            <a:r>
              <a:rPr sz="2000" spc="-10" dirty="0">
                <a:latin typeface="Carlito"/>
                <a:cs typeface="Carlito"/>
              </a:rPr>
              <a:t>are </a:t>
            </a:r>
            <a:r>
              <a:rPr sz="2000" dirty="0">
                <a:latin typeface="Carlito"/>
                <a:cs typeface="Carlito"/>
              </a:rPr>
              <a:t>turned</a:t>
            </a:r>
            <a:r>
              <a:rPr sz="2000" spc="-50" dirty="0">
                <a:latin typeface="Carlito"/>
                <a:cs typeface="Carlito"/>
              </a:rPr>
              <a:t> </a:t>
            </a:r>
            <a:r>
              <a:rPr sz="2000" spc="-5" dirty="0">
                <a:latin typeface="Carlito"/>
                <a:cs typeface="Carlito"/>
              </a:rPr>
              <a:t>on  </a:t>
            </a:r>
            <a:r>
              <a:rPr sz="2000" spc="-10" dirty="0">
                <a:latin typeface="Carlito"/>
                <a:cs typeface="Carlito"/>
              </a:rPr>
              <a:t>alternately </a:t>
            </a:r>
            <a:r>
              <a:rPr sz="2000" spc="-15" dirty="0">
                <a:latin typeface="Carlito"/>
                <a:cs typeface="Carlito"/>
              </a:rPr>
              <a:t>to </a:t>
            </a:r>
            <a:r>
              <a:rPr sz="2000" spc="-10" dirty="0">
                <a:latin typeface="Carlito"/>
                <a:cs typeface="Carlito"/>
              </a:rPr>
              <a:t>produce  </a:t>
            </a:r>
            <a:r>
              <a:rPr sz="2000" dirty="0">
                <a:latin typeface="Carlito"/>
                <a:cs typeface="Carlito"/>
              </a:rPr>
              <a:t>an ac </a:t>
            </a:r>
            <a:r>
              <a:rPr sz="2000" spc="-10" dirty="0">
                <a:latin typeface="Carlito"/>
                <a:cs typeface="Carlito"/>
              </a:rPr>
              <a:t>voltage across </a:t>
            </a:r>
            <a:r>
              <a:rPr sz="2000" dirty="0">
                <a:latin typeface="Carlito"/>
                <a:cs typeface="Carlito"/>
              </a:rPr>
              <a:t>the  </a:t>
            </a:r>
            <a:r>
              <a:rPr sz="2000" spc="-5" dirty="0">
                <a:latin typeface="Carlito"/>
                <a:cs typeface="Carlito"/>
              </a:rPr>
              <a:t>load</a:t>
            </a:r>
            <a:endParaRPr sz="2000">
              <a:latin typeface="Carlito"/>
              <a:cs typeface="Carlito"/>
            </a:endParaRPr>
          </a:p>
        </p:txBody>
      </p:sp>
      <p:sp>
        <p:nvSpPr>
          <p:cNvPr id="51" name="object 51"/>
          <p:cNvSpPr txBox="1"/>
          <p:nvPr/>
        </p:nvSpPr>
        <p:spPr>
          <a:xfrm>
            <a:off x="5486400" y="4572000"/>
            <a:ext cx="3276600" cy="1243930"/>
          </a:xfrm>
          <a:prstGeom prst="rect">
            <a:avLst/>
          </a:prstGeom>
        </p:spPr>
        <p:txBody>
          <a:bodyPr vert="horz" wrap="square" lIns="0" tIns="12700" rIns="0" bIns="0" rtlCol="0">
            <a:spAutoFit/>
          </a:bodyPr>
          <a:lstStyle/>
          <a:p>
            <a:pPr marL="355600" marR="5080" indent="-343535">
              <a:lnSpc>
                <a:spcPct val="100000"/>
              </a:lnSpc>
              <a:spcBef>
                <a:spcPts val="100"/>
              </a:spcBef>
              <a:buClr>
                <a:srgbClr val="E48312"/>
              </a:buClr>
              <a:buSzPct val="75000"/>
              <a:buFont typeface="Wingdings"/>
              <a:buChar char=""/>
              <a:tabLst>
                <a:tab pos="354965" algn="l"/>
                <a:tab pos="356235" algn="l"/>
              </a:tabLst>
            </a:pPr>
            <a:r>
              <a:rPr sz="2000" spc="-10" dirty="0">
                <a:latin typeface="Carlito"/>
                <a:cs typeface="Carlito"/>
              </a:rPr>
              <a:t>Each switch </a:t>
            </a:r>
            <a:r>
              <a:rPr sz="2000" spc="-5" dirty="0">
                <a:latin typeface="Carlito"/>
                <a:cs typeface="Carlito"/>
              </a:rPr>
              <a:t>is </a:t>
            </a:r>
            <a:r>
              <a:rPr sz="2000" dirty="0">
                <a:latin typeface="Carlito"/>
                <a:cs typeface="Carlito"/>
              </a:rPr>
              <a:t>ON </a:t>
            </a:r>
            <a:r>
              <a:rPr sz="2000" spc="-20" dirty="0">
                <a:latin typeface="Carlito"/>
                <a:cs typeface="Carlito"/>
              </a:rPr>
              <a:t>for  </a:t>
            </a:r>
            <a:r>
              <a:rPr sz="2000" spc="-5" dirty="0">
                <a:latin typeface="Carlito"/>
                <a:cs typeface="Carlito"/>
              </a:rPr>
              <a:t>half </a:t>
            </a:r>
            <a:r>
              <a:rPr sz="2000" dirty="0">
                <a:latin typeface="Carlito"/>
                <a:cs typeface="Carlito"/>
              </a:rPr>
              <a:t>time </a:t>
            </a:r>
            <a:r>
              <a:rPr sz="2000" spc="-5" dirty="0">
                <a:latin typeface="Carlito"/>
                <a:cs typeface="Carlito"/>
              </a:rPr>
              <a:t>period </a:t>
            </a:r>
            <a:r>
              <a:rPr sz="2000" spc="-25" dirty="0">
                <a:latin typeface="Carlito"/>
                <a:cs typeface="Carlito"/>
              </a:rPr>
              <a:t>(T/2) </a:t>
            </a:r>
            <a:r>
              <a:rPr sz="2000" spc="-5" dirty="0">
                <a:latin typeface="Carlito"/>
                <a:cs typeface="Carlito"/>
              </a:rPr>
              <a:t>of  </a:t>
            </a:r>
            <a:r>
              <a:rPr sz="2000" dirty="0">
                <a:latin typeface="Carlito"/>
                <a:cs typeface="Carlito"/>
              </a:rPr>
              <a:t>the </a:t>
            </a:r>
            <a:r>
              <a:rPr sz="2000" spc="-5" dirty="0">
                <a:latin typeface="Carlito"/>
                <a:cs typeface="Carlito"/>
              </a:rPr>
              <a:t>desired</a:t>
            </a:r>
            <a:r>
              <a:rPr sz="2000" spc="-20" dirty="0">
                <a:latin typeface="Carlito"/>
                <a:cs typeface="Carlito"/>
              </a:rPr>
              <a:t> </a:t>
            </a:r>
            <a:r>
              <a:rPr sz="2000" spc="-5" dirty="0">
                <a:latin typeface="Carlito"/>
                <a:cs typeface="Carlito"/>
              </a:rPr>
              <a:t>frequency</a:t>
            </a:r>
            <a:endParaRPr sz="2000">
              <a:latin typeface="Carlito"/>
              <a:cs typeface="Carlito"/>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ingle Phase Half Bridge Inverter - RL Load - Quick Lea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2400"/>
            <a:ext cx="6267450" cy="6219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7876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1600200" y="990600"/>
            <a:ext cx="5819160" cy="4076700"/>
          </a:xfrm>
          <a:prstGeom prst="rect">
            <a:avLst/>
          </a:prstGeom>
          <a:noFill/>
          <a:ln w="9525">
            <a:noFill/>
            <a:miter lim="800000"/>
            <a:headEnd/>
            <a:tailEnd/>
          </a:ln>
          <a:effectLst/>
        </p:spPr>
      </p:pic>
    </p:spTree>
    <p:extLst>
      <p:ext uri="{BB962C8B-B14F-4D97-AF65-F5344CB8AC3E}">
        <p14:creationId xmlns:p14="http://schemas.microsoft.com/office/powerpoint/2010/main" val="13966366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srcRect/>
          <a:stretch>
            <a:fillRect/>
          </a:stretch>
        </p:blipFill>
        <p:spPr bwMode="auto">
          <a:xfrm>
            <a:off x="533400" y="457200"/>
            <a:ext cx="4262438" cy="3884953"/>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a:srcRect/>
          <a:stretch>
            <a:fillRect/>
          </a:stretch>
        </p:blipFill>
        <p:spPr bwMode="auto">
          <a:xfrm>
            <a:off x="5181599" y="1752600"/>
            <a:ext cx="3748049" cy="381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295400" y="457200"/>
            <a:ext cx="6212400" cy="4724400"/>
          </a:xfrm>
          <a:prstGeom prst="rect">
            <a:avLst/>
          </a:prstGeom>
          <a:noFill/>
          <a:ln w="9525">
            <a:noFill/>
            <a:miter lim="800000"/>
            <a:headEnd/>
            <a:tailEnd/>
          </a:ln>
          <a:effectLst/>
        </p:spPr>
      </p:pic>
      <p:sp>
        <p:nvSpPr>
          <p:cNvPr id="5" name="TextBox 4"/>
          <p:cNvSpPr txBox="1"/>
          <p:nvPr/>
        </p:nvSpPr>
        <p:spPr>
          <a:xfrm>
            <a:off x="1219200" y="5638800"/>
            <a:ext cx="6486456" cy="369332"/>
          </a:xfrm>
          <a:prstGeom prst="rect">
            <a:avLst/>
          </a:prstGeom>
          <a:noFill/>
        </p:spPr>
        <p:txBody>
          <a:bodyPr wrap="none" rtlCol="0">
            <a:spAutoFit/>
          </a:bodyPr>
          <a:lstStyle/>
          <a:p>
            <a:pPr>
              <a:buFont typeface="Arial" pitchFamily="34" charset="0"/>
              <a:buChar char="•"/>
            </a:pPr>
            <a:r>
              <a:rPr lang="en-US" dirty="0" smtClean="0"/>
              <a:t>  Due to quarter wave symmetry along time axis, a</a:t>
            </a:r>
            <a:r>
              <a:rPr lang="en-US" sz="1100" dirty="0" smtClean="0"/>
              <a:t>0</a:t>
            </a:r>
            <a:r>
              <a:rPr lang="en-US" dirty="0" smtClean="0"/>
              <a:t> and a</a:t>
            </a:r>
            <a:r>
              <a:rPr lang="en-US" sz="1100" dirty="0" smtClean="0"/>
              <a:t>n</a:t>
            </a:r>
            <a:r>
              <a:rPr lang="en-US" dirty="0" smtClean="0"/>
              <a:t> are zero</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1524000" y="685800"/>
            <a:ext cx="5638800" cy="351127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5118100" cy="566822"/>
          </a:xfrm>
          <a:prstGeom prst="rect">
            <a:avLst/>
          </a:prstGeom>
        </p:spPr>
        <p:txBody>
          <a:bodyPr vert="horz" wrap="square" lIns="0" tIns="12700" rIns="0" bIns="0" rtlCol="0">
            <a:spAutoFit/>
          </a:bodyPr>
          <a:lstStyle/>
          <a:p>
            <a:pPr marL="12700">
              <a:lnSpc>
                <a:spcPct val="100000"/>
              </a:lnSpc>
              <a:spcBef>
                <a:spcPts val="100"/>
              </a:spcBef>
            </a:pPr>
            <a:r>
              <a:rPr lang="en-US" sz="3600" spc="-360" dirty="0" smtClean="0">
                <a:solidFill>
                  <a:srgbClr val="002060"/>
                </a:solidFill>
              </a:rPr>
              <a:t>1- Phase </a:t>
            </a:r>
            <a:r>
              <a:rPr sz="3600" spc="-360" smtClean="0">
                <a:solidFill>
                  <a:srgbClr val="002060"/>
                </a:solidFill>
              </a:rPr>
              <a:t>Full </a:t>
            </a:r>
            <a:r>
              <a:rPr sz="3600" spc="-310" dirty="0">
                <a:solidFill>
                  <a:srgbClr val="002060"/>
                </a:solidFill>
              </a:rPr>
              <a:t>bridge</a:t>
            </a:r>
            <a:r>
              <a:rPr sz="3600" spc="-575" dirty="0">
                <a:solidFill>
                  <a:srgbClr val="002060"/>
                </a:solidFill>
              </a:rPr>
              <a:t> </a:t>
            </a:r>
            <a:r>
              <a:rPr sz="3600" spc="-370" dirty="0">
                <a:solidFill>
                  <a:srgbClr val="002060"/>
                </a:solidFill>
              </a:rPr>
              <a:t>inverter</a:t>
            </a:r>
            <a:endParaRPr sz="3600"/>
          </a:p>
        </p:txBody>
      </p:sp>
      <p:grpSp>
        <p:nvGrpSpPr>
          <p:cNvPr id="4" name="object 4"/>
          <p:cNvGrpSpPr/>
          <p:nvPr/>
        </p:nvGrpSpPr>
        <p:grpSpPr>
          <a:xfrm>
            <a:off x="1656588" y="1468373"/>
            <a:ext cx="5557520" cy="2729865"/>
            <a:chOff x="1656588" y="1468373"/>
            <a:chExt cx="5557520" cy="2729865"/>
          </a:xfrm>
        </p:grpSpPr>
        <p:sp>
          <p:nvSpPr>
            <p:cNvPr id="5" name="object 5"/>
            <p:cNvSpPr/>
            <p:nvPr/>
          </p:nvSpPr>
          <p:spPr>
            <a:xfrm>
              <a:off x="1882140" y="1478279"/>
              <a:ext cx="5186680" cy="2710180"/>
            </a:xfrm>
            <a:custGeom>
              <a:avLst/>
              <a:gdLst/>
              <a:ahLst/>
              <a:cxnLst/>
              <a:rect l="l" t="t" r="r" b="b"/>
              <a:pathLst>
                <a:path w="5186680" h="2710179">
                  <a:moveTo>
                    <a:pt x="0" y="0"/>
                  </a:moveTo>
                  <a:lnTo>
                    <a:pt x="5186171" y="0"/>
                  </a:lnTo>
                </a:path>
                <a:path w="5186680" h="2710179">
                  <a:moveTo>
                    <a:pt x="5186171" y="2709671"/>
                  </a:moveTo>
                  <a:lnTo>
                    <a:pt x="0" y="2709671"/>
                  </a:lnTo>
                </a:path>
                <a:path w="5186680" h="2710179">
                  <a:moveTo>
                    <a:pt x="1126235" y="2709671"/>
                  </a:moveTo>
                  <a:lnTo>
                    <a:pt x="1126235" y="2240279"/>
                  </a:lnTo>
                </a:path>
              </a:pathLst>
            </a:custGeom>
            <a:ln w="19811">
              <a:solidFill>
                <a:srgbClr val="000000"/>
              </a:solidFill>
            </a:ln>
          </p:spPr>
          <p:txBody>
            <a:bodyPr wrap="square" lIns="0" tIns="0" rIns="0" bIns="0" rtlCol="0"/>
            <a:lstStyle/>
            <a:p>
              <a:endParaRPr/>
            </a:p>
          </p:txBody>
        </p:sp>
        <p:sp>
          <p:nvSpPr>
            <p:cNvPr id="6" name="object 6"/>
            <p:cNvSpPr/>
            <p:nvPr/>
          </p:nvSpPr>
          <p:spPr>
            <a:xfrm>
              <a:off x="3776472" y="1994915"/>
              <a:ext cx="269875" cy="181610"/>
            </a:xfrm>
            <a:custGeom>
              <a:avLst/>
              <a:gdLst/>
              <a:ahLst/>
              <a:cxnLst/>
              <a:rect l="l" t="t" r="r" b="b"/>
              <a:pathLst>
                <a:path w="269875" h="181610">
                  <a:moveTo>
                    <a:pt x="134112" y="0"/>
                  </a:moveTo>
                  <a:lnTo>
                    <a:pt x="0" y="181356"/>
                  </a:lnTo>
                  <a:lnTo>
                    <a:pt x="269748" y="181356"/>
                  </a:lnTo>
                  <a:lnTo>
                    <a:pt x="134112" y="0"/>
                  </a:lnTo>
                  <a:close/>
                </a:path>
              </a:pathLst>
            </a:custGeom>
            <a:solidFill>
              <a:srgbClr val="808080"/>
            </a:solidFill>
          </p:spPr>
          <p:txBody>
            <a:bodyPr wrap="square" lIns="0" tIns="0" rIns="0" bIns="0" rtlCol="0"/>
            <a:lstStyle/>
            <a:p>
              <a:endParaRPr/>
            </a:p>
          </p:txBody>
        </p:sp>
        <p:sp>
          <p:nvSpPr>
            <p:cNvPr id="7" name="object 7"/>
            <p:cNvSpPr/>
            <p:nvPr/>
          </p:nvSpPr>
          <p:spPr>
            <a:xfrm>
              <a:off x="3776472" y="1906523"/>
              <a:ext cx="269875" cy="361315"/>
            </a:xfrm>
            <a:custGeom>
              <a:avLst/>
              <a:gdLst/>
              <a:ahLst/>
              <a:cxnLst/>
              <a:rect l="l" t="t" r="r" b="b"/>
              <a:pathLst>
                <a:path w="269875" h="361314">
                  <a:moveTo>
                    <a:pt x="0" y="269747"/>
                  </a:moveTo>
                  <a:lnTo>
                    <a:pt x="134111" y="88391"/>
                  </a:lnTo>
                  <a:lnTo>
                    <a:pt x="269747" y="269747"/>
                  </a:lnTo>
                  <a:lnTo>
                    <a:pt x="0" y="269747"/>
                  </a:lnTo>
                  <a:close/>
                </a:path>
                <a:path w="269875" h="361314">
                  <a:moveTo>
                    <a:pt x="0" y="88391"/>
                  </a:moveTo>
                  <a:lnTo>
                    <a:pt x="269747" y="88391"/>
                  </a:lnTo>
                </a:path>
                <a:path w="269875" h="361314">
                  <a:moveTo>
                    <a:pt x="134111" y="88391"/>
                  </a:moveTo>
                  <a:lnTo>
                    <a:pt x="134111" y="0"/>
                  </a:lnTo>
                </a:path>
                <a:path w="269875" h="361314">
                  <a:moveTo>
                    <a:pt x="134111" y="271271"/>
                  </a:moveTo>
                  <a:lnTo>
                    <a:pt x="134111" y="361187"/>
                  </a:lnTo>
                </a:path>
              </a:pathLst>
            </a:custGeom>
            <a:ln w="19811">
              <a:solidFill>
                <a:srgbClr val="000000"/>
              </a:solidFill>
            </a:ln>
          </p:spPr>
          <p:txBody>
            <a:bodyPr wrap="square" lIns="0" tIns="0" rIns="0" bIns="0" rtlCol="0"/>
            <a:lstStyle/>
            <a:p>
              <a:endParaRPr/>
            </a:p>
          </p:txBody>
        </p:sp>
        <p:sp>
          <p:nvSpPr>
            <p:cNvPr id="8" name="object 8"/>
            <p:cNvSpPr/>
            <p:nvPr/>
          </p:nvSpPr>
          <p:spPr>
            <a:xfrm>
              <a:off x="3776472" y="3462527"/>
              <a:ext cx="269875" cy="181610"/>
            </a:xfrm>
            <a:custGeom>
              <a:avLst/>
              <a:gdLst/>
              <a:ahLst/>
              <a:cxnLst/>
              <a:rect l="l" t="t" r="r" b="b"/>
              <a:pathLst>
                <a:path w="269875" h="181610">
                  <a:moveTo>
                    <a:pt x="134112" y="0"/>
                  </a:moveTo>
                  <a:lnTo>
                    <a:pt x="0" y="181356"/>
                  </a:lnTo>
                  <a:lnTo>
                    <a:pt x="269748" y="181356"/>
                  </a:lnTo>
                  <a:lnTo>
                    <a:pt x="134112" y="0"/>
                  </a:lnTo>
                  <a:close/>
                </a:path>
              </a:pathLst>
            </a:custGeom>
            <a:solidFill>
              <a:srgbClr val="808080"/>
            </a:solidFill>
          </p:spPr>
          <p:txBody>
            <a:bodyPr wrap="square" lIns="0" tIns="0" rIns="0" bIns="0" rtlCol="0"/>
            <a:lstStyle/>
            <a:p>
              <a:endParaRPr/>
            </a:p>
          </p:txBody>
        </p:sp>
        <p:sp>
          <p:nvSpPr>
            <p:cNvPr id="9" name="object 9"/>
            <p:cNvSpPr/>
            <p:nvPr/>
          </p:nvSpPr>
          <p:spPr>
            <a:xfrm>
              <a:off x="3008375" y="1478279"/>
              <a:ext cx="1038225" cy="2710180"/>
            </a:xfrm>
            <a:custGeom>
              <a:avLst/>
              <a:gdLst/>
              <a:ahLst/>
              <a:cxnLst/>
              <a:rect l="l" t="t" r="r" b="b"/>
              <a:pathLst>
                <a:path w="1038225" h="2710179">
                  <a:moveTo>
                    <a:pt x="768095" y="2165603"/>
                  </a:moveTo>
                  <a:lnTo>
                    <a:pt x="902207" y="1984247"/>
                  </a:lnTo>
                  <a:lnTo>
                    <a:pt x="1037843" y="2165603"/>
                  </a:lnTo>
                  <a:lnTo>
                    <a:pt x="768095" y="2165603"/>
                  </a:lnTo>
                  <a:close/>
                </a:path>
                <a:path w="1038225" h="2710179">
                  <a:moveTo>
                    <a:pt x="768095" y="1984247"/>
                  </a:moveTo>
                  <a:lnTo>
                    <a:pt x="1037843" y="1984247"/>
                  </a:lnTo>
                </a:path>
                <a:path w="1038225" h="2710179">
                  <a:moveTo>
                    <a:pt x="902207" y="1984247"/>
                  </a:moveTo>
                  <a:lnTo>
                    <a:pt x="902207" y="1895855"/>
                  </a:lnTo>
                </a:path>
                <a:path w="1038225" h="2710179">
                  <a:moveTo>
                    <a:pt x="902207" y="2167127"/>
                  </a:moveTo>
                  <a:lnTo>
                    <a:pt x="902207" y="2257043"/>
                  </a:lnTo>
                </a:path>
                <a:path w="1038225" h="2710179">
                  <a:moveTo>
                    <a:pt x="902207" y="1918715"/>
                  </a:moveTo>
                  <a:lnTo>
                    <a:pt x="902207" y="789431"/>
                  </a:lnTo>
                </a:path>
                <a:path w="1038225" h="2710179">
                  <a:moveTo>
                    <a:pt x="902207" y="2257043"/>
                  </a:moveTo>
                  <a:lnTo>
                    <a:pt x="902207" y="2709671"/>
                  </a:lnTo>
                </a:path>
                <a:path w="1038225" h="2710179">
                  <a:moveTo>
                    <a:pt x="0" y="451103"/>
                  </a:moveTo>
                  <a:lnTo>
                    <a:pt x="0" y="0"/>
                  </a:lnTo>
                </a:path>
                <a:path w="1038225" h="2710179">
                  <a:moveTo>
                    <a:pt x="902207" y="451103"/>
                  </a:moveTo>
                  <a:lnTo>
                    <a:pt x="902207" y="0"/>
                  </a:lnTo>
                </a:path>
              </a:pathLst>
            </a:custGeom>
            <a:ln w="19811">
              <a:solidFill>
                <a:srgbClr val="000000"/>
              </a:solidFill>
            </a:ln>
          </p:spPr>
          <p:txBody>
            <a:bodyPr wrap="square" lIns="0" tIns="0" rIns="0" bIns="0" rtlCol="0"/>
            <a:lstStyle/>
            <a:p>
              <a:endParaRPr/>
            </a:p>
          </p:txBody>
        </p:sp>
        <p:sp>
          <p:nvSpPr>
            <p:cNvPr id="10" name="object 10"/>
            <p:cNvSpPr/>
            <p:nvPr/>
          </p:nvSpPr>
          <p:spPr>
            <a:xfrm>
              <a:off x="3238500" y="3528060"/>
              <a:ext cx="216408" cy="140207"/>
            </a:xfrm>
            <a:prstGeom prst="rect">
              <a:avLst/>
            </a:prstGeom>
            <a:blipFill>
              <a:blip r:embed="rId2" cstate="print"/>
              <a:stretch>
                <a:fillRect/>
              </a:stretch>
            </a:blipFill>
          </p:spPr>
          <p:txBody>
            <a:bodyPr wrap="square" lIns="0" tIns="0" rIns="0" bIns="0" rtlCol="0"/>
            <a:lstStyle/>
            <a:p>
              <a:endParaRPr/>
            </a:p>
          </p:txBody>
        </p:sp>
        <p:sp>
          <p:nvSpPr>
            <p:cNvPr id="11" name="object 11"/>
            <p:cNvSpPr/>
            <p:nvPr/>
          </p:nvSpPr>
          <p:spPr>
            <a:xfrm>
              <a:off x="4163568" y="3529583"/>
              <a:ext cx="220979" cy="137159"/>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3008375" y="1478279"/>
              <a:ext cx="4060190" cy="2710180"/>
            </a:xfrm>
            <a:custGeom>
              <a:avLst/>
              <a:gdLst/>
              <a:ahLst/>
              <a:cxnLst/>
              <a:rect l="l" t="t" r="r" b="b"/>
              <a:pathLst>
                <a:path w="4060190" h="2710179">
                  <a:moveTo>
                    <a:pt x="3159251" y="789431"/>
                  </a:moveTo>
                  <a:lnTo>
                    <a:pt x="3159251" y="1918715"/>
                  </a:lnTo>
                </a:path>
                <a:path w="4060190" h="2710179">
                  <a:moveTo>
                    <a:pt x="0" y="1895855"/>
                  </a:moveTo>
                  <a:lnTo>
                    <a:pt x="0" y="789431"/>
                  </a:lnTo>
                </a:path>
                <a:path w="4060190" h="2710179">
                  <a:moveTo>
                    <a:pt x="0" y="1354835"/>
                  </a:moveTo>
                  <a:lnTo>
                    <a:pt x="1578863" y="1354835"/>
                  </a:lnTo>
                </a:path>
                <a:path w="4060190" h="2710179">
                  <a:moveTo>
                    <a:pt x="4059935" y="1354835"/>
                  </a:moveTo>
                  <a:lnTo>
                    <a:pt x="2481071" y="1354835"/>
                  </a:lnTo>
                </a:path>
                <a:path w="4060190" h="2710179">
                  <a:moveTo>
                    <a:pt x="3159251" y="451103"/>
                  </a:moveTo>
                  <a:lnTo>
                    <a:pt x="3159251" y="0"/>
                  </a:lnTo>
                </a:path>
                <a:path w="4060190" h="2710179">
                  <a:moveTo>
                    <a:pt x="3159251" y="2257043"/>
                  </a:moveTo>
                  <a:lnTo>
                    <a:pt x="3159251" y="2709671"/>
                  </a:lnTo>
                </a:path>
              </a:pathLst>
            </a:custGeom>
            <a:ln w="19811">
              <a:solidFill>
                <a:srgbClr val="000000"/>
              </a:solidFill>
            </a:ln>
          </p:spPr>
          <p:txBody>
            <a:bodyPr wrap="square" lIns="0" tIns="0" rIns="0" bIns="0" rtlCol="0"/>
            <a:lstStyle/>
            <a:p>
              <a:endParaRPr/>
            </a:p>
          </p:txBody>
        </p:sp>
        <p:sp>
          <p:nvSpPr>
            <p:cNvPr id="13" name="object 13"/>
            <p:cNvSpPr/>
            <p:nvPr/>
          </p:nvSpPr>
          <p:spPr>
            <a:xfrm>
              <a:off x="4587240" y="2657855"/>
              <a:ext cx="902335" cy="350520"/>
            </a:xfrm>
            <a:custGeom>
              <a:avLst/>
              <a:gdLst/>
              <a:ahLst/>
              <a:cxnLst/>
              <a:rect l="l" t="t" r="r" b="b"/>
              <a:pathLst>
                <a:path w="902335" h="350519">
                  <a:moveTo>
                    <a:pt x="902208" y="0"/>
                  </a:moveTo>
                  <a:lnTo>
                    <a:pt x="0" y="0"/>
                  </a:lnTo>
                  <a:lnTo>
                    <a:pt x="0" y="350520"/>
                  </a:lnTo>
                  <a:lnTo>
                    <a:pt x="902208" y="350520"/>
                  </a:lnTo>
                  <a:lnTo>
                    <a:pt x="902208" y="0"/>
                  </a:lnTo>
                  <a:close/>
                </a:path>
              </a:pathLst>
            </a:custGeom>
            <a:solidFill>
              <a:srgbClr val="00FFFF"/>
            </a:solidFill>
          </p:spPr>
          <p:txBody>
            <a:bodyPr wrap="square" lIns="0" tIns="0" rIns="0" bIns="0" rtlCol="0"/>
            <a:lstStyle/>
            <a:p>
              <a:endParaRPr/>
            </a:p>
          </p:txBody>
        </p:sp>
        <p:sp>
          <p:nvSpPr>
            <p:cNvPr id="14" name="object 14"/>
            <p:cNvSpPr/>
            <p:nvPr/>
          </p:nvSpPr>
          <p:spPr>
            <a:xfrm>
              <a:off x="4587239" y="2657855"/>
              <a:ext cx="902335" cy="350520"/>
            </a:xfrm>
            <a:custGeom>
              <a:avLst/>
              <a:gdLst/>
              <a:ahLst/>
              <a:cxnLst/>
              <a:rect l="l" t="t" r="r" b="b"/>
              <a:pathLst>
                <a:path w="902335" h="350519">
                  <a:moveTo>
                    <a:pt x="0" y="350519"/>
                  </a:moveTo>
                  <a:lnTo>
                    <a:pt x="902207" y="350519"/>
                  </a:lnTo>
                  <a:lnTo>
                    <a:pt x="902207" y="0"/>
                  </a:lnTo>
                  <a:lnTo>
                    <a:pt x="0" y="0"/>
                  </a:lnTo>
                  <a:lnTo>
                    <a:pt x="0" y="350519"/>
                  </a:lnTo>
                  <a:close/>
                </a:path>
              </a:pathLst>
            </a:custGeom>
            <a:ln w="19811">
              <a:solidFill>
                <a:srgbClr val="000000"/>
              </a:solidFill>
            </a:ln>
          </p:spPr>
          <p:txBody>
            <a:bodyPr wrap="square" lIns="0" tIns="0" rIns="0" bIns="0" rtlCol="0"/>
            <a:lstStyle/>
            <a:p>
              <a:endParaRPr/>
            </a:p>
          </p:txBody>
        </p:sp>
        <p:sp>
          <p:nvSpPr>
            <p:cNvPr id="15" name="object 15"/>
            <p:cNvSpPr/>
            <p:nvPr/>
          </p:nvSpPr>
          <p:spPr>
            <a:xfrm>
              <a:off x="4780788" y="2756915"/>
              <a:ext cx="519684" cy="141732"/>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6396228" y="3547872"/>
              <a:ext cx="213359" cy="140207"/>
            </a:xfrm>
            <a:prstGeom prst="rect">
              <a:avLst/>
            </a:prstGeom>
            <a:blipFill>
              <a:blip r:embed="rId5" cstate="print"/>
              <a:stretch>
                <a:fillRect/>
              </a:stretch>
            </a:blipFill>
          </p:spPr>
          <p:txBody>
            <a:bodyPr wrap="square" lIns="0" tIns="0" rIns="0" bIns="0" rtlCol="0"/>
            <a:lstStyle/>
            <a:p>
              <a:endParaRPr/>
            </a:p>
          </p:txBody>
        </p:sp>
        <p:sp>
          <p:nvSpPr>
            <p:cNvPr id="17" name="object 17"/>
            <p:cNvSpPr/>
            <p:nvPr/>
          </p:nvSpPr>
          <p:spPr>
            <a:xfrm>
              <a:off x="6396228" y="2019299"/>
              <a:ext cx="214883" cy="140208"/>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1882140" y="1488947"/>
              <a:ext cx="0" cy="2687320"/>
            </a:xfrm>
            <a:custGeom>
              <a:avLst/>
              <a:gdLst/>
              <a:ahLst/>
              <a:cxnLst/>
              <a:rect l="l" t="t" r="r" b="b"/>
              <a:pathLst>
                <a:path h="2687320">
                  <a:moveTo>
                    <a:pt x="0" y="1287779"/>
                  </a:moveTo>
                  <a:lnTo>
                    <a:pt x="0" y="0"/>
                  </a:lnTo>
                </a:path>
                <a:path h="2687320">
                  <a:moveTo>
                    <a:pt x="0" y="2686811"/>
                  </a:moveTo>
                  <a:lnTo>
                    <a:pt x="0" y="1400555"/>
                  </a:lnTo>
                </a:path>
              </a:pathLst>
            </a:custGeom>
            <a:ln w="19811">
              <a:solidFill>
                <a:srgbClr val="000000"/>
              </a:solidFill>
            </a:ln>
          </p:spPr>
          <p:txBody>
            <a:bodyPr wrap="square" lIns="0" tIns="0" rIns="0" bIns="0" rtlCol="0"/>
            <a:lstStyle/>
            <a:p>
              <a:endParaRPr/>
            </a:p>
          </p:txBody>
        </p:sp>
        <p:sp>
          <p:nvSpPr>
            <p:cNvPr id="19" name="object 19"/>
            <p:cNvSpPr/>
            <p:nvPr/>
          </p:nvSpPr>
          <p:spPr>
            <a:xfrm>
              <a:off x="1656588" y="2776727"/>
              <a:ext cx="451484" cy="0"/>
            </a:xfrm>
            <a:custGeom>
              <a:avLst/>
              <a:gdLst/>
              <a:ahLst/>
              <a:cxnLst/>
              <a:rect l="l" t="t" r="r" b="b"/>
              <a:pathLst>
                <a:path w="451485">
                  <a:moveTo>
                    <a:pt x="0" y="0"/>
                  </a:moveTo>
                  <a:lnTo>
                    <a:pt x="451103" y="0"/>
                  </a:lnTo>
                </a:path>
              </a:pathLst>
            </a:custGeom>
            <a:ln w="35051">
              <a:solidFill>
                <a:srgbClr val="000000"/>
              </a:solidFill>
            </a:ln>
          </p:spPr>
          <p:txBody>
            <a:bodyPr wrap="square" lIns="0" tIns="0" rIns="0" bIns="0" rtlCol="0"/>
            <a:lstStyle/>
            <a:p>
              <a:endParaRPr/>
            </a:p>
          </p:txBody>
        </p:sp>
        <p:sp>
          <p:nvSpPr>
            <p:cNvPr id="20" name="object 20"/>
            <p:cNvSpPr/>
            <p:nvPr/>
          </p:nvSpPr>
          <p:spPr>
            <a:xfrm>
              <a:off x="1769364" y="2889503"/>
              <a:ext cx="226060" cy="0"/>
            </a:xfrm>
            <a:custGeom>
              <a:avLst/>
              <a:gdLst/>
              <a:ahLst/>
              <a:cxnLst/>
              <a:rect l="l" t="t" r="r" b="b"/>
              <a:pathLst>
                <a:path w="226060">
                  <a:moveTo>
                    <a:pt x="0" y="0"/>
                  </a:moveTo>
                  <a:lnTo>
                    <a:pt x="225551" y="0"/>
                  </a:lnTo>
                </a:path>
              </a:pathLst>
            </a:custGeom>
            <a:ln w="35051">
              <a:solidFill>
                <a:srgbClr val="000000"/>
              </a:solidFill>
            </a:ln>
          </p:spPr>
          <p:txBody>
            <a:bodyPr wrap="square" lIns="0" tIns="0" rIns="0" bIns="0" rtlCol="0"/>
            <a:lstStyle/>
            <a:p>
              <a:endParaRPr/>
            </a:p>
          </p:txBody>
        </p:sp>
        <p:sp>
          <p:nvSpPr>
            <p:cNvPr id="21" name="object 21"/>
            <p:cNvSpPr/>
            <p:nvPr/>
          </p:nvSpPr>
          <p:spPr>
            <a:xfrm>
              <a:off x="6932676" y="1994915"/>
              <a:ext cx="271780" cy="181610"/>
            </a:xfrm>
            <a:custGeom>
              <a:avLst/>
              <a:gdLst/>
              <a:ahLst/>
              <a:cxnLst/>
              <a:rect l="l" t="t" r="r" b="b"/>
              <a:pathLst>
                <a:path w="271779" h="181610">
                  <a:moveTo>
                    <a:pt x="135635" y="0"/>
                  </a:moveTo>
                  <a:lnTo>
                    <a:pt x="0" y="181356"/>
                  </a:lnTo>
                  <a:lnTo>
                    <a:pt x="271272" y="181356"/>
                  </a:lnTo>
                  <a:lnTo>
                    <a:pt x="135635" y="0"/>
                  </a:lnTo>
                  <a:close/>
                </a:path>
              </a:pathLst>
            </a:custGeom>
            <a:solidFill>
              <a:srgbClr val="808080"/>
            </a:solidFill>
          </p:spPr>
          <p:txBody>
            <a:bodyPr wrap="square" lIns="0" tIns="0" rIns="0" bIns="0" rtlCol="0"/>
            <a:lstStyle/>
            <a:p>
              <a:endParaRPr/>
            </a:p>
          </p:txBody>
        </p:sp>
        <p:sp>
          <p:nvSpPr>
            <p:cNvPr id="22" name="object 22"/>
            <p:cNvSpPr/>
            <p:nvPr/>
          </p:nvSpPr>
          <p:spPr>
            <a:xfrm>
              <a:off x="6932676" y="1906523"/>
              <a:ext cx="271780" cy="361315"/>
            </a:xfrm>
            <a:custGeom>
              <a:avLst/>
              <a:gdLst/>
              <a:ahLst/>
              <a:cxnLst/>
              <a:rect l="l" t="t" r="r" b="b"/>
              <a:pathLst>
                <a:path w="271779" h="361314">
                  <a:moveTo>
                    <a:pt x="0" y="269747"/>
                  </a:moveTo>
                  <a:lnTo>
                    <a:pt x="135635" y="88391"/>
                  </a:lnTo>
                  <a:lnTo>
                    <a:pt x="271271" y="269747"/>
                  </a:lnTo>
                  <a:lnTo>
                    <a:pt x="0" y="269747"/>
                  </a:lnTo>
                  <a:close/>
                </a:path>
                <a:path w="271779" h="361314">
                  <a:moveTo>
                    <a:pt x="0" y="88391"/>
                  </a:moveTo>
                  <a:lnTo>
                    <a:pt x="271271" y="88391"/>
                  </a:lnTo>
                </a:path>
                <a:path w="271779" h="361314">
                  <a:moveTo>
                    <a:pt x="135635" y="88391"/>
                  </a:moveTo>
                  <a:lnTo>
                    <a:pt x="135635" y="0"/>
                  </a:lnTo>
                </a:path>
                <a:path w="271779" h="361314">
                  <a:moveTo>
                    <a:pt x="135635" y="271271"/>
                  </a:moveTo>
                  <a:lnTo>
                    <a:pt x="135635" y="361187"/>
                  </a:lnTo>
                </a:path>
              </a:pathLst>
            </a:custGeom>
            <a:ln w="19811">
              <a:solidFill>
                <a:srgbClr val="000000"/>
              </a:solidFill>
            </a:ln>
          </p:spPr>
          <p:txBody>
            <a:bodyPr wrap="square" lIns="0" tIns="0" rIns="0" bIns="0" rtlCol="0"/>
            <a:lstStyle/>
            <a:p>
              <a:endParaRPr/>
            </a:p>
          </p:txBody>
        </p:sp>
        <p:sp>
          <p:nvSpPr>
            <p:cNvPr id="23" name="object 23"/>
            <p:cNvSpPr/>
            <p:nvPr/>
          </p:nvSpPr>
          <p:spPr>
            <a:xfrm>
              <a:off x="6932676" y="3462527"/>
              <a:ext cx="271780" cy="181610"/>
            </a:xfrm>
            <a:custGeom>
              <a:avLst/>
              <a:gdLst/>
              <a:ahLst/>
              <a:cxnLst/>
              <a:rect l="l" t="t" r="r" b="b"/>
              <a:pathLst>
                <a:path w="271779" h="181610">
                  <a:moveTo>
                    <a:pt x="135635" y="0"/>
                  </a:moveTo>
                  <a:lnTo>
                    <a:pt x="0" y="181356"/>
                  </a:lnTo>
                  <a:lnTo>
                    <a:pt x="271272" y="181356"/>
                  </a:lnTo>
                  <a:lnTo>
                    <a:pt x="135635" y="0"/>
                  </a:lnTo>
                  <a:close/>
                </a:path>
              </a:pathLst>
            </a:custGeom>
            <a:solidFill>
              <a:srgbClr val="808080"/>
            </a:solidFill>
          </p:spPr>
          <p:txBody>
            <a:bodyPr wrap="square" lIns="0" tIns="0" rIns="0" bIns="0" rtlCol="0"/>
            <a:lstStyle/>
            <a:p>
              <a:endParaRPr/>
            </a:p>
          </p:txBody>
        </p:sp>
        <p:sp>
          <p:nvSpPr>
            <p:cNvPr id="24" name="object 24"/>
            <p:cNvSpPr/>
            <p:nvPr/>
          </p:nvSpPr>
          <p:spPr>
            <a:xfrm>
              <a:off x="6932676" y="1478279"/>
              <a:ext cx="271780" cy="2710180"/>
            </a:xfrm>
            <a:custGeom>
              <a:avLst/>
              <a:gdLst/>
              <a:ahLst/>
              <a:cxnLst/>
              <a:rect l="l" t="t" r="r" b="b"/>
              <a:pathLst>
                <a:path w="271779" h="2710179">
                  <a:moveTo>
                    <a:pt x="0" y="2165603"/>
                  </a:moveTo>
                  <a:lnTo>
                    <a:pt x="135635" y="1984247"/>
                  </a:lnTo>
                  <a:lnTo>
                    <a:pt x="271271" y="2165603"/>
                  </a:lnTo>
                  <a:lnTo>
                    <a:pt x="0" y="2165603"/>
                  </a:lnTo>
                  <a:close/>
                </a:path>
                <a:path w="271779" h="2710179">
                  <a:moveTo>
                    <a:pt x="0" y="1984247"/>
                  </a:moveTo>
                  <a:lnTo>
                    <a:pt x="271271" y="1984247"/>
                  </a:lnTo>
                </a:path>
                <a:path w="271779" h="2710179">
                  <a:moveTo>
                    <a:pt x="135635" y="1984247"/>
                  </a:moveTo>
                  <a:lnTo>
                    <a:pt x="135635" y="1895855"/>
                  </a:lnTo>
                </a:path>
                <a:path w="271779" h="2710179">
                  <a:moveTo>
                    <a:pt x="135635" y="2167127"/>
                  </a:moveTo>
                  <a:lnTo>
                    <a:pt x="135635" y="2257043"/>
                  </a:lnTo>
                </a:path>
                <a:path w="271779" h="2710179">
                  <a:moveTo>
                    <a:pt x="135635" y="1918715"/>
                  </a:moveTo>
                  <a:lnTo>
                    <a:pt x="135635" y="789431"/>
                  </a:lnTo>
                </a:path>
                <a:path w="271779" h="2710179">
                  <a:moveTo>
                    <a:pt x="135635" y="2257043"/>
                  </a:moveTo>
                  <a:lnTo>
                    <a:pt x="135635" y="2709671"/>
                  </a:lnTo>
                </a:path>
                <a:path w="271779" h="2710179">
                  <a:moveTo>
                    <a:pt x="135635" y="451103"/>
                  </a:moveTo>
                  <a:lnTo>
                    <a:pt x="135635" y="0"/>
                  </a:lnTo>
                </a:path>
              </a:pathLst>
            </a:custGeom>
            <a:ln w="19811">
              <a:solidFill>
                <a:srgbClr val="000000"/>
              </a:solidFill>
            </a:ln>
          </p:spPr>
          <p:txBody>
            <a:bodyPr wrap="square" lIns="0" tIns="0" rIns="0" bIns="0" rtlCol="0"/>
            <a:lstStyle/>
            <a:p>
              <a:endParaRPr/>
            </a:p>
          </p:txBody>
        </p:sp>
        <p:sp>
          <p:nvSpPr>
            <p:cNvPr id="25" name="object 25"/>
            <p:cNvSpPr/>
            <p:nvPr/>
          </p:nvSpPr>
          <p:spPr>
            <a:xfrm>
              <a:off x="2967989" y="1919477"/>
              <a:ext cx="82295" cy="83819"/>
            </a:xfrm>
            <a:prstGeom prst="rect">
              <a:avLst/>
            </a:prstGeom>
            <a:blipFill>
              <a:blip r:embed="rId7" cstate="print"/>
              <a:stretch>
                <a:fillRect/>
              </a:stretch>
            </a:blipFill>
          </p:spPr>
          <p:txBody>
            <a:bodyPr wrap="square" lIns="0" tIns="0" rIns="0" bIns="0" rtlCol="0"/>
            <a:lstStyle/>
            <a:p>
              <a:endParaRPr/>
            </a:p>
          </p:txBody>
        </p:sp>
        <p:sp>
          <p:nvSpPr>
            <p:cNvPr id="26" name="object 26"/>
            <p:cNvSpPr/>
            <p:nvPr/>
          </p:nvSpPr>
          <p:spPr>
            <a:xfrm>
              <a:off x="2967989" y="2195321"/>
              <a:ext cx="82295" cy="82295"/>
            </a:xfrm>
            <a:prstGeom prst="rect">
              <a:avLst/>
            </a:prstGeom>
            <a:blipFill>
              <a:blip r:embed="rId8" cstate="print"/>
              <a:stretch>
                <a:fillRect/>
              </a:stretch>
            </a:blipFill>
          </p:spPr>
          <p:txBody>
            <a:bodyPr wrap="square" lIns="0" tIns="0" rIns="0" bIns="0" rtlCol="0"/>
            <a:lstStyle/>
            <a:p>
              <a:endParaRPr/>
            </a:p>
          </p:txBody>
        </p:sp>
        <p:sp>
          <p:nvSpPr>
            <p:cNvPr id="27" name="object 27"/>
            <p:cNvSpPr/>
            <p:nvPr/>
          </p:nvSpPr>
          <p:spPr>
            <a:xfrm>
              <a:off x="3026663" y="1993391"/>
              <a:ext cx="99060" cy="251460"/>
            </a:xfrm>
            <a:custGeom>
              <a:avLst/>
              <a:gdLst/>
              <a:ahLst/>
              <a:cxnLst/>
              <a:rect l="l" t="t" r="r" b="b"/>
              <a:pathLst>
                <a:path w="99060" h="251460">
                  <a:moveTo>
                    <a:pt x="0" y="0"/>
                  </a:moveTo>
                  <a:lnTo>
                    <a:pt x="99059" y="251459"/>
                  </a:lnTo>
                </a:path>
              </a:pathLst>
            </a:custGeom>
            <a:ln w="19811">
              <a:solidFill>
                <a:srgbClr val="000000"/>
              </a:solidFill>
            </a:ln>
          </p:spPr>
          <p:txBody>
            <a:bodyPr wrap="square" lIns="0" tIns="0" rIns="0" bIns="0" rtlCol="0"/>
            <a:lstStyle/>
            <a:p>
              <a:endParaRPr/>
            </a:p>
          </p:txBody>
        </p:sp>
        <p:sp>
          <p:nvSpPr>
            <p:cNvPr id="28" name="object 28"/>
            <p:cNvSpPr/>
            <p:nvPr/>
          </p:nvSpPr>
          <p:spPr>
            <a:xfrm>
              <a:off x="2969513" y="3373373"/>
              <a:ext cx="83819" cy="83819"/>
            </a:xfrm>
            <a:prstGeom prst="rect">
              <a:avLst/>
            </a:prstGeom>
            <a:blipFill>
              <a:blip r:embed="rId9" cstate="print"/>
              <a:stretch>
                <a:fillRect/>
              </a:stretch>
            </a:blipFill>
          </p:spPr>
          <p:txBody>
            <a:bodyPr wrap="square" lIns="0" tIns="0" rIns="0" bIns="0" rtlCol="0"/>
            <a:lstStyle/>
            <a:p>
              <a:endParaRPr/>
            </a:p>
          </p:txBody>
        </p:sp>
        <p:sp>
          <p:nvSpPr>
            <p:cNvPr id="29" name="object 29"/>
            <p:cNvSpPr/>
            <p:nvPr/>
          </p:nvSpPr>
          <p:spPr>
            <a:xfrm>
              <a:off x="2969513" y="3649217"/>
              <a:ext cx="83819" cy="83819"/>
            </a:xfrm>
            <a:prstGeom prst="rect">
              <a:avLst/>
            </a:prstGeom>
            <a:blipFill>
              <a:blip r:embed="rId10" cstate="print"/>
              <a:stretch>
                <a:fillRect/>
              </a:stretch>
            </a:blipFill>
          </p:spPr>
          <p:txBody>
            <a:bodyPr wrap="square" lIns="0" tIns="0" rIns="0" bIns="0" rtlCol="0"/>
            <a:lstStyle/>
            <a:p>
              <a:endParaRPr/>
            </a:p>
          </p:txBody>
        </p:sp>
        <p:sp>
          <p:nvSpPr>
            <p:cNvPr id="30" name="object 30"/>
            <p:cNvSpPr/>
            <p:nvPr/>
          </p:nvSpPr>
          <p:spPr>
            <a:xfrm>
              <a:off x="3029711" y="3447287"/>
              <a:ext cx="99060" cy="253365"/>
            </a:xfrm>
            <a:custGeom>
              <a:avLst/>
              <a:gdLst/>
              <a:ahLst/>
              <a:cxnLst/>
              <a:rect l="l" t="t" r="r" b="b"/>
              <a:pathLst>
                <a:path w="99060" h="253364">
                  <a:moveTo>
                    <a:pt x="0" y="0"/>
                  </a:moveTo>
                  <a:lnTo>
                    <a:pt x="99059" y="252983"/>
                  </a:lnTo>
                </a:path>
              </a:pathLst>
            </a:custGeom>
            <a:ln w="19811">
              <a:solidFill>
                <a:srgbClr val="000000"/>
              </a:solidFill>
            </a:ln>
          </p:spPr>
          <p:txBody>
            <a:bodyPr wrap="square" lIns="0" tIns="0" rIns="0" bIns="0" rtlCol="0"/>
            <a:lstStyle/>
            <a:p>
              <a:endParaRPr/>
            </a:p>
          </p:txBody>
        </p:sp>
        <p:sp>
          <p:nvSpPr>
            <p:cNvPr id="31" name="object 31"/>
            <p:cNvSpPr/>
            <p:nvPr/>
          </p:nvSpPr>
          <p:spPr>
            <a:xfrm>
              <a:off x="6127241" y="3387089"/>
              <a:ext cx="82295" cy="83819"/>
            </a:xfrm>
            <a:prstGeom prst="rect">
              <a:avLst/>
            </a:prstGeom>
            <a:blipFill>
              <a:blip r:embed="rId11" cstate="print"/>
              <a:stretch>
                <a:fillRect/>
              </a:stretch>
            </a:blipFill>
          </p:spPr>
          <p:txBody>
            <a:bodyPr wrap="square" lIns="0" tIns="0" rIns="0" bIns="0" rtlCol="0"/>
            <a:lstStyle/>
            <a:p>
              <a:endParaRPr/>
            </a:p>
          </p:txBody>
        </p:sp>
        <p:sp>
          <p:nvSpPr>
            <p:cNvPr id="32" name="object 32"/>
            <p:cNvSpPr/>
            <p:nvPr/>
          </p:nvSpPr>
          <p:spPr>
            <a:xfrm>
              <a:off x="6127241" y="3662933"/>
              <a:ext cx="82295" cy="82295"/>
            </a:xfrm>
            <a:prstGeom prst="rect">
              <a:avLst/>
            </a:prstGeom>
            <a:blipFill>
              <a:blip r:embed="rId8" cstate="print"/>
              <a:stretch>
                <a:fillRect/>
              </a:stretch>
            </a:blipFill>
          </p:spPr>
          <p:txBody>
            <a:bodyPr wrap="square" lIns="0" tIns="0" rIns="0" bIns="0" rtlCol="0"/>
            <a:lstStyle/>
            <a:p>
              <a:endParaRPr/>
            </a:p>
          </p:txBody>
        </p:sp>
        <p:sp>
          <p:nvSpPr>
            <p:cNvPr id="33" name="object 33"/>
            <p:cNvSpPr/>
            <p:nvPr/>
          </p:nvSpPr>
          <p:spPr>
            <a:xfrm>
              <a:off x="6185915" y="3461003"/>
              <a:ext cx="99060" cy="253365"/>
            </a:xfrm>
            <a:custGeom>
              <a:avLst/>
              <a:gdLst/>
              <a:ahLst/>
              <a:cxnLst/>
              <a:rect l="l" t="t" r="r" b="b"/>
              <a:pathLst>
                <a:path w="99060" h="253364">
                  <a:moveTo>
                    <a:pt x="0" y="0"/>
                  </a:moveTo>
                  <a:lnTo>
                    <a:pt x="99059" y="252983"/>
                  </a:lnTo>
                </a:path>
              </a:pathLst>
            </a:custGeom>
            <a:ln w="19811">
              <a:solidFill>
                <a:srgbClr val="000000"/>
              </a:solidFill>
            </a:ln>
          </p:spPr>
          <p:txBody>
            <a:bodyPr wrap="square" lIns="0" tIns="0" rIns="0" bIns="0" rtlCol="0"/>
            <a:lstStyle/>
            <a:p>
              <a:endParaRPr/>
            </a:p>
          </p:txBody>
        </p:sp>
        <p:sp>
          <p:nvSpPr>
            <p:cNvPr id="34" name="object 34"/>
            <p:cNvSpPr/>
            <p:nvPr/>
          </p:nvSpPr>
          <p:spPr>
            <a:xfrm>
              <a:off x="6127241" y="1919477"/>
              <a:ext cx="82295" cy="83819"/>
            </a:xfrm>
            <a:prstGeom prst="rect">
              <a:avLst/>
            </a:prstGeom>
            <a:blipFill>
              <a:blip r:embed="rId7" cstate="print"/>
              <a:stretch>
                <a:fillRect/>
              </a:stretch>
            </a:blipFill>
          </p:spPr>
          <p:txBody>
            <a:bodyPr wrap="square" lIns="0" tIns="0" rIns="0" bIns="0" rtlCol="0"/>
            <a:lstStyle/>
            <a:p>
              <a:endParaRPr/>
            </a:p>
          </p:txBody>
        </p:sp>
        <p:sp>
          <p:nvSpPr>
            <p:cNvPr id="35" name="object 35"/>
            <p:cNvSpPr/>
            <p:nvPr/>
          </p:nvSpPr>
          <p:spPr>
            <a:xfrm>
              <a:off x="6127241" y="2195321"/>
              <a:ext cx="82295" cy="82295"/>
            </a:xfrm>
            <a:prstGeom prst="rect">
              <a:avLst/>
            </a:prstGeom>
            <a:blipFill>
              <a:blip r:embed="rId8" cstate="print"/>
              <a:stretch>
                <a:fillRect/>
              </a:stretch>
            </a:blipFill>
          </p:spPr>
          <p:txBody>
            <a:bodyPr wrap="square" lIns="0" tIns="0" rIns="0" bIns="0" rtlCol="0"/>
            <a:lstStyle/>
            <a:p>
              <a:endParaRPr/>
            </a:p>
          </p:txBody>
        </p:sp>
        <p:sp>
          <p:nvSpPr>
            <p:cNvPr id="36" name="object 36"/>
            <p:cNvSpPr/>
            <p:nvPr/>
          </p:nvSpPr>
          <p:spPr>
            <a:xfrm>
              <a:off x="6185915" y="1993391"/>
              <a:ext cx="99060" cy="251460"/>
            </a:xfrm>
            <a:custGeom>
              <a:avLst/>
              <a:gdLst/>
              <a:ahLst/>
              <a:cxnLst/>
              <a:rect l="l" t="t" r="r" b="b"/>
              <a:pathLst>
                <a:path w="99060" h="251460">
                  <a:moveTo>
                    <a:pt x="0" y="0"/>
                  </a:moveTo>
                  <a:lnTo>
                    <a:pt x="99059" y="251459"/>
                  </a:lnTo>
                </a:path>
              </a:pathLst>
            </a:custGeom>
            <a:ln w="19811">
              <a:solidFill>
                <a:srgbClr val="000000"/>
              </a:solidFill>
            </a:ln>
          </p:spPr>
          <p:txBody>
            <a:bodyPr wrap="square" lIns="0" tIns="0" rIns="0" bIns="0" rtlCol="0"/>
            <a:lstStyle/>
            <a:p>
              <a:endParaRPr/>
            </a:p>
          </p:txBody>
        </p:sp>
        <p:sp>
          <p:nvSpPr>
            <p:cNvPr id="37" name="object 37"/>
            <p:cNvSpPr/>
            <p:nvPr/>
          </p:nvSpPr>
          <p:spPr>
            <a:xfrm>
              <a:off x="2048256" y="2522219"/>
              <a:ext cx="124968" cy="137160"/>
            </a:xfrm>
            <a:prstGeom prst="rect">
              <a:avLst/>
            </a:prstGeom>
            <a:blipFill>
              <a:blip r:embed="rId12" cstate="print"/>
              <a:stretch>
                <a:fillRect/>
              </a:stretch>
            </a:blipFill>
          </p:spPr>
          <p:txBody>
            <a:bodyPr wrap="square" lIns="0" tIns="0" rIns="0" bIns="0" rtlCol="0"/>
            <a:lstStyle/>
            <a:p>
              <a:endParaRPr/>
            </a:p>
          </p:txBody>
        </p:sp>
        <p:sp>
          <p:nvSpPr>
            <p:cNvPr id="38" name="object 38"/>
            <p:cNvSpPr/>
            <p:nvPr/>
          </p:nvSpPr>
          <p:spPr>
            <a:xfrm>
              <a:off x="2174748" y="2628900"/>
              <a:ext cx="179831" cy="94487"/>
            </a:xfrm>
            <a:prstGeom prst="rect">
              <a:avLst/>
            </a:prstGeom>
            <a:blipFill>
              <a:blip r:embed="rId13" cstate="print"/>
              <a:stretch>
                <a:fillRect/>
              </a:stretch>
            </a:blipFill>
          </p:spPr>
          <p:txBody>
            <a:bodyPr wrap="square" lIns="0" tIns="0" rIns="0" bIns="0" rtlCol="0"/>
            <a:lstStyle/>
            <a:p>
              <a:endParaRPr/>
            </a:p>
          </p:txBody>
        </p:sp>
      </p:grpSp>
      <p:sp>
        <p:nvSpPr>
          <p:cNvPr id="39" name="object 39"/>
          <p:cNvSpPr/>
          <p:nvPr/>
        </p:nvSpPr>
        <p:spPr>
          <a:xfrm>
            <a:off x="3238500" y="2014727"/>
            <a:ext cx="190500" cy="140208"/>
          </a:xfrm>
          <a:prstGeom prst="rect">
            <a:avLst/>
          </a:prstGeom>
          <a:blipFill>
            <a:blip r:embed="rId14" cstate="print"/>
            <a:stretch>
              <a:fillRect/>
            </a:stretch>
          </a:blipFill>
        </p:spPr>
        <p:txBody>
          <a:bodyPr wrap="square" lIns="0" tIns="0" rIns="0" bIns="0" rtlCol="0"/>
          <a:lstStyle/>
          <a:p>
            <a:endParaRPr/>
          </a:p>
        </p:txBody>
      </p:sp>
      <p:sp>
        <p:nvSpPr>
          <p:cNvPr id="40" name="object 40"/>
          <p:cNvSpPr/>
          <p:nvPr/>
        </p:nvSpPr>
        <p:spPr>
          <a:xfrm>
            <a:off x="4163567" y="2022348"/>
            <a:ext cx="195072" cy="137160"/>
          </a:xfrm>
          <a:prstGeom prst="rect">
            <a:avLst/>
          </a:prstGeom>
          <a:blipFill>
            <a:blip r:embed="rId15" cstate="print"/>
            <a:stretch>
              <a:fillRect/>
            </a:stretch>
          </a:blipFill>
        </p:spPr>
        <p:txBody>
          <a:bodyPr wrap="square" lIns="0" tIns="0" rIns="0" bIns="0" rtlCol="0"/>
          <a:lstStyle/>
          <a:p>
            <a:endParaRPr/>
          </a:p>
        </p:txBody>
      </p:sp>
      <p:sp>
        <p:nvSpPr>
          <p:cNvPr id="41" name="object 41"/>
          <p:cNvSpPr/>
          <p:nvPr/>
        </p:nvSpPr>
        <p:spPr>
          <a:xfrm>
            <a:off x="7321295" y="2022348"/>
            <a:ext cx="219455" cy="138684"/>
          </a:xfrm>
          <a:prstGeom prst="rect">
            <a:avLst/>
          </a:prstGeom>
          <a:blipFill>
            <a:blip r:embed="rId16" cstate="print"/>
            <a:stretch>
              <a:fillRect/>
            </a:stretch>
          </a:blipFill>
        </p:spPr>
        <p:txBody>
          <a:bodyPr wrap="square" lIns="0" tIns="0" rIns="0" bIns="0" rtlCol="0"/>
          <a:lstStyle/>
          <a:p>
            <a:endParaRPr/>
          </a:p>
        </p:txBody>
      </p:sp>
      <p:sp>
        <p:nvSpPr>
          <p:cNvPr id="42" name="object 42"/>
          <p:cNvSpPr/>
          <p:nvPr/>
        </p:nvSpPr>
        <p:spPr>
          <a:xfrm>
            <a:off x="7321295" y="3529584"/>
            <a:ext cx="217931" cy="137159"/>
          </a:xfrm>
          <a:prstGeom prst="rect">
            <a:avLst/>
          </a:prstGeom>
          <a:blipFill>
            <a:blip r:embed="rId17" cstate="print"/>
            <a:stretch>
              <a:fillRect/>
            </a:stretch>
          </a:blipFill>
        </p:spPr>
        <p:txBody>
          <a:bodyPr wrap="square" lIns="0" tIns="0" rIns="0" bIns="0" rtlCol="0"/>
          <a:lstStyle/>
          <a:p>
            <a:endParaRPr/>
          </a:p>
        </p:txBody>
      </p:sp>
      <p:sp>
        <p:nvSpPr>
          <p:cNvPr id="43" name="object 43"/>
          <p:cNvSpPr txBox="1"/>
          <p:nvPr/>
        </p:nvSpPr>
        <p:spPr>
          <a:xfrm>
            <a:off x="1185163" y="4541621"/>
            <a:ext cx="5457190" cy="939800"/>
          </a:xfrm>
          <a:prstGeom prst="rect">
            <a:avLst/>
          </a:prstGeom>
        </p:spPr>
        <p:txBody>
          <a:bodyPr vert="horz" wrap="square" lIns="0" tIns="165100" rIns="0" bIns="0" rtlCol="0">
            <a:spAutoFit/>
          </a:bodyPr>
          <a:lstStyle/>
          <a:p>
            <a:pPr marL="355600" indent="-343535">
              <a:lnSpc>
                <a:spcPct val="100000"/>
              </a:lnSpc>
              <a:spcBef>
                <a:spcPts val="1300"/>
              </a:spcBef>
              <a:buClr>
                <a:srgbClr val="E48312"/>
              </a:buClr>
              <a:buSzPct val="75000"/>
              <a:buFont typeface="Wingdings"/>
              <a:buChar char=""/>
              <a:tabLst>
                <a:tab pos="354965" algn="l"/>
                <a:tab pos="356235" algn="l"/>
              </a:tabLst>
            </a:pPr>
            <a:r>
              <a:rPr sz="2000" spc="-5" dirty="0">
                <a:latin typeface="Carlito"/>
                <a:cs typeface="Carlito"/>
              </a:rPr>
              <a:t>S1 </a:t>
            </a:r>
            <a:r>
              <a:rPr sz="2000" dirty="0">
                <a:latin typeface="Carlito"/>
                <a:cs typeface="Carlito"/>
              </a:rPr>
              <a:t>and </a:t>
            </a:r>
            <a:r>
              <a:rPr sz="2000" spc="-5" dirty="0">
                <a:latin typeface="Carlito"/>
                <a:cs typeface="Carlito"/>
              </a:rPr>
              <a:t>S2 </a:t>
            </a:r>
            <a:r>
              <a:rPr sz="2000" dirty="0">
                <a:latin typeface="Carlito"/>
                <a:cs typeface="Carlito"/>
              </a:rPr>
              <a:t>turned </a:t>
            </a:r>
            <a:r>
              <a:rPr sz="2000" spc="-5" dirty="0">
                <a:latin typeface="Carlito"/>
                <a:cs typeface="Carlito"/>
              </a:rPr>
              <a:t>on in </a:t>
            </a:r>
            <a:r>
              <a:rPr sz="2000" dirty="0">
                <a:latin typeface="Carlito"/>
                <a:cs typeface="Carlito"/>
              </a:rPr>
              <a:t>the </a:t>
            </a:r>
            <a:r>
              <a:rPr sz="2000" spc="-20" dirty="0">
                <a:latin typeface="Carlito"/>
                <a:cs typeface="Carlito"/>
              </a:rPr>
              <a:t>first </a:t>
            </a:r>
            <a:r>
              <a:rPr sz="2000" spc="-5" dirty="0">
                <a:latin typeface="Carlito"/>
                <a:cs typeface="Carlito"/>
              </a:rPr>
              <a:t>half cycle</a:t>
            </a:r>
            <a:r>
              <a:rPr sz="2000" spc="20" dirty="0">
                <a:latin typeface="Carlito"/>
                <a:cs typeface="Carlito"/>
              </a:rPr>
              <a:t> </a:t>
            </a:r>
            <a:r>
              <a:rPr sz="2000" spc="-25" dirty="0">
                <a:latin typeface="Carlito"/>
                <a:cs typeface="Carlito"/>
              </a:rPr>
              <a:t>(T/2)</a:t>
            </a:r>
            <a:endParaRPr sz="2000">
              <a:latin typeface="Carlito"/>
              <a:cs typeface="Carlito"/>
            </a:endParaRPr>
          </a:p>
          <a:p>
            <a:pPr marL="355600" indent="-343535">
              <a:lnSpc>
                <a:spcPct val="100000"/>
              </a:lnSpc>
              <a:spcBef>
                <a:spcPts val="1200"/>
              </a:spcBef>
              <a:buClr>
                <a:srgbClr val="E48312"/>
              </a:buClr>
              <a:buSzPct val="75000"/>
              <a:buFont typeface="Wingdings"/>
              <a:buChar char=""/>
              <a:tabLst>
                <a:tab pos="354965" algn="l"/>
                <a:tab pos="356235" algn="l"/>
              </a:tabLst>
            </a:pPr>
            <a:r>
              <a:rPr sz="2000" spc="-5" dirty="0">
                <a:latin typeface="Carlito"/>
                <a:cs typeface="Carlito"/>
              </a:rPr>
              <a:t>S3 </a:t>
            </a:r>
            <a:r>
              <a:rPr sz="2000" dirty="0">
                <a:latin typeface="Carlito"/>
                <a:cs typeface="Carlito"/>
              </a:rPr>
              <a:t>and </a:t>
            </a:r>
            <a:r>
              <a:rPr sz="2000" spc="-5" dirty="0">
                <a:latin typeface="Carlito"/>
                <a:cs typeface="Carlito"/>
              </a:rPr>
              <a:t>S4 </a:t>
            </a:r>
            <a:r>
              <a:rPr sz="2000" dirty="0">
                <a:latin typeface="Carlito"/>
                <a:cs typeface="Carlito"/>
              </a:rPr>
              <a:t>turned </a:t>
            </a:r>
            <a:r>
              <a:rPr sz="2000" spc="-5" dirty="0">
                <a:latin typeface="Carlito"/>
                <a:cs typeface="Carlito"/>
              </a:rPr>
              <a:t>on in </a:t>
            </a:r>
            <a:r>
              <a:rPr sz="2000" dirty="0">
                <a:latin typeface="Carlito"/>
                <a:cs typeface="Carlito"/>
              </a:rPr>
              <a:t>the </a:t>
            </a:r>
            <a:r>
              <a:rPr sz="2000" spc="-5" dirty="0">
                <a:latin typeface="Carlito"/>
                <a:cs typeface="Carlito"/>
              </a:rPr>
              <a:t>second half cycle</a:t>
            </a:r>
            <a:r>
              <a:rPr sz="2000" spc="-35" dirty="0">
                <a:latin typeface="Carlito"/>
                <a:cs typeface="Carlito"/>
              </a:rPr>
              <a:t> </a:t>
            </a:r>
            <a:r>
              <a:rPr sz="2000" spc="-25" dirty="0">
                <a:latin typeface="Carlito"/>
                <a:cs typeface="Carlito"/>
              </a:rPr>
              <a:t>(T/2)</a:t>
            </a:r>
            <a:endParaRPr sz="2000">
              <a:latin typeface="Carlito"/>
              <a:cs typeface="Carlito"/>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4798695" cy="574040"/>
          </a:xfrm>
          <a:prstGeom prst="rect">
            <a:avLst/>
          </a:prstGeom>
        </p:spPr>
        <p:txBody>
          <a:bodyPr vert="horz" wrap="square" lIns="0" tIns="12700" rIns="0" bIns="0" rtlCol="0">
            <a:spAutoFit/>
          </a:bodyPr>
          <a:lstStyle/>
          <a:p>
            <a:pPr marL="12700">
              <a:lnSpc>
                <a:spcPct val="100000"/>
              </a:lnSpc>
              <a:spcBef>
                <a:spcPts val="100"/>
              </a:spcBef>
            </a:pPr>
            <a:r>
              <a:rPr sz="3600" spc="-360" dirty="0">
                <a:solidFill>
                  <a:srgbClr val="002060"/>
                </a:solidFill>
              </a:rPr>
              <a:t>Full</a:t>
            </a:r>
            <a:r>
              <a:rPr sz="3600" spc="-450" dirty="0">
                <a:solidFill>
                  <a:srgbClr val="002060"/>
                </a:solidFill>
              </a:rPr>
              <a:t> </a:t>
            </a:r>
            <a:r>
              <a:rPr sz="3600" spc="-310" dirty="0">
                <a:solidFill>
                  <a:srgbClr val="002060"/>
                </a:solidFill>
              </a:rPr>
              <a:t>bridge</a:t>
            </a:r>
            <a:r>
              <a:rPr sz="3600" spc="-459" dirty="0">
                <a:solidFill>
                  <a:srgbClr val="002060"/>
                </a:solidFill>
              </a:rPr>
              <a:t> </a:t>
            </a:r>
            <a:r>
              <a:rPr sz="3600" spc="-370" dirty="0">
                <a:solidFill>
                  <a:srgbClr val="002060"/>
                </a:solidFill>
              </a:rPr>
              <a:t>inverter</a:t>
            </a:r>
            <a:r>
              <a:rPr sz="3600" spc="-450" dirty="0">
                <a:solidFill>
                  <a:srgbClr val="002060"/>
                </a:solidFill>
              </a:rPr>
              <a:t> </a:t>
            </a:r>
            <a:r>
              <a:rPr sz="3600" spc="470" dirty="0">
                <a:solidFill>
                  <a:srgbClr val="002060"/>
                </a:solidFill>
              </a:rPr>
              <a:t>–</a:t>
            </a:r>
            <a:r>
              <a:rPr sz="3600" spc="-430" dirty="0">
                <a:solidFill>
                  <a:srgbClr val="002060"/>
                </a:solidFill>
              </a:rPr>
              <a:t> </a:t>
            </a:r>
            <a:r>
              <a:rPr sz="3600" spc="-285" dirty="0">
                <a:solidFill>
                  <a:srgbClr val="C00000"/>
                </a:solidFill>
              </a:rPr>
              <a:t>R</a:t>
            </a:r>
            <a:r>
              <a:rPr sz="3600" spc="-430" dirty="0">
                <a:solidFill>
                  <a:srgbClr val="C00000"/>
                </a:solidFill>
              </a:rPr>
              <a:t> </a:t>
            </a:r>
            <a:r>
              <a:rPr sz="3600" spc="-275" dirty="0">
                <a:solidFill>
                  <a:srgbClr val="C00000"/>
                </a:solidFill>
              </a:rPr>
              <a:t>load</a:t>
            </a:r>
            <a:endParaRPr sz="3600"/>
          </a:p>
        </p:txBody>
      </p:sp>
      <p:grpSp>
        <p:nvGrpSpPr>
          <p:cNvPr id="4" name="object 4"/>
          <p:cNvGrpSpPr/>
          <p:nvPr/>
        </p:nvGrpSpPr>
        <p:grpSpPr>
          <a:xfrm>
            <a:off x="6124194" y="1470659"/>
            <a:ext cx="2456180" cy="4464050"/>
            <a:chOff x="6124194" y="1470659"/>
            <a:chExt cx="2456180" cy="4464050"/>
          </a:xfrm>
        </p:grpSpPr>
        <p:sp>
          <p:nvSpPr>
            <p:cNvPr id="5" name="object 5"/>
            <p:cNvSpPr/>
            <p:nvPr/>
          </p:nvSpPr>
          <p:spPr>
            <a:xfrm>
              <a:off x="6138672" y="4988051"/>
              <a:ext cx="2441575" cy="0"/>
            </a:xfrm>
            <a:custGeom>
              <a:avLst/>
              <a:gdLst/>
              <a:ahLst/>
              <a:cxnLst/>
              <a:rect l="l" t="t" r="r" b="b"/>
              <a:pathLst>
                <a:path w="2441575">
                  <a:moveTo>
                    <a:pt x="0" y="0"/>
                  </a:moveTo>
                  <a:lnTo>
                    <a:pt x="2441447" y="0"/>
                  </a:lnTo>
                </a:path>
              </a:pathLst>
            </a:custGeom>
            <a:ln w="13715">
              <a:solidFill>
                <a:srgbClr val="000000"/>
              </a:solidFill>
            </a:ln>
          </p:spPr>
          <p:txBody>
            <a:bodyPr wrap="square" lIns="0" tIns="0" rIns="0" bIns="0" rtlCol="0"/>
            <a:lstStyle/>
            <a:p>
              <a:endParaRPr/>
            </a:p>
          </p:txBody>
        </p:sp>
        <p:sp>
          <p:nvSpPr>
            <p:cNvPr id="6" name="object 6"/>
            <p:cNvSpPr/>
            <p:nvPr/>
          </p:nvSpPr>
          <p:spPr>
            <a:xfrm>
              <a:off x="7217664" y="2545079"/>
              <a:ext cx="1097280" cy="2449195"/>
            </a:xfrm>
            <a:custGeom>
              <a:avLst/>
              <a:gdLst/>
              <a:ahLst/>
              <a:cxnLst/>
              <a:rect l="l" t="t" r="r" b="b"/>
              <a:pathLst>
                <a:path w="1097279" h="2449195">
                  <a:moveTo>
                    <a:pt x="13716" y="2400300"/>
                  </a:moveTo>
                  <a:lnTo>
                    <a:pt x="10668" y="2397252"/>
                  </a:lnTo>
                  <a:lnTo>
                    <a:pt x="3048" y="2397252"/>
                  </a:lnTo>
                  <a:lnTo>
                    <a:pt x="0" y="2400300"/>
                  </a:lnTo>
                  <a:lnTo>
                    <a:pt x="0" y="2446020"/>
                  </a:lnTo>
                  <a:lnTo>
                    <a:pt x="3048" y="2449068"/>
                  </a:lnTo>
                  <a:lnTo>
                    <a:pt x="10668" y="2449068"/>
                  </a:lnTo>
                  <a:lnTo>
                    <a:pt x="13716" y="2446020"/>
                  </a:lnTo>
                  <a:lnTo>
                    <a:pt x="13716" y="2400300"/>
                  </a:lnTo>
                  <a:close/>
                </a:path>
                <a:path w="1097279" h="2449195">
                  <a:moveTo>
                    <a:pt x="13716" y="2318004"/>
                  </a:moveTo>
                  <a:lnTo>
                    <a:pt x="10668" y="2314956"/>
                  </a:lnTo>
                  <a:lnTo>
                    <a:pt x="3048" y="2314956"/>
                  </a:lnTo>
                  <a:lnTo>
                    <a:pt x="0" y="2318004"/>
                  </a:lnTo>
                  <a:lnTo>
                    <a:pt x="0" y="2366772"/>
                  </a:lnTo>
                  <a:lnTo>
                    <a:pt x="3048" y="2369820"/>
                  </a:lnTo>
                  <a:lnTo>
                    <a:pt x="10668" y="2369820"/>
                  </a:lnTo>
                  <a:lnTo>
                    <a:pt x="13716" y="2366772"/>
                  </a:lnTo>
                  <a:lnTo>
                    <a:pt x="13716" y="2318004"/>
                  </a:lnTo>
                  <a:close/>
                </a:path>
                <a:path w="1097279" h="2449195">
                  <a:moveTo>
                    <a:pt x="13716" y="2235708"/>
                  </a:moveTo>
                  <a:lnTo>
                    <a:pt x="10668" y="2232660"/>
                  </a:lnTo>
                  <a:lnTo>
                    <a:pt x="3048" y="2232660"/>
                  </a:lnTo>
                  <a:lnTo>
                    <a:pt x="0" y="2235708"/>
                  </a:lnTo>
                  <a:lnTo>
                    <a:pt x="0" y="2284476"/>
                  </a:lnTo>
                  <a:lnTo>
                    <a:pt x="3048" y="2287524"/>
                  </a:lnTo>
                  <a:lnTo>
                    <a:pt x="10668" y="2287524"/>
                  </a:lnTo>
                  <a:lnTo>
                    <a:pt x="13716" y="2284476"/>
                  </a:lnTo>
                  <a:lnTo>
                    <a:pt x="13716" y="2235708"/>
                  </a:lnTo>
                  <a:close/>
                </a:path>
                <a:path w="1097279" h="2449195">
                  <a:moveTo>
                    <a:pt x="13716" y="2151888"/>
                  </a:moveTo>
                  <a:lnTo>
                    <a:pt x="10668" y="2148840"/>
                  </a:lnTo>
                  <a:lnTo>
                    <a:pt x="3048" y="2148840"/>
                  </a:lnTo>
                  <a:lnTo>
                    <a:pt x="0" y="2151888"/>
                  </a:lnTo>
                  <a:lnTo>
                    <a:pt x="0" y="2200656"/>
                  </a:lnTo>
                  <a:lnTo>
                    <a:pt x="3048" y="2203704"/>
                  </a:lnTo>
                  <a:lnTo>
                    <a:pt x="10668" y="2203704"/>
                  </a:lnTo>
                  <a:lnTo>
                    <a:pt x="13716" y="2200656"/>
                  </a:lnTo>
                  <a:lnTo>
                    <a:pt x="13716" y="2151888"/>
                  </a:lnTo>
                  <a:close/>
                </a:path>
                <a:path w="1097279" h="2449195">
                  <a:moveTo>
                    <a:pt x="13716" y="2069592"/>
                  </a:moveTo>
                  <a:lnTo>
                    <a:pt x="10668" y="2066544"/>
                  </a:lnTo>
                  <a:lnTo>
                    <a:pt x="3048" y="2066544"/>
                  </a:lnTo>
                  <a:lnTo>
                    <a:pt x="0" y="2069592"/>
                  </a:lnTo>
                  <a:lnTo>
                    <a:pt x="0" y="2118360"/>
                  </a:lnTo>
                  <a:lnTo>
                    <a:pt x="3048" y="2121408"/>
                  </a:lnTo>
                  <a:lnTo>
                    <a:pt x="10668" y="2121408"/>
                  </a:lnTo>
                  <a:lnTo>
                    <a:pt x="13716" y="2118360"/>
                  </a:lnTo>
                  <a:lnTo>
                    <a:pt x="13716" y="2069592"/>
                  </a:lnTo>
                  <a:close/>
                </a:path>
                <a:path w="1097279" h="2449195">
                  <a:moveTo>
                    <a:pt x="13716" y="1987296"/>
                  </a:moveTo>
                  <a:lnTo>
                    <a:pt x="10668" y="1984248"/>
                  </a:lnTo>
                  <a:lnTo>
                    <a:pt x="3048" y="1984248"/>
                  </a:lnTo>
                  <a:lnTo>
                    <a:pt x="0" y="1987296"/>
                  </a:lnTo>
                  <a:lnTo>
                    <a:pt x="0" y="2036064"/>
                  </a:lnTo>
                  <a:lnTo>
                    <a:pt x="3048" y="2039112"/>
                  </a:lnTo>
                  <a:lnTo>
                    <a:pt x="10668" y="2039112"/>
                  </a:lnTo>
                  <a:lnTo>
                    <a:pt x="13716" y="2036064"/>
                  </a:lnTo>
                  <a:lnTo>
                    <a:pt x="13716" y="1987296"/>
                  </a:lnTo>
                  <a:close/>
                </a:path>
                <a:path w="1097279" h="2449195">
                  <a:moveTo>
                    <a:pt x="13716" y="1905000"/>
                  </a:moveTo>
                  <a:lnTo>
                    <a:pt x="10668" y="1901952"/>
                  </a:lnTo>
                  <a:lnTo>
                    <a:pt x="3048" y="1901952"/>
                  </a:lnTo>
                  <a:lnTo>
                    <a:pt x="0" y="1905000"/>
                  </a:lnTo>
                  <a:lnTo>
                    <a:pt x="0" y="1953768"/>
                  </a:lnTo>
                  <a:lnTo>
                    <a:pt x="3048" y="1956816"/>
                  </a:lnTo>
                  <a:lnTo>
                    <a:pt x="10668" y="1956816"/>
                  </a:lnTo>
                  <a:lnTo>
                    <a:pt x="13716" y="1953768"/>
                  </a:lnTo>
                  <a:lnTo>
                    <a:pt x="13716" y="1905000"/>
                  </a:lnTo>
                  <a:close/>
                </a:path>
                <a:path w="1097279" h="2449195">
                  <a:moveTo>
                    <a:pt x="13716" y="1821180"/>
                  </a:moveTo>
                  <a:lnTo>
                    <a:pt x="10668" y="1818132"/>
                  </a:lnTo>
                  <a:lnTo>
                    <a:pt x="3048" y="1818132"/>
                  </a:lnTo>
                  <a:lnTo>
                    <a:pt x="0" y="1821180"/>
                  </a:lnTo>
                  <a:lnTo>
                    <a:pt x="0" y="1871472"/>
                  </a:lnTo>
                  <a:lnTo>
                    <a:pt x="3048" y="1874520"/>
                  </a:lnTo>
                  <a:lnTo>
                    <a:pt x="10668" y="1874520"/>
                  </a:lnTo>
                  <a:lnTo>
                    <a:pt x="13716" y="1871472"/>
                  </a:lnTo>
                  <a:lnTo>
                    <a:pt x="13716" y="1821180"/>
                  </a:lnTo>
                  <a:close/>
                </a:path>
                <a:path w="1097279" h="2449195">
                  <a:moveTo>
                    <a:pt x="13716" y="1738884"/>
                  </a:moveTo>
                  <a:lnTo>
                    <a:pt x="10668" y="1735836"/>
                  </a:lnTo>
                  <a:lnTo>
                    <a:pt x="3048" y="1735836"/>
                  </a:lnTo>
                  <a:lnTo>
                    <a:pt x="0" y="1738884"/>
                  </a:lnTo>
                  <a:lnTo>
                    <a:pt x="0" y="1787652"/>
                  </a:lnTo>
                  <a:lnTo>
                    <a:pt x="3048" y="1790700"/>
                  </a:lnTo>
                  <a:lnTo>
                    <a:pt x="10668" y="1790700"/>
                  </a:lnTo>
                  <a:lnTo>
                    <a:pt x="13716" y="1787652"/>
                  </a:lnTo>
                  <a:lnTo>
                    <a:pt x="13716" y="1738884"/>
                  </a:lnTo>
                  <a:close/>
                </a:path>
                <a:path w="1097279" h="2449195">
                  <a:moveTo>
                    <a:pt x="13716" y="1656588"/>
                  </a:moveTo>
                  <a:lnTo>
                    <a:pt x="10668" y="1653540"/>
                  </a:lnTo>
                  <a:lnTo>
                    <a:pt x="3048" y="1653540"/>
                  </a:lnTo>
                  <a:lnTo>
                    <a:pt x="0" y="1656588"/>
                  </a:lnTo>
                  <a:lnTo>
                    <a:pt x="0" y="1705356"/>
                  </a:lnTo>
                  <a:lnTo>
                    <a:pt x="3048" y="1708404"/>
                  </a:lnTo>
                  <a:lnTo>
                    <a:pt x="10668" y="1708404"/>
                  </a:lnTo>
                  <a:lnTo>
                    <a:pt x="13716" y="1705356"/>
                  </a:lnTo>
                  <a:lnTo>
                    <a:pt x="13716" y="1656588"/>
                  </a:lnTo>
                  <a:close/>
                </a:path>
                <a:path w="1097279" h="2449195">
                  <a:moveTo>
                    <a:pt x="13716" y="1574292"/>
                  </a:moveTo>
                  <a:lnTo>
                    <a:pt x="10668" y="1571244"/>
                  </a:lnTo>
                  <a:lnTo>
                    <a:pt x="3048" y="1571244"/>
                  </a:lnTo>
                  <a:lnTo>
                    <a:pt x="0" y="1574292"/>
                  </a:lnTo>
                  <a:lnTo>
                    <a:pt x="0" y="1623060"/>
                  </a:lnTo>
                  <a:lnTo>
                    <a:pt x="3048" y="1626108"/>
                  </a:lnTo>
                  <a:lnTo>
                    <a:pt x="10668" y="1626108"/>
                  </a:lnTo>
                  <a:lnTo>
                    <a:pt x="13716" y="1623060"/>
                  </a:lnTo>
                  <a:lnTo>
                    <a:pt x="13716" y="1574292"/>
                  </a:lnTo>
                  <a:close/>
                </a:path>
                <a:path w="1097279" h="2449195">
                  <a:moveTo>
                    <a:pt x="13716" y="1491996"/>
                  </a:moveTo>
                  <a:lnTo>
                    <a:pt x="10668" y="1487424"/>
                  </a:lnTo>
                  <a:lnTo>
                    <a:pt x="3048" y="1487424"/>
                  </a:lnTo>
                  <a:lnTo>
                    <a:pt x="0" y="1491996"/>
                  </a:lnTo>
                  <a:lnTo>
                    <a:pt x="0" y="1540764"/>
                  </a:lnTo>
                  <a:lnTo>
                    <a:pt x="3048" y="1543812"/>
                  </a:lnTo>
                  <a:lnTo>
                    <a:pt x="10668" y="1543812"/>
                  </a:lnTo>
                  <a:lnTo>
                    <a:pt x="13716" y="1540764"/>
                  </a:lnTo>
                  <a:lnTo>
                    <a:pt x="13716" y="1491996"/>
                  </a:lnTo>
                  <a:close/>
                </a:path>
                <a:path w="1097279" h="2449195">
                  <a:moveTo>
                    <a:pt x="13716" y="1408176"/>
                  </a:moveTo>
                  <a:lnTo>
                    <a:pt x="10668" y="1405128"/>
                  </a:lnTo>
                  <a:lnTo>
                    <a:pt x="3048" y="1405128"/>
                  </a:lnTo>
                  <a:lnTo>
                    <a:pt x="0" y="1408176"/>
                  </a:lnTo>
                  <a:lnTo>
                    <a:pt x="0" y="1456944"/>
                  </a:lnTo>
                  <a:lnTo>
                    <a:pt x="3048" y="1459992"/>
                  </a:lnTo>
                  <a:lnTo>
                    <a:pt x="10668" y="1459992"/>
                  </a:lnTo>
                  <a:lnTo>
                    <a:pt x="13716" y="1456944"/>
                  </a:lnTo>
                  <a:lnTo>
                    <a:pt x="13716" y="1408176"/>
                  </a:lnTo>
                  <a:close/>
                </a:path>
                <a:path w="1097279" h="2449195">
                  <a:moveTo>
                    <a:pt x="13716" y="1325880"/>
                  </a:moveTo>
                  <a:lnTo>
                    <a:pt x="10668" y="1322832"/>
                  </a:lnTo>
                  <a:lnTo>
                    <a:pt x="3048" y="1322832"/>
                  </a:lnTo>
                  <a:lnTo>
                    <a:pt x="0" y="1325880"/>
                  </a:lnTo>
                  <a:lnTo>
                    <a:pt x="0" y="1374648"/>
                  </a:lnTo>
                  <a:lnTo>
                    <a:pt x="3048" y="1377696"/>
                  </a:lnTo>
                  <a:lnTo>
                    <a:pt x="10668" y="1377696"/>
                  </a:lnTo>
                  <a:lnTo>
                    <a:pt x="13716" y="1374648"/>
                  </a:lnTo>
                  <a:lnTo>
                    <a:pt x="13716" y="1325880"/>
                  </a:lnTo>
                  <a:close/>
                </a:path>
                <a:path w="1097279" h="2449195">
                  <a:moveTo>
                    <a:pt x="13716" y="1243584"/>
                  </a:moveTo>
                  <a:lnTo>
                    <a:pt x="10668" y="1240536"/>
                  </a:lnTo>
                  <a:lnTo>
                    <a:pt x="3048" y="1240536"/>
                  </a:lnTo>
                  <a:lnTo>
                    <a:pt x="0" y="1243584"/>
                  </a:lnTo>
                  <a:lnTo>
                    <a:pt x="0" y="1292352"/>
                  </a:lnTo>
                  <a:lnTo>
                    <a:pt x="3048" y="1295400"/>
                  </a:lnTo>
                  <a:lnTo>
                    <a:pt x="10668" y="1295400"/>
                  </a:lnTo>
                  <a:lnTo>
                    <a:pt x="13716" y="1292352"/>
                  </a:lnTo>
                  <a:lnTo>
                    <a:pt x="13716" y="1243584"/>
                  </a:lnTo>
                  <a:close/>
                </a:path>
                <a:path w="1097279" h="2449195">
                  <a:moveTo>
                    <a:pt x="13716" y="1161288"/>
                  </a:moveTo>
                  <a:lnTo>
                    <a:pt x="10668" y="1158240"/>
                  </a:lnTo>
                  <a:lnTo>
                    <a:pt x="3048" y="1158240"/>
                  </a:lnTo>
                  <a:lnTo>
                    <a:pt x="0" y="1161288"/>
                  </a:lnTo>
                  <a:lnTo>
                    <a:pt x="0" y="1210056"/>
                  </a:lnTo>
                  <a:lnTo>
                    <a:pt x="3048" y="1213104"/>
                  </a:lnTo>
                  <a:lnTo>
                    <a:pt x="10668" y="1213104"/>
                  </a:lnTo>
                  <a:lnTo>
                    <a:pt x="13716" y="1210056"/>
                  </a:lnTo>
                  <a:lnTo>
                    <a:pt x="13716" y="1161288"/>
                  </a:lnTo>
                  <a:close/>
                </a:path>
                <a:path w="1097279" h="2449195">
                  <a:moveTo>
                    <a:pt x="13716" y="1077468"/>
                  </a:moveTo>
                  <a:lnTo>
                    <a:pt x="10668" y="1074420"/>
                  </a:lnTo>
                  <a:lnTo>
                    <a:pt x="3048" y="1074420"/>
                  </a:lnTo>
                  <a:lnTo>
                    <a:pt x="0" y="1077468"/>
                  </a:lnTo>
                  <a:lnTo>
                    <a:pt x="0" y="1126236"/>
                  </a:lnTo>
                  <a:lnTo>
                    <a:pt x="3048" y="1130808"/>
                  </a:lnTo>
                  <a:lnTo>
                    <a:pt x="10668" y="1130808"/>
                  </a:lnTo>
                  <a:lnTo>
                    <a:pt x="13716" y="1126236"/>
                  </a:lnTo>
                  <a:lnTo>
                    <a:pt x="13716" y="1077468"/>
                  </a:lnTo>
                  <a:close/>
                </a:path>
                <a:path w="1097279" h="2449195">
                  <a:moveTo>
                    <a:pt x="13716" y="995172"/>
                  </a:moveTo>
                  <a:lnTo>
                    <a:pt x="10668" y="992124"/>
                  </a:lnTo>
                  <a:lnTo>
                    <a:pt x="3048" y="992124"/>
                  </a:lnTo>
                  <a:lnTo>
                    <a:pt x="0" y="995172"/>
                  </a:lnTo>
                  <a:lnTo>
                    <a:pt x="0" y="1043952"/>
                  </a:lnTo>
                  <a:lnTo>
                    <a:pt x="3048" y="1046988"/>
                  </a:lnTo>
                  <a:lnTo>
                    <a:pt x="10668" y="1046988"/>
                  </a:lnTo>
                  <a:lnTo>
                    <a:pt x="13716" y="1043952"/>
                  </a:lnTo>
                  <a:lnTo>
                    <a:pt x="13716" y="995172"/>
                  </a:lnTo>
                  <a:close/>
                </a:path>
                <a:path w="1097279" h="2449195">
                  <a:moveTo>
                    <a:pt x="13716" y="912876"/>
                  </a:moveTo>
                  <a:lnTo>
                    <a:pt x="10668" y="909828"/>
                  </a:lnTo>
                  <a:lnTo>
                    <a:pt x="3048" y="909828"/>
                  </a:lnTo>
                  <a:lnTo>
                    <a:pt x="0" y="912876"/>
                  </a:lnTo>
                  <a:lnTo>
                    <a:pt x="0" y="961644"/>
                  </a:lnTo>
                  <a:lnTo>
                    <a:pt x="3048" y="964692"/>
                  </a:lnTo>
                  <a:lnTo>
                    <a:pt x="10668" y="964692"/>
                  </a:lnTo>
                  <a:lnTo>
                    <a:pt x="13716" y="961644"/>
                  </a:lnTo>
                  <a:lnTo>
                    <a:pt x="13716" y="912876"/>
                  </a:lnTo>
                  <a:close/>
                </a:path>
                <a:path w="1097279" h="2449195">
                  <a:moveTo>
                    <a:pt x="13716" y="830580"/>
                  </a:moveTo>
                  <a:lnTo>
                    <a:pt x="10668" y="827532"/>
                  </a:lnTo>
                  <a:lnTo>
                    <a:pt x="3048" y="827532"/>
                  </a:lnTo>
                  <a:lnTo>
                    <a:pt x="0" y="830580"/>
                  </a:lnTo>
                  <a:lnTo>
                    <a:pt x="0" y="879348"/>
                  </a:lnTo>
                  <a:lnTo>
                    <a:pt x="3048" y="882396"/>
                  </a:lnTo>
                  <a:lnTo>
                    <a:pt x="10668" y="882396"/>
                  </a:lnTo>
                  <a:lnTo>
                    <a:pt x="13716" y="879348"/>
                  </a:lnTo>
                  <a:lnTo>
                    <a:pt x="13716" y="830580"/>
                  </a:lnTo>
                  <a:close/>
                </a:path>
                <a:path w="1097279" h="2449195">
                  <a:moveTo>
                    <a:pt x="13716" y="746760"/>
                  </a:moveTo>
                  <a:lnTo>
                    <a:pt x="10668" y="743712"/>
                  </a:lnTo>
                  <a:lnTo>
                    <a:pt x="3048" y="743712"/>
                  </a:lnTo>
                  <a:lnTo>
                    <a:pt x="0" y="746760"/>
                  </a:lnTo>
                  <a:lnTo>
                    <a:pt x="0" y="797052"/>
                  </a:lnTo>
                  <a:lnTo>
                    <a:pt x="3048" y="800100"/>
                  </a:lnTo>
                  <a:lnTo>
                    <a:pt x="10668" y="800100"/>
                  </a:lnTo>
                  <a:lnTo>
                    <a:pt x="13716" y="797052"/>
                  </a:lnTo>
                  <a:lnTo>
                    <a:pt x="13716" y="746760"/>
                  </a:lnTo>
                  <a:close/>
                </a:path>
                <a:path w="1097279" h="2449195">
                  <a:moveTo>
                    <a:pt x="13716" y="664464"/>
                  </a:moveTo>
                  <a:lnTo>
                    <a:pt x="10668" y="661416"/>
                  </a:lnTo>
                  <a:lnTo>
                    <a:pt x="3048" y="661416"/>
                  </a:lnTo>
                  <a:lnTo>
                    <a:pt x="0" y="664464"/>
                  </a:lnTo>
                  <a:lnTo>
                    <a:pt x="0" y="713232"/>
                  </a:lnTo>
                  <a:lnTo>
                    <a:pt x="3048" y="716280"/>
                  </a:lnTo>
                  <a:lnTo>
                    <a:pt x="10668" y="716280"/>
                  </a:lnTo>
                  <a:lnTo>
                    <a:pt x="13716" y="713232"/>
                  </a:lnTo>
                  <a:lnTo>
                    <a:pt x="13716" y="664464"/>
                  </a:lnTo>
                  <a:close/>
                </a:path>
                <a:path w="1097279" h="2449195">
                  <a:moveTo>
                    <a:pt x="13716" y="582168"/>
                  </a:moveTo>
                  <a:lnTo>
                    <a:pt x="10668" y="579120"/>
                  </a:lnTo>
                  <a:lnTo>
                    <a:pt x="3048" y="579120"/>
                  </a:lnTo>
                  <a:lnTo>
                    <a:pt x="0" y="582168"/>
                  </a:lnTo>
                  <a:lnTo>
                    <a:pt x="0" y="630936"/>
                  </a:lnTo>
                  <a:lnTo>
                    <a:pt x="3048" y="633984"/>
                  </a:lnTo>
                  <a:lnTo>
                    <a:pt x="10668" y="633984"/>
                  </a:lnTo>
                  <a:lnTo>
                    <a:pt x="13716" y="630936"/>
                  </a:lnTo>
                  <a:lnTo>
                    <a:pt x="13716" y="582168"/>
                  </a:lnTo>
                  <a:close/>
                </a:path>
                <a:path w="1097279" h="2449195">
                  <a:moveTo>
                    <a:pt x="13716" y="499872"/>
                  </a:moveTo>
                  <a:lnTo>
                    <a:pt x="10668" y="496824"/>
                  </a:lnTo>
                  <a:lnTo>
                    <a:pt x="3048" y="496824"/>
                  </a:lnTo>
                  <a:lnTo>
                    <a:pt x="0" y="499872"/>
                  </a:lnTo>
                  <a:lnTo>
                    <a:pt x="0" y="548640"/>
                  </a:lnTo>
                  <a:lnTo>
                    <a:pt x="3048" y="551688"/>
                  </a:lnTo>
                  <a:lnTo>
                    <a:pt x="10668" y="551688"/>
                  </a:lnTo>
                  <a:lnTo>
                    <a:pt x="13716" y="548640"/>
                  </a:lnTo>
                  <a:lnTo>
                    <a:pt x="13716" y="499872"/>
                  </a:lnTo>
                  <a:close/>
                </a:path>
                <a:path w="1097279" h="2449195">
                  <a:moveTo>
                    <a:pt x="13716" y="417576"/>
                  </a:moveTo>
                  <a:lnTo>
                    <a:pt x="10668" y="414528"/>
                  </a:lnTo>
                  <a:lnTo>
                    <a:pt x="3048" y="414528"/>
                  </a:lnTo>
                  <a:lnTo>
                    <a:pt x="0" y="417576"/>
                  </a:lnTo>
                  <a:lnTo>
                    <a:pt x="0" y="466344"/>
                  </a:lnTo>
                  <a:lnTo>
                    <a:pt x="3048" y="469392"/>
                  </a:lnTo>
                  <a:lnTo>
                    <a:pt x="10668" y="469392"/>
                  </a:lnTo>
                  <a:lnTo>
                    <a:pt x="13716" y="466344"/>
                  </a:lnTo>
                  <a:lnTo>
                    <a:pt x="13716" y="417576"/>
                  </a:lnTo>
                  <a:close/>
                </a:path>
                <a:path w="1097279" h="2449195">
                  <a:moveTo>
                    <a:pt x="13716" y="333756"/>
                  </a:moveTo>
                  <a:lnTo>
                    <a:pt x="10668" y="330708"/>
                  </a:lnTo>
                  <a:lnTo>
                    <a:pt x="3048" y="330708"/>
                  </a:lnTo>
                  <a:lnTo>
                    <a:pt x="0" y="333756"/>
                  </a:lnTo>
                  <a:lnTo>
                    <a:pt x="0" y="382524"/>
                  </a:lnTo>
                  <a:lnTo>
                    <a:pt x="3048" y="385572"/>
                  </a:lnTo>
                  <a:lnTo>
                    <a:pt x="10668" y="385572"/>
                  </a:lnTo>
                  <a:lnTo>
                    <a:pt x="13716" y="382524"/>
                  </a:lnTo>
                  <a:lnTo>
                    <a:pt x="13716" y="333756"/>
                  </a:lnTo>
                  <a:close/>
                </a:path>
                <a:path w="1097279" h="2449195">
                  <a:moveTo>
                    <a:pt x="13716" y="251460"/>
                  </a:moveTo>
                  <a:lnTo>
                    <a:pt x="10668" y="248412"/>
                  </a:lnTo>
                  <a:lnTo>
                    <a:pt x="3048" y="248412"/>
                  </a:lnTo>
                  <a:lnTo>
                    <a:pt x="0" y="251460"/>
                  </a:lnTo>
                  <a:lnTo>
                    <a:pt x="0" y="300228"/>
                  </a:lnTo>
                  <a:lnTo>
                    <a:pt x="3048" y="303276"/>
                  </a:lnTo>
                  <a:lnTo>
                    <a:pt x="10668" y="303276"/>
                  </a:lnTo>
                  <a:lnTo>
                    <a:pt x="13716" y="300228"/>
                  </a:lnTo>
                  <a:lnTo>
                    <a:pt x="13716" y="251460"/>
                  </a:lnTo>
                  <a:close/>
                </a:path>
                <a:path w="1097279" h="2449195">
                  <a:moveTo>
                    <a:pt x="13716" y="169164"/>
                  </a:moveTo>
                  <a:lnTo>
                    <a:pt x="10668" y="166116"/>
                  </a:lnTo>
                  <a:lnTo>
                    <a:pt x="3048" y="166116"/>
                  </a:lnTo>
                  <a:lnTo>
                    <a:pt x="0" y="169164"/>
                  </a:lnTo>
                  <a:lnTo>
                    <a:pt x="0" y="217932"/>
                  </a:lnTo>
                  <a:lnTo>
                    <a:pt x="3048" y="220980"/>
                  </a:lnTo>
                  <a:lnTo>
                    <a:pt x="10668" y="220980"/>
                  </a:lnTo>
                  <a:lnTo>
                    <a:pt x="13716" y="217932"/>
                  </a:lnTo>
                  <a:lnTo>
                    <a:pt x="13716" y="169164"/>
                  </a:lnTo>
                  <a:close/>
                </a:path>
                <a:path w="1097279" h="2449195">
                  <a:moveTo>
                    <a:pt x="13716" y="86868"/>
                  </a:moveTo>
                  <a:lnTo>
                    <a:pt x="10668" y="83820"/>
                  </a:lnTo>
                  <a:lnTo>
                    <a:pt x="3048" y="83820"/>
                  </a:lnTo>
                  <a:lnTo>
                    <a:pt x="0" y="86868"/>
                  </a:lnTo>
                  <a:lnTo>
                    <a:pt x="0" y="135636"/>
                  </a:lnTo>
                  <a:lnTo>
                    <a:pt x="3048" y="138684"/>
                  </a:lnTo>
                  <a:lnTo>
                    <a:pt x="10668" y="138684"/>
                  </a:lnTo>
                  <a:lnTo>
                    <a:pt x="13716" y="135636"/>
                  </a:lnTo>
                  <a:lnTo>
                    <a:pt x="13716" y="86868"/>
                  </a:lnTo>
                  <a:close/>
                </a:path>
                <a:path w="1097279" h="2449195">
                  <a:moveTo>
                    <a:pt x="13716" y="3048"/>
                  </a:moveTo>
                  <a:lnTo>
                    <a:pt x="10668" y="0"/>
                  </a:lnTo>
                  <a:lnTo>
                    <a:pt x="3048" y="0"/>
                  </a:lnTo>
                  <a:lnTo>
                    <a:pt x="0" y="3048"/>
                  </a:lnTo>
                  <a:lnTo>
                    <a:pt x="0" y="53340"/>
                  </a:lnTo>
                  <a:lnTo>
                    <a:pt x="3048" y="56388"/>
                  </a:lnTo>
                  <a:lnTo>
                    <a:pt x="10668" y="56388"/>
                  </a:lnTo>
                  <a:lnTo>
                    <a:pt x="13716" y="53340"/>
                  </a:lnTo>
                  <a:lnTo>
                    <a:pt x="13716" y="3048"/>
                  </a:lnTo>
                  <a:close/>
                </a:path>
                <a:path w="1097279" h="2449195">
                  <a:moveTo>
                    <a:pt x="556260" y="2400300"/>
                  </a:moveTo>
                  <a:lnTo>
                    <a:pt x="551688" y="2397252"/>
                  </a:lnTo>
                  <a:lnTo>
                    <a:pt x="544068" y="2397252"/>
                  </a:lnTo>
                  <a:lnTo>
                    <a:pt x="541020" y="2400300"/>
                  </a:lnTo>
                  <a:lnTo>
                    <a:pt x="541020" y="2446020"/>
                  </a:lnTo>
                  <a:lnTo>
                    <a:pt x="544068" y="2449068"/>
                  </a:lnTo>
                  <a:lnTo>
                    <a:pt x="551688" y="2449068"/>
                  </a:lnTo>
                  <a:lnTo>
                    <a:pt x="556260" y="2446020"/>
                  </a:lnTo>
                  <a:lnTo>
                    <a:pt x="556260" y="2400300"/>
                  </a:lnTo>
                  <a:close/>
                </a:path>
                <a:path w="1097279" h="2449195">
                  <a:moveTo>
                    <a:pt x="556260" y="2318004"/>
                  </a:moveTo>
                  <a:lnTo>
                    <a:pt x="551688" y="2314956"/>
                  </a:lnTo>
                  <a:lnTo>
                    <a:pt x="544068" y="2314956"/>
                  </a:lnTo>
                  <a:lnTo>
                    <a:pt x="541020" y="2318004"/>
                  </a:lnTo>
                  <a:lnTo>
                    <a:pt x="541020" y="2366772"/>
                  </a:lnTo>
                  <a:lnTo>
                    <a:pt x="544068" y="2369820"/>
                  </a:lnTo>
                  <a:lnTo>
                    <a:pt x="551688" y="2369820"/>
                  </a:lnTo>
                  <a:lnTo>
                    <a:pt x="556260" y="2366772"/>
                  </a:lnTo>
                  <a:lnTo>
                    <a:pt x="556260" y="2318004"/>
                  </a:lnTo>
                  <a:close/>
                </a:path>
                <a:path w="1097279" h="2449195">
                  <a:moveTo>
                    <a:pt x="556260" y="2235708"/>
                  </a:moveTo>
                  <a:lnTo>
                    <a:pt x="551688" y="2232660"/>
                  </a:lnTo>
                  <a:lnTo>
                    <a:pt x="544068" y="2232660"/>
                  </a:lnTo>
                  <a:lnTo>
                    <a:pt x="541020" y="2235708"/>
                  </a:lnTo>
                  <a:lnTo>
                    <a:pt x="541020" y="2284476"/>
                  </a:lnTo>
                  <a:lnTo>
                    <a:pt x="544068" y="2287524"/>
                  </a:lnTo>
                  <a:lnTo>
                    <a:pt x="551688" y="2287524"/>
                  </a:lnTo>
                  <a:lnTo>
                    <a:pt x="556260" y="2284476"/>
                  </a:lnTo>
                  <a:lnTo>
                    <a:pt x="556260" y="2235708"/>
                  </a:lnTo>
                  <a:close/>
                </a:path>
                <a:path w="1097279" h="2449195">
                  <a:moveTo>
                    <a:pt x="556260" y="2151888"/>
                  </a:moveTo>
                  <a:lnTo>
                    <a:pt x="551688" y="2148840"/>
                  </a:lnTo>
                  <a:lnTo>
                    <a:pt x="544068" y="2148840"/>
                  </a:lnTo>
                  <a:lnTo>
                    <a:pt x="541020" y="2151888"/>
                  </a:lnTo>
                  <a:lnTo>
                    <a:pt x="541020" y="2200656"/>
                  </a:lnTo>
                  <a:lnTo>
                    <a:pt x="544068" y="2203704"/>
                  </a:lnTo>
                  <a:lnTo>
                    <a:pt x="551688" y="2203704"/>
                  </a:lnTo>
                  <a:lnTo>
                    <a:pt x="556260" y="2200656"/>
                  </a:lnTo>
                  <a:lnTo>
                    <a:pt x="556260" y="2151888"/>
                  </a:lnTo>
                  <a:close/>
                </a:path>
                <a:path w="1097279" h="2449195">
                  <a:moveTo>
                    <a:pt x="556260" y="2069592"/>
                  </a:moveTo>
                  <a:lnTo>
                    <a:pt x="551688" y="2066544"/>
                  </a:lnTo>
                  <a:lnTo>
                    <a:pt x="544068" y="2066544"/>
                  </a:lnTo>
                  <a:lnTo>
                    <a:pt x="541020" y="2069592"/>
                  </a:lnTo>
                  <a:lnTo>
                    <a:pt x="541020" y="2118360"/>
                  </a:lnTo>
                  <a:lnTo>
                    <a:pt x="544068" y="2121408"/>
                  </a:lnTo>
                  <a:lnTo>
                    <a:pt x="551688" y="2121408"/>
                  </a:lnTo>
                  <a:lnTo>
                    <a:pt x="556260" y="2118360"/>
                  </a:lnTo>
                  <a:lnTo>
                    <a:pt x="556260" y="2069592"/>
                  </a:lnTo>
                  <a:close/>
                </a:path>
                <a:path w="1097279" h="2449195">
                  <a:moveTo>
                    <a:pt x="556260" y="1987296"/>
                  </a:moveTo>
                  <a:lnTo>
                    <a:pt x="551688" y="1984248"/>
                  </a:lnTo>
                  <a:lnTo>
                    <a:pt x="544068" y="1984248"/>
                  </a:lnTo>
                  <a:lnTo>
                    <a:pt x="541020" y="1987296"/>
                  </a:lnTo>
                  <a:lnTo>
                    <a:pt x="541020" y="2036064"/>
                  </a:lnTo>
                  <a:lnTo>
                    <a:pt x="544068" y="2039112"/>
                  </a:lnTo>
                  <a:lnTo>
                    <a:pt x="551688" y="2039112"/>
                  </a:lnTo>
                  <a:lnTo>
                    <a:pt x="556260" y="2036064"/>
                  </a:lnTo>
                  <a:lnTo>
                    <a:pt x="556260" y="1987296"/>
                  </a:lnTo>
                  <a:close/>
                </a:path>
                <a:path w="1097279" h="2449195">
                  <a:moveTo>
                    <a:pt x="556260" y="1905000"/>
                  </a:moveTo>
                  <a:lnTo>
                    <a:pt x="551688" y="1901952"/>
                  </a:lnTo>
                  <a:lnTo>
                    <a:pt x="544068" y="1901952"/>
                  </a:lnTo>
                  <a:lnTo>
                    <a:pt x="541020" y="1905000"/>
                  </a:lnTo>
                  <a:lnTo>
                    <a:pt x="541020" y="1953768"/>
                  </a:lnTo>
                  <a:lnTo>
                    <a:pt x="544068" y="1956816"/>
                  </a:lnTo>
                  <a:lnTo>
                    <a:pt x="551688" y="1956816"/>
                  </a:lnTo>
                  <a:lnTo>
                    <a:pt x="556260" y="1953768"/>
                  </a:lnTo>
                  <a:lnTo>
                    <a:pt x="556260" y="1905000"/>
                  </a:lnTo>
                  <a:close/>
                </a:path>
                <a:path w="1097279" h="2449195">
                  <a:moveTo>
                    <a:pt x="556260" y="1821180"/>
                  </a:moveTo>
                  <a:lnTo>
                    <a:pt x="551688" y="1818132"/>
                  </a:lnTo>
                  <a:lnTo>
                    <a:pt x="544068" y="1818132"/>
                  </a:lnTo>
                  <a:lnTo>
                    <a:pt x="541020" y="1821180"/>
                  </a:lnTo>
                  <a:lnTo>
                    <a:pt x="541020" y="1871472"/>
                  </a:lnTo>
                  <a:lnTo>
                    <a:pt x="544068" y="1874520"/>
                  </a:lnTo>
                  <a:lnTo>
                    <a:pt x="551688" y="1874520"/>
                  </a:lnTo>
                  <a:lnTo>
                    <a:pt x="556260" y="1871472"/>
                  </a:lnTo>
                  <a:lnTo>
                    <a:pt x="556260" y="1821180"/>
                  </a:lnTo>
                  <a:close/>
                </a:path>
                <a:path w="1097279" h="2449195">
                  <a:moveTo>
                    <a:pt x="556260" y="1738884"/>
                  </a:moveTo>
                  <a:lnTo>
                    <a:pt x="551688" y="1735836"/>
                  </a:lnTo>
                  <a:lnTo>
                    <a:pt x="544068" y="1735836"/>
                  </a:lnTo>
                  <a:lnTo>
                    <a:pt x="541020" y="1738884"/>
                  </a:lnTo>
                  <a:lnTo>
                    <a:pt x="541020" y="1787652"/>
                  </a:lnTo>
                  <a:lnTo>
                    <a:pt x="544068" y="1790700"/>
                  </a:lnTo>
                  <a:lnTo>
                    <a:pt x="551688" y="1790700"/>
                  </a:lnTo>
                  <a:lnTo>
                    <a:pt x="556260" y="1787652"/>
                  </a:lnTo>
                  <a:lnTo>
                    <a:pt x="556260" y="1738884"/>
                  </a:lnTo>
                  <a:close/>
                </a:path>
                <a:path w="1097279" h="2449195">
                  <a:moveTo>
                    <a:pt x="556260" y="1656588"/>
                  </a:moveTo>
                  <a:lnTo>
                    <a:pt x="551688" y="1653540"/>
                  </a:lnTo>
                  <a:lnTo>
                    <a:pt x="544068" y="1653540"/>
                  </a:lnTo>
                  <a:lnTo>
                    <a:pt x="541020" y="1656588"/>
                  </a:lnTo>
                  <a:lnTo>
                    <a:pt x="541020" y="1705356"/>
                  </a:lnTo>
                  <a:lnTo>
                    <a:pt x="544068" y="1708404"/>
                  </a:lnTo>
                  <a:lnTo>
                    <a:pt x="551688" y="1708404"/>
                  </a:lnTo>
                  <a:lnTo>
                    <a:pt x="556260" y="1705356"/>
                  </a:lnTo>
                  <a:lnTo>
                    <a:pt x="556260" y="1656588"/>
                  </a:lnTo>
                  <a:close/>
                </a:path>
                <a:path w="1097279" h="2449195">
                  <a:moveTo>
                    <a:pt x="556260" y="1574292"/>
                  </a:moveTo>
                  <a:lnTo>
                    <a:pt x="551688" y="1571244"/>
                  </a:lnTo>
                  <a:lnTo>
                    <a:pt x="544068" y="1571244"/>
                  </a:lnTo>
                  <a:lnTo>
                    <a:pt x="541020" y="1574292"/>
                  </a:lnTo>
                  <a:lnTo>
                    <a:pt x="541020" y="1623060"/>
                  </a:lnTo>
                  <a:lnTo>
                    <a:pt x="544068" y="1626108"/>
                  </a:lnTo>
                  <a:lnTo>
                    <a:pt x="551688" y="1626108"/>
                  </a:lnTo>
                  <a:lnTo>
                    <a:pt x="556260" y="1623060"/>
                  </a:lnTo>
                  <a:lnTo>
                    <a:pt x="556260" y="1574292"/>
                  </a:lnTo>
                  <a:close/>
                </a:path>
                <a:path w="1097279" h="2449195">
                  <a:moveTo>
                    <a:pt x="556260" y="1491996"/>
                  </a:moveTo>
                  <a:lnTo>
                    <a:pt x="551688" y="1487424"/>
                  </a:lnTo>
                  <a:lnTo>
                    <a:pt x="544068" y="1487424"/>
                  </a:lnTo>
                  <a:lnTo>
                    <a:pt x="541020" y="1491996"/>
                  </a:lnTo>
                  <a:lnTo>
                    <a:pt x="541020" y="1540764"/>
                  </a:lnTo>
                  <a:lnTo>
                    <a:pt x="544068" y="1543812"/>
                  </a:lnTo>
                  <a:lnTo>
                    <a:pt x="551688" y="1543812"/>
                  </a:lnTo>
                  <a:lnTo>
                    <a:pt x="556260" y="1540764"/>
                  </a:lnTo>
                  <a:lnTo>
                    <a:pt x="556260" y="1491996"/>
                  </a:lnTo>
                  <a:close/>
                </a:path>
                <a:path w="1097279" h="2449195">
                  <a:moveTo>
                    <a:pt x="556260" y="1408176"/>
                  </a:moveTo>
                  <a:lnTo>
                    <a:pt x="551688" y="1405128"/>
                  </a:lnTo>
                  <a:lnTo>
                    <a:pt x="544068" y="1405128"/>
                  </a:lnTo>
                  <a:lnTo>
                    <a:pt x="541020" y="1408176"/>
                  </a:lnTo>
                  <a:lnTo>
                    <a:pt x="541020" y="1456944"/>
                  </a:lnTo>
                  <a:lnTo>
                    <a:pt x="544068" y="1459992"/>
                  </a:lnTo>
                  <a:lnTo>
                    <a:pt x="551688" y="1459992"/>
                  </a:lnTo>
                  <a:lnTo>
                    <a:pt x="556260" y="1456944"/>
                  </a:lnTo>
                  <a:lnTo>
                    <a:pt x="556260" y="1408176"/>
                  </a:lnTo>
                  <a:close/>
                </a:path>
                <a:path w="1097279" h="2449195">
                  <a:moveTo>
                    <a:pt x="556260" y="1325880"/>
                  </a:moveTo>
                  <a:lnTo>
                    <a:pt x="551688" y="1322832"/>
                  </a:lnTo>
                  <a:lnTo>
                    <a:pt x="544068" y="1322832"/>
                  </a:lnTo>
                  <a:lnTo>
                    <a:pt x="541020" y="1325880"/>
                  </a:lnTo>
                  <a:lnTo>
                    <a:pt x="541020" y="1374648"/>
                  </a:lnTo>
                  <a:lnTo>
                    <a:pt x="544068" y="1377696"/>
                  </a:lnTo>
                  <a:lnTo>
                    <a:pt x="551688" y="1377696"/>
                  </a:lnTo>
                  <a:lnTo>
                    <a:pt x="556260" y="1374648"/>
                  </a:lnTo>
                  <a:lnTo>
                    <a:pt x="556260" y="1325880"/>
                  </a:lnTo>
                  <a:close/>
                </a:path>
                <a:path w="1097279" h="2449195">
                  <a:moveTo>
                    <a:pt x="556260" y="1243584"/>
                  </a:moveTo>
                  <a:lnTo>
                    <a:pt x="551688" y="1240536"/>
                  </a:lnTo>
                  <a:lnTo>
                    <a:pt x="544068" y="1240536"/>
                  </a:lnTo>
                  <a:lnTo>
                    <a:pt x="541020" y="1243584"/>
                  </a:lnTo>
                  <a:lnTo>
                    <a:pt x="541020" y="1292352"/>
                  </a:lnTo>
                  <a:lnTo>
                    <a:pt x="544068" y="1295400"/>
                  </a:lnTo>
                  <a:lnTo>
                    <a:pt x="551688" y="1295400"/>
                  </a:lnTo>
                  <a:lnTo>
                    <a:pt x="556260" y="1292352"/>
                  </a:lnTo>
                  <a:lnTo>
                    <a:pt x="556260" y="1243584"/>
                  </a:lnTo>
                  <a:close/>
                </a:path>
                <a:path w="1097279" h="2449195">
                  <a:moveTo>
                    <a:pt x="556260" y="1161288"/>
                  </a:moveTo>
                  <a:lnTo>
                    <a:pt x="551688" y="1158240"/>
                  </a:lnTo>
                  <a:lnTo>
                    <a:pt x="544068" y="1158240"/>
                  </a:lnTo>
                  <a:lnTo>
                    <a:pt x="541020" y="1161288"/>
                  </a:lnTo>
                  <a:lnTo>
                    <a:pt x="541020" y="1210056"/>
                  </a:lnTo>
                  <a:lnTo>
                    <a:pt x="544068" y="1213104"/>
                  </a:lnTo>
                  <a:lnTo>
                    <a:pt x="551688" y="1213104"/>
                  </a:lnTo>
                  <a:lnTo>
                    <a:pt x="556260" y="1210056"/>
                  </a:lnTo>
                  <a:lnTo>
                    <a:pt x="556260" y="1161288"/>
                  </a:lnTo>
                  <a:close/>
                </a:path>
                <a:path w="1097279" h="2449195">
                  <a:moveTo>
                    <a:pt x="556260" y="1077468"/>
                  </a:moveTo>
                  <a:lnTo>
                    <a:pt x="551688" y="1074420"/>
                  </a:lnTo>
                  <a:lnTo>
                    <a:pt x="544068" y="1074420"/>
                  </a:lnTo>
                  <a:lnTo>
                    <a:pt x="541020" y="1077468"/>
                  </a:lnTo>
                  <a:lnTo>
                    <a:pt x="541020" y="1126236"/>
                  </a:lnTo>
                  <a:lnTo>
                    <a:pt x="544068" y="1130808"/>
                  </a:lnTo>
                  <a:lnTo>
                    <a:pt x="551688" y="1130808"/>
                  </a:lnTo>
                  <a:lnTo>
                    <a:pt x="556260" y="1126236"/>
                  </a:lnTo>
                  <a:lnTo>
                    <a:pt x="556260" y="1077468"/>
                  </a:lnTo>
                  <a:close/>
                </a:path>
                <a:path w="1097279" h="2449195">
                  <a:moveTo>
                    <a:pt x="556260" y="995172"/>
                  </a:moveTo>
                  <a:lnTo>
                    <a:pt x="551688" y="992124"/>
                  </a:lnTo>
                  <a:lnTo>
                    <a:pt x="544068" y="992124"/>
                  </a:lnTo>
                  <a:lnTo>
                    <a:pt x="541020" y="995172"/>
                  </a:lnTo>
                  <a:lnTo>
                    <a:pt x="541020" y="1043952"/>
                  </a:lnTo>
                  <a:lnTo>
                    <a:pt x="544068" y="1046988"/>
                  </a:lnTo>
                  <a:lnTo>
                    <a:pt x="551688" y="1046988"/>
                  </a:lnTo>
                  <a:lnTo>
                    <a:pt x="556260" y="1043952"/>
                  </a:lnTo>
                  <a:lnTo>
                    <a:pt x="556260" y="995172"/>
                  </a:lnTo>
                  <a:close/>
                </a:path>
                <a:path w="1097279" h="2449195">
                  <a:moveTo>
                    <a:pt x="556260" y="912876"/>
                  </a:moveTo>
                  <a:lnTo>
                    <a:pt x="551688" y="909828"/>
                  </a:lnTo>
                  <a:lnTo>
                    <a:pt x="544068" y="909828"/>
                  </a:lnTo>
                  <a:lnTo>
                    <a:pt x="541020" y="912876"/>
                  </a:lnTo>
                  <a:lnTo>
                    <a:pt x="541020" y="961644"/>
                  </a:lnTo>
                  <a:lnTo>
                    <a:pt x="544068" y="964692"/>
                  </a:lnTo>
                  <a:lnTo>
                    <a:pt x="551688" y="964692"/>
                  </a:lnTo>
                  <a:lnTo>
                    <a:pt x="556260" y="961644"/>
                  </a:lnTo>
                  <a:lnTo>
                    <a:pt x="556260" y="912876"/>
                  </a:lnTo>
                  <a:close/>
                </a:path>
                <a:path w="1097279" h="2449195">
                  <a:moveTo>
                    <a:pt x="556260" y="830580"/>
                  </a:moveTo>
                  <a:lnTo>
                    <a:pt x="551688" y="827532"/>
                  </a:lnTo>
                  <a:lnTo>
                    <a:pt x="544068" y="827532"/>
                  </a:lnTo>
                  <a:lnTo>
                    <a:pt x="541020" y="830580"/>
                  </a:lnTo>
                  <a:lnTo>
                    <a:pt x="541020" y="879348"/>
                  </a:lnTo>
                  <a:lnTo>
                    <a:pt x="544068" y="882396"/>
                  </a:lnTo>
                  <a:lnTo>
                    <a:pt x="551688" y="882396"/>
                  </a:lnTo>
                  <a:lnTo>
                    <a:pt x="556260" y="879348"/>
                  </a:lnTo>
                  <a:lnTo>
                    <a:pt x="556260" y="830580"/>
                  </a:lnTo>
                  <a:close/>
                </a:path>
                <a:path w="1097279" h="2449195">
                  <a:moveTo>
                    <a:pt x="556260" y="746760"/>
                  </a:moveTo>
                  <a:lnTo>
                    <a:pt x="551688" y="743712"/>
                  </a:lnTo>
                  <a:lnTo>
                    <a:pt x="544068" y="743712"/>
                  </a:lnTo>
                  <a:lnTo>
                    <a:pt x="541020" y="746760"/>
                  </a:lnTo>
                  <a:lnTo>
                    <a:pt x="541020" y="797052"/>
                  </a:lnTo>
                  <a:lnTo>
                    <a:pt x="544068" y="800100"/>
                  </a:lnTo>
                  <a:lnTo>
                    <a:pt x="551688" y="800100"/>
                  </a:lnTo>
                  <a:lnTo>
                    <a:pt x="556260" y="797052"/>
                  </a:lnTo>
                  <a:lnTo>
                    <a:pt x="556260" y="746760"/>
                  </a:lnTo>
                  <a:close/>
                </a:path>
                <a:path w="1097279" h="2449195">
                  <a:moveTo>
                    <a:pt x="556260" y="664464"/>
                  </a:moveTo>
                  <a:lnTo>
                    <a:pt x="551688" y="661416"/>
                  </a:lnTo>
                  <a:lnTo>
                    <a:pt x="544068" y="661416"/>
                  </a:lnTo>
                  <a:lnTo>
                    <a:pt x="541020" y="664464"/>
                  </a:lnTo>
                  <a:lnTo>
                    <a:pt x="541020" y="713232"/>
                  </a:lnTo>
                  <a:lnTo>
                    <a:pt x="544068" y="716280"/>
                  </a:lnTo>
                  <a:lnTo>
                    <a:pt x="551688" y="716280"/>
                  </a:lnTo>
                  <a:lnTo>
                    <a:pt x="556260" y="713232"/>
                  </a:lnTo>
                  <a:lnTo>
                    <a:pt x="556260" y="664464"/>
                  </a:lnTo>
                  <a:close/>
                </a:path>
                <a:path w="1097279" h="2449195">
                  <a:moveTo>
                    <a:pt x="556260" y="582168"/>
                  </a:moveTo>
                  <a:lnTo>
                    <a:pt x="551688" y="579120"/>
                  </a:lnTo>
                  <a:lnTo>
                    <a:pt x="544068" y="579120"/>
                  </a:lnTo>
                  <a:lnTo>
                    <a:pt x="541020" y="582168"/>
                  </a:lnTo>
                  <a:lnTo>
                    <a:pt x="541020" y="630936"/>
                  </a:lnTo>
                  <a:lnTo>
                    <a:pt x="544068" y="633984"/>
                  </a:lnTo>
                  <a:lnTo>
                    <a:pt x="551688" y="633984"/>
                  </a:lnTo>
                  <a:lnTo>
                    <a:pt x="556260" y="630936"/>
                  </a:lnTo>
                  <a:lnTo>
                    <a:pt x="556260" y="582168"/>
                  </a:lnTo>
                  <a:close/>
                </a:path>
                <a:path w="1097279" h="2449195">
                  <a:moveTo>
                    <a:pt x="556260" y="499872"/>
                  </a:moveTo>
                  <a:lnTo>
                    <a:pt x="551688" y="496824"/>
                  </a:lnTo>
                  <a:lnTo>
                    <a:pt x="544068" y="496824"/>
                  </a:lnTo>
                  <a:lnTo>
                    <a:pt x="541020" y="499872"/>
                  </a:lnTo>
                  <a:lnTo>
                    <a:pt x="541020" y="548640"/>
                  </a:lnTo>
                  <a:lnTo>
                    <a:pt x="544068" y="551688"/>
                  </a:lnTo>
                  <a:lnTo>
                    <a:pt x="551688" y="551688"/>
                  </a:lnTo>
                  <a:lnTo>
                    <a:pt x="556260" y="548640"/>
                  </a:lnTo>
                  <a:lnTo>
                    <a:pt x="556260" y="499872"/>
                  </a:lnTo>
                  <a:close/>
                </a:path>
                <a:path w="1097279" h="2449195">
                  <a:moveTo>
                    <a:pt x="556260" y="417576"/>
                  </a:moveTo>
                  <a:lnTo>
                    <a:pt x="551688" y="414528"/>
                  </a:lnTo>
                  <a:lnTo>
                    <a:pt x="544068" y="414528"/>
                  </a:lnTo>
                  <a:lnTo>
                    <a:pt x="541020" y="417576"/>
                  </a:lnTo>
                  <a:lnTo>
                    <a:pt x="541020" y="466344"/>
                  </a:lnTo>
                  <a:lnTo>
                    <a:pt x="544068" y="469392"/>
                  </a:lnTo>
                  <a:lnTo>
                    <a:pt x="551688" y="469392"/>
                  </a:lnTo>
                  <a:lnTo>
                    <a:pt x="556260" y="466344"/>
                  </a:lnTo>
                  <a:lnTo>
                    <a:pt x="556260" y="417576"/>
                  </a:lnTo>
                  <a:close/>
                </a:path>
                <a:path w="1097279" h="2449195">
                  <a:moveTo>
                    <a:pt x="556260" y="333756"/>
                  </a:moveTo>
                  <a:lnTo>
                    <a:pt x="551688" y="330708"/>
                  </a:lnTo>
                  <a:lnTo>
                    <a:pt x="544068" y="330708"/>
                  </a:lnTo>
                  <a:lnTo>
                    <a:pt x="541020" y="333756"/>
                  </a:lnTo>
                  <a:lnTo>
                    <a:pt x="541020" y="382524"/>
                  </a:lnTo>
                  <a:lnTo>
                    <a:pt x="544068" y="385572"/>
                  </a:lnTo>
                  <a:lnTo>
                    <a:pt x="551688" y="385572"/>
                  </a:lnTo>
                  <a:lnTo>
                    <a:pt x="556260" y="382524"/>
                  </a:lnTo>
                  <a:lnTo>
                    <a:pt x="556260" y="333756"/>
                  </a:lnTo>
                  <a:close/>
                </a:path>
                <a:path w="1097279" h="2449195">
                  <a:moveTo>
                    <a:pt x="556260" y="251460"/>
                  </a:moveTo>
                  <a:lnTo>
                    <a:pt x="551688" y="248412"/>
                  </a:lnTo>
                  <a:lnTo>
                    <a:pt x="544068" y="248412"/>
                  </a:lnTo>
                  <a:lnTo>
                    <a:pt x="541020" y="251460"/>
                  </a:lnTo>
                  <a:lnTo>
                    <a:pt x="541020" y="300228"/>
                  </a:lnTo>
                  <a:lnTo>
                    <a:pt x="544068" y="303276"/>
                  </a:lnTo>
                  <a:lnTo>
                    <a:pt x="551688" y="303276"/>
                  </a:lnTo>
                  <a:lnTo>
                    <a:pt x="556260" y="300228"/>
                  </a:lnTo>
                  <a:lnTo>
                    <a:pt x="556260" y="251460"/>
                  </a:lnTo>
                  <a:close/>
                </a:path>
                <a:path w="1097279" h="2449195">
                  <a:moveTo>
                    <a:pt x="556260" y="169164"/>
                  </a:moveTo>
                  <a:lnTo>
                    <a:pt x="551688" y="166116"/>
                  </a:lnTo>
                  <a:lnTo>
                    <a:pt x="544068" y="166116"/>
                  </a:lnTo>
                  <a:lnTo>
                    <a:pt x="541020" y="169164"/>
                  </a:lnTo>
                  <a:lnTo>
                    <a:pt x="541020" y="217932"/>
                  </a:lnTo>
                  <a:lnTo>
                    <a:pt x="544068" y="220980"/>
                  </a:lnTo>
                  <a:lnTo>
                    <a:pt x="551688" y="220980"/>
                  </a:lnTo>
                  <a:lnTo>
                    <a:pt x="556260" y="217932"/>
                  </a:lnTo>
                  <a:lnTo>
                    <a:pt x="556260" y="169164"/>
                  </a:lnTo>
                  <a:close/>
                </a:path>
                <a:path w="1097279" h="2449195">
                  <a:moveTo>
                    <a:pt x="556260" y="86868"/>
                  </a:moveTo>
                  <a:lnTo>
                    <a:pt x="551688" y="83820"/>
                  </a:lnTo>
                  <a:lnTo>
                    <a:pt x="544068" y="83820"/>
                  </a:lnTo>
                  <a:lnTo>
                    <a:pt x="541020" y="86868"/>
                  </a:lnTo>
                  <a:lnTo>
                    <a:pt x="541020" y="135636"/>
                  </a:lnTo>
                  <a:lnTo>
                    <a:pt x="544068" y="138684"/>
                  </a:lnTo>
                  <a:lnTo>
                    <a:pt x="551688" y="138684"/>
                  </a:lnTo>
                  <a:lnTo>
                    <a:pt x="556260" y="135636"/>
                  </a:lnTo>
                  <a:lnTo>
                    <a:pt x="556260" y="86868"/>
                  </a:lnTo>
                  <a:close/>
                </a:path>
                <a:path w="1097279" h="2449195">
                  <a:moveTo>
                    <a:pt x="556260" y="3048"/>
                  </a:moveTo>
                  <a:lnTo>
                    <a:pt x="551688" y="0"/>
                  </a:lnTo>
                  <a:lnTo>
                    <a:pt x="544068" y="0"/>
                  </a:lnTo>
                  <a:lnTo>
                    <a:pt x="541020" y="3048"/>
                  </a:lnTo>
                  <a:lnTo>
                    <a:pt x="541020" y="53340"/>
                  </a:lnTo>
                  <a:lnTo>
                    <a:pt x="544068" y="56388"/>
                  </a:lnTo>
                  <a:lnTo>
                    <a:pt x="551688" y="56388"/>
                  </a:lnTo>
                  <a:lnTo>
                    <a:pt x="556260" y="53340"/>
                  </a:lnTo>
                  <a:lnTo>
                    <a:pt x="556260" y="3048"/>
                  </a:lnTo>
                  <a:close/>
                </a:path>
                <a:path w="1097279" h="2449195">
                  <a:moveTo>
                    <a:pt x="1097280" y="2400300"/>
                  </a:moveTo>
                  <a:lnTo>
                    <a:pt x="1094232" y="2397252"/>
                  </a:lnTo>
                  <a:lnTo>
                    <a:pt x="1086612" y="2397252"/>
                  </a:lnTo>
                  <a:lnTo>
                    <a:pt x="1083564" y="2400300"/>
                  </a:lnTo>
                  <a:lnTo>
                    <a:pt x="1083564" y="2446020"/>
                  </a:lnTo>
                  <a:lnTo>
                    <a:pt x="1086612" y="2449068"/>
                  </a:lnTo>
                  <a:lnTo>
                    <a:pt x="1094232" y="2449068"/>
                  </a:lnTo>
                  <a:lnTo>
                    <a:pt x="1097280" y="2446020"/>
                  </a:lnTo>
                  <a:lnTo>
                    <a:pt x="1097280" y="2400300"/>
                  </a:lnTo>
                  <a:close/>
                </a:path>
                <a:path w="1097279" h="2449195">
                  <a:moveTo>
                    <a:pt x="1097280" y="2318004"/>
                  </a:moveTo>
                  <a:lnTo>
                    <a:pt x="1094232" y="2314956"/>
                  </a:lnTo>
                  <a:lnTo>
                    <a:pt x="1086612" y="2314956"/>
                  </a:lnTo>
                  <a:lnTo>
                    <a:pt x="1083564" y="2318004"/>
                  </a:lnTo>
                  <a:lnTo>
                    <a:pt x="1083564" y="2366772"/>
                  </a:lnTo>
                  <a:lnTo>
                    <a:pt x="1086612" y="2369820"/>
                  </a:lnTo>
                  <a:lnTo>
                    <a:pt x="1094232" y="2369820"/>
                  </a:lnTo>
                  <a:lnTo>
                    <a:pt x="1097280" y="2366772"/>
                  </a:lnTo>
                  <a:lnTo>
                    <a:pt x="1097280" y="2318004"/>
                  </a:lnTo>
                  <a:close/>
                </a:path>
                <a:path w="1097279" h="2449195">
                  <a:moveTo>
                    <a:pt x="1097280" y="2235708"/>
                  </a:moveTo>
                  <a:lnTo>
                    <a:pt x="1094232" y="2232660"/>
                  </a:lnTo>
                  <a:lnTo>
                    <a:pt x="1086612" y="2232660"/>
                  </a:lnTo>
                  <a:lnTo>
                    <a:pt x="1083564" y="2235708"/>
                  </a:lnTo>
                  <a:lnTo>
                    <a:pt x="1083564" y="2284476"/>
                  </a:lnTo>
                  <a:lnTo>
                    <a:pt x="1086612" y="2287524"/>
                  </a:lnTo>
                  <a:lnTo>
                    <a:pt x="1094232" y="2287524"/>
                  </a:lnTo>
                  <a:lnTo>
                    <a:pt x="1097280" y="2284476"/>
                  </a:lnTo>
                  <a:lnTo>
                    <a:pt x="1097280" y="2235708"/>
                  </a:lnTo>
                  <a:close/>
                </a:path>
                <a:path w="1097279" h="2449195">
                  <a:moveTo>
                    <a:pt x="1097280" y="2151888"/>
                  </a:moveTo>
                  <a:lnTo>
                    <a:pt x="1094232" y="2148840"/>
                  </a:lnTo>
                  <a:lnTo>
                    <a:pt x="1086612" y="2148840"/>
                  </a:lnTo>
                  <a:lnTo>
                    <a:pt x="1083564" y="2151888"/>
                  </a:lnTo>
                  <a:lnTo>
                    <a:pt x="1083564" y="2200656"/>
                  </a:lnTo>
                  <a:lnTo>
                    <a:pt x="1086612" y="2203704"/>
                  </a:lnTo>
                  <a:lnTo>
                    <a:pt x="1094232" y="2203704"/>
                  </a:lnTo>
                  <a:lnTo>
                    <a:pt x="1097280" y="2200656"/>
                  </a:lnTo>
                  <a:lnTo>
                    <a:pt x="1097280" y="2151888"/>
                  </a:lnTo>
                  <a:close/>
                </a:path>
                <a:path w="1097279" h="2449195">
                  <a:moveTo>
                    <a:pt x="1097280" y="2069592"/>
                  </a:moveTo>
                  <a:lnTo>
                    <a:pt x="1094232" y="2066544"/>
                  </a:lnTo>
                  <a:lnTo>
                    <a:pt x="1086612" y="2066544"/>
                  </a:lnTo>
                  <a:lnTo>
                    <a:pt x="1083564" y="2069592"/>
                  </a:lnTo>
                  <a:lnTo>
                    <a:pt x="1083564" y="2118360"/>
                  </a:lnTo>
                  <a:lnTo>
                    <a:pt x="1086612" y="2121408"/>
                  </a:lnTo>
                  <a:lnTo>
                    <a:pt x="1094232" y="2121408"/>
                  </a:lnTo>
                  <a:lnTo>
                    <a:pt x="1097280" y="2118360"/>
                  </a:lnTo>
                  <a:lnTo>
                    <a:pt x="1097280" y="2069592"/>
                  </a:lnTo>
                  <a:close/>
                </a:path>
                <a:path w="1097279" h="2449195">
                  <a:moveTo>
                    <a:pt x="1097280" y="1987296"/>
                  </a:moveTo>
                  <a:lnTo>
                    <a:pt x="1094232" y="1984248"/>
                  </a:lnTo>
                  <a:lnTo>
                    <a:pt x="1086612" y="1984248"/>
                  </a:lnTo>
                  <a:lnTo>
                    <a:pt x="1083564" y="1987296"/>
                  </a:lnTo>
                  <a:lnTo>
                    <a:pt x="1083564" y="2036064"/>
                  </a:lnTo>
                  <a:lnTo>
                    <a:pt x="1086612" y="2039112"/>
                  </a:lnTo>
                  <a:lnTo>
                    <a:pt x="1094232" y="2039112"/>
                  </a:lnTo>
                  <a:lnTo>
                    <a:pt x="1097280" y="2036064"/>
                  </a:lnTo>
                  <a:lnTo>
                    <a:pt x="1097280" y="1987296"/>
                  </a:lnTo>
                  <a:close/>
                </a:path>
                <a:path w="1097279" h="2449195">
                  <a:moveTo>
                    <a:pt x="1097280" y="1905000"/>
                  </a:moveTo>
                  <a:lnTo>
                    <a:pt x="1094232" y="1901952"/>
                  </a:lnTo>
                  <a:lnTo>
                    <a:pt x="1086612" y="1901952"/>
                  </a:lnTo>
                  <a:lnTo>
                    <a:pt x="1083564" y="1905000"/>
                  </a:lnTo>
                  <a:lnTo>
                    <a:pt x="1083564" y="1953768"/>
                  </a:lnTo>
                  <a:lnTo>
                    <a:pt x="1086612" y="1956816"/>
                  </a:lnTo>
                  <a:lnTo>
                    <a:pt x="1094232" y="1956816"/>
                  </a:lnTo>
                  <a:lnTo>
                    <a:pt x="1097280" y="1953768"/>
                  </a:lnTo>
                  <a:lnTo>
                    <a:pt x="1097280" y="1905000"/>
                  </a:lnTo>
                  <a:close/>
                </a:path>
                <a:path w="1097279" h="2449195">
                  <a:moveTo>
                    <a:pt x="1097280" y="1821180"/>
                  </a:moveTo>
                  <a:lnTo>
                    <a:pt x="1094232" y="1818132"/>
                  </a:lnTo>
                  <a:lnTo>
                    <a:pt x="1086612" y="1818132"/>
                  </a:lnTo>
                  <a:lnTo>
                    <a:pt x="1083564" y="1821180"/>
                  </a:lnTo>
                  <a:lnTo>
                    <a:pt x="1083564" y="1871472"/>
                  </a:lnTo>
                  <a:lnTo>
                    <a:pt x="1086612" y="1874520"/>
                  </a:lnTo>
                  <a:lnTo>
                    <a:pt x="1094232" y="1874520"/>
                  </a:lnTo>
                  <a:lnTo>
                    <a:pt x="1097280" y="1871472"/>
                  </a:lnTo>
                  <a:lnTo>
                    <a:pt x="1097280" y="1821180"/>
                  </a:lnTo>
                  <a:close/>
                </a:path>
                <a:path w="1097279" h="2449195">
                  <a:moveTo>
                    <a:pt x="1097280" y="1738884"/>
                  </a:moveTo>
                  <a:lnTo>
                    <a:pt x="1094232" y="1735836"/>
                  </a:lnTo>
                  <a:lnTo>
                    <a:pt x="1086612" y="1735836"/>
                  </a:lnTo>
                  <a:lnTo>
                    <a:pt x="1083564" y="1738884"/>
                  </a:lnTo>
                  <a:lnTo>
                    <a:pt x="1083564" y="1787652"/>
                  </a:lnTo>
                  <a:lnTo>
                    <a:pt x="1086612" y="1790700"/>
                  </a:lnTo>
                  <a:lnTo>
                    <a:pt x="1094232" y="1790700"/>
                  </a:lnTo>
                  <a:lnTo>
                    <a:pt x="1097280" y="1787652"/>
                  </a:lnTo>
                  <a:lnTo>
                    <a:pt x="1097280" y="1738884"/>
                  </a:lnTo>
                  <a:close/>
                </a:path>
                <a:path w="1097279" h="2449195">
                  <a:moveTo>
                    <a:pt x="1097280" y="1656588"/>
                  </a:moveTo>
                  <a:lnTo>
                    <a:pt x="1094232" y="1653540"/>
                  </a:lnTo>
                  <a:lnTo>
                    <a:pt x="1086612" y="1653540"/>
                  </a:lnTo>
                  <a:lnTo>
                    <a:pt x="1083564" y="1656588"/>
                  </a:lnTo>
                  <a:lnTo>
                    <a:pt x="1083564" y="1705356"/>
                  </a:lnTo>
                  <a:lnTo>
                    <a:pt x="1086612" y="1708404"/>
                  </a:lnTo>
                  <a:lnTo>
                    <a:pt x="1094232" y="1708404"/>
                  </a:lnTo>
                  <a:lnTo>
                    <a:pt x="1097280" y="1705356"/>
                  </a:lnTo>
                  <a:lnTo>
                    <a:pt x="1097280" y="1656588"/>
                  </a:lnTo>
                  <a:close/>
                </a:path>
                <a:path w="1097279" h="2449195">
                  <a:moveTo>
                    <a:pt x="1097280" y="1574292"/>
                  </a:moveTo>
                  <a:lnTo>
                    <a:pt x="1094232" y="1571244"/>
                  </a:lnTo>
                  <a:lnTo>
                    <a:pt x="1086612" y="1571244"/>
                  </a:lnTo>
                  <a:lnTo>
                    <a:pt x="1083564" y="1574292"/>
                  </a:lnTo>
                  <a:lnTo>
                    <a:pt x="1083564" y="1623060"/>
                  </a:lnTo>
                  <a:lnTo>
                    <a:pt x="1086612" y="1626108"/>
                  </a:lnTo>
                  <a:lnTo>
                    <a:pt x="1094232" y="1626108"/>
                  </a:lnTo>
                  <a:lnTo>
                    <a:pt x="1097280" y="1623060"/>
                  </a:lnTo>
                  <a:lnTo>
                    <a:pt x="1097280" y="1574292"/>
                  </a:lnTo>
                  <a:close/>
                </a:path>
                <a:path w="1097279" h="2449195">
                  <a:moveTo>
                    <a:pt x="1097280" y="1491996"/>
                  </a:moveTo>
                  <a:lnTo>
                    <a:pt x="1094232" y="1487424"/>
                  </a:lnTo>
                  <a:lnTo>
                    <a:pt x="1086612" y="1487424"/>
                  </a:lnTo>
                  <a:lnTo>
                    <a:pt x="1083564" y="1491996"/>
                  </a:lnTo>
                  <a:lnTo>
                    <a:pt x="1083564" y="1540764"/>
                  </a:lnTo>
                  <a:lnTo>
                    <a:pt x="1086612" y="1543812"/>
                  </a:lnTo>
                  <a:lnTo>
                    <a:pt x="1094232" y="1543812"/>
                  </a:lnTo>
                  <a:lnTo>
                    <a:pt x="1097280" y="1540764"/>
                  </a:lnTo>
                  <a:lnTo>
                    <a:pt x="1097280" y="1491996"/>
                  </a:lnTo>
                  <a:close/>
                </a:path>
                <a:path w="1097279" h="2449195">
                  <a:moveTo>
                    <a:pt x="1097280" y="1408176"/>
                  </a:moveTo>
                  <a:lnTo>
                    <a:pt x="1094232" y="1405128"/>
                  </a:lnTo>
                  <a:lnTo>
                    <a:pt x="1086612" y="1405128"/>
                  </a:lnTo>
                  <a:lnTo>
                    <a:pt x="1083564" y="1408176"/>
                  </a:lnTo>
                  <a:lnTo>
                    <a:pt x="1083564" y="1456944"/>
                  </a:lnTo>
                  <a:lnTo>
                    <a:pt x="1086612" y="1459992"/>
                  </a:lnTo>
                  <a:lnTo>
                    <a:pt x="1094232" y="1459992"/>
                  </a:lnTo>
                  <a:lnTo>
                    <a:pt x="1097280" y="1456944"/>
                  </a:lnTo>
                  <a:lnTo>
                    <a:pt x="1097280" y="1408176"/>
                  </a:lnTo>
                  <a:close/>
                </a:path>
                <a:path w="1097279" h="2449195">
                  <a:moveTo>
                    <a:pt x="1097280" y="1325880"/>
                  </a:moveTo>
                  <a:lnTo>
                    <a:pt x="1094232" y="1322832"/>
                  </a:lnTo>
                  <a:lnTo>
                    <a:pt x="1086612" y="1322832"/>
                  </a:lnTo>
                  <a:lnTo>
                    <a:pt x="1083564" y="1325880"/>
                  </a:lnTo>
                  <a:lnTo>
                    <a:pt x="1083564" y="1374648"/>
                  </a:lnTo>
                  <a:lnTo>
                    <a:pt x="1086612" y="1377696"/>
                  </a:lnTo>
                  <a:lnTo>
                    <a:pt x="1094232" y="1377696"/>
                  </a:lnTo>
                  <a:lnTo>
                    <a:pt x="1097280" y="1374648"/>
                  </a:lnTo>
                  <a:lnTo>
                    <a:pt x="1097280" y="1325880"/>
                  </a:lnTo>
                  <a:close/>
                </a:path>
                <a:path w="1097279" h="2449195">
                  <a:moveTo>
                    <a:pt x="1097280" y="1243584"/>
                  </a:moveTo>
                  <a:lnTo>
                    <a:pt x="1094232" y="1240536"/>
                  </a:lnTo>
                  <a:lnTo>
                    <a:pt x="1086612" y="1240536"/>
                  </a:lnTo>
                  <a:lnTo>
                    <a:pt x="1083564" y="1243584"/>
                  </a:lnTo>
                  <a:lnTo>
                    <a:pt x="1083564" y="1292352"/>
                  </a:lnTo>
                  <a:lnTo>
                    <a:pt x="1086612" y="1295400"/>
                  </a:lnTo>
                  <a:lnTo>
                    <a:pt x="1094232" y="1295400"/>
                  </a:lnTo>
                  <a:lnTo>
                    <a:pt x="1097280" y="1292352"/>
                  </a:lnTo>
                  <a:lnTo>
                    <a:pt x="1097280" y="1243584"/>
                  </a:lnTo>
                  <a:close/>
                </a:path>
                <a:path w="1097279" h="2449195">
                  <a:moveTo>
                    <a:pt x="1097280" y="1161288"/>
                  </a:moveTo>
                  <a:lnTo>
                    <a:pt x="1094232" y="1158240"/>
                  </a:lnTo>
                  <a:lnTo>
                    <a:pt x="1086612" y="1158240"/>
                  </a:lnTo>
                  <a:lnTo>
                    <a:pt x="1083564" y="1161288"/>
                  </a:lnTo>
                  <a:lnTo>
                    <a:pt x="1083564" y="1210056"/>
                  </a:lnTo>
                  <a:lnTo>
                    <a:pt x="1086612" y="1213104"/>
                  </a:lnTo>
                  <a:lnTo>
                    <a:pt x="1094232" y="1213104"/>
                  </a:lnTo>
                  <a:lnTo>
                    <a:pt x="1097280" y="1210056"/>
                  </a:lnTo>
                  <a:lnTo>
                    <a:pt x="1097280" y="1161288"/>
                  </a:lnTo>
                  <a:close/>
                </a:path>
                <a:path w="1097279" h="2449195">
                  <a:moveTo>
                    <a:pt x="1097280" y="1077468"/>
                  </a:moveTo>
                  <a:lnTo>
                    <a:pt x="1094232" y="1074420"/>
                  </a:lnTo>
                  <a:lnTo>
                    <a:pt x="1086612" y="1074420"/>
                  </a:lnTo>
                  <a:lnTo>
                    <a:pt x="1083564" y="1077468"/>
                  </a:lnTo>
                  <a:lnTo>
                    <a:pt x="1083564" y="1126236"/>
                  </a:lnTo>
                  <a:lnTo>
                    <a:pt x="1086612" y="1130808"/>
                  </a:lnTo>
                  <a:lnTo>
                    <a:pt x="1094232" y="1130808"/>
                  </a:lnTo>
                  <a:lnTo>
                    <a:pt x="1097280" y="1126236"/>
                  </a:lnTo>
                  <a:lnTo>
                    <a:pt x="1097280" y="1077468"/>
                  </a:lnTo>
                  <a:close/>
                </a:path>
                <a:path w="1097279" h="2449195">
                  <a:moveTo>
                    <a:pt x="1097280" y="995172"/>
                  </a:moveTo>
                  <a:lnTo>
                    <a:pt x="1094232" y="992124"/>
                  </a:lnTo>
                  <a:lnTo>
                    <a:pt x="1086612" y="992124"/>
                  </a:lnTo>
                  <a:lnTo>
                    <a:pt x="1083564" y="995172"/>
                  </a:lnTo>
                  <a:lnTo>
                    <a:pt x="1083564" y="1043952"/>
                  </a:lnTo>
                  <a:lnTo>
                    <a:pt x="1086612" y="1046988"/>
                  </a:lnTo>
                  <a:lnTo>
                    <a:pt x="1094232" y="1046988"/>
                  </a:lnTo>
                  <a:lnTo>
                    <a:pt x="1097280" y="1043952"/>
                  </a:lnTo>
                  <a:lnTo>
                    <a:pt x="1097280" y="995172"/>
                  </a:lnTo>
                  <a:close/>
                </a:path>
                <a:path w="1097279" h="2449195">
                  <a:moveTo>
                    <a:pt x="1097280" y="912876"/>
                  </a:moveTo>
                  <a:lnTo>
                    <a:pt x="1094232" y="909828"/>
                  </a:lnTo>
                  <a:lnTo>
                    <a:pt x="1086612" y="909828"/>
                  </a:lnTo>
                  <a:lnTo>
                    <a:pt x="1083564" y="912876"/>
                  </a:lnTo>
                  <a:lnTo>
                    <a:pt x="1083564" y="961644"/>
                  </a:lnTo>
                  <a:lnTo>
                    <a:pt x="1086612" y="964692"/>
                  </a:lnTo>
                  <a:lnTo>
                    <a:pt x="1094232" y="964692"/>
                  </a:lnTo>
                  <a:lnTo>
                    <a:pt x="1097280" y="961644"/>
                  </a:lnTo>
                  <a:lnTo>
                    <a:pt x="1097280" y="912876"/>
                  </a:lnTo>
                  <a:close/>
                </a:path>
                <a:path w="1097279" h="2449195">
                  <a:moveTo>
                    <a:pt x="1097280" y="830580"/>
                  </a:moveTo>
                  <a:lnTo>
                    <a:pt x="1094232" y="827532"/>
                  </a:lnTo>
                  <a:lnTo>
                    <a:pt x="1086612" y="827532"/>
                  </a:lnTo>
                  <a:lnTo>
                    <a:pt x="1083564" y="830580"/>
                  </a:lnTo>
                  <a:lnTo>
                    <a:pt x="1083564" y="879348"/>
                  </a:lnTo>
                  <a:lnTo>
                    <a:pt x="1086612" y="882396"/>
                  </a:lnTo>
                  <a:lnTo>
                    <a:pt x="1094232" y="882396"/>
                  </a:lnTo>
                  <a:lnTo>
                    <a:pt x="1097280" y="879348"/>
                  </a:lnTo>
                  <a:lnTo>
                    <a:pt x="1097280" y="830580"/>
                  </a:lnTo>
                  <a:close/>
                </a:path>
                <a:path w="1097279" h="2449195">
                  <a:moveTo>
                    <a:pt x="1097280" y="746760"/>
                  </a:moveTo>
                  <a:lnTo>
                    <a:pt x="1094232" y="743712"/>
                  </a:lnTo>
                  <a:lnTo>
                    <a:pt x="1086612" y="743712"/>
                  </a:lnTo>
                  <a:lnTo>
                    <a:pt x="1083564" y="746760"/>
                  </a:lnTo>
                  <a:lnTo>
                    <a:pt x="1083564" y="797052"/>
                  </a:lnTo>
                  <a:lnTo>
                    <a:pt x="1086612" y="800100"/>
                  </a:lnTo>
                  <a:lnTo>
                    <a:pt x="1094232" y="800100"/>
                  </a:lnTo>
                  <a:lnTo>
                    <a:pt x="1097280" y="797052"/>
                  </a:lnTo>
                  <a:lnTo>
                    <a:pt x="1097280" y="746760"/>
                  </a:lnTo>
                  <a:close/>
                </a:path>
                <a:path w="1097279" h="2449195">
                  <a:moveTo>
                    <a:pt x="1097280" y="664464"/>
                  </a:moveTo>
                  <a:lnTo>
                    <a:pt x="1094232" y="661416"/>
                  </a:lnTo>
                  <a:lnTo>
                    <a:pt x="1086612" y="661416"/>
                  </a:lnTo>
                  <a:lnTo>
                    <a:pt x="1083564" y="664464"/>
                  </a:lnTo>
                  <a:lnTo>
                    <a:pt x="1083564" y="713232"/>
                  </a:lnTo>
                  <a:lnTo>
                    <a:pt x="1086612" y="716280"/>
                  </a:lnTo>
                  <a:lnTo>
                    <a:pt x="1094232" y="716280"/>
                  </a:lnTo>
                  <a:lnTo>
                    <a:pt x="1097280" y="713232"/>
                  </a:lnTo>
                  <a:lnTo>
                    <a:pt x="1097280" y="664464"/>
                  </a:lnTo>
                  <a:close/>
                </a:path>
                <a:path w="1097279" h="2449195">
                  <a:moveTo>
                    <a:pt x="1097280" y="582168"/>
                  </a:moveTo>
                  <a:lnTo>
                    <a:pt x="1094232" y="579120"/>
                  </a:lnTo>
                  <a:lnTo>
                    <a:pt x="1086612" y="579120"/>
                  </a:lnTo>
                  <a:lnTo>
                    <a:pt x="1083564" y="582168"/>
                  </a:lnTo>
                  <a:lnTo>
                    <a:pt x="1083564" y="630936"/>
                  </a:lnTo>
                  <a:lnTo>
                    <a:pt x="1086612" y="633984"/>
                  </a:lnTo>
                  <a:lnTo>
                    <a:pt x="1094232" y="633984"/>
                  </a:lnTo>
                  <a:lnTo>
                    <a:pt x="1097280" y="630936"/>
                  </a:lnTo>
                  <a:lnTo>
                    <a:pt x="1097280" y="582168"/>
                  </a:lnTo>
                  <a:close/>
                </a:path>
                <a:path w="1097279" h="2449195">
                  <a:moveTo>
                    <a:pt x="1097280" y="499872"/>
                  </a:moveTo>
                  <a:lnTo>
                    <a:pt x="1094232" y="496824"/>
                  </a:lnTo>
                  <a:lnTo>
                    <a:pt x="1086612" y="496824"/>
                  </a:lnTo>
                  <a:lnTo>
                    <a:pt x="1083564" y="499872"/>
                  </a:lnTo>
                  <a:lnTo>
                    <a:pt x="1083564" y="548640"/>
                  </a:lnTo>
                  <a:lnTo>
                    <a:pt x="1086612" y="551688"/>
                  </a:lnTo>
                  <a:lnTo>
                    <a:pt x="1094232" y="551688"/>
                  </a:lnTo>
                  <a:lnTo>
                    <a:pt x="1097280" y="548640"/>
                  </a:lnTo>
                  <a:lnTo>
                    <a:pt x="1097280" y="499872"/>
                  </a:lnTo>
                  <a:close/>
                </a:path>
                <a:path w="1097279" h="2449195">
                  <a:moveTo>
                    <a:pt x="1097280" y="417576"/>
                  </a:moveTo>
                  <a:lnTo>
                    <a:pt x="1094232" y="414528"/>
                  </a:lnTo>
                  <a:lnTo>
                    <a:pt x="1086612" y="414528"/>
                  </a:lnTo>
                  <a:lnTo>
                    <a:pt x="1083564" y="417576"/>
                  </a:lnTo>
                  <a:lnTo>
                    <a:pt x="1083564" y="466344"/>
                  </a:lnTo>
                  <a:lnTo>
                    <a:pt x="1086612" y="469392"/>
                  </a:lnTo>
                  <a:lnTo>
                    <a:pt x="1094232" y="469392"/>
                  </a:lnTo>
                  <a:lnTo>
                    <a:pt x="1097280" y="466344"/>
                  </a:lnTo>
                  <a:lnTo>
                    <a:pt x="1097280" y="417576"/>
                  </a:lnTo>
                  <a:close/>
                </a:path>
                <a:path w="1097279" h="2449195">
                  <a:moveTo>
                    <a:pt x="1097280" y="333756"/>
                  </a:moveTo>
                  <a:lnTo>
                    <a:pt x="1094232" y="330708"/>
                  </a:lnTo>
                  <a:lnTo>
                    <a:pt x="1086612" y="330708"/>
                  </a:lnTo>
                  <a:lnTo>
                    <a:pt x="1083564" y="333756"/>
                  </a:lnTo>
                  <a:lnTo>
                    <a:pt x="1083564" y="382524"/>
                  </a:lnTo>
                  <a:lnTo>
                    <a:pt x="1086612" y="385572"/>
                  </a:lnTo>
                  <a:lnTo>
                    <a:pt x="1094232" y="385572"/>
                  </a:lnTo>
                  <a:lnTo>
                    <a:pt x="1097280" y="382524"/>
                  </a:lnTo>
                  <a:lnTo>
                    <a:pt x="1097280" y="333756"/>
                  </a:lnTo>
                  <a:close/>
                </a:path>
                <a:path w="1097279" h="2449195">
                  <a:moveTo>
                    <a:pt x="1097280" y="251460"/>
                  </a:moveTo>
                  <a:lnTo>
                    <a:pt x="1094232" y="248412"/>
                  </a:lnTo>
                  <a:lnTo>
                    <a:pt x="1086612" y="248412"/>
                  </a:lnTo>
                  <a:lnTo>
                    <a:pt x="1083564" y="251460"/>
                  </a:lnTo>
                  <a:lnTo>
                    <a:pt x="1083564" y="300228"/>
                  </a:lnTo>
                  <a:lnTo>
                    <a:pt x="1086612" y="303276"/>
                  </a:lnTo>
                  <a:lnTo>
                    <a:pt x="1094232" y="303276"/>
                  </a:lnTo>
                  <a:lnTo>
                    <a:pt x="1097280" y="300228"/>
                  </a:lnTo>
                  <a:lnTo>
                    <a:pt x="1097280" y="251460"/>
                  </a:lnTo>
                  <a:close/>
                </a:path>
                <a:path w="1097279" h="2449195">
                  <a:moveTo>
                    <a:pt x="1097280" y="169164"/>
                  </a:moveTo>
                  <a:lnTo>
                    <a:pt x="1094232" y="166116"/>
                  </a:lnTo>
                  <a:lnTo>
                    <a:pt x="1086612" y="166116"/>
                  </a:lnTo>
                  <a:lnTo>
                    <a:pt x="1083564" y="169164"/>
                  </a:lnTo>
                  <a:lnTo>
                    <a:pt x="1083564" y="217932"/>
                  </a:lnTo>
                  <a:lnTo>
                    <a:pt x="1086612" y="220980"/>
                  </a:lnTo>
                  <a:lnTo>
                    <a:pt x="1094232" y="220980"/>
                  </a:lnTo>
                  <a:lnTo>
                    <a:pt x="1097280" y="217932"/>
                  </a:lnTo>
                  <a:lnTo>
                    <a:pt x="1097280" y="169164"/>
                  </a:lnTo>
                  <a:close/>
                </a:path>
                <a:path w="1097279" h="2449195">
                  <a:moveTo>
                    <a:pt x="1097280" y="86868"/>
                  </a:moveTo>
                  <a:lnTo>
                    <a:pt x="1094232" y="83820"/>
                  </a:lnTo>
                  <a:lnTo>
                    <a:pt x="1086612" y="83820"/>
                  </a:lnTo>
                  <a:lnTo>
                    <a:pt x="1083564" y="86868"/>
                  </a:lnTo>
                  <a:lnTo>
                    <a:pt x="1083564" y="135636"/>
                  </a:lnTo>
                  <a:lnTo>
                    <a:pt x="1086612" y="138684"/>
                  </a:lnTo>
                  <a:lnTo>
                    <a:pt x="1094232" y="138684"/>
                  </a:lnTo>
                  <a:lnTo>
                    <a:pt x="1097280" y="135636"/>
                  </a:lnTo>
                  <a:lnTo>
                    <a:pt x="1097280" y="86868"/>
                  </a:lnTo>
                  <a:close/>
                </a:path>
                <a:path w="1097279" h="2449195">
                  <a:moveTo>
                    <a:pt x="1097280" y="3048"/>
                  </a:moveTo>
                  <a:lnTo>
                    <a:pt x="1094232" y="0"/>
                  </a:lnTo>
                  <a:lnTo>
                    <a:pt x="1086612" y="0"/>
                  </a:lnTo>
                  <a:lnTo>
                    <a:pt x="1083564" y="3048"/>
                  </a:lnTo>
                  <a:lnTo>
                    <a:pt x="1083564" y="53340"/>
                  </a:lnTo>
                  <a:lnTo>
                    <a:pt x="1086612" y="56388"/>
                  </a:lnTo>
                  <a:lnTo>
                    <a:pt x="1094232" y="56388"/>
                  </a:lnTo>
                  <a:lnTo>
                    <a:pt x="1097280" y="53340"/>
                  </a:lnTo>
                  <a:lnTo>
                    <a:pt x="1097280" y="3048"/>
                  </a:lnTo>
                  <a:close/>
                </a:path>
              </a:pathLst>
            </a:custGeom>
            <a:solidFill>
              <a:srgbClr val="9A9A9A"/>
            </a:solidFill>
          </p:spPr>
          <p:txBody>
            <a:bodyPr wrap="square" lIns="0" tIns="0" rIns="0" bIns="0" rtlCol="0"/>
            <a:lstStyle/>
            <a:p>
              <a:endParaRPr/>
            </a:p>
          </p:txBody>
        </p:sp>
        <p:sp>
          <p:nvSpPr>
            <p:cNvPr id="7" name="object 7"/>
            <p:cNvSpPr/>
            <p:nvPr/>
          </p:nvSpPr>
          <p:spPr>
            <a:xfrm>
              <a:off x="6138672" y="1470659"/>
              <a:ext cx="2441575" cy="4464050"/>
            </a:xfrm>
            <a:custGeom>
              <a:avLst/>
              <a:gdLst/>
              <a:ahLst/>
              <a:cxnLst/>
              <a:rect l="l" t="t" r="r" b="b"/>
              <a:pathLst>
                <a:path w="2441575" h="4464050">
                  <a:moveTo>
                    <a:pt x="0" y="0"/>
                  </a:moveTo>
                  <a:lnTo>
                    <a:pt x="0" y="4463795"/>
                  </a:lnTo>
                </a:path>
                <a:path w="2441575" h="4464050">
                  <a:moveTo>
                    <a:pt x="0" y="676655"/>
                  </a:moveTo>
                  <a:lnTo>
                    <a:pt x="2441447" y="676655"/>
                  </a:lnTo>
                </a:path>
              </a:pathLst>
            </a:custGeom>
            <a:ln w="13715">
              <a:solidFill>
                <a:srgbClr val="000000"/>
              </a:solidFill>
            </a:ln>
          </p:spPr>
          <p:txBody>
            <a:bodyPr wrap="square" lIns="0" tIns="0" rIns="0" bIns="0" rtlCol="0"/>
            <a:lstStyle/>
            <a:p>
              <a:endParaRPr/>
            </a:p>
          </p:txBody>
        </p:sp>
        <p:sp>
          <p:nvSpPr>
            <p:cNvPr id="8" name="object 8"/>
            <p:cNvSpPr/>
            <p:nvPr/>
          </p:nvSpPr>
          <p:spPr>
            <a:xfrm>
              <a:off x="6675120" y="2545080"/>
              <a:ext cx="13970" cy="2449195"/>
            </a:xfrm>
            <a:custGeom>
              <a:avLst/>
              <a:gdLst/>
              <a:ahLst/>
              <a:cxnLst/>
              <a:rect l="l" t="t" r="r" b="b"/>
              <a:pathLst>
                <a:path w="13970" h="2449195">
                  <a:moveTo>
                    <a:pt x="10668" y="0"/>
                  </a:moveTo>
                  <a:lnTo>
                    <a:pt x="3048" y="0"/>
                  </a:lnTo>
                  <a:lnTo>
                    <a:pt x="0" y="3048"/>
                  </a:lnTo>
                  <a:lnTo>
                    <a:pt x="0" y="53340"/>
                  </a:lnTo>
                  <a:lnTo>
                    <a:pt x="3048" y="56387"/>
                  </a:lnTo>
                  <a:lnTo>
                    <a:pt x="10668" y="56387"/>
                  </a:lnTo>
                  <a:lnTo>
                    <a:pt x="13715" y="53340"/>
                  </a:lnTo>
                  <a:lnTo>
                    <a:pt x="13715" y="3048"/>
                  </a:lnTo>
                  <a:lnTo>
                    <a:pt x="10668" y="0"/>
                  </a:lnTo>
                  <a:close/>
                </a:path>
                <a:path w="13970" h="2449195">
                  <a:moveTo>
                    <a:pt x="10668" y="83820"/>
                  </a:moveTo>
                  <a:lnTo>
                    <a:pt x="3048" y="83820"/>
                  </a:lnTo>
                  <a:lnTo>
                    <a:pt x="0" y="86868"/>
                  </a:lnTo>
                  <a:lnTo>
                    <a:pt x="0" y="135636"/>
                  </a:lnTo>
                  <a:lnTo>
                    <a:pt x="3048" y="138684"/>
                  </a:lnTo>
                  <a:lnTo>
                    <a:pt x="10668" y="138684"/>
                  </a:lnTo>
                  <a:lnTo>
                    <a:pt x="13715" y="135636"/>
                  </a:lnTo>
                  <a:lnTo>
                    <a:pt x="13715" y="86868"/>
                  </a:lnTo>
                  <a:lnTo>
                    <a:pt x="10668" y="83820"/>
                  </a:lnTo>
                  <a:close/>
                </a:path>
                <a:path w="13970" h="2449195">
                  <a:moveTo>
                    <a:pt x="10668" y="166116"/>
                  </a:moveTo>
                  <a:lnTo>
                    <a:pt x="3048" y="166116"/>
                  </a:lnTo>
                  <a:lnTo>
                    <a:pt x="0" y="169164"/>
                  </a:lnTo>
                  <a:lnTo>
                    <a:pt x="0" y="217932"/>
                  </a:lnTo>
                  <a:lnTo>
                    <a:pt x="3048" y="220980"/>
                  </a:lnTo>
                  <a:lnTo>
                    <a:pt x="10668" y="220980"/>
                  </a:lnTo>
                  <a:lnTo>
                    <a:pt x="13715" y="217932"/>
                  </a:lnTo>
                  <a:lnTo>
                    <a:pt x="13715" y="169164"/>
                  </a:lnTo>
                  <a:lnTo>
                    <a:pt x="10668" y="166116"/>
                  </a:lnTo>
                  <a:close/>
                </a:path>
                <a:path w="13970" h="2449195">
                  <a:moveTo>
                    <a:pt x="10668" y="248412"/>
                  </a:moveTo>
                  <a:lnTo>
                    <a:pt x="3048" y="248412"/>
                  </a:lnTo>
                  <a:lnTo>
                    <a:pt x="0" y="251460"/>
                  </a:lnTo>
                  <a:lnTo>
                    <a:pt x="0" y="300228"/>
                  </a:lnTo>
                  <a:lnTo>
                    <a:pt x="3048" y="303275"/>
                  </a:lnTo>
                  <a:lnTo>
                    <a:pt x="10668" y="303275"/>
                  </a:lnTo>
                  <a:lnTo>
                    <a:pt x="13715" y="300228"/>
                  </a:lnTo>
                  <a:lnTo>
                    <a:pt x="13715" y="251460"/>
                  </a:lnTo>
                  <a:lnTo>
                    <a:pt x="10668" y="248412"/>
                  </a:lnTo>
                  <a:close/>
                </a:path>
                <a:path w="13970" h="2449195">
                  <a:moveTo>
                    <a:pt x="10668" y="330708"/>
                  </a:moveTo>
                  <a:lnTo>
                    <a:pt x="3048" y="330708"/>
                  </a:lnTo>
                  <a:lnTo>
                    <a:pt x="0" y="333756"/>
                  </a:lnTo>
                  <a:lnTo>
                    <a:pt x="0" y="382524"/>
                  </a:lnTo>
                  <a:lnTo>
                    <a:pt x="3048" y="385572"/>
                  </a:lnTo>
                  <a:lnTo>
                    <a:pt x="10668" y="385572"/>
                  </a:lnTo>
                  <a:lnTo>
                    <a:pt x="13715" y="382524"/>
                  </a:lnTo>
                  <a:lnTo>
                    <a:pt x="13715" y="333756"/>
                  </a:lnTo>
                  <a:lnTo>
                    <a:pt x="10668" y="330708"/>
                  </a:lnTo>
                  <a:close/>
                </a:path>
                <a:path w="13970" h="2449195">
                  <a:moveTo>
                    <a:pt x="10668" y="414528"/>
                  </a:moveTo>
                  <a:lnTo>
                    <a:pt x="3048" y="414528"/>
                  </a:lnTo>
                  <a:lnTo>
                    <a:pt x="0" y="417575"/>
                  </a:lnTo>
                  <a:lnTo>
                    <a:pt x="0" y="466344"/>
                  </a:lnTo>
                  <a:lnTo>
                    <a:pt x="3048" y="469392"/>
                  </a:lnTo>
                  <a:lnTo>
                    <a:pt x="10668" y="469392"/>
                  </a:lnTo>
                  <a:lnTo>
                    <a:pt x="13715" y="466344"/>
                  </a:lnTo>
                  <a:lnTo>
                    <a:pt x="13715" y="417575"/>
                  </a:lnTo>
                  <a:lnTo>
                    <a:pt x="10668" y="414528"/>
                  </a:lnTo>
                  <a:close/>
                </a:path>
                <a:path w="13970" h="2449195">
                  <a:moveTo>
                    <a:pt x="10668" y="496824"/>
                  </a:moveTo>
                  <a:lnTo>
                    <a:pt x="3048" y="496824"/>
                  </a:lnTo>
                  <a:lnTo>
                    <a:pt x="0" y="499872"/>
                  </a:lnTo>
                  <a:lnTo>
                    <a:pt x="0" y="548640"/>
                  </a:lnTo>
                  <a:lnTo>
                    <a:pt x="3048" y="551688"/>
                  </a:lnTo>
                  <a:lnTo>
                    <a:pt x="10668" y="551688"/>
                  </a:lnTo>
                  <a:lnTo>
                    <a:pt x="13715" y="548640"/>
                  </a:lnTo>
                  <a:lnTo>
                    <a:pt x="13715" y="499872"/>
                  </a:lnTo>
                  <a:lnTo>
                    <a:pt x="10668" y="496824"/>
                  </a:lnTo>
                  <a:close/>
                </a:path>
                <a:path w="13970" h="2449195">
                  <a:moveTo>
                    <a:pt x="10668" y="579120"/>
                  </a:moveTo>
                  <a:lnTo>
                    <a:pt x="3048" y="579120"/>
                  </a:lnTo>
                  <a:lnTo>
                    <a:pt x="0" y="582168"/>
                  </a:lnTo>
                  <a:lnTo>
                    <a:pt x="0" y="630936"/>
                  </a:lnTo>
                  <a:lnTo>
                    <a:pt x="3048" y="633984"/>
                  </a:lnTo>
                  <a:lnTo>
                    <a:pt x="10668" y="633984"/>
                  </a:lnTo>
                  <a:lnTo>
                    <a:pt x="13715" y="630936"/>
                  </a:lnTo>
                  <a:lnTo>
                    <a:pt x="13715" y="582168"/>
                  </a:lnTo>
                  <a:lnTo>
                    <a:pt x="10668" y="579120"/>
                  </a:lnTo>
                  <a:close/>
                </a:path>
                <a:path w="13970" h="2449195">
                  <a:moveTo>
                    <a:pt x="10668" y="661416"/>
                  </a:moveTo>
                  <a:lnTo>
                    <a:pt x="3048" y="661416"/>
                  </a:lnTo>
                  <a:lnTo>
                    <a:pt x="0" y="664464"/>
                  </a:lnTo>
                  <a:lnTo>
                    <a:pt x="0" y="713232"/>
                  </a:lnTo>
                  <a:lnTo>
                    <a:pt x="3048" y="716280"/>
                  </a:lnTo>
                  <a:lnTo>
                    <a:pt x="10668" y="716280"/>
                  </a:lnTo>
                  <a:lnTo>
                    <a:pt x="13715" y="713232"/>
                  </a:lnTo>
                  <a:lnTo>
                    <a:pt x="13715" y="664464"/>
                  </a:lnTo>
                  <a:lnTo>
                    <a:pt x="10668" y="661416"/>
                  </a:lnTo>
                  <a:close/>
                </a:path>
                <a:path w="13970" h="2449195">
                  <a:moveTo>
                    <a:pt x="10668" y="743712"/>
                  </a:moveTo>
                  <a:lnTo>
                    <a:pt x="3048" y="743712"/>
                  </a:lnTo>
                  <a:lnTo>
                    <a:pt x="0" y="746760"/>
                  </a:lnTo>
                  <a:lnTo>
                    <a:pt x="0" y="797052"/>
                  </a:lnTo>
                  <a:lnTo>
                    <a:pt x="3048" y="800100"/>
                  </a:lnTo>
                  <a:lnTo>
                    <a:pt x="10668" y="800100"/>
                  </a:lnTo>
                  <a:lnTo>
                    <a:pt x="13715" y="797052"/>
                  </a:lnTo>
                  <a:lnTo>
                    <a:pt x="13715" y="746760"/>
                  </a:lnTo>
                  <a:lnTo>
                    <a:pt x="10668" y="743712"/>
                  </a:lnTo>
                  <a:close/>
                </a:path>
                <a:path w="13970" h="2449195">
                  <a:moveTo>
                    <a:pt x="10668" y="827532"/>
                  </a:moveTo>
                  <a:lnTo>
                    <a:pt x="3048" y="827532"/>
                  </a:lnTo>
                  <a:lnTo>
                    <a:pt x="0" y="830580"/>
                  </a:lnTo>
                  <a:lnTo>
                    <a:pt x="0" y="879348"/>
                  </a:lnTo>
                  <a:lnTo>
                    <a:pt x="3048" y="882396"/>
                  </a:lnTo>
                  <a:lnTo>
                    <a:pt x="10668" y="882396"/>
                  </a:lnTo>
                  <a:lnTo>
                    <a:pt x="13715" y="879348"/>
                  </a:lnTo>
                  <a:lnTo>
                    <a:pt x="13715" y="830580"/>
                  </a:lnTo>
                  <a:lnTo>
                    <a:pt x="10668" y="827532"/>
                  </a:lnTo>
                  <a:close/>
                </a:path>
                <a:path w="13970" h="2449195">
                  <a:moveTo>
                    <a:pt x="10668" y="909828"/>
                  </a:moveTo>
                  <a:lnTo>
                    <a:pt x="3048" y="909828"/>
                  </a:lnTo>
                  <a:lnTo>
                    <a:pt x="0" y="912876"/>
                  </a:lnTo>
                  <a:lnTo>
                    <a:pt x="0" y="961644"/>
                  </a:lnTo>
                  <a:lnTo>
                    <a:pt x="3048" y="964692"/>
                  </a:lnTo>
                  <a:lnTo>
                    <a:pt x="10668" y="964692"/>
                  </a:lnTo>
                  <a:lnTo>
                    <a:pt x="13715" y="961644"/>
                  </a:lnTo>
                  <a:lnTo>
                    <a:pt x="13715" y="912876"/>
                  </a:lnTo>
                  <a:lnTo>
                    <a:pt x="10668" y="909828"/>
                  </a:lnTo>
                  <a:close/>
                </a:path>
                <a:path w="13970" h="2449195">
                  <a:moveTo>
                    <a:pt x="10668" y="992124"/>
                  </a:moveTo>
                  <a:lnTo>
                    <a:pt x="3048" y="992124"/>
                  </a:lnTo>
                  <a:lnTo>
                    <a:pt x="0" y="995172"/>
                  </a:lnTo>
                  <a:lnTo>
                    <a:pt x="0" y="1043940"/>
                  </a:lnTo>
                  <a:lnTo>
                    <a:pt x="3048" y="1046988"/>
                  </a:lnTo>
                  <a:lnTo>
                    <a:pt x="10668" y="1046988"/>
                  </a:lnTo>
                  <a:lnTo>
                    <a:pt x="13715" y="1043940"/>
                  </a:lnTo>
                  <a:lnTo>
                    <a:pt x="13715" y="995172"/>
                  </a:lnTo>
                  <a:lnTo>
                    <a:pt x="10668" y="992124"/>
                  </a:lnTo>
                  <a:close/>
                </a:path>
                <a:path w="13970" h="2449195">
                  <a:moveTo>
                    <a:pt x="10668" y="1074420"/>
                  </a:moveTo>
                  <a:lnTo>
                    <a:pt x="3048" y="1074420"/>
                  </a:lnTo>
                  <a:lnTo>
                    <a:pt x="0" y="1077468"/>
                  </a:lnTo>
                  <a:lnTo>
                    <a:pt x="0" y="1126236"/>
                  </a:lnTo>
                  <a:lnTo>
                    <a:pt x="3048" y="1130808"/>
                  </a:lnTo>
                  <a:lnTo>
                    <a:pt x="10668" y="1130808"/>
                  </a:lnTo>
                  <a:lnTo>
                    <a:pt x="13715" y="1126236"/>
                  </a:lnTo>
                  <a:lnTo>
                    <a:pt x="13715" y="1077468"/>
                  </a:lnTo>
                  <a:lnTo>
                    <a:pt x="10668" y="1074420"/>
                  </a:lnTo>
                  <a:close/>
                </a:path>
                <a:path w="13970" h="2449195">
                  <a:moveTo>
                    <a:pt x="10668" y="1158240"/>
                  </a:moveTo>
                  <a:lnTo>
                    <a:pt x="3048" y="1158240"/>
                  </a:lnTo>
                  <a:lnTo>
                    <a:pt x="0" y="1161288"/>
                  </a:lnTo>
                  <a:lnTo>
                    <a:pt x="0" y="1210056"/>
                  </a:lnTo>
                  <a:lnTo>
                    <a:pt x="3048" y="1213104"/>
                  </a:lnTo>
                  <a:lnTo>
                    <a:pt x="10668" y="1213104"/>
                  </a:lnTo>
                  <a:lnTo>
                    <a:pt x="13715" y="1210056"/>
                  </a:lnTo>
                  <a:lnTo>
                    <a:pt x="13715" y="1161288"/>
                  </a:lnTo>
                  <a:lnTo>
                    <a:pt x="10668" y="1158240"/>
                  </a:lnTo>
                  <a:close/>
                </a:path>
                <a:path w="13970" h="2449195">
                  <a:moveTo>
                    <a:pt x="10668" y="1240536"/>
                  </a:moveTo>
                  <a:lnTo>
                    <a:pt x="3048" y="1240536"/>
                  </a:lnTo>
                  <a:lnTo>
                    <a:pt x="0" y="1243584"/>
                  </a:lnTo>
                  <a:lnTo>
                    <a:pt x="0" y="1292352"/>
                  </a:lnTo>
                  <a:lnTo>
                    <a:pt x="3048" y="1295400"/>
                  </a:lnTo>
                  <a:lnTo>
                    <a:pt x="10668" y="1295400"/>
                  </a:lnTo>
                  <a:lnTo>
                    <a:pt x="13715" y="1292352"/>
                  </a:lnTo>
                  <a:lnTo>
                    <a:pt x="13715" y="1243584"/>
                  </a:lnTo>
                  <a:lnTo>
                    <a:pt x="10668" y="1240536"/>
                  </a:lnTo>
                  <a:close/>
                </a:path>
                <a:path w="13970" h="2449195">
                  <a:moveTo>
                    <a:pt x="10668" y="1322832"/>
                  </a:moveTo>
                  <a:lnTo>
                    <a:pt x="3048" y="1322832"/>
                  </a:lnTo>
                  <a:lnTo>
                    <a:pt x="0" y="1325880"/>
                  </a:lnTo>
                  <a:lnTo>
                    <a:pt x="0" y="1374648"/>
                  </a:lnTo>
                  <a:lnTo>
                    <a:pt x="3048" y="1377696"/>
                  </a:lnTo>
                  <a:lnTo>
                    <a:pt x="10668" y="1377696"/>
                  </a:lnTo>
                  <a:lnTo>
                    <a:pt x="13715" y="1374648"/>
                  </a:lnTo>
                  <a:lnTo>
                    <a:pt x="13715" y="1325880"/>
                  </a:lnTo>
                  <a:lnTo>
                    <a:pt x="10668" y="1322832"/>
                  </a:lnTo>
                  <a:close/>
                </a:path>
                <a:path w="13970" h="2449195">
                  <a:moveTo>
                    <a:pt x="10668" y="1405128"/>
                  </a:moveTo>
                  <a:lnTo>
                    <a:pt x="3048" y="1405128"/>
                  </a:lnTo>
                  <a:lnTo>
                    <a:pt x="0" y="1408176"/>
                  </a:lnTo>
                  <a:lnTo>
                    <a:pt x="0" y="1456944"/>
                  </a:lnTo>
                  <a:lnTo>
                    <a:pt x="3048" y="1459992"/>
                  </a:lnTo>
                  <a:lnTo>
                    <a:pt x="10668" y="1459992"/>
                  </a:lnTo>
                  <a:lnTo>
                    <a:pt x="13715" y="1456944"/>
                  </a:lnTo>
                  <a:lnTo>
                    <a:pt x="13715" y="1408176"/>
                  </a:lnTo>
                  <a:lnTo>
                    <a:pt x="10668" y="1405128"/>
                  </a:lnTo>
                  <a:close/>
                </a:path>
                <a:path w="13970" h="2449195">
                  <a:moveTo>
                    <a:pt x="10668" y="1487424"/>
                  </a:moveTo>
                  <a:lnTo>
                    <a:pt x="3048" y="1487424"/>
                  </a:lnTo>
                  <a:lnTo>
                    <a:pt x="0" y="1491996"/>
                  </a:lnTo>
                  <a:lnTo>
                    <a:pt x="0" y="1540764"/>
                  </a:lnTo>
                  <a:lnTo>
                    <a:pt x="3048" y="1543812"/>
                  </a:lnTo>
                  <a:lnTo>
                    <a:pt x="10668" y="1543812"/>
                  </a:lnTo>
                  <a:lnTo>
                    <a:pt x="13715" y="1540764"/>
                  </a:lnTo>
                  <a:lnTo>
                    <a:pt x="13715" y="1491996"/>
                  </a:lnTo>
                  <a:lnTo>
                    <a:pt x="10668" y="1487424"/>
                  </a:lnTo>
                  <a:close/>
                </a:path>
                <a:path w="13970" h="2449195">
                  <a:moveTo>
                    <a:pt x="10668" y="1571244"/>
                  </a:moveTo>
                  <a:lnTo>
                    <a:pt x="3048" y="1571244"/>
                  </a:lnTo>
                  <a:lnTo>
                    <a:pt x="0" y="1574292"/>
                  </a:lnTo>
                  <a:lnTo>
                    <a:pt x="0" y="1623060"/>
                  </a:lnTo>
                  <a:lnTo>
                    <a:pt x="3048" y="1626108"/>
                  </a:lnTo>
                  <a:lnTo>
                    <a:pt x="10668" y="1626108"/>
                  </a:lnTo>
                  <a:lnTo>
                    <a:pt x="13715" y="1623060"/>
                  </a:lnTo>
                  <a:lnTo>
                    <a:pt x="13715" y="1574292"/>
                  </a:lnTo>
                  <a:lnTo>
                    <a:pt x="10668" y="1571244"/>
                  </a:lnTo>
                  <a:close/>
                </a:path>
                <a:path w="13970" h="2449195">
                  <a:moveTo>
                    <a:pt x="10668" y="1653540"/>
                  </a:moveTo>
                  <a:lnTo>
                    <a:pt x="3048" y="1653540"/>
                  </a:lnTo>
                  <a:lnTo>
                    <a:pt x="0" y="1656588"/>
                  </a:lnTo>
                  <a:lnTo>
                    <a:pt x="0" y="1705356"/>
                  </a:lnTo>
                  <a:lnTo>
                    <a:pt x="3048" y="1708404"/>
                  </a:lnTo>
                  <a:lnTo>
                    <a:pt x="10668" y="1708404"/>
                  </a:lnTo>
                  <a:lnTo>
                    <a:pt x="13715" y="1705356"/>
                  </a:lnTo>
                  <a:lnTo>
                    <a:pt x="13715" y="1656588"/>
                  </a:lnTo>
                  <a:lnTo>
                    <a:pt x="10668" y="1653540"/>
                  </a:lnTo>
                  <a:close/>
                </a:path>
                <a:path w="13970" h="2449195">
                  <a:moveTo>
                    <a:pt x="10668" y="1735836"/>
                  </a:moveTo>
                  <a:lnTo>
                    <a:pt x="3048" y="1735836"/>
                  </a:lnTo>
                  <a:lnTo>
                    <a:pt x="0" y="1738884"/>
                  </a:lnTo>
                  <a:lnTo>
                    <a:pt x="0" y="1787652"/>
                  </a:lnTo>
                  <a:lnTo>
                    <a:pt x="3048" y="1790700"/>
                  </a:lnTo>
                  <a:lnTo>
                    <a:pt x="10668" y="1790700"/>
                  </a:lnTo>
                  <a:lnTo>
                    <a:pt x="13715" y="1787652"/>
                  </a:lnTo>
                  <a:lnTo>
                    <a:pt x="13715" y="1738884"/>
                  </a:lnTo>
                  <a:lnTo>
                    <a:pt x="10668" y="1735836"/>
                  </a:lnTo>
                  <a:close/>
                </a:path>
                <a:path w="13970" h="2449195">
                  <a:moveTo>
                    <a:pt x="10668" y="1818132"/>
                  </a:moveTo>
                  <a:lnTo>
                    <a:pt x="3048" y="1818132"/>
                  </a:lnTo>
                  <a:lnTo>
                    <a:pt x="0" y="1821180"/>
                  </a:lnTo>
                  <a:lnTo>
                    <a:pt x="0" y="1871472"/>
                  </a:lnTo>
                  <a:lnTo>
                    <a:pt x="3048" y="1874520"/>
                  </a:lnTo>
                  <a:lnTo>
                    <a:pt x="10668" y="1874520"/>
                  </a:lnTo>
                  <a:lnTo>
                    <a:pt x="13715" y="1871472"/>
                  </a:lnTo>
                  <a:lnTo>
                    <a:pt x="13715" y="1821180"/>
                  </a:lnTo>
                  <a:lnTo>
                    <a:pt x="10668" y="1818132"/>
                  </a:lnTo>
                  <a:close/>
                </a:path>
                <a:path w="13970" h="2449195">
                  <a:moveTo>
                    <a:pt x="10668" y="1901952"/>
                  </a:moveTo>
                  <a:lnTo>
                    <a:pt x="3048" y="1901952"/>
                  </a:lnTo>
                  <a:lnTo>
                    <a:pt x="0" y="1905000"/>
                  </a:lnTo>
                  <a:lnTo>
                    <a:pt x="0" y="1953768"/>
                  </a:lnTo>
                  <a:lnTo>
                    <a:pt x="3048" y="1956816"/>
                  </a:lnTo>
                  <a:lnTo>
                    <a:pt x="10668" y="1956816"/>
                  </a:lnTo>
                  <a:lnTo>
                    <a:pt x="13715" y="1953768"/>
                  </a:lnTo>
                  <a:lnTo>
                    <a:pt x="13715" y="1905000"/>
                  </a:lnTo>
                  <a:lnTo>
                    <a:pt x="10668" y="1901952"/>
                  </a:lnTo>
                  <a:close/>
                </a:path>
                <a:path w="13970" h="2449195">
                  <a:moveTo>
                    <a:pt x="10668" y="1984248"/>
                  </a:moveTo>
                  <a:lnTo>
                    <a:pt x="3048" y="1984248"/>
                  </a:lnTo>
                  <a:lnTo>
                    <a:pt x="0" y="1987296"/>
                  </a:lnTo>
                  <a:lnTo>
                    <a:pt x="0" y="2036064"/>
                  </a:lnTo>
                  <a:lnTo>
                    <a:pt x="3048" y="2039112"/>
                  </a:lnTo>
                  <a:lnTo>
                    <a:pt x="10668" y="2039112"/>
                  </a:lnTo>
                  <a:lnTo>
                    <a:pt x="13715" y="2036064"/>
                  </a:lnTo>
                  <a:lnTo>
                    <a:pt x="13715" y="1987296"/>
                  </a:lnTo>
                  <a:lnTo>
                    <a:pt x="10668" y="1984248"/>
                  </a:lnTo>
                  <a:close/>
                </a:path>
                <a:path w="13970" h="2449195">
                  <a:moveTo>
                    <a:pt x="10668" y="2066544"/>
                  </a:moveTo>
                  <a:lnTo>
                    <a:pt x="3048" y="2066544"/>
                  </a:lnTo>
                  <a:lnTo>
                    <a:pt x="0" y="2069592"/>
                  </a:lnTo>
                  <a:lnTo>
                    <a:pt x="0" y="2118360"/>
                  </a:lnTo>
                  <a:lnTo>
                    <a:pt x="3048" y="2121408"/>
                  </a:lnTo>
                  <a:lnTo>
                    <a:pt x="10668" y="2121408"/>
                  </a:lnTo>
                  <a:lnTo>
                    <a:pt x="13715" y="2118360"/>
                  </a:lnTo>
                  <a:lnTo>
                    <a:pt x="13715" y="2069592"/>
                  </a:lnTo>
                  <a:lnTo>
                    <a:pt x="10668" y="2066544"/>
                  </a:lnTo>
                  <a:close/>
                </a:path>
                <a:path w="13970" h="2449195">
                  <a:moveTo>
                    <a:pt x="10668" y="2148840"/>
                  </a:moveTo>
                  <a:lnTo>
                    <a:pt x="3048" y="2148840"/>
                  </a:lnTo>
                  <a:lnTo>
                    <a:pt x="0" y="2151888"/>
                  </a:lnTo>
                  <a:lnTo>
                    <a:pt x="0" y="2200656"/>
                  </a:lnTo>
                  <a:lnTo>
                    <a:pt x="3048" y="2203704"/>
                  </a:lnTo>
                  <a:lnTo>
                    <a:pt x="10668" y="2203704"/>
                  </a:lnTo>
                  <a:lnTo>
                    <a:pt x="13715" y="2200656"/>
                  </a:lnTo>
                  <a:lnTo>
                    <a:pt x="13715" y="2151888"/>
                  </a:lnTo>
                  <a:lnTo>
                    <a:pt x="10668" y="2148840"/>
                  </a:lnTo>
                  <a:close/>
                </a:path>
                <a:path w="13970" h="2449195">
                  <a:moveTo>
                    <a:pt x="10668" y="2232660"/>
                  </a:moveTo>
                  <a:lnTo>
                    <a:pt x="3048" y="2232660"/>
                  </a:lnTo>
                  <a:lnTo>
                    <a:pt x="0" y="2235708"/>
                  </a:lnTo>
                  <a:lnTo>
                    <a:pt x="0" y="2284476"/>
                  </a:lnTo>
                  <a:lnTo>
                    <a:pt x="3048" y="2287524"/>
                  </a:lnTo>
                  <a:lnTo>
                    <a:pt x="10668" y="2287524"/>
                  </a:lnTo>
                  <a:lnTo>
                    <a:pt x="13715" y="2284476"/>
                  </a:lnTo>
                  <a:lnTo>
                    <a:pt x="13715" y="2235708"/>
                  </a:lnTo>
                  <a:lnTo>
                    <a:pt x="10668" y="2232660"/>
                  </a:lnTo>
                  <a:close/>
                </a:path>
                <a:path w="13970" h="2449195">
                  <a:moveTo>
                    <a:pt x="10668" y="2314956"/>
                  </a:moveTo>
                  <a:lnTo>
                    <a:pt x="3048" y="2314956"/>
                  </a:lnTo>
                  <a:lnTo>
                    <a:pt x="0" y="2318004"/>
                  </a:lnTo>
                  <a:lnTo>
                    <a:pt x="0" y="2366772"/>
                  </a:lnTo>
                  <a:lnTo>
                    <a:pt x="3048" y="2369820"/>
                  </a:lnTo>
                  <a:lnTo>
                    <a:pt x="10668" y="2369820"/>
                  </a:lnTo>
                  <a:lnTo>
                    <a:pt x="13715" y="2366772"/>
                  </a:lnTo>
                  <a:lnTo>
                    <a:pt x="13715" y="2318004"/>
                  </a:lnTo>
                  <a:lnTo>
                    <a:pt x="10668" y="2314956"/>
                  </a:lnTo>
                  <a:close/>
                </a:path>
                <a:path w="13970" h="2449195">
                  <a:moveTo>
                    <a:pt x="10668" y="2397252"/>
                  </a:moveTo>
                  <a:lnTo>
                    <a:pt x="3048" y="2397252"/>
                  </a:lnTo>
                  <a:lnTo>
                    <a:pt x="0" y="2400300"/>
                  </a:lnTo>
                  <a:lnTo>
                    <a:pt x="0" y="2446020"/>
                  </a:lnTo>
                  <a:lnTo>
                    <a:pt x="3048" y="2449068"/>
                  </a:lnTo>
                  <a:lnTo>
                    <a:pt x="10668" y="2449068"/>
                  </a:lnTo>
                  <a:lnTo>
                    <a:pt x="13715" y="2446020"/>
                  </a:lnTo>
                  <a:lnTo>
                    <a:pt x="13715" y="2400300"/>
                  </a:lnTo>
                  <a:lnTo>
                    <a:pt x="10668" y="2397252"/>
                  </a:lnTo>
                  <a:close/>
                </a:path>
              </a:pathLst>
            </a:custGeom>
            <a:solidFill>
              <a:srgbClr val="9A9A9A"/>
            </a:solidFill>
          </p:spPr>
          <p:txBody>
            <a:bodyPr wrap="square" lIns="0" tIns="0" rIns="0" bIns="0" rtlCol="0"/>
            <a:lstStyle/>
            <a:p>
              <a:endParaRPr/>
            </a:p>
          </p:txBody>
        </p:sp>
        <p:sp>
          <p:nvSpPr>
            <p:cNvPr id="9" name="object 9"/>
            <p:cNvSpPr/>
            <p:nvPr/>
          </p:nvSpPr>
          <p:spPr>
            <a:xfrm>
              <a:off x="6138672" y="1740407"/>
              <a:ext cx="2170430" cy="812800"/>
            </a:xfrm>
            <a:custGeom>
              <a:avLst/>
              <a:gdLst/>
              <a:ahLst/>
              <a:cxnLst/>
              <a:rect l="l" t="t" r="r" b="b"/>
              <a:pathLst>
                <a:path w="2170429" h="812800">
                  <a:moveTo>
                    <a:pt x="0" y="406907"/>
                  </a:moveTo>
                  <a:lnTo>
                    <a:pt x="0" y="0"/>
                  </a:lnTo>
                  <a:lnTo>
                    <a:pt x="542543" y="0"/>
                  </a:lnTo>
                  <a:lnTo>
                    <a:pt x="542543" y="406907"/>
                  </a:lnTo>
                </a:path>
                <a:path w="2170429" h="812800">
                  <a:moveTo>
                    <a:pt x="542543" y="406907"/>
                  </a:moveTo>
                  <a:lnTo>
                    <a:pt x="542543" y="812291"/>
                  </a:lnTo>
                  <a:lnTo>
                    <a:pt x="1085087" y="812291"/>
                  </a:lnTo>
                  <a:lnTo>
                    <a:pt x="1085087" y="406907"/>
                  </a:lnTo>
                </a:path>
                <a:path w="2170429" h="812800">
                  <a:moveTo>
                    <a:pt x="1085087" y="406907"/>
                  </a:moveTo>
                  <a:lnTo>
                    <a:pt x="1085087" y="0"/>
                  </a:lnTo>
                  <a:lnTo>
                    <a:pt x="1627631" y="0"/>
                  </a:lnTo>
                  <a:lnTo>
                    <a:pt x="1627631" y="406907"/>
                  </a:lnTo>
                </a:path>
                <a:path w="2170429" h="812800">
                  <a:moveTo>
                    <a:pt x="1627631" y="406907"/>
                  </a:moveTo>
                  <a:lnTo>
                    <a:pt x="1627631" y="812291"/>
                  </a:lnTo>
                  <a:lnTo>
                    <a:pt x="2170175" y="812291"/>
                  </a:lnTo>
                  <a:lnTo>
                    <a:pt x="2170175" y="406907"/>
                  </a:lnTo>
                </a:path>
              </a:pathLst>
            </a:custGeom>
            <a:ln w="28955">
              <a:solidFill>
                <a:srgbClr val="000080"/>
              </a:solidFill>
            </a:ln>
          </p:spPr>
          <p:txBody>
            <a:bodyPr wrap="square" lIns="0" tIns="0" rIns="0" bIns="0" rtlCol="0"/>
            <a:lstStyle/>
            <a:p>
              <a:endParaRPr/>
            </a:p>
          </p:txBody>
        </p:sp>
        <p:sp>
          <p:nvSpPr>
            <p:cNvPr id="10" name="object 10"/>
            <p:cNvSpPr/>
            <p:nvPr/>
          </p:nvSpPr>
          <p:spPr>
            <a:xfrm>
              <a:off x="6155436" y="3229355"/>
              <a:ext cx="2425065" cy="0"/>
            </a:xfrm>
            <a:custGeom>
              <a:avLst/>
              <a:gdLst/>
              <a:ahLst/>
              <a:cxnLst/>
              <a:rect l="l" t="t" r="r" b="b"/>
              <a:pathLst>
                <a:path w="2425065">
                  <a:moveTo>
                    <a:pt x="0" y="0"/>
                  </a:moveTo>
                  <a:lnTo>
                    <a:pt x="2424683" y="0"/>
                  </a:lnTo>
                </a:path>
              </a:pathLst>
            </a:custGeom>
            <a:ln w="13715">
              <a:solidFill>
                <a:srgbClr val="000000"/>
              </a:solidFill>
            </a:ln>
          </p:spPr>
          <p:txBody>
            <a:bodyPr wrap="square" lIns="0" tIns="0" rIns="0" bIns="0" rtlCol="0"/>
            <a:lstStyle/>
            <a:p>
              <a:endParaRPr/>
            </a:p>
          </p:txBody>
        </p:sp>
        <p:sp>
          <p:nvSpPr>
            <p:cNvPr id="11" name="object 11"/>
            <p:cNvSpPr/>
            <p:nvPr/>
          </p:nvSpPr>
          <p:spPr>
            <a:xfrm>
              <a:off x="6138672" y="2904743"/>
              <a:ext cx="2170430" cy="649605"/>
            </a:xfrm>
            <a:custGeom>
              <a:avLst/>
              <a:gdLst/>
              <a:ahLst/>
              <a:cxnLst/>
              <a:rect l="l" t="t" r="r" b="b"/>
              <a:pathLst>
                <a:path w="2170429" h="649604">
                  <a:moveTo>
                    <a:pt x="0" y="324611"/>
                  </a:moveTo>
                  <a:lnTo>
                    <a:pt x="0" y="0"/>
                  </a:lnTo>
                  <a:lnTo>
                    <a:pt x="542543" y="0"/>
                  </a:lnTo>
                  <a:lnTo>
                    <a:pt x="542543" y="324611"/>
                  </a:lnTo>
                </a:path>
                <a:path w="2170429" h="649604">
                  <a:moveTo>
                    <a:pt x="542543" y="324611"/>
                  </a:moveTo>
                  <a:lnTo>
                    <a:pt x="542543" y="649223"/>
                  </a:lnTo>
                  <a:lnTo>
                    <a:pt x="1085087" y="649223"/>
                  </a:lnTo>
                  <a:lnTo>
                    <a:pt x="1085087" y="324611"/>
                  </a:lnTo>
                </a:path>
                <a:path w="2170429" h="649604">
                  <a:moveTo>
                    <a:pt x="1085087" y="324611"/>
                  </a:moveTo>
                  <a:lnTo>
                    <a:pt x="1085087" y="0"/>
                  </a:lnTo>
                  <a:lnTo>
                    <a:pt x="1627631" y="0"/>
                  </a:lnTo>
                  <a:lnTo>
                    <a:pt x="1627631" y="324611"/>
                  </a:lnTo>
                </a:path>
                <a:path w="2170429" h="649604">
                  <a:moveTo>
                    <a:pt x="1627631" y="324611"/>
                  </a:moveTo>
                  <a:lnTo>
                    <a:pt x="1627631" y="649223"/>
                  </a:lnTo>
                  <a:lnTo>
                    <a:pt x="2170175" y="649223"/>
                  </a:lnTo>
                  <a:lnTo>
                    <a:pt x="2170175" y="324611"/>
                  </a:lnTo>
                </a:path>
              </a:pathLst>
            </a:custGeom>
            <a:ln w="28955">
              <a:solidFill>
                <a:srgbClr val="000080"/>
              </a:solidFill>
            </a:ln>
          </p:spPr>
          <p:txBody>
            <a:bodyPr wrap="square" lIns="0" tIns="0" rIns="0" bIns="0" rtlCol="0"/>
            <a:lstStyle/>
            <a:p>
              <a:endParaRPr/>
            </a:p>
          </p:txBody>
        </p:sp>
        <p:sp>
          <p:nvSpPr>
            <p:cNvPr id="12" name="object 12"/>
            <p:cNvSpPr/>
            <p:nvPr/>
          </p:nvSpPr>
          <p:spPr>
            <a:xfrm>
              <a:off x="6138672" y="4311395"/>
              <a:ext cx="2441575" cy="0"/>
            </a:xfrm>
            <a:custGeom>
              <a:avLst/>
              <a:gdLst/>
              <a:ahLst/>
              <a:cxnLst/>
              <a:rect l="l" t="t" r="r" b="b"/>
              <a:pathLst>
                <a:path w="2441575">
                  <a:moveTo>
                    <a:pt x="0" y="0"/>
                  </a:moveTo>
                  <a:lnTo>
                    <a:pt x="2441447" y="0"/>
                  </a:lnTo>
                </a:path>
              </a:pathLst>
            </a:custGeom>
            <a:ln w="13715">
              <a:solidFill>
                <a:srgbClr val="000000"/>
              </a:solidFill>
            </a:ln>
          </p:spPr>
          <p:txBody>
            <a:bodyPr wrap="square" lIns="0" tIns="0" rIns="0" bIns="0" rtlCol="0"/>
            <a:lstStyle/>
            <a:p>
              <a:endParaRPr/>
            </a:p>
          </p:txBody>
        </p:sp>
        <p:sp>
          <p:nvSpPr>
            <p:cNvPr id="13" name="object 13"/>
            <p:cNvSpPr/>
            <p:nvPr/>
          </p:nvSpPr>
          <p:spPr>
            <a:xfrm>
              <a:off x="6138672" y="3986783"/>
              <a:ext cx="1628139" cy="325120"/>
            </a:xfrm>
            <a:custGeom>
              <a:avLst/>
              <a:gdLst/>
              <a:ahLst/>
              <a:cxnLst/>
              <a:rect l="l" t="t" r="r" b="b"/>
              <a:pathLst>
                <a:path w="1628140" h="325120">
                  <a:moveTo>
                    <a:pt x="0" y="324611"/>
                  </a:moveTo>
                  <a:lnTo>
                    <a:pt x="0" y="0"/>
                  </a:lnTo>
                  <a:lnTo>
                    <a:pt x="542543" y="0"/>
                  </a:lnTo>
                  <a:lnTo>
                    <a:pt x="542543" y="324611"/>
                  </a:lnTo>
                </a:path>
                <a:path w="1628140" h="325120">
                  <a:moveTo>
                    <a:pt x="1085087" y="324611"/>
                  </a:moveTo>
                  <a:lnTo>
                    <a:pt x="1085087" y="0"/>
                  </a:lnTo>
                  <a:lnTo>
                    <a:pt x="1627631" y="0"/>
                  </a:lnTo>
                  <a:lnTo>
                    <a:pt x="1627631" y="324611"/>
                  </a:lnTo>
                </a:path>
                <a:path w="1628140" h="325120">
                  <a:moveTo>
                    <a:pt x="542543" y="324611"/>
                  </a:moveTo>
                  <a:lnTo>
                    <a:pt x="1085087" y="324611"/>
                  </a:lnTo>
                </a:path>
              </a:pathLst>
            </a:custGeom>
            <a:ln w="28955">
              <a:solidFill>
                <a:srgbClr val="000080"/>
              </a:solidFill>
            </a:ln>
          </p:spPr>
          <p:txBody>
            <a:bodyPr wrap="square" lIns="0" tIns="0" rIns="0" bIns="0" rtlCol="0"/>
            <a:lstStyle/>
            <a:p>
              <a:endParaRPr/>
            </a:p>
          </p:txBody>
        </p:sp>
        <p:sp>
          <p:nvSpPr>
            <p:cNvPr id="14" name="object 14"/>
            <p:cNvSpPr/>
            <p:nvPr/>
          </p:nvSpPr>
          <p:spPr>
            <a:xfrm>
              <a:off x="7766304" y="4296918"/>
              <a:ext cx="542925" cy="29209"/>
            </a:xfrm>
            <a:custGeom>
              <a:avLst/>
              <a:gdLst/>
              <a:ahLst/>
              <a:cxnLst/>
              <a:rect l="l" t="t" r="r" b="b"/>
              <a:pathLst>
                <a:path w="542925" h="29210">
                  <a:moveTo>
                    <a:pt x="0" y="0"/>
                  </a:moveTo>
                  <a:lnTo>
                    <a:pt x="542543" y="0"/>
                  </a:lnTo>
                  <a:lnTo>
                    <a:pt x="542543" y="28955"/>
                  </a:lnTo>
                  <a:lnTo>
                    <a:pt x="0" y="28955"/>
                  </a:lnTo>
                  <a:lnTo>
                    <a:pt x="0" y="0"/>
                  </a:lnTo>
                  <a:close/>
                </a:path>
              </a:pathLst>
            </a:custGeom>
            <a:solidFill>
              <a:srgbClr val="000080"/>
            </a:solidFill>
          </p:spPr>
          <p:txBody>
            <a:bodyPr wrap="square" lIns="0" tIns="0" rIns="0" bIns="0" rtlCol="0"/>
            <a:lstStyle/>
            <a:p>
              <a:endParaRPr/>
            </a:p>
          </p:txBody>
        </p:sp>
        <p:sp>
          <p:nvSpPr>
            <p:cNvPr id="15" name="object 15"/>
            <p:cNvSpPr/>
            <p:nvPr/>
          </p:nvSpPr>
          <p:spPr>
            <a:xfrm>
              <a:off x="6681216" y="4663439"/>
              <a:ext cx="1628139" cy="325120"/>
            </a:xfrm>
            <a:custGeom>
              <a:avLst/>
              <a:gdLst/>
              <a:ahLst/>
              <a:cxnLst/>
              <a:rect l="l" t="t" r="r" b="b"/>
              <a:pathLst>
                <a:path w="1628140" h="325120">
                  <a:moveTo>
                    <a:pt x="0" y="324611"/>
                  </a:moveTo>
                  <a:lnTo>
                    <a:pt x="0" y="0"/>
                  </a:lnTo>
                  <a:lnTo>
                    <a:pt x="542543" y="0"/>
                  </a:lnTo>
                  <a:lnTo>
                    <a:pt x="542543" y="324611"/>
                  </a:lnTo>
                </a:path>
                <a:path w="1628140" h="325120">
                  <a:moveTo>
                    <a:pt x="1085087" y="324611"/>
                  </a:moveTo>
                  <a:lnTo>
                    <a:pt x="1085087" y="0"/>
                  </a:lnTo>
                  <a:lnTo>
                    <a:pt x="1627631" y="0"/>
                  </a:lnTo>
                  <a:lnTo>
                    <a:pt x="1627631" y="324611"/>
                  </a:lnTo>
                </a:path>
                <a:path w="1628140" h="325120">
                  <a:moveTo>
                    <a:pt x="542543" y="324611"/>
                  </a:moveTo>
                  <a:lnTo>
                    <a:pt x="1085087" y="324611"/>
                  </a:lnTo>
                </a:path>
              </a:pathLst>
            </a:custGeom>
            <a:ln w="28955">
              <a:solidFill>
                <a:srgbClr val="000080"/>
              </a:solidFill>
            </a:ln>
          </p:spPr>
          <p:txBody>
            <a:bodyPr wrap="square" lIns="0" tIns="0" rIns="0" bIns="0" rtlCol="0"/>
            <a:lstStyle/>
            <a:p>
              <a:endParaRPr/>
            </a:p>
          </p:txBody>
        </p:sp>
        <p:sp>
          <p:nvSpPr>
            <p:cNvPr id="16" name="object 16"/>
            <p:cNvSpPr/>
            <p:nvPr/>
          </p:nvSpPr>
          <p:spPr>
            <a:xfrm>
              <a:off x="7766304" y="4296918"/>
              <a:ext cx="542925" cy="29209"/>
            </a:xfrm>
            <a:custGeom>
              <a:avLst/>
              <a:gdLst/>
              <a:ahLst/>
              <a:cxnLst/>
              <a:rect l="l" t="t" r="r" b="b"/>
              <a:pathLst>
                <a:path w="542925" h="29210">
                  <a:moveTo>
                    <a:pt x="0" y="0"/>
                  </a:moveTo>
                  <a:lnTo>
                    <a:pt x="542543" y="0"/>
                  </a:lnTo>
                  <a:lnTo>
                    <a:pt x="542543" y="28955"/>
                  </a:lnTo>
                  <a:lnTo>
                    <a:pt x="0" y="28955"/>
                  </a:lnTo>
                  <a:lnTo>
                    <a:pt x="0" y="0"/>
                  </a:lnTo>
                  <a:close/>
                </a:path>
              </a:pathLst>
            </a:custGeom>
            <a:solidFill>
              <a:srgbClr val="000080"/>
            </a:solidFill>
          </p:spPr>
          <p:txBody>
            <a:bodyPr wrap="square" lIns="0" tIns="0" rIns="0" bIns="0" rtlCol="0"/>
            <a:lstStyle/>
            <a:p>
              <a:endParaRPr/>
            </a:p>
          </p:txBody>
        </p:sp>
        <p:sp>
          <p:nvSpPr>
            <p:cNvPr id="17" name="object 17"/>
            <p:cNvSpPr/>
            <p:nvPr/>
          </p:nvSpPr>
          <p:spPr>
            <a:xfrm>
              <a:off x="6138672" y="4988051"/>
              <a:ext cx="542925" cy="0"/>
            </a:xfrm>
            <a:custGeom>
              <a:avLst/>
              <a:gdLst/>
              <a:ahLst/>
              <a:cxnLst/>
              <a:rect l="l" t="t" r="r" b="b"/>
              <a:pathLst>
                <a:path w="542925">
                  <a:moveTo>
                    <a:pt x="0" y="0"/>
                  </a:moveTo>
                  <a:lnTo>
                    <a:pt x="542543" y="0"/>
                  </a:lnTo>
                </a:path>
              </a:pathLst>
            </a:custGeom>
            <a:ln w="28955">
              <a:solidFill>
                <a:srgbClr val="000080"/>
              </a:solidFill>
            </a:ln>
          </p:spPr>
          <p:txBody>
            <a:bodyPr wrap="square" lIns="0" tIns="0" rIns="0" bIns="0" rtlCol="0"/>
            <a:lstStyle/>
            <a:p>
              <a:endParaRPr/>
            </a:p>
          </p:txBody>
        </p:sp>
        <p:sp>
          <p:nvSpPr>
            <p:cNvPr id="18" name="object 18"/>
            <p:cNvSpPr/>
            <p:nvPr/>
          </p:nvSpPr>
          <p:spPr>
            <a:xfrm>
              <a:off x="6138672" y="5663183"/>
              <a:ext cx="2441575" cy="0"/>
            </a:xfrm>
            <a:custGeom>
              <a:avLst/>
              <a:gdLst/>
              <a:ahLst/>
              <a:cxnLst/>
              <a:rect l="l" t="t" r="r" b="b"/>
              <a:pathLst>
                <a:path w="2441575">
                  <a:moveTo>
                    <a:pt x="0" y="0"/>
                  </a:moveTo>
                  <a:lnTo>
                    <a:pt x="2441447" y="0"/>
                  </a:lnTo>
                </a:path>
              </a:pathLst>
            </a:custGeom>
            <a:ln w="13715">
              <a:solidFill>
                <a:srgbClr val="000000"/>
              </a:solidFill>
            </a:ln>
          </p:spPr>
          <p:txBody>
            <a:bodyPr wrap="square" lIns="0" tIns="0" rIns="0" bIns="0" rtlCol="0"/>
            <a:lstStyle/>
            <a:p>
              <a:endParaRPr/>
            </a:p>
          </p:txBody>
        </p:sp>
        <p:sp>
          <p:nvSpPr>
            <p:cNvPr id="19" name="object 19"/>
            <p:cNvSpPr/>
            <p:nvPr/>
          </p:nvSpPr>
          <p:spPr>
            <a:xfrm>
              <a:off x="6138672" y="5338571"/>
              <a:ext cx="2170430" cy="0"/>
            </a:xfrm>
            <a:custGeom>
              <a:avLst/>
              <a:gdLst/>
              <a:ahLst/>
              <a:cxnLst/>
              <a:rect l="l" t="t" r="r" b="b"/>
              <a:pathLst>
                <a:path w="2170429">
                  <a:moveTo>
                    <a:pt x="0" y="0"/>
                  </a:moveTo>
                  <a:lnTo>
                    <a:pt x="2170175" y="0"/>
                  </a:lnTo>
                </a:path>
              </a:pathLst>
            </a:custGeom>
            <a:ln w="28955">
              <a:solidFill>
                <a:srgbClr val="000080"/>
              </a:solidFill>
            </a:ln>
          </p:spPr>
          <p:txBody>
            <a:bodyPr wrap="square" lIns="0" tIns="0" rIns="0" bIns="0" rtlCol="0"/>
            <a:lstStyle/>
            <a:p>
              <a:endParaRPr/>
            </a:p>
          </p:txBody>
        </p:sp>
      </p:grpSp>
      <p:grpSp>
        <p:nvGrpSpPr>
          <p:cNvPr id="20" name="object 20"/>
          <p:cNvGrpSpPr/>
          <p:nvPr/>
        </p:nvGrpSpPr>
        <p:grpSpPr>
          <a:xfrm>
            <a:off x="5798820" y="3072383"/>
            <a:ext cx="131445" cy="241300"/>
            <a:chOff x="5798820" y="3072383"/>
            <a:chExt cx="131445" cy="241300"/>
          </a:xfrm>
        </p:grpSpPr>
        <p:sp>
          <p:nvSpPr>
            <p:cNvPr id="21" name="object 21"/>
            <p:cNvSpPr/>
            <p:nvPr/>
          </p:nvSpPr>
          <p:spPr>
            <a:xfrm>
              <a:off x="5798820" y="3072383"/>
              <a:ext cx="56387" cy="164591"/>
            </a:xfrm>
            <a:prstGeom prst="rect">
              <a:avLst/>
            </a:prstGeom>
            <a:blipFill>
              <a:blip r:embed="rId2" cstate="print"/>
              <a:stretch>
                <a:fillRect/>
              </a:stretch>
            </a:blipFill>
          </p:spPr>
          <p:txBody>
            <a:bodyPr wrap="square" lIns="0" tIns="0" rIns="0" bIns="0" rtlCol="0"/>
            <a:lstStyle/>
            <a:p>
              <a:endParaRPr/>
            </a:p>
          </p:txBody>
        </p:sp>
        <p:sp>
          <p:nvSpPr>
            <p:cNvPr id="22" name="object 22"/>
            <p:cNvSpPr/>
            <p:nvPr/>
          </p:nvSpPr>
          <p:spPr>
            <a:xfrm>
              <a:off x="5855208" y="3203447"/>
              <a:ext cx="74675" cy="109727"/>
            </a:xfrm>
            <a:prstGeom prst="rect">
              <a:avLst/>
            </a:prstGeom>
            <a:blipFill>
              <a:blip r:embed="rId3" cstate="print"/>
              <a:stretch>
                <a:fillRect/>
              </a:stretch>
            </a:blipFill>
          </p:spPr>
          <p:txBody>
            <a:bodyPr wrap="square" lIns="0" tIns="0" rIns="0" bIns="0" rtlCol="0"/>
            <a:lstStyle/>
            <a:p>
              <a:endParaRPr/>
            </a:p>
          </p:txBody>
        </p:sp>
      </p:grpSp>
      <p:grpSp>
        <p:nvGrpSpPr>
          <p:cNvPr id="23" name="object 23"/>
          <p:cNvGrpSpPr/>
          <p:nvPr/>
        </p:nvGrpSpPr>
        <p:grpSpPr>
          <a:xfrm>
            <a:off x="5728715" y="1990344"/>
            <a:ext cx="205740" cy="241300"/>
            <a:chOff x="5728715" y="1990344"/>
            <a:chExt cx="205740" cy="241300"/>
          </a:xfrm>
        </p:grpSpPr>
        <p:sp>
          <p:nvSpPr>
            <p:cNvPr id="24" name="object 24"/>
            <p:cNvSpPr/>
            <p:nvPr/>
          </p:nvSpPr>
          <p:spPr>
            <a:xfrm>
              <a:off x="5728715" y="1990344"/>
              <a:ext cx="144779" cy="164591"/>
            </a:xfrm>
            <a:prstGeom prst="rect">
              <a:avLst/>
            </a:prstGeom>
            <a:blipFill>
              <a:blip r:embed="rId4" cstate="print"/>
              <a:stretch>
                <a:fillRect/>
              </a:stretch>
            </a:blipFill>
          </p:spPr>
          <p:txBody>
            <a:bodyPr wrap="square" lIns="0" tIns="0" rIns="0" bIns="0" rtlCol="0"/>
            <a:lstStyle/>
            <a:p>
              <a:endParaRPr/>
            </a:p>
          </p:txBody>
        </p:sp>
        <p:sp>
          <p:nvSpPr>
            <p:cNvPr id="25" name="object 25"/>
            <p:cNvSpPr/>
            <p:nvPr/>
          </p:nvSpPr>
          <p:spPr>
            <a:xfrm>
              <a:off x="5859779" y="2121408"/>
              <a:ext cx="74675" cy="109727"/>
            </a:xfrm>
            <a:prstGeom prst="rect">
              <a:avLst/>
            </a:prstGeom>
            <a:blipFill>
              <a:blip r:embed="rId3" cstate="print"/>
              <a:stretch>
                <a:fillRect/>
              </a:stretch>
            </a:blipFill>
          </p:spPr>
          <p:txBody>
            <a:bodyPr wrap="square" lIns="0" tIns="0" rIns="0" bIns="0" rtlCol="0"/>
            <a:lstStyle/>
            <a:p>
              <a:endParaRPr/>
            </a:p>
          </p:txBody>
        </p:sp>
      </p:grpSp>
      <p:grpSp>
        <p:nvGrpSpPr>
          <p:cNvPr id="26" name="object 26"/>
          <p:cNvGrpSpPr/>
          <p:nvPr/>
        </p:nvGrpSpPr>
        <p:grpSpPr>
          <a:xfrm>
            <a:off x="5388864" y="4046220"/>
            <a:ext cx="617220" cy="242570"/>
            <a:chOff x="5388864" y="4046220"/>
            <a:chExt cx="617220" cy="242570"/>
          </a:xfrm>
        </p:grpSpPr>
        <p:sp>
          <p:nvSpPr>
            <p:cNvPr id="27" name="object 27"/>
            <p:cNvSpPr/>
            <p:nvPr/>
          </p:nvSpPr>
          <p:spPr>
            <a:xfrm>
              <a:off x="5388864" y="4046220"/>
              <a:ext cx="56387" cy="164592"/>
            </a:xfrm>
            <a:prstGeom prst="rect">
              <a:avLst/>
            </a:prstGeom>
            <a:blipFill>
              <a:blip r:embed="rId2" cstate="print"/>
              <a:stretch>
                <a:fillRect/>
              </a:stretch>
            </a:blipFill>
          </p:spPr>
          <p:txBody>
            <a:bodyPr wrap="square" lIns="0" tIns="0" rIns="0" bIns="0" rtlCol="0"/>
            <a:lstStyle/>
            <a:p>
              <a:endParaRPr/>
            </a:p>
          </p:txBody>
        </p:sp>
        <p:sp>
          <p:nvSpPr>
            <p:cNvPr id="28" name="object 28"/>
            <p:cNvSpPr/>
            <p:nvPr/>
          </p:nvSpPr>
          <p:spPr>
            <a:xfrm>
              <a:off x="5449824" y="4175760"/>
              <a:ext cx="164591" cy="112775"/>
            </a:xfrm>
            <a:prstGeom prst="rect">
              <a:avLst/>
            </a:prstGeom>
            <a:blipFill>
              <a:blip r:embed="rId5" cstate="print"/>
              <a:stretch>
                <a:fillRect/>
              </a:stretch>
            </a:blipFill>
          </p:spPr>
          <p:txBody>
            <a:bodyPr wrap="square" lIns="0" tIns="0" rIns="0" bIns="0" rtlCol="0"/>
            <a:lstStyle/>
            <a:p>
              <a:endParaRPr/>
            </a:p>
          </p:txBody>
        </p:sp>
        <p:sp>
          <p:nvSpPr>
            <p:cNvPr id="29" name="object 29"/>
            <p:cNvSpPr/>
            <p:nvPr/>
          </p:nvSpPr>
          <p:spPr>
            <a:xfrm>
              <a:off x="5631180" y="4046220"/>
              <a:ext cx="193548" cy="199644"/>
            </a:xfrm>
            <a:prstGeom prst="rect">
              <a:avLst/>
            </a:prstGeom>
            <a:blipFill>
              <a:blip r:embed="rId6" cstate="print"/>
              <a:stretch>
                <a:fillRect/>
              </a:stretch>
            </a:blipFill>
          </p:spPr>
          <p:txBody>
            <a:bodyPr wrap="square" lIns="0" tIns="0" rIns="0" bIns="0" rtlCol="0"/>
            <a:lstStyle/>
            <a:p>
              <a:endParaRPr/>
            </a:p>
          </p:txBody>
        </p:sp>
        <p:sp>
          <p:nvSpPr>
            <p:cNvPr id="30" name="object 30"/>
            <p:cNvSpPr/>
            <p:nvPr/>
          </p:nvSpPr>
          <p:spPr>
            <a:xfrm>
              <a:off x="5829300" y="4175760"/>
              <a:ext cx="176784" cy="112775"/>
            </a:xfrm>
            <a:prstGeom prst="rect">
              <a:avLst/>
            </a:prstGeom>
            <a:blipFill>
              <a:blip r:embed="rId7" cstate="print"/>
              <a:stretch>
                <a:fillRect/>
              </a:stretch>
            </a:blipFill>
          </p:spPr>
          <p:txBody>
            <a:bodyPr wrap="square" lIns="0" tIns="0" rIns="0" bIns="0" rtlCol="0"/>
            <a:lstStyle/>
            <a:p>
              <a:endParaRPr/>
            </a:p>
          </p:txBody>
        </p:sp>
      </p:grpSp>
      <p:grpSp>
        <p:nvGrpSpPr>
          <p:cNvPr id="31" name="object 31"/>
          <p:cNvGrpSpPr/>
          <p:nvPr/>
        </p:nvGrpSpPr>
        <p:grpSpPr>
          <a:xfrm>
            <a:off x="5388864" y="4722876"/>
            <a:ext cx="614680" cy="242570"/>
            <a:chOff x="5388864" y="4722876"/>
            <a:chExt cx="614680" cy="242570"/>
          </a:xfrm>
        </p:grpSpPr>
        <p:sp>
          <p:nvSpPr>
            <p:cNvPr id="32" name="object 32"/>
            <p:cNvSpPr/>
            <p:nvPr/>
          </p:nvSpPr>
          <p:spPr>
            <a:xfrm>
              <a:off x="5388864" y="4722876"/>
              <a:ext cx="56387" cy="164592"/>
            </a:xfrm>
            <a:prstGeom prst="rect">
              <a:avLst/>
            </a:prstGeom>
            <a:blipFill>
              <a:blip r:embed="rId2" cstate="print"/>
              <a:stretch>
                <a:fillRect/>
              </a:stretch>
            </a:blipFill>
          </p:spPr>
          <p:txBody>
            <a:bodyPr wrap="square" lIns="0" tIns="0" rIns="0" bIns="0" rtlCol="0"/>
            <a:lstStyle/>
            <a:p>
              <a:endParaRPr/>
            </a:p>
          </p:txBody>
        </p:sp>
        <p:sp>
          <p:nvSpPr>
            <p:cNvPr id="33" name="object 33"/>
            <p:cNvSpPr/>
            <p:nvPr/>
          </p:nvSpPr>
          <p:spPr>
            <a:xfrm>
              <a:off x="5449824" y="4852416"/>
              <a:ext cx="176784" cy="112775"/>
            </a:xfrm>
            <a:prstGeom prst="rect">
              <a:avLst/>
            </a:prstGeom>
            <a:blipFill>
              <a:blip r:embed="rId8" cstate="print"/>
              <a:stretch>
                <a:fillRect/>
              </a:stretch>
            </a:blipFill>
          </p:spPr>
          <p:txBody>
            <a:bodyPr wrap="square" lIns="0" tIns="0" rIns="0" bIns="0" rtlCol="0"/>
            <a:lstStyle/>
            <a:p>
              <a:endParaRPr/>
            </a:p>
          </p:txBody>
        </p:sp>
        <p:sp>
          <p:nvSpPr>
            <p:cNvPr id="34" name="object 34"/>
            <p:cNvSpPr/>
            <p:nvPr/>
          </p:nvSpPr>
          <p:spPr>
            <a:xfrm>
              <a:off x="5631180" y="4722876"/>
              <a:ext cx="193548" cy="199644"/>
            </a:xfrm>
            <a:prstGeom prst="rect">
              <a:avLst/>
            </a:prstGeom>
            <a:blipFill>
              <a:blip r:embed="rId6" cstate="print"/>
              <a:stretch>
                <a:fillRect/>
              </a:stretch>
            </a:blipFill>
          </p:spPr>
          <p:txBody>
            <a:bodyPr wrap="square" lIns="0" tIns="0" rIns="0" bIns="0" rtlCol="0"/>
            <a:lstStyle/>
            <a:p>
              <a:endParaRPr/>
            </a:p>
          </p:txBody>
        </p:sp>
        <p:sp>
          <p:nvSpPr>
            <p:cNvPr id="35" name="object 35"/>
            <p:cNvSpPr/>
            <p:nvPr/>
          </p:nvSpPr>
          <p:spPr>
            <a:xfrm>
              <a:off x="5829300" y="4852416"/>
              <a:ext cx="173736" cy="112775"/>
            </a:xfrm>
            <a:prstGeom prst="rect">
              <a:avLst/>
            </a:prstGeom>
            <a:blipFill>
              <a:blip r:embed="rId9" cstate="print"/>
              <a:stretch>
                <a:fillRect/>
              </a:stretch>
            </a:blipFill>
          </p:spPr>
          <p:txBody>
            <a:bodyPr wrap="square" lIns="0" tIns="0" rIns="0" bIns="0" rtlCol="0"/>
            <a:lstStyle/>
            <a:p>
              <a:endParaRPr/>
            </a:p>
          </p:txBody>
        </p:sp>
      </p:grpSp>
      <p:grpSp>
        <p:nvGrpSpPr>
          <p:cNvPr id="36" name="object 36"/>
          <p:cNvGrpSpPr/>
          <p:nvPr/>
        </p:nvGrpSpPr>
        <p:grpSpPr>
          <a:xfrm>
            <a:off x="5797296" y="5507735"/>
            <a:ext cx="152400" cy="242570"/>
            <a:chOff x="5797296" y="5507735"/>
            <a:chExt cx="152400" cy="242570"/>
          </a:xfrm>
        </p:grpSpPr>
        <p:sp>
          <p:nvSpPr>
            <p:cNvPr id="37" name="object 37"/>
            <p:cNvSpPr/>
            <p:nvPr/>
          </p:nvSpPr>
          <p:spPr>
            <a:xfrm>
              <a:off x="5797296" y="5507735"/>
              <a:ext cx="56387" cy="164591"/>
            </a:xfrm>
            <a:prstGeom prst="rect">
              <a:avLst/>
            </a:prstGeom>
            <a:blipFill>
              <a:blip r:embed="rId2" cstate="print"/>
              <a:stretch>
                <a:fillRect/>
              </a:stretch>
            </a:blipFill>
          </p:spPr>
          <p:txBody>
            <a:bodyPr wrap="square" lIns="0" tIns="0" rIns="0" bIns="0" rtlCol="0"/>
            <a:lstStyle/>
            <a:p>
              <a:endParaRPr/>
            </a:p>
          </p:txBody>
        </p:sp>
        <p:sp>
          <p:nvSpPr>
            <p:cNvPr id="38" name="object 38"/>
            <p:cNvSpPr/>
            <p:nvPr/>
          </p:nvSpPr>
          <p:spPr>
            <a:xfrm>
              <a:off x="5858256" y="5637275"/>
              <a:ext cx="91439" cy="112775"/>
            </a:xfrm>
            <a:prstGeom prst="rect">
              <a:avLst/>
            </a:prstGeom>
            <a:blipFill>
              <a:blip r:embed="rId10" cstate="print"/>
              <a:stretch>
                <a:fillRect/>
              </a:stretch>
            </a:blipFill>
          </p:spPr>
          <p:txBody>
            <a:bodyPr wrap="square" lIns="0" tIns="0" rIns="0" bIns="0" rtlCol="0"/>
            <a:lstStyle/>
            <a:p>
              <a:endParaRPr/>
            </a:p>
          </p:txBody>
        </p:sp>
      </p:grpSp>
      <p:sp>
        <p:nvSpPr>
          <p:cNvPr id="39" name="object 39"/>
          <p:cNvSpPr txBox="1"/>
          <p:nvPr/>
        </p:nvSpPr>
        <p:spPr>
          <a:xfrm>
            <a:off x="1066291" y="4201083"/>
            <a:ext cx="2539365" cy="1397000"/>
          </a:xfrm>
          <a:prstGeom prst="rect">
            <a:avLst/>
          </a:prstGeom>
        </p:spPr>
        <p:txBody>
          <a:bodyPr vert="horz" wrap="square" lIns="0" tIns="12700" rIns="0" bIns="0" rtlCol="0">
            <a:spAutoFit/>
          </a:bodyPr>
          <a:lstStyle/>
          <a:p>
            <a:pPr marL="12700">
              <a:lnSpc>
                <a:spcPct val="100000"/>
              </a:lnSpc>
              <a:spcBef>
                <a:spcPts val="100"/>
              </a:spcBef>
            </a:pPr>
            <a:r>
              <a:rPr sz="1800" b="1" spc="-25" dirty="0">
                <a:latin typeface="Carlito"/>
                <a:cs typeface="Carlito"/>
              </a:rPr>
              <a:t>Two </a:t>
            </a:r>
            <a:r>
              <a:rPr sz="1800" b="1" dirty="0">
                <a:latin typeface="Carlito"/>
                <a:cs typeface="Carlito"/>
              </a:rPr>
              <a:t>modes of</a:t>
            </a:r>
            <a:r>
              <a:rPr sz="1800" b="1" spc="-45" dirty="0">
                <a:latin typeface="Carlito"/>
                <a:cs typeface="Carlito"/>
              </a:rPr>
              <a:t> </a:t>
            </a:r>
            <a:r>
              <a:rPr sz="1800" b="1" spc="-10" dirty="0">
                <a:latin typeface="Carlito"/>
                <a:cs typeface="Carlito"/>
              </a:rPr>
              <a:t>operation:</a:t>
            </a:r>
            <a:endParaRPr sz="1800">
              <a:latin typeface="Carlito"/>
              <a:cs typeface="Carlito"/>
            </a:endParaRPr>
          </a:p>
          <a:p>
            <a:pPr marL="469900">
              <a:lnSpc>
                <a:spcPct val="100000"/>
              </a:lnSpc>
            </a:pPr>
            <a:r>
              <a:rPr sz="1800" dirty="0">
                <a:latin typeface="Carlito"/>
                <a:cs typeface="Carlito"/>
              </a:rPr>
              <a:t>Mode</a:t>
            </a:r>
            <a:r>
              <a:rPr sz="1800" spc="10" dirty="0">
                <a:latin typeface="Carlito"/>
                <a:cs typeface="Carlito"/>
              </a:rPr>
              <a:t> </a:t>
            </a:r>
            <a:r>
              <a:rPr sz="1800" dirty="0">
                <a:latin typeface="Carlito"/>
                <a:cs typeface="Carlito"/>
              </a:rPr>
              <a:t>1:</a:t>
            </a:r>
            <a:endParaRPr sz="1800">
              <a:latin typeface="Carlito"/>
              <a:cs typeface="Carlito"/>
            </a:endParaRPr>
          </a:p>
          <a:p>
            <a:pPr marL="469900" marR="5080" indent="457200">
              <a:lnSpc>
                <a:spcPct val="100000"/>
              </a:lnSpc>
            </a:pPr>
            <a:r>
              <a:rPr sz="1800" spc="-5" dirty="0">
                <a:latin typeface="Carlito"/>
                <a:cs typeface="Carlito"/>
              </a:rPr>
              <a:t>S1 </a:t>
            </a:r>
            <a:r>
              <a:rPr sz="1800" dirty="0">
                <a:latin typeface="Carlito"/>
                <a:cs typeface="Carlito"/>
              </a:rPr>
              <a:t>and </a:t>
            </a:r>
            <a:r>
              <a:rPr sz="1800" spc="-5" dirty="0">
                <a:latin typeface="Carlito"/>
                <a:cs typeface="Carlito"/>
              </a:rPr>
              <a:t>S2 </a:t>
            </a:r>
            <a:r>
              <a:rPr sz="1800" spc="-10" dirty="0">
                <a:latin typeface="Carlito"/>
                <a:cs typeface="Carlito"/>
              </a:rPr>
              <a:t>are</a:t>
            </a:r>
            <a:r>
              <a:rPr sz="1800" spc="-70" dirty="0">
                <a:latin typeface="Carlito"/>
                <a:cs typeface="Carlito"/>
              </a:rPr>
              <a:t> </a:t>
            </a:r>
            <a:r>
              <a:rPr sz="1800" spc="-5" dirty="0">
                <a:latin typeface="Carlito"/>
                <a:cs typeface="Carlito"/>
              </a:rPr>
              <a:t>ON  </a:t>
            </a:r>
            <a:r>
              <a:rPr sz="1800" dirty="0">
                <a:latin typeface="Carlito"/>
                <a:cs typeface="Carlito"/>
              </a:rPr>
              <a:t>Mode</a:t>
            </a:r>
            <a:r>
              <a:rPr sz="1800" spc="10" dirty="0">
                <a:latin typeface="Carlito"/>
                <a:cs typeface="Carlito"/>
              </a:rPr>
              <a:t> </a:t>
            </a:r>
            <a:r>
              <a:rPr sz="1800" dirty="0">
                <a:latin typeface="Carlito"/>
                <a:cs typeface="Carlito"/>
              </a:rPr>
              <a:t>2</a:t>
            </a:r>
            <a:endParaRPr sz="1800">
              <a:latin typeface="Carlito"/>
              <a:cs typeface="Carlito"/>
            </a:endParaRPr>
          </a:p>
          <a:p>
            <a:pPr marL="927100">
              <a:lnSpc>
                <a:spcPct val="100000"/>
              </a:lnSpc>
            </a:pPr>
            <a:r>
              <a:rPr sz="1800" spc="-5" dirty="0">
                <a:latin typeface="Carlito"/>
                <a:cs typeface="Carlito"/>
              </a:rPr>
              <a:t>S3 </a:t>
            </a:r>
            <a:r>
              <a:rPr sz="1800" dirty="0">
                <a:latin typeface="Carlito"/>
                <a:cs typeface="Carlito"/>
              </a:rPr>
              <a:t>and </a:t>
            </a:r>
            <a:r>
              <a:rPr sz="1800" spc="-5" dirty="0">
                <a:latin typeface="Carlito"/>
                <a:cs typeface="Carlito"/>
              </a:rPr>
              <a:t>S4 </a:t>
            </a:r>
            <a:r>
              <a:rPr sz="1800" spc="-10" dirty="0">
                <a:latin typeface="Carlito"/>
                <a:cs typeface="Carlito"/>
              </a:rPr>
              <a:t>are</a:t>
            </a:r>
            <a:r>
              <a:rPr sz="1800" spc="-65" dirty="0">
                <a:latin typeface="Carlito"/>
                <a:cs typeface="Carlito"/>
              </a:rPr>
              <a:t> </a:t>
            </a:r>
            <a:r>
              <a:rPr sz="1800" spc="-5" dirty="0">
                <a:latin typeface="Carlito"/>
                <a:cs typeface="Carlito"/>
              </a:rPr>
              <a:t>ON</a:t>
            </a:r>
            <a:endParaRPr sz="1800">
              <a:latin typeface="Carlito"/>
              <a:cs typeface="Carlito"/>
            </a:endParaRPr>
          </a:p>
        </p:txBody>
      </p:sp>
      <p:grpSp>
        <p:nvGrpSpPr>
          <p:cNvPr id="40" name="object 40"/>
          <p:cNvGrpSpPr/>
          <p:nvPr/>
        </p:nvGrpSpPr>
        <p:grpSpPr>
          <a:xfrm>
            <a:off x="429768" y="1338072"/>
            <a:ext cx="4444365" cy="2184400"/>
            <a:chOff x="429768" y="1338072"/>
            <a:chExt cx="4444365" cy="2184400"/>
          </a:xfrm>
        </p:grpSpPr>
        <p:sp>
          <p:nvSpPr>
            <p:cNvPr id="41" name="object 41"/>
            <p:cNvSpPr/>
            <p:nvPr/>
          </p:nvSpPr>
          <p:spPr>
            <a:xfrm>
              <a:off x="609600" y="1345692"/>
              <a:ext cx="4148454" cy="2169160"/>
            </a:xfrm>
            <a:custGeom>
              <a:avLst/>
              <a:gdLst/>
              <a:ahLst/>
              <a:cxnLst/>
              <a:rect l="l" t="t" r="r" b="b"/>
              <a:pathLst>
                <a:path w="4148454" h="2169160">
                  <a:moveTo>
                    <a:pt x="0" y="0"/>
                  </a:moveTo>
                  <a:lnTo>
                    <a:pt x="4148327" y="0"/>
                  </a:lnTo>
                </a:path>
                <a:path w="4148454" h="2169160">
                  <a:moveTo>
                    <a:pt x="4148327" y="2168651"/>
                  </a:moveTo>
                  <a:lnTo>
                    <a:pt x="0" y="2168651"/>
                  </a:lnTo>
                </a:path>
                <a:path w="4148454" h="2169160">
                  <a:moveTo>
                    <a:pt x="902207" y="2168651"/>
                  </a:moveTo>
                  <a:lnTo>
                    <a:pt x="902207" y="1792223"/>
                  </a:lnTo>
                </a:path>
              </a:pathLst>
            </a:custGeom>
            <a:ln w="15239">
              <a:solidFill>
                <a:srgbClr val="000000"/>
              </a:solidFill>
            </a:ln>
          </p:spPr>
          <p:txBody>
            <a:bodyPr wrap="square" lIns="0" tIns="0" rIns="0" bIns="0" rtlCol="0"/>
            <a:lstStyle/>
            <a:p>
              <a:endParaRPr/>
            </a:p>
          </p:txBody>
        </p:sp>
        <p:sp>
          <p:nvSpPr>
            <p:cNvPr id="42" name="object 42"/>
            <p:cNvSpPr/>
            <p:nvPr/>
          </p:nvSpPr>
          <p:spPr>
            <a:xfrm>
              <a:off x="2116835" y="1690115"/>
              <a:ext cx="231647" cy="288035"/>
            </a:xfrm>
            <a:prstGeom prst="rect">
              <a:avLst/>
            </a:prstGeom>
            <a:blipFill>
              <a:blip r:embed="rId11" cstate="print"/>
              <a:stretch>
                <a:fillRect/>
              </a:stretch>
            </a:blipFill>
          </p:spPr>
          <p:txBody>
            <a:bodyPr wrap="square" lIns="0" tIns="0" rIns="0" bIns="0" rtlCol="0"/>
            <a:lstStyle/>
            <a:p>
              <a:endParaRPr/>
            </a:p>
          </p:txBody>
        </p:sp>
        <p:sp>
          <p:nvSpPr>
            <p:cNvPr id="43" name="object 43"/>
            <p:cNvSpPr/>
            <p:nvPr/>
          </p:nvSpPr>
          <p:spPr>
            <a:xfrm>
              <a:off x="2116835" y="2863595"/>
              <a:ext cx="231647" cy="289559"/>
            </a:xfrm>
            <a:prstGeom prst="rect">
              <a:avLst/>
            </a:prstGeom>
            <a:blipFill>
              <a:blip r:embed="rId12" cstate="print"/>
              <a:stretch>
                <a:fillRect/>
              </a:stretch>
            </a:blipFill>
          </p:spPr>
          <p:txBody>
            <a:bodyPr wrap="square" lIns="0" tIns="0" rIns="0" bIns="0" rtlCol="0"/>
            <a:lstStyle/>
            <a:p>
              <a:endParaRPr/>
            </a:p>
          </p:txBody>
        </p:sp>
        <p:sp>
          <p:nvSpPr>
            <p:cNvPr id="44" name="object 44"/>
            <p:cNvSpPr/>
            <p:nvPr/>
          </p:nvSpPr>
          <p:spPr>
            <a:xfrm>
              <a:off x="1511807" y="1345692"/>
              <a:ext cx="721360" cy="2169160"/>
            </a:xfrm>
            <a:custGeom>
              <a:avLst/>
              <a:gdLst/>
              <a:ahLst/>
              <a:cxnLst/>
              <a:rect l="l" t="t" r="r" b="b"/>
              <a:pathLst>
                <a:path w="721360" h="2169160">
                  <a:moveTo>
                    <a:pt x="720851" y="1536191"/>
                  </a:moveTo>
                  <a:lnTo>
                    <a:pt x="720851" y="632459"/>
                  </a:lnTo>
                </a:path>
                <a:path w="721360" h="2169160">
                  <a:moveTo>
                    <a:pt x="720851" y="1807463"/>
                  </a:moveTo>
                  <a:lnTo>
                    <a:pt x="720851" y="2168651"/>
                  </a:lnTo>
                </a:path>
                <a:path w="721360" h="2169160">
                  <a:moveTo>
                    <a:pt x="0" y="361187"/>
                  </a:moveTo>
                  <a:lnTo>
                    <a:pt x="0" y="0"/>
                  </a:lnTo>
                </a:path>
                <a:path w="721360" h="2169160">
                  <a:moveTo>
                    <a:pt x="720851" y="361187"/>
                  </a:moveTo>
                  <a:lnTo>
                    <a:pt x="720851" y="0"/>
                  </a:lnTo>
                </a:path>
              </a:pathLst>
            </a:custGeom>
            <a:ln w="15239">
              <a:solidFill>
                <a:srgbClr val="000000"/>
              </a:solidFill>
            </a:ln>
          </p:spPr>
          <p:txBody>
            <a:bodyPr wrap="square" lIns="0" tIns="0" rIns="0" bIns="0" rtlCol="0"/>
            <a:lstStyle/>
            <a:p>
              <a:endParaRPr/>
            </a:p>
          </p:txBody>
        </p:sp>
        <p:sp>
          <p:nvSpPr>
            <p:cNvPr id="45" name="object 45"/>
            <p:cNvSpPr/>
            <p:nvPr/>
          </p:nvSpPr>
          <p:spPr>
            <a:xfrm>
              <a:off x="1569720" y="2907792"/>
              <a:ext cx="172212" cy="112775"/>
            </a:xfrm>
            <a:prstGeom prst="rect">
              <a:avLst/>
            </a:prstGeom>
            <a:blipFill>
              <a:blip r:embed="rId13" cstate="print"/>
              <a:stretch>
                <a:fillRect/>
              </a:stretch>
            </a:blipFill>
          </p:spPr>
          <p:txBody>
            <a:bodyPr wrap="square" lIns="0" tIns="0" rIns="0" bIns="0" rtlCol="0"/>
            <a:lstStyle/>
            <a:p>
              <a:endParaRPr/>
            </a:p>
          </p:txBody>
        </p:sp>
        <p:sp>
          <p:nvSpPr>
            <p:cNvPr id="46" name="object 46"/>
            <p:cNvSpPr/>
            <p:nvPr/>
          </p:nvSpPr>
          <p:spPr>
            <a:xfrm>
              <a:off x="2435351" y="2988564"/>
              <a:ext cx="175260" cy="109727"/>
            </a:xfrm>
            <a:prstGeom prst="rect">
              <a:avLst/>
            </a:prstGeom>
            <a:blipFill>
              <a:blip r:embed="rId14" cstate="print"/>
              <a:stretch>
                <a:fillRect/>
              </a:stretch>
            </a:blipFill>
          </p:spPr>
          <p:txBody>
            <a:bodyPr wrap="square" lIns="0" tIns="0" rIns="0" bIns="0" rtlCol="0"/>
            <a:lstStyle/>
            <a:p>
              <a:endParaRPr/>
            </a:p>
          </p:txBody>
        </p:sp>
        <p:sp>
          <p:nvSpPr>
            <p:cNvPr id="47" name="object 47"/>
            <p:cNvSpPr/>
            <p:nvPr/>
          </p:nvSpPr>
          <p:spPr>
            <a:xfrm>
              <a:off x="1511807" y="1345692"/>
              <a:ext cx="3246120" cy="2169160"/>
            </a:xfrm>
            <a:custGeom>
              <a:avLst/>
              <a:gdLst/>
              <a:ahLst/>
              <a:cxnLst/>
              <a:rect l="l" t="t" r="r" b="b"/>
              <a:pathLst>
                <a:path w="3246120" h="2169160">
                  <a:moveTo>
                    <a:pt x="2526791" y="722375"/>
                  </a:moveTo>
                  <a:lnTo>
                    <a:pt x="2526791" y="1446275"/>
                  </a:lnTo>
                </a:path>
                <a:path w="3246120" h="2169160">
                  <a:moveTo>
                    <a:pt x="0" y="1446275"/>
                  </a:moveTo>
                  <a:lnTo>
                    <a:pt x="0" y="722375"/>
                  </a:lnTo>
                </a:path>
                <a:path w="3246120" h="2169160">
                  <a:moveTo>
                    <a:pt x="0" y="1085087"/>
                  </a:moveTo>
                  <a:lnTo>
                    <a:pt x="1443227" y="1085087"/>
                  </a:lnTo>
                </a:path>
                <a:path w="3246120" h="2169160">
                  <a:moveTo>
                    <a:pt x="3246119" y="1085087"/>
                  </a:moveTo>
                  <a:lnTo>
                    <a:pt x="1731263" y="1085087"/>
                  </a:lnTo>
                </a:path>
                <a:path w="3246120" h="2169160">
                  <a:moveTo>
                    <a:pt x="2526791" y="361187"/>
                  </a:moveTo>
                  <a:lnTo>
                    <a:pt x="2526791" y="0"/>
                  </a:lnTo>
                </a:path>
                <a:path w="3246120" h="2169160">
                  <a:moveTo>
                    <a:pt x="2526791" y="1807463"/>
                  </a:moveTo>
                  <a:lnTo>
                    <a:pt x="2526791" y="2168651"/>
                  </a:lnTo>
                </a:path>
              </a:pathLst>
            </a:custGeom>
            <a:ln w="15239">
              <a:solidFill>
                <a:srgbClr val="000000"/>
              </a:solidFill>
            </a:ln>
          </p:spPr>
          <p:txBody>
            <a:bodyPr wrap="square" lIns="0" tIns="0" rIns="0" bIns="0" rtlCol="0"/>
            <a:lstStyle/>
            <a:p>
              <a:endParaRPr/>
            </a:p>
          </p:txBody>
        </p:sp>
        <p:sp>
          <p:nvSpPr>
            <p:cNvPr id="48" name="object 48"/>
            <p:cNvSpPr/>
            <p:nvPr/>
          </p:nvSpPr>
          <p:spPr>
            <a:xfrm>
              <a:off x="4076700" y="2907792"/>
              <a:ext cx="170687" cy="112775"/>
            </a:xfrm>
            <a:prstGeom prst="rect">
              <a:avLst/>
            </a:prstGeom>
            <a:blipFill>
              <a:blip r:embed="rId15" cstate="print"/>
              <a:stretch>
                <a:fillRect/>
              </a:stretch>
            </a:blipFill>
          </p:spPr>
          <p:txBody>
            <a:bodyPr wrap="square" lIns="0" tIns="0" rIns="0" bIns="0" rtlCol="0"/>
            <a:lstStyle/>
            <a:p>
              <a:endParaRPr/>
            </a:p>
          </p:txBody>
        </p:sp>
        <p:sp>
          <p:nvSpPr>
            <p:cNvPr id="49" name="object 49"/>
            <p:cNvSpPr/>
            <p:nvPr/>
          </p:nvSpPr>
          <p:spPr>
            <a:xfrm>
              <a:off x="4076700" y="1836420"/>
              <a:ext cx="172212" cy="112775"/>
            </a:xfrm>
            <a:prstGeom prst="rect">
              <a:avLst/>
            </a:prstGeom>
            <a:blipFill>
              <a:blip r:embed="rId16" cstate="print"/>
              <a:stretch>
                <a:fillRect/>
              </a:stretch>
            </a:blipFill>
          </p:spPr>
          <p:txBody>
            <a:bodyPr wrap="square" lIns="0" tIns="0" rIns="0" bIns="0" rtlCol="0"/>
            <a:lstStyle/>
            <a:p>
              <a:endParaRPr/>
            </a:p>
          </p:txBody>
        </p:sp>
        <p:sp>
          <p:nvSpPr>
            <p:cNvPr id="50" name="object 50"/>
            <p:cNvSpPr/>
            <p:nvPr/>
          </p:nvSpPr>
          <p:spPr>
            <a:xfrm>
              <a:off x="609600" y="1354836"/>
              <a:ext cx="0" cy="2150745"/>
            </a:xfrm>
            <a:custGeom>
              <a:avLst/>
              <a:gdLst/>
              <a:ahLst/>
              <a:cxnLst/>
              <a:rect l="l" t="t" r="r" b="b"/>
              <a:pathLst>
                <a:path h="2150745">
                  <a:moveTo>
                    <a:pt x="0" y="1030223"/>
                  </a:moveTo>
                  <a:lnTo>
                    <a:pt x="0" y="0"/>
                  </a:lnTo>
                </a:path>
                <a:path h="2150745">
                  <a:moveTo>
                    <a:pt x="0" y="2150363"/>
                  </a:moveTo>
                  <a:lnTo>
                    <a:pt x="0" y="1120139"/>
                  </a:lnTo>
                </a:path>
              </a:pathLst>
            </a:custGeom>
            <a:ln w="15239">
              <a:solidFill>
                <a:srgbClr val="000000"/>
              </a:solidFill>
            </a:ln>
          </p:spPr>
          <p:txBody>
            <a:bodyPr wrap="square" lIns="0" tIns="0" rIns="0" bIns="0" rtlCol="0"/>
            <a:lstStyle/>
            <a:p>
              <a:endParaRPr/>
            </a:p>
          </p:txBody>
        </p:sp>
        <p:sp>
          <p:nvSpPr>
            <p:cNvPr id="51" name="object 51"/>
            <p:cNvSpPr/>
            <p:nvPr/>
          </p:nvSpPr>
          <p:spPr>
            <a:xfrm>
              <a:off x="429768" y="2385059"/>
              <a:ext cx="360045" cy="0"/>
            </a:xfrm>
            <a:custGeom>
              <a:avLst/>
              <a:gdLst/>
              <a:ahLst/>
              <a:cxnLst/>
              <a:rect l="l" t="t" r="r" b="b"/>
              <a:pathLst>
                <a:path w="360045">
                  <a:moveTo>
                    <a:pt x="0" y="0"/>
                  </a:moveTo>
                  <a:lnTo>
                    <a:pt x="359663" y="0"/>
                  </a:lnTo>
                </a:path>
              </a:pathLst>
            </a:custGeom>
            <a:ln w="27431">
              <a:solidFill>
                <a:srgbClr val="000000"/>
              </a:solidFill>
            </a:ln>
          </p:spPr>
          <p:txBody>
            <a:bodyPr wrap="square" lIns="0" tIns="0" rIns="0" bIns="0" rtlCol="0"/>
            <a:lstStyle/>
            <a:p>
              <a:endParaRPr/>
            </a:p>
          </p:txBody>
        </p:sp>
        <p:sp>
          <p:nvSpPr>
            <p:cNvPr id="52" name="object 52"/>
            <p:cNvSpPr/>
            <p:nvPr/>
          </p:nvSpPr>
          <p:spPr>
            <a:xfrm>
              <a:off x="519684" y="2474975"/>
              <a:ext cx="180340" cy="0"/>
            </a:xfrm>
            <a:custGeom>
              <a:avLst/>
              <a:gdLst/>
              <a:ahLst/>
              <a:cxnLst/>
              <a:rect l="l" t="t" r="r" b="b"/>
              <a:pathLst>
                <a:path w="180340">
                  <a:moveTo>
                    <a:pt x="0" y="0"/>
                  </a:moveTo>
                  <a:lnTo>
                    <a:pt x="179831" y="0"/>
                  </a:lnTo>
                </a:path>
              </a:pathLst>
            </a:custGeom>
            <a:ln w="27431">
              <a:solidFill>
                <a:srgbClr val="000000"/>
              </a:solidFill>
            </a:ln>
          </p:spPr>
          <p:txBody>
            <a:bodyPr wrap="square" lIns="0" tIns="0" rIns="0" bIns="0" rtlCol="0"/>
            <a:lstStyle/>
            <a:p>
              <a:endParaRPr/>
            </a:p>
          </p:txBody>
        </p:sp>
        <p:sp>
          <p:nvSpPr>
            <p:cNvPr id="53" name="object 53"/>
            <p:cNvSpPr/>
            <p:nvPr/>
          </p:nvSpPr>
          <p:spPr>
            <a:xfrm>
              <a:off x="4642103" y="1690115"/>
              <a:ext cx="231647" cy="288035"/>
            </a:xfrm>
            <a:prstGeom prst="rect">
              <a:avLst/>
            </a:prstGeom>
            <a:blipFill>
              <a:blip r:embed="rId17" cstate="print"/>
              <a:stretch>
                <a:fillRect/>
              </a:stretch>
            </a:blipFill>
          </p:spPr>
          <p:txBody>
            <a:bodyPr wrap="square" lIns="0" tIns="0" rIns="0" bIns="0" rtlCol="0"/>
            <a:lstStyle/>
            <a:p>
              <a:endParaRPr/>
            </a:p>
          </p:txBody>
        </p:sp>
        <p:sp>
          <p:nvSpPr>
            <p:cNvPr id="54" name="object 54"/>
            <p:cNvSpPr/>
            <p:nvPr/>
          </p:nvSpPr>
          <p:spPr>
            <a:xfrm>
              <a:off x="4642103" y="2863595"/>
              <a:ext cx="231647" cy="289559"/>
            </a:xfrm>
            <a:prstGeom prst="rect">
              <a:avLst/>
            </a:prstGeom>
            <a:blipFill>
              <a:blip r:embed="rId18" cstate="print"/>
              <a:stretch>
                <a:fillRect/>
              </a:stretch>
            </a:blipFill>
          </p:spPr>
          <p:txBody>
            <a:bodyPr wrap="square" lIns="0" tIns="0" rIns="0" bIns="0" rtlCol="0"/>
            <a:lstStyle/>
            <a:p>
              <a:endParaRPr/>
            </a:p>
          </p:txBody>
        </p:sp>
        <p:sp>
          <p:nvSpPr>
            <p:cNvPr id="55" name="object 55"/>
            <p:cNvSpPr/>
            <p:nvPr/>
          </p:nvSpPr>
          <p:spPr>
            <a:xfrm>
              <a:off x="4757927" y="1345692"/>
              <a:ext cx="0" cy="2169160"/>
            </a:xfrm>
            <a:custGeom>
              <a:avLst/>
              <a:gdLst/>
              <a:ahLst/>
              <a:cxnLst/>
              <a:rect l="l" t="t" r="r" b="b"/>
              <a:pathLst>
                <a:path h="2169160">
                  <a:moveTo>
                    <a:pt x="0" y="1536191"/>
                  </a:moveTo>
                  <a:lnTo>
                    <a:pt x="0" y="632459"/>
                  </a:lnTo>
                </a:path>
                <a:path h="2169160">
                  <a:moveTo>
                    <a:pt x="0" y="1807463"/>
                  </a:moveTo>
                  <a:lnTo>
                    <a:pt x="0" y="2168651"/>
                  </a:lnTo>
                </a:path>
                <a:path h="2169160">
                  <a:moveTo>
                    <a:pt x="0" y="361187"/>
                  </a:moveTo>
                  <a:lnTo>
                    <a:pt x="0" y="0"/>
                  </a:lnTo>
                </a:path>
              </a:pathLst>
            </a:custGeom>
            <a:ln w="15239">
              <a:solidFill>
                <a:srgbClr val="000000"/>
              </a:solidFill>
            </a:ln>
          </p:spPr>
          <p:txBody>
            <a:bodyPr wrap="square" lIns="0" tIns="0" rIns="0" bIns="0" rtlCol="0"/>
            <a:lstStyle/>
            <a:p>
              <a:endParaRPr/>
            </a:p>
          </p:txBody>
        </p:sp>
        <p:sp>
          <p:nvSpPr>
            <p:cNvPr id="56" name="object 56"/>
            <p:cNvSpPr/>
            <p:nvPr/>
          </p:nvSpPr>
          <p:spPr>
            <a:xfrm>
              <a:off x="742188" y="2180844"/>
              <a:ext cx="102107" cy="109727"/>
            </a:xfrm>
            <a:prstGeom prst="rect">
              <a:avLst/>
            </a:prstGeom>
            <a:blipFill>
              <a:blip r:embed="rId19" cstate="print"/>
              <a:stretch>
                <a:fillRect/>
              </a:stretch>
            </a:blipFill>
          </p:spPr>
          <p:txBody>
            <a:bodyPr wrap="square" lIns="0" tIns="0" rIns="0" bIns="0" rtlCol="0"/>
            <a:lstStyle/>
            <a:p>
              <a:endParaRPr/>
            </a:p>
          </p:txBody>
        </p:sp>
        <p:sp>
          <p:nvSpPr>
            <p:cNvPr id="57" name="object 57"/>
            <p:cNvSpPr/>
            <p:nvPr/>
          </p:nvSpPr>
          <p:spPr>
            <a:xfrm>
              <a:off x="842772" y="2267712"/>
              <a:ext cx="144780" cy="76200"/>
            </a:xfrm>
            <a:prstGeom prst="rect">
              <a:avLst/>
            </a:prstGeom>
            <a:blipFill>
              <a:blip r:embed="rId20" cstate="print"/>
              <a:stretch>
                <a:fillRect/>
              </a:stretch>
            </a:blipFill>
          </p:spPr>
          <p:txBody>
            <a:bodyPr wrap="square" lIns="0" tIns="0" rIns="0" bIns="0" rtlCol="0"/>
            <a:lstStyle/>
            <a:p>
              <a:endParaRPr/>
            </a:p>
          </p:txBody>
        </p:sp>
        <p:sp>
          <p:nvSpPr>
            <p:cNvPr id="58" name="object 58"/>
            <p:cNvSpPr/>
            <p:nvPr/>
          </p:nvSpPr>
          <p:spPr>
            <a:xfrm>
              <a:off x="1330451" y="1706879"/>
              <a:ext cx="181610" cy="361315"/>
            </a:xfrm>
            <a:custGeom>
              <a:avLst/>
              <a:gdLst/>
              <a:ahLst/>
              <a:cxnLst/>
              <a:rect l="l" t="t" r="r" b="b"/>
              <a:pathLst>
                <a:path w="181609" h="361314">
                  <a:moveTo>
                    <a:pt x="0" y="0"/>
                  </a:moveTo>
                  <a:lnTo>
                    <a:pt x="0" y="361187"/>
                  </a:lnTo>
                </a:path>
                <a:path w="181609" h="361314">
                  <a:moveTo>
                    <a:pt x="0" y="91439"/>
                  </a:moveTo>
                  <a:lnTo>
                    <a:pt x="181355" y="0"/>
                  </a:lnTo>
                </a:path>
              </a:pathLst>
            </a:custGeom>
            <a:ln w="15239">
              <a:solidFill>
                <a:srgbClr val="000000"/>
              </a:solidFill>
            </a:ln>
          </p:spPr>
          <p:txBody>
            <a:bodyPr wrap="square" lIns="0" tIns="0" rIns="0" bIns="0" rtlCol="0"/>
            <a:lstStyle/>
            <a:p>
              <a:endParaRPr/>
            </a:p>
          </p:txBody>
        </p:sp>
        <p:sp>
          <p:nvSpPr>
            <p:cNvPr id="59" name="object 59"/>
            <p:cNvSpPr/>
            <p:nvPr/>
          </p:nvSpPr>
          <p:spPr>
            <a:xfrm>
              <a:off x="1322831" y="1970531"/>
              <a:ext cx="188976" cy="97536"/>
            </a:xfrm>
            <a:prstGeom prst="rect">
              <a:avLst/>
            </a:prstGeom>
            <a:blipFill>
              <a:blip r:embed="rId21" cstate="print"/>
              <a:stretch>
                <a:fillRect/>
              </a:stretch>
            </a:blipFill>
          </p:spPr>
          <p:txBody>
            <a:bodyPr wrap="square" lIns="0" tIns="0" rIns="0" bIns="0" rtlCol="0"/>
            <a:lstStyle/>
            <a:p>
              <a:endParaRPr/>
            </a:p>
          </p:txBody>
        </p:sp>
        <p:sp>
          <p:nvSpPr>
            <p:cNvPr id="60" name="object 60"/>
            <p:cNvSpPr/>
            <p:nvPr/>
          </p:nvSpPr>
          <p:spPr>
            <a:xfrm>
              <a:off x="1240536" y="1706879"/>
              <a:ext cx="2796540" cy="361315"/>
            </a:xfrm>
            <a:custGeom>
              <a:avLst/>
              <a:gdLst/>
              <a:ahLst/>
              <a:cxnLst/>
              <a:rect l="l" t="t" r="r" b="b"/>
              <a:pathLst>
                <a:path w="2796540" h="361314">
                  <a:moveTo>
                    <a:pt x="54863" y="0"/>
                  </a:moveTo>
                  <a:lnTo>
                    <a:pt x="54863" y="361187"/>
                  </a:lnTo>
                </a:path>
                <a:path w="2796540" h="361314">
                  <a:moveTo>
                    <a:pt x="54863" y="181355"/>
                  </a:moveTo>
                  <a:lnTo>
                    <a:pt x="0" y="181355"/>
                  </a:lnTo>
                </a:path>
                <a:path w="2796540" h="361314">
                  <a:moveTo>
                    <a:pt x="2615183" y="0"/>
                  </a:moveTo>
                  <a:lnTo>
                    <a:pt x="2615183" y="361187"/>
                  </a:lnTo>
                </a:path>
                <a:path w="2796540" h="361314">
                  <a:moveTo>
                    <a:pt x="2615183" y="91439"/>
                  </a:moveTo>
                  <a:lnTo>
                    <a:pt x="2796539" y="0"/>
                  </a:lnTo>
                </a:path>
              </a:pathLst>
            </a:custGeom>
            <a:ln w="15239">
              <a:solidFill>
                <a:srgbClr val="000000"/>
              </a:solidFill>
            </a:ln>
          </p:spPr>
          <p:txBody>
            <a:bodyPr wrap="square" lIns="0" tIns="0" rIns="0" bIns="0" rtlCol="0"/>
            <a:lstStyle/>
            <a:p>
              <a:endParaRPr/>
            </a:p>
          </p:txBody>
        </p:sp>
        <p:sp>
          <p:nvSpPr>
            <p:cNvPr id="61" name="object 61"/>
            <p:cNvSpPr/>
            <p:nvPr/>
          </p:nvSpPr>
          <p:spPr>
            <a:xfrm>
              <a:off x="3848100" y="1970531"/>
              <a:ext cx="188976" cy="97536"/>
            </a:xfrm>
            <a:prstGeom prst="rect">
              <a:avLst/>
            </a:prstGeom>
            <a:blipFill>
              <a:blip r:embed="rId22" cstate="print"/>
              <a:stretch>
                <a:fillRect/>
              </a:stretch>
            </a:blipFill>
          </p:spPr>
          <p:txBody>
            <a:bodyPr wrap="square" lIns="0" tIns="0" rIns="0" bIns="0" rtlCol="0"/>
            <a:lstStyle/>
            <a:p>
              <a:endParaRPr/>
            </a:p>
          </p:txBody>
        </p:sp>
        <p:sp>
          <p:nvSpPr>
            <p:cNvPr id="62" name="object 62"/>
            <p:cNvSpPr/>
            <p:nvPr/>
          </p:nvSpPr>
          <p:spPr>
            <a:xfrm>
              <a:off x="1330451" y="1706879"/>
              <a:ext cx="2490470" cy="1446530"/>
            </a:xfrm>
            <a:custGeom>
              <a:avLst/>
              <a:gdLst/>
              <a:ahLst/>
              <a:cxnLst/>
              <a:rect l="l" t="t" r="r" b="b"/>
              <a:pathLst>
                <a:path w="2490470" h="1446530">
                  <a:moveTo>
                    <a:pt x="2490215" y="0"/>
                  </a:moveTo>
                  <a:lnTo>
                    <a:pt x="2490215" y="361187"/>
                  </a:lnTo>
                </a:path>
                <a:path w="2490470" h="1446530">
                  <a:moveTo>
                    <a:pt x="2490215" y="181355"/>
                  </a:moveTo>
                  <a:lnTo>
                    <a:pt x="2435351" y="181355"/>
                  </a:lnTo>
                </a:path>
                <a:path w="2490470" h="1446530">
                  <a:moveTo>
                    <a:pt x="0" y="1085087"/>
                  </a:moveTo>
                  <a:lnTo>
                    <a:pt x="0" y="1446275"/>
                  </a:lnTo>
                </a:path>
                <a:path w="2490470" h="1446530">
                  <a:moveTo>
                    <a:pt x="0" y="1175003"/>
                  </a:moveTo>
                  <a:lnTo>
                    <a:pt x="181355" y="1085087"/>
                  </a:lnTo>
                </a:path>
              </a:pathLst>
            </a:custGeom>
            <a:ln w="15239">
              <a:solidFill>
                <a:srgbClr val="000000"/>
              </a:solidFill>
            </a:ln>
          </p:spPr>
          <p:txBody>
            <a:bodyPr wrap="square" lIns="0" tIns="0" rIns="0" bIns="0" rtlCol="0"/>
            <a:lstStyle/>
            <a:p>
              <a:endParaRPr/>
            </a:p>
          </p:txBody>
        </p:sp>
        <p:sp>
          <p:nvSpPr>
            <p:cNvPr id="63" name="object 63"/>
            <p:cNvSpPr/>
            <p:nvPr/>
          </p:nvSpPr>
          <p:spPr>
            <a:xfrm>
              <a:off x="1322831" y="3054095"/>
              <a:ext cx="188976" cy="99060"/>
            </a:xfrm>
            <a:prstGeom prst="rect">
              <a:avLst/>
            </a:prstGeom>
            <a:blipFill>
              <a:blip r:embed="rId23" cstate="print"/>
              <a:stretch>
                <a:fillRect/>
              </a:stretch>
            </a:blipFill>
          </p:spPr>
          <p:txBody>
            <a:bodyPr wrap="square" lIns="0" tIns="0" rIns="0" bIns="0" rtlCol="0"/>
            <a:lstStyle/>
            <a:p>
              <a:endParaRPr/>
            </a:p>
          </p:txBody>
        </p:sp>
        <p:sp>
          <p:nvSpPr>
            <p:cNvPr id="64" name="object 64"/>
            <p:cNvSpPr/>
            <p:nvPr/>
          </p:nvSpPr>
          <p:spPr>
            <a:xfrm>
              <a:off x="1240536" y="2791967"/>
              <a:ext cx="2796540" cy="361315"/>
            </a:xfrm>
            <a:custGeom>
              <a:avLst/>
              <a:gdLst/>
              <a:ahLst/>
              <a:cxnLst/>
              <a:rect l="l" t="t" r="r" b="b"/>
              <a:pathLst>
                <a:path w="2796540" h="361314">
                  <a:moveTo>
                    <a:pt x="54863" y="0"/>
                  </a:moveTo>
                  <a:lnTo>
                    <a:pt x="54863" y="361187"/>
                  </a:lnTo>
                </a:path>
                <a:path w="2796540" h="361314">
                  <a:moveTo>
                    <a:pt x="54863" y="179831"/>
                  </a:moveTo>
                  <a:lnTo>
                    <a:pt x="0" y="179831"/>
                  </a:lnTo>
                </a:path>
                <a:path w="2796540" h="361314">
                  <a:moveTo>
                    <a:pt x="2615183" y="0"/>
                  </a:moveTo>
                  <a:lnTo>
                    <a:pt x="2615183" y="361187"/>
                  </a:lnTo>
                </a:path>
                <a:path w="2796540" h="361314">
                  <a:moveTo>
                    <a:pt x="2615183" y="89915"/>
                  </a:moveTo>
                  <a:lnTo>
                    <a:pt x="2796539" y="0"/>
                  </a:lnTo>
                </a:path>
              </a:pathLst>
            </a:custGeom>
            <a:ln w="15239">
              <a:solidFill>
                <a:srgbClr val="000000"/>
              </a:solidFill>
            </a:ln>
          </p:spPr>
          <p:txBody>
            <a:bodyPr wrap="square" lIns="0" tIns="0" rIns="0" bIns="0" rtlCol="0"/>
            <a:lstStyle/>
            <a:p>
              <a:endParaRPr/>
            </a:p>
          </p:txBody>
        </p:sp>
        <p:sp>
          <p:nvSpPr>
            <p:cNvPr id="65" name="object 65"/>
            <p:cNvSpPr/>
            <p:nvPr/>
          </p:nvSpPr>
          <p:spPr>
            <a:xfrm>
              <a:off x="3848100" y="3054095"/>
              <a:ext cx="188976" cy="99060"/>
            </a:xfrm>
            <a:prstGeom prst="rect">
              <a:avLst/>
            </a:prstGeom>
            <a:blipFill>
              <a:blip r:embed="rId24" cstate="print"/>
              <a:stretch>
                <a:fillRect/>
              </a:stretch>
            </a:blipFill>
          </p:spPr>
          <p:txBody>
            <a:bodyPr wrap="square" lIns="0" tIns="0" rIns="0" bIns="0" rtlCol="0"/>
            <a:lstStyle/>
            <a:p>
              <a:endParaRPr/>
            </a:p>
          </p:txBody>
        </p:sp>
        <p:sp>
          <p:nvSpPr>
            <p:cNvPr id="66" name="object 66"/>
            <p:cNvSpPr/>
            <p:nvPr/>
          </p:nvSpPr>
          <p:spPr>
            <a:xfrm>
              <a:off x="3765803" y="2791967"/>
              <a:ext cx="55244" cy="361315"/>
            </a:xfrm>
            <a:custGeom>
              <a:avLst/>
              <a:gdLst/>
              <a:ahLst/>
              <a:cxnLst/>
              <a:rect l="l" t="t" r="r" b="b"/>
              <a:pathLst>
                <a:path w="55245" h="361314">
                  <a:moveTo>
                    <a:pt x="54863" y="0"/>
                  </a:moveTo>
                  <a:lnTo>
                    <a:pt x="54863" y="361187"/>
                  </a:lnTo>
                </a:path>
                <a:path w="55245" h="361314">
                  <a:moveTo>
                    <a:pt x="54863" y="179831"/>
                  </a:moveTo>
                  <a:lnTo>
                    <a:pt x="0" y="179831"/>
                  </a:lnTo>
                </a:path>
              </a:pathLst>
            </a:custGeom>
            <a:ln w="15239">
              <a:solidFill>
                <a:srgbClr val="000000"/>
              </a:solidFill>
            </a:ln>
          </p:spPr>
          <p:txBody>
            <a:bodyPr wrap="square" lIns="0" tIns="0" rIns="0" bIns="0" rtlCol="0"/>
            <a:lstStyle/>
            <a:p>
              <a:endParaRPr/>
            </a:p>
          </p:txBody>
        </p:sp>
        <p:sp>
          <p:nvSpPr>
            <p:cNvPr id="67" name="object 67"/>
            <p:cNvSpPr/>
            <p:nvPr/>
          </p:nvSpPr>
          <p:spPr>
            <a:xfrm>
              <a:off x="3073907" y="2193036"/>
              <a:ext cx="92963" cy="109727"/>
            </a:xfrm>
            <a:prstGeom prst="rect">
              <a:avLst/>
            </a:prstGeom>
            <a:blipFill>
              <a:blip r:embed="rId25" cstate="print"/>
              <a:stretch>
                <a:fillRect/>
              </a:stretch>
            </a:blipFill>
          </p:spPr>
          <p:txBody>
            <a:bodyPr wrap="square" lIns="0" tIns="0" rIns="0" bIns="0" rtlCol="0"/>
            <a:lstStyle/>
            <a:p>
              <a:endParaRPr/>
            </a:p>
          </p:txBody>
        </p:sp>
        <p:sp>
          <p:nvSpPr>
            <p:cNvPr id="68" name="object 68"/>
            <p:cNvSpPr/>
            <p:nvPr/>
          </p:nvSpPr>
          <p:spPr>
            <a:xfrm>
              <a:off x="2947415" y="2368295"/>
              <a:ext cx="303275" cy="131063"/>
            </a:xfrm>
            <a:prstGeom prst="rect">
              <a:avLst/>
            </a:prstGeom>
            <a:blipFill>
              <a:blip r:embed="rId26" cstate="print"/>
              <a:stretch>
                <a:fillRect/>
              </a:stretch>
            </a:blipFill>
          </p:spPr>
          <p:txBody>
            <a:bodyPr wrap="square" lIns="0" tIns="0" rIns="0" bIns="0" rtlCol="0"/>
            <a:lstStyle/>
            <a:p>
              <a:endParaRPr/>
            </a:p>
          </p:txBody>
        </p:sp>
      </p:grpSp>
      <p:sp>
        <p:nvSpPr>
          <p:cNvPr id="69" name="object 69"/>
          <p:cNvSpPr/>
          <p:nvPr/>
        </p:nvSpPr>
        <p:spPr>
          <a:xfrm>
            <a:off x="1569719" y="1812035"/>
            <a:ext cx="152400" cy="112775"/>
          </a:xfrm>
          <a:prstGeom prst="rect">
            <a:avLst/>
          </a:prstGeom>
          <a:blipFill>
            <a:blip r:embed="rId27" cstate="print"/>
            <a:stretch>
              <a:fillRect/>
            </a:stretch>
          </a:blipFill>
        </p:spPr>
        <p:txBody>
          <a:bodyPr wrap="square" lIns="0" tIns="0" rIns="0" bIns="0" rtlCol="0"/>
          <a:lstStyle/>
          <a:p>
            <a:endParaRPr/>
          </a:p>
        </p:txBody>
      </p:sp>
      <p:sp>
        <p:nvSpPr>
          <p:cNvPr id="70" name="object 70"/>
          <p:cNvSpPr/>
          <p:nvPr/>
        </p:nvSpPr>
        <p:spPr>
          <a:xfrm>
            <a:off x="2435351" y="1781555"/>
            <a:ext cx="155448" cy="109727"/>
          </a:xfrm>
          <a:prstGeom prst="rect">
            <a:avLst/>
          </a:prstGeom>
          <a:blipFill>
            <a:blip r:embed="rId28" cstate="print"/>
            <a:stretch>
              <a:fillRect/>
            </a:stretch>
          </a:blipFill>
        </p:spPr>
        <p:txBody>
          <a:bodyPr wrap="square" lIns="0" tIns="0" rIns="0" bIns="0" rtlCol="0"/>
          <a:lstStyle/>
          <a:p>
            <a:endParaRPr/>
          </a:p>
        </p:txBody>
      </p:sp>
      <p:sp>
        <p:nvSpPr>
          <p:cNvPr id="71" name="object 71"/>
          <p:cNvSpPr/>
          <p:nvPr/>
        </p:nvSpPr>
        <p:spPr>
          <a:xfrm>
            <a:off x="4960620" y="1781555"/>
            <a:ext cx="175260" cy="111251"/>
          </a:xfrm>
          <a:prstGeom prst="rect">
            <a:avLst/>
          </a:prstGeom>
          <a:blipFill>
            <a:blip r:embed="rId29" cstate="print"/>
            <a:stretch>
              <a:fillRect/>
            </a:stretch>
          </a:blipFill>
        </p:spPr>
        <p:txBody>
          <a:bodyPr wrap="square" lIns="0" tIns="0" rIns="0" bIns="0" rtlCol="0"/>
          <a:lstStyle/>
          <a:p>
            <a:endParaRPr/>
          </a:p>
        </p:txBody>
      </p:sp>
      <p:sp>
        <p:nvSpPr>
          <p:cNvPr id="72" name="object 72"/>
          <p:cNvSpPr/>
          <p:nvPr/>
        </p:nvSpPr>
        <p:spPr>
          <a:xfrm>
            <a:off x="4960620" y="2988564"/>
            <a:ext cx="173736" cy="109727"/>
          </a:xfrm>
          <a:prstGeom prst="rect">
            <a:avLst/>
          </a:prstGeom>
          <a:blipFill>
            <a:blip r:embed="rId30"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4965700" cy="6350"/>
          </a:xfrm>
          <a:custGeom>
            <a:avLst/>
            <a:gdLst/>
            <a:ahLst/>
            <a:cxnLst/>
            <a:rect l="l" t="t" r="r" b="b"/>
            <a:pathLst>
              <a:path w="4965700" h="6350">
                <a:moveTo>
                  <a:pt x="0" y="6096"/>
                </a:moveTo>
                <a:lnTo>
                  <a:pt x="4965192" y="6096"/>
                </a:lnTo>
                <a:lnTo>
                  <a:pt x="4965192" y="0"/>
                </a:lnTo>
                <a:lnTo>
                  <a:pt x="0" y="0"/>
                </a:lnTo>
                <a:lnTo>
                  <a:pt x="0" y="6096"/>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4980305" cy="574040"/>
          </a:xfrm>
          <a:prstGeom prst="rect">
            <a:avLst/>
          </a:prstGeom>
        </p:spPr>
        <p:txBody>
          <a:bodyPr vert="horz" wrap="square" lIns="0" tIns="12700" rIns="0" bIns="0" rtlCol="0">
            <a:spAutoFit/>
          </a:bodyPr>
          <a:lstStyle/>
          <a:p>
            <a:pPr marL="12700">
              <a:lnSpc>
                <a:spcPct val="100000"/>
              </a:lnSpc>
              <a:spcBef>
                <a:spcPts val="100"/>
              </a:spcBef>
            </a:pPr>
            <a:r>
              <a:rPr sz="3600" spc="-360" dirty="0">
                <a:solidFill>
                  <a:srgbClr val="002060"/>
                </a:solidFill>
              </a:rPr>
              <a:t>Full </a:t>
            </a:r>
            <a:r>
              <a:rPr sz="3600" spc="-310" dirty="0">
                <a:solidFill>
                  <a:srgbClr val="002060"/>
                </a:solidFill>
              </a:rPr>
              <a:t>bridge </a:t>
            </a:r>
            <a:r>
              <a:rPr sz="3600" spc="-370" dirty="0">
                <a:solidFill>
                  <a:srgbClr val="002060"/>
                </a:solidFill>
              </a:rPr>
              <a:t>inverter </a:t>
            </a:r>
            <a:r>
              <a:rPr sz="3600" spc="470" dirty="0">
                <a:solidFill>
                  <a:srgbClr val="002060"/>
                </a:solidFill>
              </a:rPr>
              <a:t>–</a:t>
            </a:r>
            <a:r>
              <a:rPr sz="3600" spc="-780" dirty="0">
                <a:solidFill>
                  <a:srgbClr val="002060"/>
                </a:solidFill>
              </a:rPr>
              <a:t> </a:t>
            </a:r>
            <a:r>
              <a:rPr sz="3600" spc="-420" dirty="0">
                <a:solidFill>
                  <a:srgbClr val="C00000"/>
                </a:solidFill>
              </a:rPr>
              <a:t>RL </a:t>
            </a:r>
            <a:r>
              <a:rPr sz="3600" spc="-270" dirty="0">
                <a:solidFill>
                  <a:srgbClr val="C00000"/>
                </a:solidFill>
              </a:rPr>
              <a:t>load</a:t>
            </a:r>
            <a:endParaRPr sz="3600"/>
          </a:p>
        </p:txBody>
      </p:sp>
      <p:sp>
        <p:nvSpPr>
          <p:cNvPr id="4" name="object 4"/>
          <p:cNvSpPr txBox="1"/>
          <p:nvPr/>
        </p:nvSpPr>
        <p:spPr>
          <a:xfrm>
            <a:off x="457200" y="3505200"/>
            <a:ext cx="3962400" cy="320601"/>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C00000"/>
                </a:solidFill>
                <a:latin typeface="Carlito"/>
                <a:cs typeface="Carlito"/>
              </a:rPr>
              <a:t>Four </a:t>
            </a:r>
            <a:r>
              <a:rPr sz="2000" b="1" dirty="0">
                <a:solidFill>
                  <a:srgbClr val="C00000"/>
                </a:solidFill>
                <a:latin typeface="Carlito"/>
                <a:cs typeface="Carlito"/>
              </a:rPr>
              <a:t>modes of</a:t>
            </a:r>
            <a:r>
              <a:rPr sz="2000" b="1" spc="-85" dirty="0">
                <a:solidFill>
                  <a:srgbClr val="C00000"/>
                </a:solidFill>
                <a:latin typeface="Carlito"/>
                <a:cs typeface="Carlito"/>
              </a:rPr>
              <a:t> </a:t>
            </a:r>
            <a:r>
              <a:rPr sz="2000" b="1" spc="-10" dirty="0">
                <a:solidFill>
                  <a:srgbClr val="C00000"/>
                </a:solidFill>
                <a:latin typeface="Carlito"/>
                <a:cs typeface="Carlito"/>
              </a:rPr>
              <a:t>operation:</a:t>
            </a:r>
            <a:endParaRPr sz="2000">
              <a:latin typeface="Carlito"/>
              <a:cs typeface="Carlito"/>
            </a:endParaRPr>
          </a:p>
        </p:txBody>
      </p:sp>
      <p:graphicFrame>
        <p:nvGraphicFramePr>
          <p:cNvPr id="5" name="object 5"/>
          <p:cNvGraphicFramePr>
            <a:graphicFrameLocks noGrp="1"/>
          </p:cNvGraphicFramePr>
          <p:nvPr/>
        </p:nvGraphicFramePr>
        <p:xfrm>
          <a:off x="914400" y="3886200"/>
          <a:ext cx="3690983" cy="2540000"/>
        </p:xfrm>
        <a:graphic>
          <a:graphicData uri="http://schemas.openxmlformats.org/drawingml/2006/table">
            <a:tbl>
              <a:tblPr firstRow="1" bandRow="1">
                <a:tableStyleId>{2D5ABB26-0587-4C30-8999-92F81FD0307C}</a:tableStyleId>
              </a:tblPr>
              <a:tblGrid>
                <a:gridCol w="853802"/>
                <a:gridCol w="1737387"/>
                <a:gridCol w="1099794"/>
              </a:tblGrid>
              <a:tr h="1066697">
                <a:tc>
                  <a:txBody>
                    <a:bodyPr/>
                    <a:lstStyle/>
                    <a:p>
                      <a:pPr marL="31750">
                        <a:lnSpc>
                          <a:spcPts val="1905"/>
                        </a:lnSpc>
                      </a:pPr>
                      <a:r>
                        <a:rPr sz="2000" dirty="0">
                          <a:solidFill>
                            <a:srgbClr val="00D661"/>
                          </a:solidFill>
                          <a:latin typeface="Carlito"/>
                          <a:cs typeface="Carlito"/>
                        </a:rPr>
                        <a:t>Mode</a:t>
                      </a:r>
                      <a:r>
                        <a:rPr sz="2000" spc="-95" dirty="0">
                          <a:solidFill>
                            <a:srgbClr val="00D661"/>
                          </a:solidFill>
                          <a:latin typeface="Carlito"/>
                          <a:cs typeface="Carlito"/>
                        </a:rPr>
                        <a:t> </a:t>
                      </a:r>
                      <a:r>
                        <a:rPr sz="2000" dirty="0">
                          <a:solidFill>
                            <a:srgbClr val="00D661"/>
                          </a:solidFill>
                          <a:latin typeface="Carlito"/>
                          <a:cs typeface="Carlito"/>
                        </a:rPr>
                        <a:t>1:</a:t>
                      </a:r>
                      <a:endParaRPr sz="2000">
                        <a:latin typeface="Carlito"/>
                        <a:cs typeface="Carlito"/>
                      </a:endParaRPr>
                    </a:p>
                    <a:p>
                      <a:pPr marL="31750">
                        <a:lnSpc>
                          <a:spcPct val="100000"/>
                        </a:lnSpc>
                        <a:spcBef>
                          <a:spcPts val="1200"/>
                        </a:spcBef>
                      </a:pPr>
                      <a:r>
                        <a:rPr sz="2000" dirty="0">
                          <a:solidFill>
                            <a:srgbClr val="7F7F7F"/>
                          </a:solidFill>
                          <a:latin typeface="Carlito"/>
                          <a:cs typeface="Carlito"/>
                        </a:rPr>
                        <a:t>Mode</a:t>
                      </a:r>
                      <a:r>
                        <a:rPr sz="2000" spc="-95" dirty="0">
                          <a:solidFill>
                            <a:srgbClr val="7F7F7F"/>
                          </a:solidFill>
                          <a:latin typeface="Carlito"/>
                          <a:cs typeface="Carlito"/>
                        </a:rPr>
                        <a:t> </a:t>
                      </a:r>
                      <a:r>
                        <a:rPr sz="2000" dirty="0">
                          <a:solidFill>
                            <a:srgbClr val="7F7F7F"/>
                          </a:solidFill>
                          <a:latin typeface="Carlito"/>
                          <a:cs typeface="Carlito"/>
                        </a:rPr>
                        <a:t>2:</a:t>
                      </a:r>
                      <a:endParaRPr sz="2000">
                        <a:latin typeface="Carlito"/>
                        <a:cs typeface="Carlito"/>
                      </a:endParaRPr>
                    </a:p>
                  </a:txBody>
                  <a:tcPr marL="0" marR="0" marT="0" marB="0"/>
                </a:tc>
                <a:tc>
                  <a:txBody>
                    <a:bodyPr/>
                    <a:lstStyle/>
                    <a:p>
                      <a:pPr marL="84455">
                        <a:lnSpc>
                          <a:spcPts val="1905"/>
                        </a:lnSpc>
                      </a:pPr>
                      <a:r>
                        <a:rPr sz="2000" spc="-5" dirty="0">
                          <a:latin typeface="Carlito"/>
                          <a:cs typeface="Carlito"/>
                        </a:rPr>
                        <a:t>S1 </a:t>
                      </a:r>
                      <a:r>
                        <a:rPr sz="2000" dirty="0">
                          <a:latin typeface="Carlito"/>
                          <a:cs typeface="Carlito"/>
                        </a:rPr>
                        <a:t>and </a:t>
                      </a:r>
                      <a:r>
                        <a:rPr sz="2000" spc="-5" dirty="0">
                          <a:latin typeface="Carlito"/>
                          <a:cs typeface="Carlito"/>
                        </a:rPr>
                        <a:t>S2 </a:t>
                      </a:r>
                      <a:r>
                        <a:rPr sz="2000" spc="-10" dirty="0">
                          <a:latin typeface="Carlito"/>
                          <a:cs typeface="Carlito"/>
                        </a:rPr>
                        <a:t>are</a:t>
                      </a:r>
                      <a:r>
                        <a:rPr sz="2000" spc="-50" dirty="0">
                          <a:latin typeface="Carlito"/>
                          <a:cs typeface="Carlito"/>
                        </a:rPr>
                        <a:t> </a:t>
                      </a:r>
                      <a:r>
                        <a:rPr sz="2000" dirty="0">
                          <a:latin typeface="Carlito"/>
                          <a:cs typeface="Carlito"/>
                        </a:rPr>
                        <a:t>ON,</a:t>
                      </a:r>
                      <a:endParaRPr sz="2000">
                        <a:latin typeface="Carlito"/>
                        <a:cs typeface="Carlito"/>
                      </a:endParaRPr>
                    </a:p>
                    <a:p>
                      <a:pPr marL="84455">
                        <a:lnSpc>
                          <a:spcPct val="100000"/>
                        </a:lnSpc>
                        <a:spcBef>
                          <a:spcPts val="1200"/>
                        </a:spcBef>
                      </a:pPr>
                      <a:r>
                        <a:rPr sz="2000" dirty="0">
                          <a:latin typeface="Carlito"/>
                          <a:cs typeface="Carlito"/>
                        </a:rPr>
                        <a:t>D3, </a:t>
                      </a:r>
                      <a:r>
                        <a:rPr sz="2000" spc="-5" dirty="0">
                          <a:latin typeface="Carlito"/>
                          <a:cs typeface="Carlito"/>
                        </a:rPr>
                        <a:t>D4</a:t>
                      </a:r>
                      <a:r>
                        <a:rPr sz="2000" spc="-70" dirty="0">
                          <a:latin typeface="Carlito"/>
                          <a:cs typeface="Carlito"/>
                        </a:rPr>
                        <a:t> </a:t>
                      </a:r>
                      <a:r>
                        <a:rPr sz="2000" dirty="0">
                          <a:latin typeface="Carlito"/>
                          <a:cs typeface="Carlito"/>
                        </a:rPr>
                        <a:t>conducts,</a:t>
                      </a:r>
                      <a:endParaRPr sz="2000">
                        <a:latin typeface="Carlito"/>
                        <a:cs typeface="Carlito"/>
                      </a:endParaRPr>
                    </a:p>
                  </a:txBody>
                  <a:tcPr marL="0" marR="0" marT="0" marB="0"/>
                </a:tc>
                <a:tc>
                  <a:txBody>
                    <a:bodyPr/>
                    <a:lstStyle/>
                    <a:p>
                      <a:pPr marL="73025">
                        <a:lnSpc>
                          <a:spcPts val="1905"/>
                        </a:lnSpc>
                      </a:pPr>
                      <a:r>
                        <a:rPr sz="2000" dirty="0">
                          <a:latin typeface="Carlito"/>
                          <a:cs typeface="Carlito"/>
                        </a:rPr>
                        <a:t>Output</a:t>
                      </a:r>
                      <a:r>
                        <a:rPr sz="2000" spc="-65" dirty="0">
                          <a:latin typeface="Carlito"/>
                          <a:cs typeface="Carlito"/>
                        </a:rPr>
                        <a:t> </a:t>
                      </a:r>
                      <a:r>
                        <a:rPr sz="2000" spc="-15" dirty="0">
                          <a:latin typeface="Carlito"/>
                          <a:cs typeface="Carlito"/>
                        </a:rPr>
                        <a:t>+ve</a:t>
                      </a:r>
                      <a:endParaRPr sz="2000">
                        <a:latin typeface="Carlito"/>
                        <a:cs typeface="Carlito"/>
                      </a:endParaRPr>
                    </a:p>
                    <a:p>
                      <a:pPr marL="73025">
                        <a:lnSpc>
                          <a:spcPct val="100000"/>
                        </a:lnSpc>
                        <a:spcBef>
                          <a:spcPts val="1200"/>
                        </a:spcBef>
                      </a:pPr>
                      <a:r>
                        <a:rPr sz="2000" dirty="0">
                          <a:latin typeface="Carlito"/>
                          <a:cs typeface="Carlito"/>
                        </a:rPr>
                        <a:t>Output</a:t>
                      </a:r>
                      <a:r>
                        <a:rPr sz="2000" spc="-60" dirty="0">
                          <a:latin typeface="Carlito"/>
                          <a:cs typeface="Carlito"/>
                        </a:rPr>
                        <a:t> </a:t>
                      </a:r>
                      <a:r>
                        <a:rPr sz="2000" spc="-10" dirty="0">
                          <a:latin typeface="Carlito"/>
                          <a:cs typeface="Carlito"/>
                        </a:rPr>
                        <a:t>-ve</a:t>
                      </a:r>
                      <a:endParaRPr sz="2000">
                        <a:latin typeface="Carlito"/>
                        <a:cs typeface="Carlito"/>
                      </a:endParaRPr>
                    </a:p>
                  </a:txBody>
                  <a:tcPr marL="0" marR="0" marT="0" marB="0"/>
                </a:tc>
              </a:tr>
              <a:tr h="555118">
                <a:tc>
                  <a:txBody>
                    <a:bodyPr/>
                    <a:lstStyle/>
                    <a:p>
                      <a:pPr marL="31750">
                        <a:lnSpc>
                          <a:spcPct val="100000"/>
                        </a:lnSpc>
                        <a:spcBef>
                          <a:spcPts val="300"/>
                        </a:spcBef>
                      </a:pPr>
                      <a:r>
                        <a:rPr sz="2000" dirty="0">
                          <a:solidFill>
                            <a:srgbClr val="FF33CC"/>
                          </a:solidFill>
                          <a:latin typeface="Carlito"/>
                          <a:cs typeface="Carlito"/>
                        </a:rPr>
                        <a:t>Mode</a:t>
                      </a:r>
                      <a:r>
                        <a:rPr sz="2000" spc="-45" dirty="0">
                          <a:solidFill>
                            <a:srgbClr val="FF33CC"/>
                          </a:solidFill>
                          <a:latin typeface="Carlito"/>
                          <a:cs typeface="Carlito"/>
                        </a:rPr>
                        <a:t> </a:t>
                      </a:r>
                      <a:r>
                        <a:rPr sz="2000" dirty="0">
                          <a:solidFill>
                            <a:srgbClr val="FF33CC"/>
                          </a:solidFill>
                          <a:latin typeface="Carlito"/>
                          <a:cs typeface="Carlito"/>
                        </a:rPr>
                        <a:t>3:</a:t>
                      </a:r>
                      <a:endParaRPr sz="2000">
                        <a:latin typeface="Carlito"/>
                        <a:cs typeface="Carlito"/>
                      </a:endParaRPr>
                    </a:p>
                  </a:txBody>
                  <a:tcPr marL="0" marR="0" marT="38100" marB="0"/>
                </a:tc>
                <a:tc>
                  <a:txBody>
                    <a:bodyPr/>
                    <a:lstStyle/>
                    <a:p>
                      <a:pPr marL="10795" algn="ctr">
                        <a:lnSpc>
                          <a:spcPct val="100000"/>
                        </a:lnSpc>
                        <a:spcBef>
                          <a:spcPts val="300"/>
                        </a:spcBef>
                      </a:pPr>
                      <a:r>
                        <a:rPr sz="2000" spc="-5" dirty="0">
                          <a:latin typeface="Carlito"/>
                          <a:cs typeface="Carlito"/>
                        </a:rPr>
                        <a:t>S3 </a:t>
                      </a:r>
                      <a:r>
                        <a:rPr sz="2000" dirty="0">
                          <a:latin typeface="Carlito"/>
                          <a:cs typeface="Carlito"/>
                        </a:rPr>
                        <a:t>and </a:t>
                      </a:r>
                      <a:r>
                        <a:rPr sz="2000" spc="-5" dirty="0">
                          <a:latin typeface="Carlito"/>
                          <a:cs typeface="Carlito"/>
                        </a:rPr>
                        <a:t>S4 </a:t>
                      </a:r>
                      <a:r>
                        <a:rPr sz="2000" spc="-10" dirty="0">
                          <a:latin typeface="Carlito"/>
                          <a:cs typeface="Carlito"/>
                        </a:rPr>
                        <a:t>are</a:t>
                      </a:r>
                      <a:r>
                        <a:rPr sz="2000" spc="-50" dirty="0">
                          <a:latin typeface="Carlito"/>
                          <a:cs typeface="Carlito"/>
                        </a:rPr>
                        <a:t> </a:t>
                      </a:r>
                      <a:r>
                        <a:rPr sz="2000" dirty="0">
                          <a:latin typeface="Carlito"/>
                          <a:cs typeface="Carlito"/>
                        </a:rPr>
                        <a:t>ON,</a:t>
                      </a:r>
                      <a:endParaRPr sz="2000">
                        <a:latin typeface="Carlito"/>
                        <a:cs typeface="Carlito"/>
                      </a:endParaRPr>
                    </a:p>
                  </a:txBody>
                  <a:tcPr marL="0" marR="0" marT="38100" marB="0"/>
                </a:tc>
                <a:tc>
                  <a:txBody>
                    <a:bodyPr/>
                    <a:lstStyle/>
                    <a:p>
                      <a:pPr marL="41275" algn="ctr">
                        <a:lnSpc>
                          <a:spcPct val="100000"/>
                        </a:lnSpc>
                        <a:spcBef>
                          <a:spcPts val="300"/>
                        </a:spcBef>
                      </a:pPr>
                      <a:r>
                        <a:rPr sz="2000" dirty="0">
                          <a:latin typeface="Carlito"/>
                          <a:cs typeface="Carlito"/>
                        </a:rPr>
                        <a:t>Output</a:t>
                      </a:r>
                      <a:r>
                        <a:rPr sz="2000" spc="-80" dirty="0">
                          <a:latin typeface="Carlito"/>
                          <a:cs typeface="Carlito"/>
                        </a:rPr>
                        <a:t> </a:t>
                      </a:r>
                      <a:r>
                        <a:rPr sz="2000" spc="-10" dirty="0">
                          <a:latin typeface="Carlito"/>
                          <a:cs typeface="Carlito"/>
                        </a:rPr>
                        <a:t>–ve</a:t>
                      </a:r>
                      <a:endParaRPr sz="2000">
                        <a:latin typeface="Carlito"/>
                        <a:cs typeface="Carlito"/>
                      </a:endParaRPr>
                    </a:p>
                  </a:txBody>
                  <a:tcPr marL="0" marR="0" marT="38100" marB="0"/>
                </a:tc>
              </a:tr>
              <a:tr h="555118">
                <a:tc>
                  <a:txBody>
                    <a:bodyPr/>
                    <a:lstStyle/>
                    <a:p>
                      <a:pPr marL="31750">
                        <a:lnSpc>
                          <a:spcPct val="100000"/>
                        </a:lnSpc>
                        <a:spcBef>
                          <a:spcPts val="300"/>
                        </a:spcBef>
                      </a:pPr>
                      <a:r>
                        <a:rPr sz="2000" dirty="0">
                          <a:solidFill>
                            <a:srgbClr val="00FFFF"/>
                          </a:solidFill>
                          <a:latin typeface="Carlito"/>
                          <a:cs typeface="Carlito"/>
                        </a:rPr>
                        <a:t>Mode</a:t>
                      </a:r>
                      <a:r>
                        <a:rPr sz="2000" spc="-45" dirty="0">
                          <a:solidFill>
                            <a:srgbClr val="00FFFF"/>
                          </a:solidFill>
                          <a:latin typeface="Carlito"/>
                          <a:cs typeface="Carlito"/>
                        </a:rPr>
                        <a:t> </a:t>
                      </a:r>
                      <a:r>
                        <a:rPr sz="2000" dirty="0">
                          <a:solidFill>
                            <a:srgbClr val="00FFFF"/>
                          </a:solidFill>
                          <a:latin typeface="Carlito"/>
                          <a:cs typeface="Carlito"/>
                        </a:rPr>
                        <a:t>4:</a:t>
                      </a:r>
                      <a:endParaRPr sz="2000">
                        <a:latin typeface="Carlito"/>
                        <a:cs typeface="Carlito"/>
                      </a:endParaRPr>
                    </a:p>
                  </a:txBody>
                  <a:tcPr marL="0" marR="0" marT="38100" marB="0"/>
                </a:tc>
                <a:tc>
                  <a:txBody>
                    <a:bodyPr/>
                    <a:lstStyle/>
                    <a:p>
                      <a:pPr marR="76200" algn="ctr">
                        <a:lnSpc>
                          <a:spcPct val="100000"/>
                        </a:lnSpc>
                        <a:spcBef>
                          <a:spcPts val="300"/>
                        </a:spcBef>
                      </a:pPr>
                      <a:r>
                        <a:rPr sz="2000" dirty="0">
                          <a:latin typeface="Carlito"/>
                          <a:cs typeface="Carlito"/>
                        </a:rPr>
                        <a:t>D1, </a:t>
                      </a:r>
                      <a:r>
                        <a:rPr sz="2000" spc="-5" dirty="0">
                          <a:latin typeface="Carlito"/>
                          <a:cs typeface="Carlito"/>
                        </a:rPr>
                        <a:t>D2</a:t>
                      </a:r>
                      <a:r>
                        <a:rPr sz="2000" spc="-85" dirty="0">
                          <a:latin typeface="Carlito"/>
                          <a:cs typeface="Carlito"/>
                        </a:rPr>
                        <a:t> </a:t>
                      </a:r>
                      <a:r>
                        <a:rPr sz="2000" dirty="0">
                          <a:latin typeface="Carlito"/>
                          <a:cs typeface="Carlito"/>
                        </a:rPr>
                        <a:t>conducts,</a:t>
                      </a:r>
                      <a:endParaRPr sz="2000">
                        <a:latin typeface="Carlito"/>
                        <a:cs typeface="Carlito"/>
                      </a:endParaRPr>
                    </a:p>
                  </a:txBody>
                  <a:tcPr marL="0" marR="0" marT="38100" marB="0"/>
                </a:tc>
                <a:tc>
                  <a:txBody>
                    <a:bodyPr/>
                    <a:lstStyle/>
                    <a:p>
                      <a:pPr marL="41275" algn="ctr">
                        <a:lnSpc>
                          <a:spcPct val="100000"/>
                        </a:lnSpc>
                        <a:spcBef>
                          <a:spcPts val="300"/>
                        </a:spcBef>
                      </a:pPr>
                      <a:r>
                        <a:rPr sz="2000" dirty="0">
                          <a:latin typeface="Carlito"/>
                          <a:cs typeface="Carlito"/>
                        </a:rPr>
                        <a:t>Output</a:t>
                      </a:r>
                      <a:r>
                        <a:rPr sz="2000" spc="-70" dirty="0">
                          <a:latin typeface="Carlito"/>
                          <a:cs typeface="Carlito"/>
                        </a:rPr>
                        <a:t> </a:t>
                      </a:r>
                      <a:r>
                        <a:rPr sz="2000" spc="-15" dirty="0">
                          <a:latin typeface="Carlito"/>
                          <a:cs typeface="Carlito"/>
                        </a:rPr>
                        <a:t>+ve</a:t>
                      </a:r>
                      <a:endParaRPr sz="2000">
                        <a:latin typeface="Carlito"/>
                        <a:cs typeface="Carlito"/>
                      </a:endParaRPr>
                    </a:p>
                  </a:txBody>
                  <a:tcPr marL="0" marR="0" marT="38100" marB="0"/>
                </a:tc>
              </a:tr>
            </a:tbl>
          </a:graphicData>
        </a:graphic>
      </p:graphicFrame>
      <p:grpSp>
        <p:nvGrpSpPr>
          <p:cNvPr id="6" name="object 6"/>
          <p:cNvGrpSpPr/>
          <p:nvPr/>
        </p:nvGrpSpPr>
        <p:grpSpPr>
          <a:xfrm>
            <a:off x="452627" y="1188719"/>
            <a:ext cx="4444365" cy="2182495"/>
            <a:chOff x="452627" y="1188719"/>
            <a:chExt cx="4444365" cy="2182495"/>
          </a:xfrm>
        </p:grpSpPr>
        <p:sp>
          <p:nvSpPr>
            <p:cNvPr id="7" name="object 7"/>
            <p:cNvSpPr/>
            <p:nvPr/>
          </p:nvSpPr>
          <p:spPr>
            <a:xfrm>
              <a:off x="632459" y="1196339"/>
              <a:ext cx="4148454" cy="2167255"/>
            </a:xfrm>
            <a:custGeom>
              <a:avLst/>
              <a:gdLst/>
              <a:ahLst/>
              <a:cxnLst/>
              <a:rect l="l" t="t" r="r" b="b"/>
              <a:pathLst>
                <a:path w="4148454" h="2167254">
                  <a:moveTo>
                    <a:pt x="0" y="0"/>
                  </a:moveTo>
                  <a:lnTo>
                    <a:pt x="4148327" y="0"/>
                  </a:lnTo>
                </a:path>
                <a:path w="4148454" h="2167254">
                  <a:moveTo>
                    <a:pt x="4148327" y="2167127"/>
                  </a:moveTo>
                  <a:lnTo>
                    <a:pt x="0" y="2167127"/>
                  </a:lnTo>
                </a:path>
                <a:path w="4148454" h="2167254">
                  <a:moveTo>
                    <a:pt x="902207" y="2167127"/>
                  </a:moveTo>
                  <a:lnTo>
                    <a:pt x="902207" y="1792223"/>
                  </a:lnTo>
                </a:path>
              </a:pathLst>
            </a:custGeom>
            <a:ln w="15239">
              <a:solidFill>
                <a:srgbClr val="000000"/>
              </a:solidFill>
            </a:ln>
          </p:spPr>
          <p:txBody>
            <a:bodyPr wrap="square" lIns="0" tIns="0" rIns="0" bIns="0" rtlCol="0"/>
            <a:lstStyle/>
            <a:p>
              <a:endParaRPr/>
            </a:p>
          </p:txBody>
        </p:sp>
        <p:sp>
          <p:nvSpPr>
            <p:cNvPr id="8" name="object 8"/>
            <p:cNvSpPr/>
            <p:nvPr/>
          </p:nvSpPr>
          <p:spPr>
            <a:xfrm>
              <a:off x="2139695" y="1539239"/>
              <a:ext cx="231647" cy="289559"/>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139695" y="2714243"/>
              <a:ext cx="231647" cy="28803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534667" y="1196339"/>
              <a:ext cx="721360" cy="2167255"/>
            </a:xfrm>
            <a:custGeom>
              <a:avLst/>
              <a:gdLst/>
              <a:ahLst/>
              <a:cxnLst/>
              <a:rect l="l" t="t" r="r" b="b"/>
              <a:pathLst>
                <a:path w="721360" h="2167254">
                  <a:moveTo>
                    <a:pt x="720851" y="1536191"/>
                  </a:moveTo>
                  <a:lnTo>
                    <a:pt x="720851" y="632459"/>
                  </a:lnTo>
                </a:path>
                <a:path w="721360" h="2167254">
                  <a:moveTo>
                    <a:pt x="720851" y="1805939"/>
                  </a:moveTo>
                  <a:lnTo>
                    <a:pt x="720851" y="2167127"/>
                  </a:lnTo>
                </a:path>
                <a:path w="721360" h="2167254">
                  <a:moveTo>
                    <a:pt x="0" y="361187"/>
                  </a:moveTo>
                  <a:lnTo>
                    <a:pt x="0" y="0"/>
                  </a:lnTo>
                </a:path>
                <a:path w="721360" h="2167254">
                  <a:moveTo>
                    <a:pt x="720851" y="361187"/>
                  </a:moveTo>
                  <a:lnTo>
                    <a:pt x="720851" y="0"/>
                  </a:lnTo>
                </a:path>
              </a:pathLst>
            </a:custGeom>
            <a:ln w="15239">
              <a:solidFill>
                <a:srgbClr val="000000"/>
              </a:solidFill>
            </a:ln>
          </p:spPr>
          <p:txBody>
            <a:bodyPr wrap="square" lIns="0" tIns="0" rIns="0" bIns="0" rtlCol="0"/>
            <a:lstStyle/>
            <a:p>
              <a:endParaRPr/>
            </a:p>
          </p:txBody>
        </p:sp>
        <p:sp>
          <p:nvSpPr>
            <p:cNvPr id="11" name="object 11"/>
            <p:cNvSpPr/>
            <p:nvPr/>
          </p:nvSpPr>
          <p:spPr>
            <a:xfrm>
              <a:off x="1592580" y="2758439"/>
              <a:ext cx="172212" cy="112775"/>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2458211" y="2837687"/>
              <a:ext cx="176783" cy="109727"/>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1534667" y="1196339"/>
              <a:ext cx="3246120" cy="2167255"/>
            </a:xfrm>
            <a:custGeom>
              <a:avLst/>
              <a:gdLst/>
              <a:ahLst/>
              <a:cxnLst/>
              <a:rect l="l" t="t" r="r" b="b"/>
              <a:pathLst>
                <a:path w="3246120" h="2167254">
                  <a:moveTo>
                    <a:pt x="2526791" y="722375"/>
                  </a:moveTo>
                  <a:lnTo>
                    <a:pt x="2526791" y="1444751"/>
                  </a:lnTo>
                </a:path>
                <a:path w="3246120" h="2167254">
                  <a:moveTo>
                    <a:pt x="0" y="1444751"/>
                  </a:moveTo>
                  <a:lnTo>
                    <a:pt x="0" y="722375"/>
                  </a:lnTo>
                </a:path>
                <a:path w="3246120" h="2167254">
                  <a:moveTo>
                    <a:pt x="0" y="1083563"/>
                  </a:moveTo>
                  <a:lnTo>
                    <a:pt x="1190243" y="1083563"/>
                  </a:lnTo>
                </a:path>
                <a:path w="3246120" h="2167254">
                  <a:moveTo>
                    <a:pt x="3246119" y="1083563"/>
                  </a:moveTo>
                  <a:lnTo>
                    <a:pt x="2037587" y="1083563"/>
                  </a:lnTo>
                </a:path>
                <a:path w="3246120" h="2167254">
                  <a:moveTo>
                    <a:pt x="2526791" y="361187"/>
                  </a:moveTo>
                  <a:lnTo>
                    <a:pt x="2526791" y="0"/>
                  </a:lnTo>
                </a:path>
                <a:path w="3246120" h="2167254">
                  <a:moveTo>
                    <a:pt x="2526791" y="1805939"/>
                  </a:moveTo>
                  <a:lnTo>
                    <a:pt x="2526791" y="2167127"/>
                  </a:lnTo>
                </a:path>
              </a:pathLst>
            </a:custGeom>
            <a:ln w="15239">
              <a:solidFill>
                <a:srgbClr val="000000"/>
              </a:solidFill>
            </a:ln>
          </p:spPr>
          <p:txBody>
            <a:bodyPr wrap="square" lIns="0" tIns="0" rIns="0" bIns="0" rtlCol="0"/>
            <a:lstStyle/>
            <a:p>
              <a:endParaRPr/>
            </a:p>
          </p:txBody>
        </p:sp>
        <p:sp>
          <p:nvSpPr>
            <p:cNvPr id="14" name="object 14"/>
            <p:cNvSpPr/>
            <p:nvPr/>
          </p:nvSpPr>
          <p:spPr>
            <a:xfrm>
              <a:off x="4099560" y="2758439"/>
              <a:ext cx="170687" cy="112775"/>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4099560" y="1687068"/>
              <a:ext cx="172212" cy="112775"/>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632459" y="1205483"/>
              <a:ext cx="0" cy="2150745"/>
            </a:xfrm>
            <a:custGeom>
              <a:avLst/>
              <a:gdLst/>
              <a:ahLst/>
              <a:cxnLst/>
              <a:rect l="l" t="t" r="r" b="b"/>
              <a:pathLst>
                <a:path h="2150745">
                  <a:moveTo>
                    <a:pt x="0" y="1030223"/>
                  </a:moveTo>
                  <a:lnTo>
                    <a:pt x="0" y="0"/>
                  </a:lnTo>
                </a:path>
                <a:path h="2150745">
                  <a:moveTo>
                    <a:pt x="0" y="2150363"/>
                  </a:moveTo>
                  <a:lnTo>
                    <a:pt x="0" y="1120139"/>
                  </a:lnTo>
                </a:path>
              </a:pathLst>
            </a:custGeom>
            <a:ln w="15239">
              <a:solidFill>
                <a:srgbClr val="000000"/>
              </a:solidFill>
            </a:ln>
          </p:spPr>
          <p:txBody>
            <a:bodyPr wrap="square" lIns="0" tIns="0" rIns="0" bIns="0" rtlCol="0"/>
            <a:lstStyle/>
            <a:p>
              <a:endParaRPr/>
            </a:p>
          </p:txBody>
        </p:sp>
        <p:sp>
          <p:nvSpPr>
            <p:cNvPr id="17" name="object 17"/>
            <p:cNvSpPr/>
            <p:nvPr/>
          </p:nvSpPr>
          <p:spPr>
            <a:xfrm>
              <a:off x="452627" y="2235707"/>
              <a:ext cx="361315" cy="0"/>
            </a:xfrm>
            <a:custGeom>
              <a:avLst/>
              <a:gdLst/>
              <a:ahLst/>
              <a:cxnLst/>
              <a:rect l="l" t="t" r="r" b="b"/>
              <a:pathLst>
                <a:path w="361315">
                  <a:moveTo>
                    <a:pt x="0" y="0"/>
                  </a:moveTo>
                  <a:lnTo>
                    <a:pt x="361187" y="0"/>
                  </a:lnTo>
                </a:path>
              </a:pathLst>
            </a:custGeom>
            <a:ln w="27431">
              <a:solidFill>
                <a:srgbClr val="000000"/>
              </a:solidFill>
            </a:ln>
          </p:spPr>
          <p:txBody>
            <a:bodyPr wrap="square" lIns="0" tIns="0" rIns="0" bIns="0" rtlCol="0"/>
            <a:lstStyle/>
            <a:p>
              <a:endParaRPr/>
            </a:p>
          </p:txBody>
        </p:sp>
        <p:sp>
          <p:nvSpPr>
            <p:cNvPr id="18" name="object 18"/>
            <p:cNvSpPr/>
            <p:nvPr/>
          </p:nvSpPr>
          <p:spPr>
            <a:xfrm>
              <a:off x="542543" y="2325623"/>
              <a:ext cx="180340" cy="0"/>
            </a:xfrm>
            <a:custGeom>
              <a:avLst/>
              <a:gdLst/>
              <a:ahLst/>
              <a:cxnLst/>
              <a:rect l="l" t="t" r="r" b="b"/>
              <a:pathLst>
                <a:path w="180340">
                  <a:moveTo>
                    <a:pt x="0" y="0"/>
                  </a:moveTo>
                  <a:lnTo>
                    <a:pt x="179831" y="0"/>
                  </a:lnTo>
                </a:path>
              </a:pathLst>
            </a:custGeom>
            <a:ln w="27431">
              <a:solidFill>
                <a:srgbClr val="000000"/>
              </a:solidFill>
            </a:ln>
          </p:spPr>
          <p:txBody>
            <a:bodyPr wrap="square" lIns="0" tIns="0" rIns="0" bIns="0" rtlCol="0"/>
            <a:lstStyle/>
            <a:p>
              <a:endParaRPr/>
            </a:p>
          </p:txBody>
        </p:sp>
        <p:sp>
          <p:nvSpPr>
            <p:cNvPr id="19" name="object 19"/>
            <p:cNvSpPr/>
            <p:nvPr/>
          </p:nvSpPr>
          <p:spPr>
            <a:xfrm>
              <a:off x="4664963" y="1539239"/>
              <a:ext cx="231647" cy="289559"/>
            </a:xfrm>
            <a:prstGeom prst="rect">
              <a:avLst/>
            </a:prstGeom>
            <a:blipFill>
              <a:blip r:embed="rId8" cstate="print"/>
              <a:stretch>
                <a:fillRect/>
              </a:stretch>
            </a:blipFill>
          </p:spPr>
          <p:txBody>
            <a:bodyPr wrap="square" lIns="0" tIns="0" rIns="0" bIns="0" rtlCol="0"/>
            <a:lstStyle/>
            <a:p>
              <a:endParaRPr/>
            </a:p>
          </p:txBody>
        </p:sp>
        <p:sp>
          <p:nvSpPr>
            <p:cNvPr id="20" name="object 20"/>
            <p:cNvSpPr/>
            <p:nvPr/>
          </p:nvSpPr>
          <p:spPr>
            <a:xfrm>
              <a:off x="4664963" y="2714243"/>
              <a:ext cx="231647" cy="288035"/>
            </a:xfrm>
            <a:prstGeom prst="rect">
              <a:avLst/>
            </a:prstGeom>
            <a:blipFill>
              <a:blip r:embed="rId9" cstate="print"/>
              <a:stretch>
                <a:fillRect/>
              </a:stretch>
            </a:blipFill>
          </p:spPr>
          <p:txBody>
            <a:bodyPr wrap="square" lIns="0" tIns="0" rIns="0" bIns="0" rtlCol="0"/>
            <a:lstStyle/>
            <a:p>
              <a:endParaRPr/>
            </a:p>
          </p:txBody>
        </p:sp>
        <p:sp>
          <p:nvSpPr>
            <p:cNvPr id="21" name="object 21"/>
            <p:cNvSpPr/>
            <p:nvPr/>
          </p:nvSpPr>
          <p:spPr>
            <a:xfrm>
              <a:off x="4780787" y="1196339"/>
              <a:ext cx="0" cy="2167255"/>
            </a:xfrm>
            <a:custGeom>
              <a:avLst/>
              <a:gdLst/>
              <a:ahLst/>
              <a:cxnLst/>
              <a:rect l="l" t="t" r="r" b="b"/>
              <a:pathLst>
                <a:path h="2167254">
                  <a:moveTo>
                    <a:pt x="0" y="1536191"/>
                  </a:moveTo>
                  <a:lnTo>
                    <a:pt x="0" y="632459"/>
                  </a:lnTo>
                </a:path>
                <a:path h="2167254">
                  <a:moveTo>
                    <a:pt x="0" y="1805939"/>
                  </a:moveTo>
                  <a:lnTo>
                    <a:pt x="0" y="2167127"/>
                  </a:lnTo>
                </a:path>
                <a:path h="2167254">
                  <a:moveTo>
                    <a:pt x="0" y="361187"/>
                  </a:moveTo>
                  <a:lnTo>
                    <a:pt x="0" y="0"/>
                  </a:lnTo>
                </a:path>
              </a:pathLst>
            </a:custGeom>
            <a:ln w="15239">
              <a:solidFill>
                <a:srgbClr val="000000"/>
              </a:solidFill>
            </a:ln>
          </p:spPr>
          <p:txBody>
            <a:bodyPr wrap="square" lIns="0" tIns="0" rIns="0" bIns="0" rtlCol="0"/>
            <a:lstStyle/>
            <a:p>
              <a:endParaRPr/>
            </a:p>
          </p:txBody>
        </p:sp>
        <p:sp>
          <p:nvSpPr>
            <p:cNvPr id="22" name="object 22"/>
            <p:cNvSpPr/>
            <p:nvPr/>
          </p:nvSpPr>
          <p:spPr>
            <a:xfrm>
              <a:off x="766572" y="2031491"/>
              <a:ext cx="102108" cy="109727"/>
            </a:xfrm>
            <a:prstGeom prst="rect">
              <a:avLst/>
            </a:prstGeom>
            <a:blipFill>
              <a:blip r:embed="rId10" cstate="print"/>
              <a:stretch>
                <a:fillRect/>
              </a:stretch>
            </a:blipFill>
          </p:spPr>
          <p:txBody>
            <a:bodyPr wrap="square" lIns="0" tIns="0" rIns="0" bIns="0" rtlCol="0"/>
            <a:lstStyle/>
            <a:p>
              <a:endParaRPr/>
            </a:p>
          </p:txBody>
        </p:sp>
        <p:sp>
          <p:nvSpPr>
            <p:cNvPr id="23" name="object 23"/>
            <p:cNvSpPr/>
            <p:nvPr/>
          </p:nvSpPr>
          <p:spPr>
            <a:xfrm>
              <a:off x="867155" y="2116836"/>
              <a:ext cx="143256" cy="76200"/>
            </a:xfrm>
            <a:prstGeom prst="rect">
              <a:avLst/>
            </a:prstGeom>
            <a:blipFill>
              <a:blip r:embed="rId11" cstate="print"/>
              <a:stretch>
                <a:fillRect/>
              </a:stretch>
            </a:blipFill>
          </p:spPr>
          <p:txBody>
            <a:bodyPr wrap="square" lIns="0" tIns="0" rIns="0" bIns="0" rtlCol="0"/>
            <a:lstStyle/>
            <a:p>
              <a:endParaRPr/>
            </a:p>
          </p:txBody>
        </p:sp>
        <p:sp>
          <p:nvSpPr>
            <p:cNvPr id="24" name="object 24"/>
            <p:cNvSpPr/>
            <p:nvPr/>
          </p:nvSpPr>
          <p:spPr>
            <a:xfrm>
              <a:off x="1354836" y="1557527"/>
              <a:ext cx="180340" cy="361315"/>
            </a:xfrm>
            <a:custGeom>
              <a:avLst/>
              <a:gdLst/>
              <a:ahLst/>
              <a:cxnLst/>
              <a:rect l="l" t="t" r="r" b="b"/>
              <a:pathLst>
                <a:path w="180340" h="361314">
                  <a:moveTo>
                    <a:pt x="0" y="0"/>
                  </a:moveTo>
                  <a:lnTo>
                    <a:pt x="0" y="361187"/>
                  </a:lnTo>
                </a:path>
                <a:path w="180340" h="361314">
                  <a:moveTo>
                    <a:pt x="0" y="89915"/>
                  </a:moveTo>
                  <a:lnTo>
                    <a:pt x="179831" y="0"/>
                  </a:lnTo>
                </a:path>
              </a:pathLst>
            </a:custGeom>
            <a:ln w="15239">
              <a:solidFill>
                <a:srgbClr val="000000"/>
              </a:solidFill>
            </a:ln>
          </p:spPr>
          <p:txBody>
            <a:bodyPr wrap="square" lIns="0" tIns="0" rIns="0" bIns="0" rtlCol="0"/>
            <a:lstStyle/>
            <a:p>
              <a:endParaRPr/>
            </a:p>
          </p:txBody>
        </p:sp>
        <p:sp>
          <p:nvSpPr>
            <p:cNvPr id="25" name="object 25"/>
            <p:cNvSpPr/>
            <p:nvPr/>
          </p:nvSpPr>
          <p:spPr>
            <a:xfrm>
              <a:off x="1347215" y="1821179"/>
              <a:ext cx="187452" cy="97536"/>
            </a:xfrm>
            <a:prstGeom prst="rect">
              <a:avLst/>
            </a:prstGeom>
            <a:blipFill>
              <a:blip r:embed="rId12" cstate="print"/>
              <a:stretch>
                <a:fillRect/>
              </a:stretch>
            </a:blipFill>
          </p:spPr>
          <p:txBody>
            <a:bodyPr wrap="square" lIns="0" tIns="0" rIns="0" bIns="0" rtlCol="0"/>
            <a:lstStyle/>
            <a:p>
              <a:endParaRPr/>
            </a:p>
          </p:txBody>
        </p:sp>
        <p:sp>
          <p:nvSpPr>
            <p:cNvPr id="26" name="object 26"/>
            <p:cNvSpPr/>
            <p:nvPr/>
          </p:nvSpPr>
          <p:spPr>
            <a:xfrm>
              <a:off x="1263395" y="1557527"/>
              <a:ext cx="2796540" cy="361315"/>
            </a:xfrm>
            <a:custGeom>
              <a:avLst/>
              <a:gdLst/>
              <a:ahLst/>
              <a:cxnLst/>
              <a:rect l="l" t="t" r="r" b="b"/>
              <a:pathLst>
                <a:path w="2796540" h="361314">
                  <a:moveTo>
                    <a:pt x="54863" y="0"/>
                  </a:moveTo>
                  <a:lnTo>
                    <a:pt x="54863" y="361187"/>
                  </a:lnTo>
                </a:path>
                <a:path w="2796540" h="361314">
                  <a:moveTo>
                    <a:pt x="54863" y="181355"/>
                  </a:moveTo>
                  <a:lnTo>
                    <a:pt x="0" y="181355"/>
                  </a:lnTo>
                </a:path>
                <a:path w="2796540" h="361314">
                  <a:moveTo>
                    <a:pt x="2616707" y="0"/>
                  </a:moveTo>
                  <a:lnTo>
                    <a:pt x="2616707" y="361187"/>
                  </a:lnTo>
                </a:path>
                <a:path w="2796540" h="361314">
                  <a:moveTo>
                    <a:pt x="2616707" y="89915"/>
                  </a:moveTo>
                  <a:lnTo>
                    <a:pt x="2796539" y="0"/>
                  </a:lnTo>
                </a:path>
              </a:pathLst>
            </a:custGeom>
            <a:ln w="15239">
              <a:solidFill>
                <a:srgbClr val="000000"/>
              </a:solidFill>
            </a:ln>
          </p:spPr>
          <p:txBody>
            <a:bodyPr wrap="square" lIns="0" tIns="0" rIns="0" bIns="0" rtlCol="0"/>
            <a:lstStyle/>
            <a:p>
              <a:endParaRPr/>
            </a:p>
          </p:txBody>
        </p:sp>
        <p:sp>
          <p:nvSpPr>
            <p:cNvPr id="27" name="object 27"/>
            <p:cNvSpPr/>
            <p:nvPr/>
          </p:nvSpPr>
          <p:spPr>
            <a:xfrm>
              <a:off x="3872483" y="1821179"/>
              <a:ext cx="187452" cy="97536"/>
            </a:xfrm>
            <a:prstGeom prst="rect">
              <a:avLst/>
            </a:prstGeom>
            <a:blipFill>
              <a:blip r:embed="rId13" cstate="print"/>
              <a:stretch>
                <a:fillRect/>
              </a:stretch>
            </a:blipFill>
          </p:spPr>
          <p:txBody>
            <a:bodyPr wrap="square" lIns="0" tIns="0" rIns="0" bIns="0" rtlCol="0"/>
            <a:lstStyle/>
            <a:p>
              <a:endParaRPr/>
            </a:p>
          </p:txBody>
        </p:sp>
        <p:sp>
          <p:nvSpPr>
            <p:cNvPr id="28" name="object 28"/>
            <p:cNvSpPr/>
            <p:nvPr/>
          </p:nvSpPr>
          <p:spPr>
            <a:xfrm>
              <a:off x="1354836" y="1557527"/>
              <a:ext cx="2489200" cy="1445260"/>
            </a:xfrm>
            <a:custGeom>
              <a:avLst/>
              <a:gdLst/>
              <a:ahLst/>
              <a:cxnLst/>
              <a:rect l="l" t="t" r="r" b="b"/>
              <a:pathLst>
                <a:path w="2489200" h="1445260">
                  <a:moveTo>
                    <a:pt x="2488691" y="0"/>
                  </a:moveTo>
                  <a:lnTo>
                    <a:pt x="2488691" y="361187"/>
                  </a:lnTo>
                </a:path>
                <a:path w="2489200" h="1445260">
                  <a:moveTo>
                    <a:pt x="2488691" y="181355"/>
                  </a:moveTo>
                  <a:lnTo>
                    <a:pt x="2433827" y="181355"/>
                  </a:lnTo>
                </a:path>
                <a:path w="2489200" h="1445260">
                  <a:moveTo>
                    <a:pt x="0" y="1083563"/>
                  </a:moveTo>
                  <a:lnTo>
                    <a:pt x="0" y="1444751"/>
                  </a:lnTo>
                </a:path>
                <a:path w="2489200" h="1445260">
                  <a:moveTo>
                    <a:pt x="0" y="1175003"/>
                  </a:moveTo>
                  <a:lnTo>
                    <a:pt x="179831" y="1083563"/>
                  </a:lnTo>
                </a:path>
              </a:pathLst>
            </a:custGeom>
            <a:ln w="15239">
              <a:solidFill>
                <a:srgbClr val="000000"/>
              </a:solidFill>
            </a:ln>
          </p:spPr>
          <p:txBody>
            <a:bodyPr wrap="square" lIns="0" tIns="0" rIns="0" bIns="0" rtlCol="0"/>
            <a:lstStyle/>
            <a:p>
              <a:endParaRPr/>
            </a:p>
          </p:txBody>
        </p:sp>
        <p:sp>
          <p:nvSpPr>
            <p:cNvPr id="29" name="object 29"/>
            <p:cNvSpPr/>
            <p:nvPr/>
          </p:nvSpPr>
          <p:spPr>
            <a:xfrm>
              <a:off x="1347215" y="2904743"/>
              <a:ext cx="187452" cy="97536"/>
            </a:xfrm>
            <a:prstGeom prst="rect">
              <a:avLst/>
            </a:prstGeom>
            <a:blipFill>
              <a:blip r:embed="rId14" cstate="print"/>
              <a:stretch>
                <a:fillRect/>
              </a:stretch>
            </a:blipFill>
          </p:spPr>
          <p:txBody>
            <a:bodyPr wrap="square" lIns="0" tIns="0" rIns="0" bIns="0" rtlCol="0"/>
            <a:lstStyle/>
            <a:p>
              <a:endParaRPr/>
            </a:p>
          </p:txBody>
        </p:sp>
        <p:sp>
          <p:nvSpPr>
            <p:cNvPr id="30" name="object 30"/>
            <p:cNvSpPr/>
            <p:nvPr/>
          </p:nvSpPr>
          <p:spPr>
            <a:xfrm>
              <a:off x="1263395" y="2641091"/>
              <a:ext cx="2796540" cy="361315"/>
            </a:xfrm>
            <a:custGeom>
              <a:avLst/>
              <a:gdLst/>
              <a:ahLst/>
              <a:cxnLst/>
              <a:rect l="l" t="t" r="r" b="b"/>
              <a:pathLst>
                <a:path w="2796540" h="361314">
                  <a:moveTo>
                    <a:pt x="54863" y="0"/>
                  </a:moveTo>
                  <a:lnTo>
                    <a:pt x="54863" y="361187"/>
                  </a:lnTo>
                </a:path>
                <a:path w="2796540" h="361314">
                  <a:moveTo>
                    <a:pt x="54863" y="181355"/>
                  </a:moveTo>
                  <a:lnTo>
                    <a:pt x="0" y="181355"/>
                  </a:lnTo>
                </a:path>
                <a:path w="2796540" h="361314">
                  <a:moveTo>
                    <a:pt x="2616707" y="0"/>
                  </a:moveTo>
                  <a:lnTo>
                    <a:pt x="2616707" y="361187"/>
                  </a:lnTo>
                </a:path>
                <a:path w="2796540" h="361314">
                  <a:moveTo>
                    <a:pt x="2616707" y="91439"/>
                  </a:moveTo>
                  <a:lnTo>
                    <a:pt x="2796539" y="0"/>
                  </a:lnTo>
                </a:path>
              </a:pathLst>
            </a:custGeom>
            <a:ln w="15239">
              <a:solidFill>
                <a:srgbClr val="000000"/>
              </a:solidFill>
            </a:ln>
          </p:spPr>
          <p:txBody>
            <a:bodyPr wrap="square" lIns="0" tIns="0" rIns="0" bIns="0" rtlCol="0"/>
            <a:lstStyle/>
            <a:p>
              <a:endParaRPr/>
            </a:p>
          </p:txBody>
        </p:sp>
        <p:sp>
          <p:nvSpPr>
            <p:cNvPr id="31" name="object 31"/>
            <p:cNvSpPr/>
            <p:nvPr/>
          </p:nvSpPr>
          <p:spPr>
            <a:xfrm>
              <a:off x="3872483" y="2904743"/>
              <a:ext cx="187452" cy="97536"/>
            </a:xfrm>
            <a:prstGeom prst="rect">
              <a:avLst/>
            </a:prstGeom>
            <a:blipFill>
              <a:blip r:embed="rId15" cstate="print"/>
              <a:stretch>
                <a:fillRect/>
              </a:stretch>
            </a:blipFill>
          </p:spPr>
          <p:txBody>
            <a:bodyPr wrap="square" lIns="0" tIns="0" rIns="0" bIns="0" rtlCol="0"/>
            <a:lstStyle/>
            <a:p>
              <a:endParaRPr/>
            </a:p>
          </p:txBody>
        </p:sp>
        <p:sp>
          <p:nvSpPr>
            <p:cNvPr id="32" name="object 32"/>
            <p:cNvSpPr/>
            <p:nvPr/>
          </p:nvSpPr>
          <p:spPr>
            <a:xfrm>
              <a:off x="3788663" y="2641091"/>
              <a:ext cx="55244" cy="361315"/>
            </a:xfrm>
            <a:custGeom>
              <a:avLst/>
              <a:gdLst/>
              <a:ahLst/>
              <a:cxnLst/>
              <a:rect l="l" t="t" r="r" b="b"/>
              <a:pathLst>
                <a:path w="55245" h="361314">
                  <a:moveTo>
                    <a:pt x="54863" y="0"/>
                  </a:moveTo>
                  <a:lnTo>
                    <a:pt x="54863" y="361187"/>
                  </a:lnTo>
                </a:path>
                <a:path w="55245" h="361314">
                  <a:moveTo>
                    <a:pt x="54863" y="181355"/>
                  </a:moveTo>
                  <a:lnTo>
                    <a:pt x="0" y="181355"/>
                  </a:lnTo>
                </a:path>
              </a:pathLst>
            </a:custGeom>
            <a:ln w="15239">
              <a:solidFill>
                <a:srgbClr val="000000"/>
              </a:solidFill>
            </a:ln>
          </p:spPr>
          <p:txBody>
            <a:bodyPr wrap="square" lIns="0" tIns="0" rIns="0" bIns="0" rtlCol="0"/>
            <a:lstStyle/>
            <a:p>
              <a:endParaRPr/>
            </a:p>
          </p:txBody>
        </p:sp>
        <p:sp>
          <p:nvSpPr>
            <p:cNvPr id="33" name="object 33"/>
            <p:cNvSpPr/>
            <p:nvPr/>
          </p:nvSpPr>
          <p:spPr>
            <a:xfrm>
              <a:off x="2807207" y="2025396"/>
              <a:ext cx="92963" cy="109727"/>
            </a:xfrm>
            <a:prstGeom prst="rect">
              <a:avLst/>
            </a:prstGeom>
            <a:blipFill>
              <a:blip r:embed="rId16" cstate="print"/>
              <a:stretch>
                <a:fillRect/>
              </a:stretch>
            </a:blipFill>
          </p:spPr>
          <p:txBody>
            <a:bodyPr wrap="square" lIns="0" tIns="0" rIns="0" bIns="0" rtlCol="0"/>
            <a:lstStyle/>
            <a:p>
              <a:endParaRPr/>
            </a:p>
          </p:txBody>
        </p:sp>
        <p:sp>
          <p:nvSpPr>
            <p:cNvPr id="34" name="object 34"/>
            <p:cNvSpPr/>
            <p:nvPr/>
          </p:nvSpPr>
          <p:spPr>
            <a:xfrm>
              <a:off x="3343655" y="2025396"/>
              <a:ext cx="68579" cy="109727"/>
            </a:xfrm>
            <a:prstGeom prst="rect">
              <a:avLst/>
            </a:prstGeom>
            <a:blipFill>
              <a:blip r:embed="rId17" cstate="print"/>
              <a:stretch>
                <a:fillRect/>
              </a:stretch>
            </a:blipFill>
          </p:spPr>
          <p:txBody>
            <a:bodyPr wrap="square" lIns="0" tIns="0" rIns="0" bIns="0" rtlCol="0"/>
            <a:lstStyle/>
            <a:p>
              <a:endParaRPr/>
            </a:p>
          </p:txBody>
        </p:sp>
        <p:sp>
          <p:nvSpPr>
            <p:cNvPr id="35" name="object 35"/>
            <p:cNvSpPr/>
            <p:nvPr/>
          </p:nvSpPr>
          <p:spPr>
            <a:xfrm>
              <a:off x="2717291" y="2214371"/>
              <a:ext cx="304799" cy="131063"/>
            </a:xfrm>
            <a:prstGeom prst="rect">
              <a:avLst/>
            </a:prstGeom>
            <a:blipFill>
              <a:blip r:embed="rId18" cstate="print"/>
              <a:stretch>
                <a:fillRect/>
              </a:stretch>
            </a:blipFill>
          </p:spPr>
          <p:txBody>
            <a:bodyPr wrap="square" lIns="0" tIns="0" rIns="0" bIns="0" rtlCol="0"/>
            <a:lstStyle/>
            <a:p>
              <a:endParaRPr/>
            </a:p>
          </p:txBody>
        </p:sp>
        <p:sp>
          <p:nvSpPr>
            <p:cNvPr id="36" name="object 36"/>
            <p:cNvSpPr/>
            <p:nvPr/>
          </p:nvSpPr>
          <p:spPr>
            <a:xfrm>
              <a:off x="3012947" y="2225039"/>
              <a:ext cx="563880" cy="104139"/>
            </a:xfrm>
            <a:custGeom>
              <a:avLst/>
              <a:gdLst/>
              <a:ahLst/>
              <a:cxnLst/>
              <a:rect l="l" t="t" r="r" b="b"/>
              <a:pathLst>
                <a:path w="563879" h="104139">
                  <a:moveTo>
                    <a:pt x="195071" y="56387"/>
                  </a:moveTo>
                  <a:lnTo>
                    <a:pt x="203406" y="35361"/>
                  </a:lnTo>
                  <a:lnTo>
                    <a:pt x="212597" y="17335"/>
                  </a:lnTo>
                  <a:lnTo>
                    <a:pt x="222932" y="4738"/>
                  </a:lnTo>
                  <a:lnTo>
                    <a:pt x="234695" y="0"/>
                  </a:lnTo>
                  <a:lnTo>
                    <a:pt x="247983" y="4500"/>
                  </a:lnTo>
                  <a:lnTo>
                    <a:pt x="275843" y="54863"/>
                  </a:lnTo>
                  <a:lnTo>
                    <a:pt x="262127" y="99440"/>
                  </a:lnTo>
                  <a:lnTo>
                    <a:pt x="252983" y="103631"/>
                  </a:lnTo>
                  <a:lnTo>
                    <a:pt x="242958" y="99226"/>
                  </a:lnTo>
                  <a:lnTo>
                    <a:pt x="228599" y="54863"/>
                  </a:lnTo>
                  <a:lnTo>
                    <a:pt x="248221" y="16573"/>
                  </a:lnTo>
                  <a:lnTo>
                    <a:pt x="284987" y="0"/>
                  </a:lnTo>
                  <a:lnTo>
                    <a:pt x="306085" y="4500"/>
                  </a:lnTo>
                  <a:lnTo>
                    <a:pt x="338566" y="34075"/>
                  </a:lnTo>
                  <a:lnTo>
                    <a:pt x="345590" y="72770"/>
                  </a:lnTo>
                  <a:lnTo>
                    <a:pt x="323087" y="103631"/>
                  </a:lnTo>
                  <a:lnTo>
                    <a:pt x="312800" y="99869"/>
                  </a:lnTo>
                  <a:lnTo>
                    <a:pt x="295655" y="54863"/>
                  </a:lnTo>
                  <a:lnTo>
                    <a:pt x="310514" y="17144"/>
                  </a:lnTo>
                  <a:lnTo>
                    <a:pt x="345947" y="0"/>
                  </a:lnTo>
                  <a:lnTo>
                    <a:pt x="367117" y="3857"/>
                  </a:lnTo>
                  <a:lnTo>
                    <a:pt x="403169" y="33861"/>
                  </a:lnTo>
                  <a:lnTo>
                    <a:pt x="411765" y="72770"/>
                  </a:lnTo>
                  <a:lnTo>
                    <a:pt x="388619" y="103631"/>
                  </a:lnTo>
                  <a:lnTo>
                    <a:pt x="378547" y="99464"/>
                  </a:lnTo>
                  <a:lnTo>
                    <a:pt x="361187" y="56387"/>
                  </a:lnTo>
                  <a:lnTo>
                    <a:pt x="375856" y="17335"/>
                  </a:lnTo>
                  <a:lnTo>
                    <a:pt x="409955" y="0"/>
                  </a:lnTo>
                  <a:lnTo>
                    <a:pt x="430625" y="3857"/>
                  </a:lnTo>
                  <a:lnTo>
                    <a:pt x="463962" y="33861"/>
                  </a:lnTo>
                  <a:lnTo>
                    <a:pt x="471201" y="72770"/>
                  </a:lnTo>
                  <a:lnTo>
                    <a:pt x="448055" y="103631"/>
                  </a:lnTo>
                  <a:lnTo>
                    <a:pt x="439126" y="99464"/>
                  </a:lnTo>
                  <a:lnTo>
                    <a:pt x="425195" y="56387"/>
                  </a:lnTo>
                  <a:lnTo>
                    <a:pt x="439673" y="17335"/>
                  </a:lnTo>
                  <a:lnTo>
                    <a:pt x="472439" y="0"/>
                  </a:lnTo>
                  <a:lnTo>
                    <a:pt x="492466" y="3857"/>
                  </a:lnTo>
                  <a:lnTo>
                    <a:pt x="526232" y="33861"/>
                  </a:lnTo>
                  <a:lnTo>
                    <a:pt x="531233" y="72770"/>
                  </a:lnTo>
                  <a:lnTo>
                    <a:pt x="504443" y="103631"/>
                  </a:lnTo>
                  <a:lnTo>
                    <a:pt x="496252" y="99202"/>
                  </a:lnTo>
                  <a:lnTo>
                    <a:pt x="487679" y="53339"/>
                  </a:lnTo>
                  <a:lnTo>
                    <a:pt x="502729" y="16382"/>
                  </a:lnTo>
                  <a:lnTo>
                    <a:pt x="525779" y="0"/>
                  </a:lnTo>
                  <a:lnTo>
                    <a:pt x="536662" y="4738"/>
                  </a:lnTo>
                  <a:lnTo>
                    <a:pt x="546544" y="17335"/>
                  </a:lnTo>
                  <a:lnTo>
                    <a:pt x="555569" y="35361"/>
                  </a:lnTo>
                  <a:lnTo>
                    <a:pt x="563879" y="56387"/>
                  </a:lnTo>
                </a:path>
                <a:path w="563879" h="104139">
                  <a:moveTo>
                    <a:pt x="199643" y="50291"/>
                  </a:moveTo>
                  <a:lnTo>
                    <a:pt x="0" y="47243"/>
                  </a:lnTo>
                </a:path>
              </a:pathLst>
            </a:custGeom>
            <a:ln w="15239">
              <a:solidFill>
                <a:srgbClr val="000000"/>
              </a:solidFill>
            </a:ln>
          </p:spPr>
          <p:txBody>
            <a:bodyPr wrap="square" lIns="0" tIns="0" rIns="0" bIns="0" rtlCol="0"/>
            <a:lstStyle/>
            <a:p>
              <a:endParaRPr/>
            </a:p>
          </p:txBody>
        </p:sp>
      </p:grpSp>
      <p:sp>
        <p:nvSpPr>
          <p:cNvPr id="37" name="object 37"/>
          <p:cNvSpPr/>
          <p:nvPr/>
        </p:nvSpPr>
        <p:spPr>
          <a:xfrm>
            <a:off x="1592580" y="1662683"/>
            <a:ext cx="152400" cy="112775"/>
          </a:xfrm>
          <a:prstGeom prst="rect">
            <a:avLst/>
          </a:prstGeom>
          <a:blipFill>
            <a:blip r:embed="rId19" cstate="print"/>
            <a:stretch>
              <a:fillRect/>
            </a:stretch>
          </a:blipFill>
        </p:spPr>
        <p:txBody>
          <a:bodyPr wrap="square" lIns="0" tIns="0" rIns="0" bIns="0" rtlCol="0"/>
          <a:lstStyle/>
          <a:p>
            <a:endParaRPr/>
          </a:p>
        </p:txBody>
      </p:sp>
      <p:sp>
        <p:nvSpPr>
          <p:cNvPr id="38" name="object 38"/>
          <p:cNvSpPr/>
          <p:nvPr/>
        </p:nvSpPr>
        <p:spPr>
          <a:xfrm>
            <a:off x="2458211" y="1630679"/>
            <a:ext cx="156972" cy="109727"/>
          </a:xfrm>
          <a:prstGeom prst="rect">
            <a:avLst/>
          </a:prstGeom>
          <a:blipFill>
            <a:blip r:embed="rId20" cstate="print"/>
            <a:stretch>
              <a:fillRect/>
            </a:stretch>
          </a:blipFill>
        </p:spPr>
        <p:txBody>
          <a:bodyPr wrap="square" lIns="0" tIns="0" rIns="0" bIns="0" rtlCol="0"/>
          <a:lstStyle/>
          <a:p>
            <a:endParaRPr/>
          </a:p>
        </p:txBody>
      </p:sp>
      <p:sp>
        <p:nvSpPr>
          <p:cNvPr id="39" name="object 39"/>
          <p:cNvSpPr/>
          <p:nvPr/>
        </p:nvSpPr>
        <p:spPr>
          <a:xfrm>
            <a:off x="4983479" y="1630679"/>
            <a:ext cx="176784" cy="111251"/>
          </a:xfrm>
          <a:prstGeom prst="rect">
            <a:avLst/>
          </a:prstGeom>
          <a:blipFill>
            <a:blip r:embed="rId21" cstate="print"/>
            <a:stretch>
              <a:fillRect/>
            </a:stretch>
          </a:blipFill>
        </p:spPr>
        <p:txBody>
          <a:bodyPr wrap="square" lIns="0" tIns="0" rIns="0" bIns="0" rtlCol="0"/>
          <a:lstStyle/>
          <a:p>
            <a:endParaRPr/>
          </a:p>
        </p:txBody>
      </p:sp>
      <p:sp>
        <p:nvSpPr>
          <p:cNvPr id="40" name="object 40"/>
          <p:cNvSpPr/>
          <p:nvPr/>
        </p:nvSpPr>
        <p:spPr>
          <a:xfrm>
            <a:off x="4983479" y="2837688"/>
            <a:ext cx="175260" cy="109727"/>
          </a:xfrm>
          <a:prstGeom prst="rect">
            <a:avLst/>
          </a:prstGeom>
          <a:blipFill>
            <a:blip r:embed="rId22" cstate="print"/>
            <a:stretch>
              <a:fillRect/>
            </a:stretch>
          </a:blipFill>
        </p:spPr>
        <p:txBody>
          <a:bodyPr wrap="square" lIns="0" tIns="0" rIns="0" bIns="0" rtlCol="0"/>
          <a:lstStyle/>
          <a:p>
            <a:endParaRPr/>
          </a:p>
        </p:txBody>
      </p:sp>
      <p:grpSp>
        <p:nvGrpSpPr>
          <p:cNvPr id="41" name="object 41"/>
          <p:cNvGrpSpPr/>
          <p:nvPr/>
        </p:nvGrpSpPr>
        <p:grpSpPr>
          <a:xfrm>
            <a:off x="6238494" y="649223"/>
            <a:ext cx="2463800" cy="5570220"/>
            <a:chOff x="6238494" y="649223"/>
            <a:chExt cx="2463800" cy="5570220"/>
          </a:xfrm>
        </p:grpSpPr>
        <p:sp>
          <p:nvSpPr>
            <p:cNvPr id="42" name="object 42"/>
            <p:cNvSpPr/>
            <p:nvPr/>
          </p:nvSpPr>
          <p:spPr>
            <a:xfrm>
              <a:off x="6252972" y="5786627"/>
              <a:ext cx="273050" cy="269875"/>
            </a:xfrm>
            <a:custGeom>
              <a:avLst/>
              <a:gdLst/>
              <a:ahLst/>
              <a:cxnLst/>
              <a:rect l="l" t="t" r="r" b="b"/>
              <a:pathLst>
                <a:path w="273050" h="269875">
                  <a:moveTo>
                    <a:pt x="272796" y="0"/>
                  </a:moveTo>
                  <a:lnTo>
                    <a:pt x="0" y="0"/>
                  </a:lnTo>
                  <a:lnTo>
                    <a:pt x="0" y="269748"/>
                  </a:lnTo>
                  <a:lnTo>
                    <a:pt x="272796" y="0"/>
                  </a:lnTo>
                  <a:close/>
                </a:path>
              </a:pathLst>
            </a:custGeom>
            <a:solidFill>
              <a:srgbClr val="00FFFF"/>
            </a:solidFill>
          </p:spPr>
          <p:txBody>
            <a:bodyPr wrap="square" lIns="0" tIns="0" rIns="0" bIns="0" rtlCol="0"/>
            <a:lstStyle/>
            <a:p>
              <a:endParaRPr/>
            </a:p>
          </p:txBody>
        </p:sp>
        <p:sp>
          <p:nvSpPr>
            <p:cNvPr id="43" name="object 43"/>
            <p:cNvSpPr/>
            <p:nvPr/>
          </p:nvSpPr>
          <p:spPr>
            <a:xfrm>
              <a:off x="6252972" y="5786627"/>
              <a:ext cx="273050" cy="269875"/>
            </a:xfrm>
            <a:custGeom>
              <a:avLst/>
              <a:gdLst/>
              <a:ahLst/>
              <a:cxnLst/>
              <a:rect l="l" t="t" r="r" b="b"/>
              <a:pathLst>
                <a:path w="273050" h="269875">
                  <a:moveTo>
                    <a:pt x="0" y="269747"/>
                  </a:moveTo>
                  <a:lnTo>
                    <a:pt x="272795" y="0"/>
                  </a:lnTo>
                  <a:lnTo>
                    <a:pt x="0" y="0"/>
                  </a:lnTo>
                  <a:lnTo>
                    <a:pt x="0" y="269747"/>
                  </a:lnTo>
                  <a:close/>
                </a:path>
              </a:pathLst>
            </a:custGeom>
            <a:ln w="4571">
              <a:solidFill>
                <a:srgbClr val="000000"/>
              </a:solidFill>
            </a:ln>
          </p:spPr>
          <p:txBody>
            <a:bodyPr wrap="square" lIns="0" tIns="0" rIns="0" bIns="0" rtlCol="0"/>
            <a:lstStyle/>
            <a:p>
              <a:endParaRPr/>
            </a:p>
          </p:txBody>
        </p:sp>
        <p:sp>
          <p:nvSpPr>
            <p:cNvPr id="44" name="object 44"/>
            <p:cNvSpPr/>
            <p:nvPr/>
          </p:nvSpPr>
          <p:spPr>
            <a:xfrm>
              <a:off x="6525768" y="5515356"/>
              <a:ext cx="271780" cy="271780"/>
            </a:xfrm>
            <a:custGeom>
              <a:avLst/>
              <a:gdLst/>
              <a:ahLst/>
              <a:cxnLst/>
              <a:rect l="l" t="t" r="r" b="b"/>
              <a:pathLst>
                <a:path w="271779" h="271779">
                  <a:moveTo>
                    <a:pt x="271272" y="0"/>
                  </a:moveTo>
                  <a:lnTo>
                    <a:pt x="0" y="271272"/>
                  </a:lnTo>
                  <a:lnTo>
                    <a:pt x="271272" y="271272"/>
                  </a:lnTo>
                  <a:lnTo>
                    <a:pt x="271272" y="0"/>
                  </a:lnTo>
                  <a:close/>
                </a:path>
              </a:pathLst>
            </a:custGeom>
            <a:solidFill>
              <a:srgbClr val="00FF00"/>
            </a:solidFill>
          </p:spPr>
          <p:txBody>
            <a:bodyPr wrap="square" lIns="0" tIns="0" rIns="0" bIns="0" rtlCol="0"/>
            <a:lstStyle/>
            <a:p>
              <a:endParaRPr/>
            </a:p>
          </p:txBody>
        </p:sp>
        <p:sp>
          <p:nvSpPr>
            <p:cNvPr id="45" name="object 45"/>
            <p:cNvSpPr/>
            <p:nvPr/>
          </p:nvSpPr>
          <p:spPr>
            <a:xfrm>
              <a:off x="6525768" y="5515356"/>
              <a:ext cx="271780" cy="271780"/>
            </a:xfrm>
            <a:custGeom>
              <a:avLst/>
              <a:gdLst/>
              <a:ahLst/>
              <a:cxnLst/>
              <a:rect l="l" t="t" r="r" b="b"/>
              <a:pathLst>
                <a:path w="271779" h="271779">
                  <a:moveTo>
                    <a:pt x="271271" y="0"/>
                  </a:moveTo>
                  <a:lnTo>
                    <a:pt x="0" y="271271"/>
                  </a:lnTo>
                  <a:lnTo>
                    <a:pt x="271271" y="271271"/>
                  </a:lnTo>
                  <a:lnTo>
                    <a:pt x="271271" y="0"/>
                  </a:lnTo>
                  <a:close/>
                </a:path>
              </a:pathLst>
            </a:custGeom>
            <a:ln w="4571">
              <a:solidFill>
                <a:srgbClr val="000000"/>
              </a:solidFill>
            </a:ln>
          </p:spPr>
          <p:txBody>
            <a:bodyPr wrap="square" lIns="0" tIns="0" rIns="0" bIns="0" rtlCol="0"/>
            <a:lstStyle/>
            <a:p>
              <a:endParaRPr/>
            </a:p>
          </p:txBody>
        </p:sp>
        <p:sp>
          <p:nvSpPr>
            <p:cNvPr id="46" name="object 46"/>
            <p:cNvSpPr/>
            <p:nvPr/>
          </p:nvSpPr>
          <p:spPr>
            <a:xfrm>
              <a:off x="6797040" y="5786627"/>
              <a:ext cx="273050" cy="269875"/>
            </a:xfrm>
            <a:custGeom>
              <a:avLst/>
              <a:gdLst/>
              <a:ahLst/>
              <a:cxnLst/>
              <a:rect l="l" t="t" r="r" b="b"/>
              <a:pathLst>
                <a:path w="273050" h="269875">
                  <a:moveTo>
                    <a:pt x="272795" y="0"/>
                  </a:moveTo>
                  <a:lnTo>
                    <a:pt x="0" y="0"/>
                  </a:lnTo>
                  <a:lnTo>
                    <a:pt x="0" y="269748"/>
                  </a:lnTo>
                  <a:lnTo>
                    <a:pt x="272795" y="0"/>
                  </a:lnTo>
                  <a:close/>
                </a:path>
              </a:pathLst>
            </a:custGeom>
            <a:solidFill>
              <a:srgbClr val="E6E6E6"/>
            </a:solidFill>
          </p:spPr>
          <p:txBody>
            <a:bodyPr wrap="square" lIns="0" tIns="0" rIns="0" bIns="0" rtlCol="0"/>
            <a:lstStyle/>
            <a:p>
              <a:endParaRPr/>
            </a:p>
          </p:txBody>
        </p:sp>
        <p:sp>
          <p:nvSpPr>
            <p:cNvPr id="47" name="object 47"/>
            <p:cNvSpPr/>
            <p:nvPr/>
          </p:nvSpPr>
          <p:spPr>
            <a:xfrm>
              <a:off x="6797040" y="5786627"/>
              <a:ext cx="273050" cy="269875"/>
            </a:xfrm>
            <a:custGeom>
              <a:avLst/>
              <a:gdLst/>
              <a:ahLst/>
              <a:cxnLst/>
              <a:rect l="l" t="t" r="r" b="b"/>
              <a:pathLst>
                <a:path w="273050" h="269875">
                  <a:moveTo>
                    <a:pt x="272795" y="0"/>
                  </a:moveTo>
                  <a:lnTo>
                    <a:pt x="0" y="269747"/>
                  </a:lnTo>
                  <a:lnTo>
                    <a:pt x="0" y="0"/>
                  </a:lnTo>
                  <a:lnTo>
                    <a:pt x="272795" y="0"/>
                  </a:lnTo>
                  <a:close/>
                </a:path>
              </a:pathLst>
            </a:custGeom>
            <a:ln w="4571">
              <a:solidFill>
                <a:srgbClr val="000000"/>
              </a:solidFill>
            </a:ln>
          </p:spPr>
          <p:txBody>
            <a:bodyPr wrap="square" lIns="0" tIns="0" rIns="0" bIns="0" rtlCol="0"/>
            <a:lstStyle/>
            <a:p>
              <a:endParaRPr/>
            </a:p>
          </p:txBody>
        </p:sp>
        <p:sp>
          <p:nvSpPr>
            <p:cNvPr id="48" name="object 48"/>
            <p:cNvSpPr/>
            <p:nvPr/>
          </p:nvSpPr>
          <p:spPr>
            <a:xfrm>
              <a:off x="7341108" y="5786627"/>
              <a:ext cx="273050" cy="269875"/>
            </a:xfrm>
            <a:custGeom>
              <a:avLst/>
              <a:gdLst/>
              <a:ahLst/>
              <a:cxnLst/>
              <a:rect l="l" t="t" r="r" b="b"/>
              <a:pathLst>
                <a:path w="273050" h="269875">
                  <a:moveTo>
                    <a:pt x="272796" y="0"/>
                  </a:moveTo>
                  <a:lnTo>
                    <a:pt x="0" y="0"/>
                  </a:lnTo>
                  <a:lnTo>
                    <a:pt x="0" y="269748"/>
                  </a:lnTo>
                  <a:lnTo>
                    <a:pt x="272796" y="0"/>
                  </a:lnTo>
                  <a:close/>
                </a:path>
              </a:pathLst>
            </a:custGeom>
            <a:solidFill>
              <a:srgbClr val="00FFFF"/>
            </a:solidFill>
          </p:spPr>
          <p:txBody>
            <a:bodyPr wrap="square" lIns="0" tIns="0" rIns="0" bIns="0" rtlCol="0"/>
            <a:lstStyle/>
            <a:p>
              <a:endParaRPr/>
            </a:p>
          </p:txBody>
        </p:sp>
        <p:sp>
          <p:nvSpPr>
            <p:cNvPr id="49" name="object 49"/>
            <p:cNvSpPr/>
            <p:nvPr/>
          </p:nvSpPr>
          <p:spPr>
            <a:xfrm>
              <a:off x="7341108" y="5786627"/>
              <a:ext cx="273050" cy="269875"/>
            </a:xfrm>
            <a:custGeom>
              <a:avLst/>
              <a:gdLst/>
              <a:ahLst/>
              <a:cxnLst/>
              <a:rect l="l" t="t" r="r" b="b"/>
              <a:pathLst>
                <a:path w="273050" h="269875">
                  <a:moveTo>
                    <a:pt x="0" y="269747"/>
                  </a:moveTo>
                  <a:lnTo>
                    <a:pt x="272795" y="0"/>
                  </a:lnTo>
                  <a:lnTo>
                    <a:pt x="0" y="0"/>
                  </a:lnTo>
                  <a:lnTo>
                    <a:pt x="0" y="269747"/>
                  </a:lnTo>
                  <a:close/>
                </a:path>
              </a:pathLst>
            </a:custGeom>
            <a:ln w="4571">
              <a:solidFill>
                <a:srgbClr val="000000"/>
              </a:solidFill>
            </a:ln>
          </p:spPr>
          <p:txBody>
            <a:bodyPr wrap="square" lIns="0" tIns="0" rIns="0" bIns="0" rtlCol="0"/>
            <a:lstStyle/>
            <a:p>
              <a:endParaRPr/>
            </a:p>
          </p:txBody>
        </p:sp>
        <p:sp>
          <p:nvSpPr>
            <p:cNvPr id="50" name="object 50"/>
            <p:cNvSpPr/>
            <p:nvPr/>
          </p:nvSpPr>
          <p:spPr>
            <a:xfrm>
              <a:off x="7613904" y="5515356"/>
              <a:ext cx="273050" cy="271780"/>
            </a:xfrm>
            <a:custGeom>
              <a:avLst/>
              <a:gdLst/>
              <a:ahLst/>
              <a:cxnLst/>
              <a:rect l="l" t="t" r="r" b="b"/>
              <a:pathLst>
                <a:path w="273050" h="271779">
                  <a:moveTo>
                    <a:pt x="272796" y="0"/>
                  </a:moveTo>
                  <a:lnTo>
                    <a:pt x="0" y="271272"/>
                  </a:lnTo>
                  <a:lnTo>
                    <a:pt x="272796" y="271272"/>
                  </a:lnTo>
                  <a:lnTo>
                    <a:pt x="272796" y="0"/>
                  </a:lnTo>
                  <a:close/>
                </a:path>
              </a:pathLst>
            </a:custGeom>
            <a:solidFill>
              <a:srgbClr val="00FF00"/>
            </a:solidFill>
          </p:spPr>
          <p:txBody>
            <a:bodyPr wrap="square" lIns="0" tIns="0" rIns="0" bIns="0" rtlCol="0"/>
            <a:lstStyle/>
            <a:p>
              <a:endParaRPr/>
            </a:p>
          </p:txBody>
        </p:sp>
        <p:sp>
          <p:nvSpPr>
            <p:cNvPr id="51" name="object 51"/>
            <p:cNvSpPr/>
            <p:nvPr/>
          </p:nvSpPr>
          <p:spPr>
            <a:xfrm>
              <a:off x="7613903" y="5515356"/>
              <a:ext cx="273050" cy="271780"/>
            </a:xfrm>
            <a:custGeom>
              <a:avLst/>
              <a:gdLst/>
              <a:ahLst/>
              <a:cxnLst/>
              <a:rect l="l" t="t" r="r" b="b"/>
              <a:pathLst>
                <a:path w="273050" h="271779">
                  <a:moveTo>
                    <a:pt x="272795" y="0"/>
                  </a:moveTo>
                  <a:lnTo>
                    <a:pt x="0" y="271271"/>
                  </a:lnTo>
                  <a:lnTo>
                    <a:pt x="272795" y="271271"/>
                  </a:lnTo>
                  <a:lnTo>
                    <a:pt x="272795" y="0"/>
                  </a:lnTo>
                  <a:close/>
                </a:path>
              </a:pathLst>
            </a:custGeom>
            <a:ln w="4571">
              <a:solidFill>
                <a:srgbClr val="000000"/>
              </a:solidFill>
            </a:ln>
          </p:spPr>
          <p:txBody>
            <a:bodyPr wrap="square" lIns="0" tIns="0" rIns="0" bIns="0" rtlCol="0"/>
            <a:lstStyle/>
            <a:p>
              <a:endParaRPr/>
            </a:p>
          </p:txBody>
        </p:sp>
        <p:sp>
          <p:nvSpPr>
            <p:cNvPr id="52" name="object 52"/>
            <p:cNvSpPr/>
            <p:nvPr/>
          </p:nvSpPr>
          <p:spPr>
            <a:xfrm>
              <a:off x="7886700" y="5786627"/>
              <a:ext cx="271780" cy="269875"/>
            </a:xfrm>
            <a:custGeom>
              <a:avLst/>
              <a:gdLst/>
              <a:ahLst/>
              <a:cxnLst/>
              <a:rect l="l" t="t" r="r" b="b"/>
              <a:pathLst>
                <a:path w="271779" h="269875">
                  <a:moveTo>
                    <a:pt x="271272" y="0"/>
                  </a:moveTo>
                  <a:lnTo>
                    <a:pt x="0" y="0"/>
                  </a:lnTo>
                  <a:lnTo>
                    <a:pt x="0" y="269748"/>
                  </a:lnTo>
                  <a:lnTo>
                    <a:pt x="271272" y="0"/>
                  </a:lnTo>
                  <a:close/>
                </a:path>
              </a:pathLst>
            </a:custGeom>
            <a:solidFill>
              <a:srgbClr val="E6E6E6"/>
            </a:solidFill>
          </p:spPr>
          <p:txBody>
            <a:bodyPr wrap="square" lIns="0" tIns="0" rIns="0" bIns="0" rtlCol="0"/>
            <a:lstStyle/>
            <a:p>
              <a:endParaRPr/>
            </a:p>
          </p:txBody>
        </p:sp>
        <p:sp>
          <p:nvSpPr>
            <p:cNvPr id="53" name="object 53"/>
            <p:cNvSpPr/>
            <p:nvPr/>
          </p:nvSpPr>
          <p:spPr>
            <a:xfrm>
              <a:off x="7886700" y="5786627"/>
              <a:ext cx="271780" cy="269875"/>
            </a:xfrm>
            <a:custGeom>
              <a:avLst/>
              <a:gdLst/>
              <a:ahLst/>
              <a:cxnLst/>
              <a:rect l="l" t="t" r="r" b="b"/>
              <a:pathLst>
                <a:path w="271779" h="269875">
                  <a:moveTo>
                    <a:pt x="271271" y="0"/>
                  </a:moveTo>
                  <a:lnTo>
                    <a:pt x="0" y="269747"/>
                  </a:lnTo>
                  <a:lnTo>
                    <a:pt x="0" y="0"/>
                  </a:lnTo>
                  <a:lnTo>
                    <a:pt x="271271" y="0"/>
                  </a:lnTo>
                  <a:close/>
                </a:path>
              </a:pathLst>
            </a:custGeom>
            <a:ln w="4571">
              <a:solidFill>
                <a:srgbClr val="000000"/>
              </a:solidFill>
            </a:ln>
          </p:spPr>
          <p:txBody>
            <a:bodyPr wrap="square" lIns="0" tIns="0" rIns="0" bIns="0" rtlCol="0"/>
            <a:lstStyle/>
            <a:p>
              <a:endParaRPr/>
            </a:p>
          </p:txBody>
        </p:sp>
        <p:sp>
          <p:nvSpPr>
            <p:cNvPr id="54" name="object 54"/>
            <p:cNvSpPr/>
            <p:nvPr/>
          </p:nvSpPr>
          <p:spPr>
            <a:xfrm>
              <a:off x="7069836" y="5515356"/>
              <a:ext cx="271780" cy="271780"/>
            </a:xfrm>
            <a:custGeom>
              <a:avLst/>
              <a:gdLst/>
              <a:ahLst/>
              <a:cxnLst/>
              <a:rect l="l" t="t" r="r" b="b"/>
              <a:pathLst>
                <a:path w="271779" h="271779">
                  <a:moveTo>
                    <a:pt x="271272" y="0"/>
                  </a:moveTo>
                  <a:lnTo>
                    <a:pt x="0" y="271272"/>
                  </a:lnTo>
                  <a:lnTo>
                    <a:pt x="271272" y="271272"/>
                  </a:lnTo>
                  <a:lnTo>
                    <a:pt x="271272" y="0"/>
                  </a:lnTo>
                  <a:close/>
                </a:path>
              </a:pathLst>
            </a:custGeom>
            <a:solidFill>
              <a:srgbClr val="FF99FF"/>
            </a:solidFill>
          </p:spPr>
          <p:txBody>
            <a:bodyPr wrap="square" lIns="0" tIns="0" rIns="0" bIns="0" rtlCol="0"/>
            <a:lstStyle/>
            <a:p>
              <a:endParaRPr/>
            </a:p>
          </p:txBody>
        </p:sp>
        <p:sp>
          <p:nvSpPr>
            <p:cNvPr id="55" name="object 55"/>
            <p:cNvSpPr/>
            <p:nvPr/>
          </p:nvSpPr>
          <p:spPr>
            <a:xfrm>
              <a:off x="7069836" y="5515356"/>
              <a:ext cx="271780" cy="271780"/>
            </a:xfrm>
            <a:custGeom>
              <a:avLst/>
              <a:gdLst/>
              <a:ahLst/>
              <a:cxnLst/>
              <a:rect l="l" t="t" r="r" b="b"/>
              <a:pathLst>
                <a:path w="271779" h="271779">
                  <a:moveTo>
                    <a:pt x="0" y="271271"/>
                  </a:moveTo>
                  <a:lnTo>
                    <a:pt x="271271" y="0"/>
                  </a:lnTo>
                  <a:lnTo>
                    <a:pt x="271271" y="271271"/>
                  </a:lnTo>
                  <a:lnTo>
                    <a:pt x="0" y="271271"/>
                  </a:lnTo>
                  <a:close/>
                </a:path>
              </a:pathLst>
            </a:custGeom>
            <a:ln w="4571">
              <a:solidFill>
                <a:srgbClr val="000000"/>
              </a:solidFill>
            </a:ln>
          </p:spPr>
          <p:txBody>
            <a:bodyPr wrap="square" lIns="0" tIns="0" rIns="0" bIns="0" rtlCol="0"/>
            <a:lstStyle/>
            <a:p>
              <a:endParaRPr/>
            </a:p>
          </p:txBody>
        </p:sp>
        <p:sp>
          <p:nvSpPr>
            <p:cNvPr id="56" name="object 56"/>
            <p:cNvSpPr/>
            <p:nvPr/>
          </p:nvSpPr>
          <p:spPr>
            <a:xfrm>
              <a:off x="8157972" y="5515356"/>
              <a:ext cx="273050" cy="271780"/>
            </a:xfrm>
            <a:custGeom>
              <a:avLst/>
              <a:gdLst/>
              <a:ahLst/>
              <a:cxnLst/>
              <a:rect l="l" t="t" r="r" b="b"/>
              <a:pathLst>
                <a:path w="273050" h="271779">
                  <a:moveTo>
                    <a:pt x="272796" y="0"/>
                  </a:moveTo>
                  <a:lnTo>
                    <a:pt x="0" y="271272"/>
                  </a:lnTo>
                  <a:lnTo>
                    <a:pt x="272796" y="271272"/>
                  </a:lnTo>
                  <a:lnTo>
                    <a:pt x="272796" y="0"/>
                  </a:lnTo>
                  <a:close/>
                </a:path>
              </a:pathLst>
            </a:custGeom>
            <a:solidFill>
              <a:srgbClr val="FF99FF"/>
            </a:solidFill>
          </p:spPr>
          <p:txBody>
            <a:bodyPr wrap="square" lIns="0" tIns="0" rIns="0" bIns="0" rtlCol="0"/>
            <a:lstStyle/>
            <a:p>
              <a:endParaRPr/>
            </a:p>
          </p:txBody>
        </p:sp>
        <p:sp>
          <p:nvSpPr>
            <p:cNvPr id="57" name="object 57"/>
            <p:cNvSpPr/>
            <p:nvPr/>
          </p:nvSpPr>
          <p:spPr>
            <a:xfrm>
              <a:off x="7613903" y="2001011"/>
              <a:ext cx="817244" cy="3785870"/>
            </a:xfrm>
            <a:custGeom>
              <a:avLst/>
              <a:gdLst/>
              <a:ahLst/>
              <a:cxnLst/>
              <a:rect l="l" t="t" r="r" b="b"/>
              <a:pathLst>
                <a:path w="817245" h="3785870">
                  <a:moveTo>
                    <a:pt x="544067" y="3785615"/>
                  </a:moveTo>
                  <a:lnTo>
                    <a:pt x="816863" y="3514343"/>
                  </a:lnTo>
                  <a:lnTo>
                    <a:pt x="816863" y="3785615"/>
                  </a:lnTo>
                  <a:lnTo>
                    <a:pt x="544067" y="3785615"/>
                  </a:lnTo>
                  <a:close/>
                </a:path>
                <a:path w="817245" h="3785870">
                  <a:moveTo>
                    <a:pt x="272795" y="0"/>
                  </a:moveTo>
                  <a:lnTo>
                    <a:pt x="0" y="269747"/>
                  </a:lnTo>
                  <a:lnTo>
                    <a:pt x="272795" y="269747"/>
                  </a:lnTo>
                  <a:lnTo>
                    <a:pt x="272795" y="0"/>
                  </a:lnTo>
                  <a:close/>
                </a:path>
              </a:pathLst>
            </a:custGeom>
            <a:ln w="4571">
              <a:solidFill>
                <a:srgbClr val="000000"/>
              </a:solidFill>
            </a:ln>
          </p:spPr>
          <p:txBody>
            <a:bodyPr wrap="square" lIns="0" tIns="0" rIns="0" bIns="0" rtlCol="0"/>
            <a:lstStyle/>
            <a:p>
              <a:endParaRPr/>
            </a:p>
          </p:txBody>
        </p:sp>
        <p:sp>
          <p:nvSpPr>
            <p:cNvPr id="58" name="object 58"/>
            <p:cNvSpPr/>
            <p:nvPr/>
          </p:nvSpPr>
          <p:spPr>
            <a:xfrm>
              <a:off x="7341108" y="2270759"/>
              <a:ext cx="273050" cy="271780"/>
            </a:xfrm>
            <a:custGeom>
              <a:avLst/>
              <a:gdLst/>
              <a:ahLst/>
              <a:cxnLst/>
              <a:rect l="l" t="t" r="r" b="b"/>
              <a:pathLst>
                <a:path w="273050" h="271780">
                  <a:moveTo>
                    <a:pt x="272796" y="0"/>
                  </a:moveTo>
                  <a:lnTo>
                    <a:pt x="0" y="0"/>
                  </a:lnTo>
                  <a:lnTo>
                    <a:pt x="0" y="271272"/>
                  </a:lnTo>
                  <a:lnTo>
                    <a:pt x="272796" y="0"/>
                  </a:lnTo>
                  <a:close/>
                </a:path>
              </a:pathLst>
            </a:custGeom>
            <a:solidFill>
              <a:srgbClr val="00FFFF"/>
            </a:solidFill>
          </p:spPr>
          <p:txBody>
            <a:bodyPr wrap="square" lIns="0" tIns="0" rIns="0" bIns="0" rtlCol="0"/>
            <a:lstStyle/>
            <a:p>
              <a:endParaRPr/>
            </a:p>
          </p:txBody>
        </p:sp>
        <p:sp>
          <p:nvSpPr>
            <p:cNvPr id="59" name="object 59"/>
            <p:cNvSpPr/>
            <p:nvPr/>
          </p:nvSpPr>
          <p:spPr>
            <a:xfrm>
              <a:off x="7341108" y="2270759"/>
              <a:ext cx="273050" cy="271780"/>
            </a:xfrm>
            <a:custGeom>
              <a:avLst/>
              <a:gdLst/>
              <a:ahLst/>
              <a:cxnLst/>
              <a:rect l="l" t="t" r="r" b="b"/>
              <a:pathLst>
                <a:path w="273050" h="271780">
                  <a:moveTo>
                    <a:pt x="0" y="271271"/>
                  </a:moveTo>
                  <a:lnTo>
                    <a:pt x="272795" y="0"/>
                  </a:lnTo>
                  <a:lnTo>
                    <a:pt x="0" y="0"/>
                  </a:lnTo>
                  <a:lnTo>
                    <a:pt x="0" y="271271"/>
                  </a:lnTo>
                  <a:close/>
                </a:path>
              </a:pathLst>
            </a:custGeom>
            <a:ln w="4571">
              <a:solidFill>
                <a:srgbClr val="000000"/>
              </a:solidFill>
            </a:ln>
          </p:spPr>
          <p:txBody>
            <a:bodyPr wrap="square" lIns="0" tIns="0" rIns="0" bIns="0" rtlCol="0"/>
            <a:lstStyle/>
            <a:p>
              <a:endParaRPr/>
            </a:p>
          </p:txBody>
        </p:sp>
        <p:sp>
          <p:nvSpPr>
            <p:cNvPr id="60" name="object 60"/>
            <p:cNvSpPr/>
            <p:nvPr/>
          </p:nvSpPr>
          <p:spPr>
            <a:xfrm>
              <a:off x="7613904" y="2001012"/>
              <a:ext cx="273050" cy="269875"/>
            </a:xfrm>
            <a:custGeom>
              <a:avLst/>
              <a:gdLst/>
              <a:ahLst/>
              <a:cxnLst/>
              <a:rect l="l" t="t" r="r" b="b"/>
              <a:pathLst>
                <a:path w="273050" h="269875">
                  <a:moveTo>
                    <a:pt x="272796" y="0"/>
                  </a:moveTo>
                  <a:lnTo>
                    <a:pt x="0" y="269748"/>
                  </a:lnTo>
                  <a:lnTo>
                    <a:pt x="272796" y="269748"/>
                  </a:lnTo>
                  <a:lnTo>
                    <a:pt x="272796" y="0"/>
                  </a:lnTo>
                  <a:close/>
                </a:path>
              </a:pathLst>
            </a:custGeom>
            <a:solidFill>
              <a:srgbClr val="00FF00"/>
            </a:solidFill>
          </p:spPr>
          <p:txBody>
            <a:bodyPr wrap="square" lIns="0" tIns="0" rIns="0" bIns="0" rtlCol="0"/>
            <a:lstStyle/>
            <a:p>
              <a:endParaRPr/>
            </a:p>
          </p:txBody>
        </p:sp>
        <p:sp>
          <p:nvSpPr>
            <p:cNvPr id="61" name="object 61"/>
            <p:cNvSpPr/>
            <p:nvPr/>
          </p:nvSpPr>
          <p:spPr>
            <a:xfrm>
              <a:off x="7613903" y="2001011"/>
              <a:ext cx="273050" cy="269875"/>
            </a:xfrm>
            <a:custGeom>
              <a:avLst/>
              <a:gdLst/>
              <a:ahLst/>
              <a:cxnLst/>
              <a:rect l="l" t="t" r="r" b="b"/>
              <a:pathLst>
                <a:path w="273050" h="269875">
                  <a:moveTo>
                    <a:pt x="272795" y="0"/>
                  </a:moveTo>
                  <a:lnTo>
                    <a:pt x="0" y="269747"/>
                  </a:lnTo>
                  <a:lnTo>
                    <a:pt x="272795" y="269747"/>
                  </a:lnTo>
                  <a:lnTo>
                    <a:pt x="272795" y="0"/>
                  </a:lnTo>
                  <a:close/>
                </a:path>
              </a:pathLst>
            </a:custGeom>
            <a:ln w="4571">
              <a:solidFill>
                <a:srgbClr val="000000"/>
              </a:solidFill>
            </a:ln>
          </p:spPr>
          <p:txBody>
            <a:bodyPr wrap="square" lIns="0" tIns="0" rIns="0" bIns="0" rtlCol="0"/>
            <a:lstStyle/>
            <a:p>
              <a:endParaRPr/>
            </a:p>
          </p:txBody>
        </p:sp>
        <p:sp>
          <p:nvSpPr>
            <p:cNvPr id="62" name="object 62"/>
            <p:cNvSpPr/>
            <p:nvPr/>
          </p:nvSpPr>
          <p:spPr>
            <a:xfrm>
              <a:off x="7886700" y="2001012"/>
              <a:ext cx="271780" cy="269875"/>
            </a:xfrm>
            <a:custGeom>
              <a:avLst/>
              <a:gdLst/>
              <a:ahLst/>
              <a:cxnLst/>
              <a:rect l="l" t="t" r="r" b="b"/>
              <a:pathLst>
                <a:path w="271779" h="269875">
                  <a:moveTo>
                    <a:pt x="0" y="0"/>
                  </a:moveTo>
                  <a:lnTo>
                    <a:pt x="0" y="269748"/>
                  </a:lnTo>
                  <a:lnTo>
                    <a:pt x="271272" y="269748"/>
                  </a:lnTo>
                  <a:lnTo>
                    <a:pt x="0" y="0"/>
                  </a:lnTo>
                  <a:close/>
                </a:path>
              </a:pathLst>
            </a:custGeom>
            <a:solidFill>
              <a:srgbClr val="E6E6E6"/>
            </a:solidFill>
          </p:spPr>
          <p:txBody>
            <a:bodyPr wrap="square" lIns="0" tIns="0" rIns="0" bIns="0" rtlCol="0"/>
            <a:lstStyle/>
            <a:p>
              <a:endParaRPr/>
            </a:p>
          </p:txBody>
        </p:sp>
        <p:sp>
          <p:nvSpPr>
            <p:cNvPr id="63" name="object 63"/>
            <p:cNvSpPr/>
            <p:nvPr/>
          </p:nvSpPr>
          <p:spPr>
            <a:xfrm>
              <a:off x="7886700" y="2001011"/>
              <a:ext cx="271780" cy="269875"/>
            </a:xfrm>
            <a:custGeom>
              <a:avLst/>
              <a:gdLst/>
              <a:ahLst/>
              <a:cxnLst/>
              <a:rect l="l" t="t" r="r" b="b"/>
              <a:pathLst>
                <a:path w="271779" h="269875">
                  <a:moveTo>
                    <a:pt x="271271" y="269747"/>
                  </a:moveTo>
                  <a:lnTo>
                    <a:pt x="0" y="0"/>
                  </a:lnTo>
                  <a:lnTo>
                    <a:pt x="0" y="269747"/>
                  </a:lnTo>
                  <a:lnTo>
                    <a:pt x="271271" y="269747"/>
                  </a:lnTo>
                  <a:close/>
                </a:path>
              </a:pathLst>
            </a:custGeom>
            <a:ln w="4571">
              <a:solidFill>
                <a:srgbClr val="000000"/>
              </a:solidFill>
            </a:ln>
          </p:spPr>
          <p:txBody>
            <a:bodyPr wrap="square" lIns="0" tIns="0" rIns="0" bIns="0" rtlCol="0"/>
            <a:lstStyle/>
            <a:p>
              <a:endParaRPr/>
            </a:p>
          </p:txBody>
        </p:sp>
        <p:sp>
          <p:nvSpPr>
            <p:cNvPr id="64" name="object 64"/>
            <p:cNvSpPr/>
            <p:nvPr/>
          </p:nvSpPr>
          <p:spPr>
            <a:xfrm>
              <a:off x="6252972" y="2270759"/>
              <a:ext cx="273050" cy="271780"/>
            </a:xfrm>
            <a:custGeom>
              <a:avLst/>
              <a:gdLst/>
              <a:ahLst/>
              <a:cxnLst/>
              <a:rect l="l" t="t" r="r" b="b"/>
              <a:pathLst>
                <a:path w="273050" h="271780">
                  <a:moveTo>
                    <a:pt x="272796" y="0"/>
                  </a:moveTo>
                  <a:lnTo>
                    <a:pt x="0" y="0"/>
                  </a:lnTo>
                  <a:lnTo>
                    <a:pt x="0" y="271272"/>
                  </a:lnTo>
                  <a:lnTo>
                    <a:pt x="272796" y="0"/>
                  </a:lnTo>
                  <a:close/>
                </a:path>
              </a:pathLst>
            </a:custGeom>
            <a:solidFill>
              <a:srgbClr val="00FFFF"/>
            </a:solidFill>
          </p:spPr>
          <p:txBody>
            <a:bodyPr wrap="square" lIns="0" tIns="0" rIns="0" bIns="0" rtlCol="0"/>
            <a:lstStyle/>
            <a:p>
              <a:endParaRPr/>
            </a:p>
          </p:txBody>
        </p:sp>
        <p:sp>
          <p:nvSpPr>
            <p:cNvPr id="65" name="object 65"/>
            <p:cNvSpPr/>
            <p:nvPr/>
          </p:nvSpPr>
          <p:spPr>
            <a:xfrm>
              <a:off x="6252972" y="2270759"/>
              <a:ext cx="273050" cy="271780"/>
            </a:xfrm>
            <a:custGeom>
              <a:avLst/>
              <a:gdLst/>
              <a:ahLst/>
              <a:cxnLst/>
              <a:rect l="l" t="t" r="r" b="b"/>
              <a:pathLst>
                <a:path w="273050" h="271780">
                  <a:moveTo>
                    <a:pt x="0" y="271271"/>
                  </a:moveTo>
                  <a:lnTo>
                    <a:pt x="272795" y="0"/>
                  </a:lnTo>
                  <a:lnTo>
                    <a:pt x="0" y="0"/>
                  </a:lnTo>
                  <a:lnTo>
                    <a:pt x="0" y="271271"/>
                  </a:lnTo>
                  <a:close/>
                </a:path>
              </a:pathLst>
            </a:custGeom>
            <a:ln w="4571">
              <a:solidFill>
                <a:srgbClr val="000000"/>
              </a:solidFill>
            </a:ln>
          </p:spPr>
          <p:txBody>
            <a:bodyPr wrap="square" lIns="0" tIns="0" rIns="0" bIns="0" rtlCol="0"/>
            <a:lstStyle/>
            <a:p>
              <a:endParaRPr/>
            </a:p>
          </p:txBody>
        </p:sp>
        <p:sp>
          <p:nvSpPr>
            <p:cNvPr id="66" name="object 66"/>
            <p:cNvSpPr/>
            <p:nvPr/>
          </p:nvSpPr>
          <p:spPr>
            <a:xfrm>
              <a:off x="6525768" y="2001012"/>
              <a:ext cx="271780" cy="269875"/>
            </a:xfrm>
            <a:custGeom>
              <a:avLst/>
              <a:gdLst/>
              <a:ahLst/>
              <a:cxnLst/>
              <a:rect l="l" t="t" r="r" b="b"/>
              <a:pathLst>
                <a:path w="271779" h="269875">
                  <a:moveTo>
                    <a:pt x="271272" y="0"/>
                  </a:moveTo>
                  <a:lnTo>
                    <a:pt x="0" y="269748"/>
                  </a:lnTo>
                  <a:lnTo>
                    <a:pt x="271272" y="269748"/>
                  </a:lnTo>
                  <a:lnTo>
                    <a:pt x="271272" y="0"/>
                  </a:lnTo>
                  <a:close/>
                </a:path>
              </a:pathLst>
            </a:custGeom>
            <a:solidFill>
              <a:srgbClr val="00FF00"/>
            </a:solidFill>
          </p:spPr>
          <p:txBody>
            <a:bodyPr wrap="square" lIns="0" tIns="0" rIns="0" bIns="0" rtlCol="0"/>
            <a:lstStyle/>
            <a:p>
              <a:endParaRPr/>
            </a:p>
          </p:txBody>
        </p:sp>
        <p:sp>
          <p:nvSpPr>
            <p:cNvPr id="67" name="object 67"/>
            <p:cNvSpPr/>
            <p:nvPr/>
          </p:nvSpPr>
          <p:spPr>
            <a:xfrm>
              <a:off x="6525768" y="2001011"/>
              <a:ext cx="271780" cy="269875"/>
            </a:xfrm>
            <a:custGeom>
              <a:avLst/>
              <a:gdLst/>
              <a:ahLst/>
              <a:cxnLst/>
              <a:rect l="l" t="t" r="r" b="b"/>
              <a:pathLst>
                <a:path w="271779" h="269875">
                  <a:moveTo>
                    <a:pt x="271271" y="0"/>
                  </a:moveTo>
                  <a:lnTo>
                    <a:pt x="0" y="269747"/>
                  </a:lnTo>
                  <a:lnTo>
                    <a:pt x="271271" y="269747"/>
                  </a:lnTo>
                  <a:lnTo>
                    <a:pt x="271271" y="0"/>
                  </a:lnTo>
                  <a:close/>
                </a:path>
              </a:pathLst>
            </a:custGeom>
            <a:ln w="4571">
              <a:solidFill>
                <a:srgbClr val="000000"/>
              </a:solidFill>
            </a:ln>
          </p:spPr>
          <p:txBody>
            <a:bodyPr wrap="square" lIns="0" tIns="0" rIns="0" bIns="0" rtlCol="0"/>
            <a:lstStyle/>
            <a:p>
              <a:endParaRPr/>
            </a:p>
          </p:txBody>
        </p:sp>
        <p:sp>
          <p:nvSpPr>
            <p:cNvPr id="68" name="object 68"/>
            <p:cNvSpPr/>
            <p:nvPr/>
          </p:nvSpPr>
          <p:spPr>
            <a:xfrm>
              <a:off x="6797040" y="2001012"/>
              <a:ext cx="273050" cy="269875"/>
            </a:xfrm>
            <a:custGeom>
              <a:avLst/>
              <a:gdLst/>
              <a:ahLst/>
              <a:cxnLst/>
              <a:rect l="l" t="t" r="r" b="b"/>
              <a:pathLst>
                <a:path w="273050" h="269875">
                  <a:moveTo>
                    <a:pt x="0" y="0"/>
                  </a:moveTo>
                  <a:lnTo>
                    <a:pt x="0" y="269748"/>
                  </a:lnTo>
                  <a:lnTo>
                    <a:pt x="272795" y="269748"/>
                  </a:lnTo>
                  <a:lnTo>
                    <a:pt x="0" y="0"/>
                  </a:lnTo>
                  <a:close/>
                </a:path>
              </a:pathLst>
            </a:custGeom>
            <a:solidFill>
              <a:srgbClr val="E6E6E6"/>
            </a:solidFill>
          </p:spPr>
          <p:txBody>
            <a:bodyPr wrap="square" lIns="0" tIns="0" rIns="0" bIns="0" rtlCol="0"/>
            <a:lstStyle/>
            <a:p>
              <a:endParaRPr/>
            </a:p>
          </p:txBody>
        </p:sp>
        <p:sp>
          <p:nvSpPr>
            <p:cNvPr id="69" name="object 69"/>
            <p:cNvSpPr/>
            <p:nvPr/>
          </p:nvSpPr>
          <p:spPr>
            <a:xfrm>
              <a:off x="6797040" y="2001011"/>
              <a:ext cx="273050" cy="269875"/>
            </a:xfrm>
            <a:custGeom>
              <a:avLst/>
              <a:gdLst/>
              <a:ahLst/>
              <a:cxnLst/>
              <a:rect l="l" t="t" r="r" b="b"/>
              <a:pathLst>
                <a:path w="273050" h="269875">
                  <a:moveTo>
                    <a:pt x="272795" y="269747"/>
                  </a:moveTo>
                  <a:lnTo>
                    <a:pt x="0" y="0"/>
                  </a:lnTo>
                  <a:lnTo>
                    <a:pt x="0" y="269747"/>
                  </a:lnTo>
                  <a:lnTo>
                    <a:pt x="272795" y="269747"/>
                  </a:lnTo>
                  <a:close/>
                </a:path>
              </a:pathLst>
            </a:custGeom>
            <a:ln w="4571">
              <a:solidFill>
                <a:srgbClr val="000000"/>
              </a:solidFill>
            </a:ln>
          </p:spPr>
          <p:txBody>
            <a:bodyPr wrap="square" lIns="0" tIns="0" rIns="0" bIns="0" rtlCol="0"/>
            <a:lstStyle/>
            <a:p>
              <a:endParaRPr/>
            </a:p>
          </p:txBody>
        </p:sp>
        <p:sp>
          <p:nvSpPr>
            <p:cNvPr id="70" name="object 70"/>
            <p:cNvSpPr/>
            <p:nvPr/>
          </p:nvSpPr>
          <p:spPr>
            <a:xfrm>
              <a:off x="7069836" y="2270759"/>
              <a:ext cx="271780" cy="271780"/>
            </a:xfrm>
            <a:custGeom>
              <a:avLst/>
              <a:gdLst/>
              <a:ahLst/>
              <a:cxnLst/>
              <a:rect l="l" t="t" r="r" b="b"/>
              <a:pathLst>
                <a:path w="271779" h="271780">
                  <a:moveTo>
                    <a:pt x="271272" y="0"/>
                  </a:moveTo>
                  <a:lnTo>
                    <a:pt x="0" y="0"/>
                  </a:lnTo>
                  <a:lnTo>
                    <a:pt x="271272" y="271272"/>
                  </a:lnTo>
                  <a:lnTo>
                    <a:pt x="271272" y="0"/>
                  </a:lnTo>
                  <a:close/>
                </a:path>
              </a:pathLst>
            </a:custGeom>
            <a:solidFill>
              <a:srgbClr val="FF99FF"/>
            </a:solidFill>
          </p:spPr>
          <p:txBody>
            <a:bodyPr wrap="square" lIns="0" tIns="0" rIns="0" bIns="0" rtlCol="0"/>
            <a:lstStyle/>
            <a:p>
              <a:endParaRPr/>
            </a:p>
          </p:txBody>
        </p:sp>
        <p:sp>
          <p:nvSpPr>
            <p:cNvPr id="71" name="object 71"/>
            <p:cNvSpPr/>
            <p:nvPr/>
          </p:nvSpPr>
          <p:spPr>
            <a:xfrm>
              <a:off x="7069836" y="2270759"/>
              <a:ext cx="271780" cy="271780"/>
            </a:xfrm>
            <a:custGeom>
              <a:avLst/>
              <a:gdLst/>
              <a:ahLst/>
              <a:cxnLst/>
              <a:rect l="l" t="t" r="r" b="b"/>
              <a:pathLst>
                <a:path w="271779" h="271780">
                  <a:moveTo>
                    <a:pt x="0" y="0"/>
                  </a:moveTo>
                  <a:lnTo>
                    <a:pt x="271271" y="271271"/>
                  </a:lnTo>
                  <a:lnTo>
                    <a:pt x="271271" y="0"/>
                  </a:lnTo>
                  <a:lnTo>
                    <a:pt x="0" y="0"/>
                  </a:lnTo>
                  <a:close/>
                </a:path>
              </a:pathLst>
            </a:custGeom>
            <a:ln w="4571">
              <a:solidFill>
                <a:srgbClr val="000000"/>
              </a:solidFill>
            </a:ln>
          </p:spPr>
          <p:txBody>
            <a:bodyPr wrap="square" lIns="0" tIns="0" rIns="0" bIns="0" rtlCol="0"/>
            <a:lstStyle/>
            <a:p>
              <a:endParaRPr/>
            </a:p>
          </p:txBody>
        </p:sp>
        <p:sp>
          <p:nvSpPr>
            <p:cNvPr id="72" name="object 72"/>
            <p:cNvSpPr/>
            <p:nvPr/>
          </p:nvSpPr>
          <p:spPr>
            <a:xfrm>
              <a:off x="8157972" y="2270759"/>
              <a:ext cx="273050" cy="271780"/>
            </a:xfrm>
            <a:custGeom>
              <a:avLst/>
              <a:gdLst/>
              <a:ahLst/>
              <a:cxnLst/>
              <a:rect l="l" t="t" r="r" b="b"/>
              <a:pathLst>
                <a:path w="273050" h="271780">
                  <a:moveTo>
                    <a:pt x="272796" y="0"/>
                  </a:moveTo>
                  <a:lnTo>
                    <a:pt x="0" y="0"/>
                  </a:lnTo>
                  <a:lnTo>
                    <a:pt x="272796" y="271272"/>
                  </a:lnTo>
                  <a:lnTo>
                    <a:pt x="272796" y="0"/>
                  </a:lnTo>
                  <a:close/>
                </a:path>
              </a:pathLst>
            </a:custGeom>
            <a:solidFill>
              <a:srgbClr val="FF99FF"/>
            </a:solidFill>
          </p:spPr>
          <p:txBody>
            <a:bodyPr wrap="square" lIns="0" tIns="0" rIns="0" bIns="0" rtlCol="0"/>
            <a:lstStyle/>
            <a:p>
              <a:endParaRPr/>
            </a:p>
          </p:txBody>
        </p:sp>
        <p:sp>
          <p:nvSpPr>
            <p:cNvPr id="73" name="object 73"/>
            <p:cNvSpPr/>
            <p:nvPr/>
          </p:nvSpPr>
          <p:spPr>
            <a:xfrm>
              <a:off x="8157972" y="2270759"/>
              <a:ext cx="273050" cy="271780"/>
            </a:xfrm>
            <a:custGeom>
              <a:avLst/>
              <a:gdLst/>
              <a:ahLst/>
              <a:cxnLst/>
              <a:rect l="l" t="t" r="r" b="b"/>
              <a:pathLst>
                <a:path w="273050" h="271780">
                  <a:moveTo>
                    <a:pt x="0" y="0"/>
                  </a:moveTo>
                  <a:lnTo>
                    <a:pt x="272795" y="271271"/>
                  </a:lnTo>
                  <a:lnTo>
                    <a:pt x="272795" y="0"/>
                  </a:lnTo>
                  <a:lnTo>
                    <a:pt x="0" y="0"/>
                  </a:lnTo>
                  <a:close/>
                </a:path>
              </a:pathLst>
            </a:custGeom>
            <a:ln w="4571">
              <a:solidFill>
                <a:srgbClr val="000000"/>
              </a:solidFill>
            </a:ln>
          </p:spPr>
          <p:txBody>
            <a:bodyPr wrap="square" lIns="0" tIns="0" rIns="0" bIns="0" rtlCol="0"/>
            <a:lstStyle/>
            <a:p>
              <a:endParaRPr/>
            </a:p>
          </p:txBody>
        </p:sp>
        <p:sp>
          <p:nvSpPr>
            <p:cNvPr id="74" name="object 74"/>
            <p:cNvSpPr/>
            <p:nvPr/>
          </p:nvSpPr>
          <p:spPr>
            <a:xfrm>
              <a:off x="6252972" y="3758183"/>
              <a:ext cx="2449195" cy="0"/>
            </a:xfrm>
            <a:custGeom>
              <a:avLst/>
              <a:gdLst/>
              <a:ahLst/>
              <a:cxnLst/>
              <a:rect l="l" t="t" r="r" b="b"/>
              <a:pathLst>
                <a:path w="2449195">
                  <a:moveTo>
                    <a:pt x="0" y="0"/>
                  </a:moveTo>
                  <a:lnTo>
                    <a:pt x="2449067" y="0"/>
                  </a:lnTo>
                </a:path>
              </a:pathLst>
            </a:custGeom>
            <a:ln w="13715">
              <a:solidFill>
                <a:srgbClr val="000000"/>
              </a:solidFill>
            </a:ln>
          </p:spPr>
          <p:txBody>
            <a:bodyPr wrap="square" lIns="0" tIns="0" rIns="0" bIns="0" rtlCol="0"/>
            <a:lstStyle/>
            <a:p>
              <a:endParaRPr/>
            </a:p>
          </p:txBody>
        </p:sp>
        <p:sp>
          <p:nvSpPr>
            <p:cNvPr id="75" name="object 75"/>
            <p:cNvSpPr/>
            <p:nvPr/>
          </p:nvSpPr>
          <p:spPr>
            <a:xfrm>
              <a:off x="7335012" y="1588007"/>
              <a:ext cx="1102360" cy="3935095"/>
            </a:xfrm>
            <a:custGeom>
              <a:avLst/>
              <a:gdLst/>
              <a:ahLst/>
              <a:cxnLst/>
              <a:rect l="l" t="t" r="r" b="b"/>
              <a:pathLst>
                <a:path w="1102359" h="3935095">
                  <a:moveTo>
                    <a:pt x="13716" y="3886200"/>
                  </a:moveTo>
                  <a:lnTo>
                    <a:pt x="10668" y="3883152"/>
                  </a:lnTo>
                  <a:lnTo>
                    <a:pt x="3048" y="3883152"/>
                  </a:lnTo>
                  <a:lnTo>
                    <a:pt x="0" y="3886200"/>
                  </a:lnTo>
                  <a:lnTo>
                    <a:pt x="0" y="3931920"/>
                  </a:lnTo>
                  <a:lnTo>
                    <a:pt x="3048" y="3934968"/>
                  </a:lnTo>
                  <a:lnTo>
                    <a:pt x="10668" y="3934968"/>
                  </a:lnTo>
                  <a:lnTo>
                    <a:pt x="13716" y="3931920"/>
                  </a:lnTo>
                  <a:lnTo>
                    <a:pt x="13716" y="3886200"/>
                  </a:lnTo>
                  <a:close/>
                </a:path>
                <a:path w="1102359" h="3935095">
                  <a:moveTo>
                    <a:pt x="13716" y="3802380"/>
                  </a:moveTo>
                  <a:lnTo>
                    <a:pt x="10668" y="3799332"/>
                  </a:lnTo>
                  <a:lnTo>
                    <a:pt x="3048" y="3799332"/>
                  </a:lnTo>
                  <a:lnTo>
                    <a:pt x="0" y="3802380"/>
                  </a:lnTo>
                  <a:lnTo>
                    <a:pt x="0" y="3851148"/>
                  </a:lnTo>
                  <a:lnTo>
                    <a:pt x="3048" y="3854196"/>
                  </a:lnTo>
                  <a:lnTo>
                    <a:pt x="10668" y="3854196"/>
                  </a:lnTo>
                  <a:lnTo>
                    <a:pt x="13716" y="3851148"/>
                  </a:lnTo>
                  <a:lnTo>
                    <a:pt x="13716" y="3802380"/>
                  </a:lnTo>
                  <a:close/>
                </a:path>
                <a:path w="1102359" h="3935095">
                  <a:moveTo>
                    <a:pt x="13716" y="3720084"/>
                  </a:moveTo>
                  <a:lnTo>
                    <a:pt x="10668" y="3717036"/>
                  </a:lnTo>
                  <a:lnTo>
                    <a:pt x="3048" y="3717036"/>
                  </a:lnTo>
                  <a:lnTo>
                    <a:pt x="0" y="3720084"/>
                  </a:lnTo>
                  <a:lnTo>
                    <a:pt x="0" y="3768852"/>
                  </a:lnTo>
                  <a:lnTo>
                    <a:pt x="3048" y="3771900"/>
                  </a:lnTo>
                  <a:lnTo>
                    <a:pt x="10668" y="3771900"/>
                  </a:lnTo>
                  <a:lnTo>
                    <a:pt x="13716" y="3768852"/>
                  </a:lnTo>
                  <a:lnTo>
                    <a:pt x="13716" y="3720084"/>
                  </a:lnTo>
                  <a:close/>
                </a:path>
                <a:path w="1102359" h="3935095">
                  <a:moveTo>
                    <a:pt x="13716" y="3637788"/>
                  </a:moveTo>
                  <a:lnTo>
                    <a:pt x="10668" y="3634752"/>
                  </a:lnTo>
                  <a:lnTo>
                    <a:pt x="3048" y="3634752"/>
                  </a:lnTo>
                  <a:lnTo>
                    <a:pt x="0" y="3637788"/>
                  </a:lnTo>
                  <a:lnTo>
                    <a:pt x="0" y="3686556"/>
                  </a:lnTo>
                  <a:lnTo>
                    <a:pt x="3048" y="3689604"/>
                  </a:lnTo>
                  <a:lnTo>
                    <a:pt x="10668" y="3689604"/>
                  </a:lnTo>
                  <a:lnTo>
                    <a:pt x="13716" y="3686556"/>
                  </a:lnTo>
                  <a:lnTo>
                    <a:pt x="13716" y="3637788"/>
                  </a:lnTo>
                  <a:close/>
                </a:path>
                <a:path w="1102359" h="3935095">
                  <a:moveTo>
                    <a:pt x="13716" y="3555492"/>
                  </a:moveTo>
                  <a:lnTo>
                    <a:pt x="10668" y="3552444"/>
                  </a:lnTo>
                  <a:lnTo>
                    <a:pt x="3048" y="3552444"/>
                  </a:lnTo>
                  <a:lnTo>
                    <a:pt x="0" y="3555492"/>
                  </a:lnTo>
                  <a:lnTo>
                    <a:pt x="0" y="3604260"/>
                  </a:lnTo>
                  <a:lnTo>
                    <a:pt x="3048" y="3607320"/>
                  </a:lnTo>
                  <a:lnTo>
                    <a:pt x="10668" y="3607320"/>
                  </a:lnTo>
                  <a:lnTo>
                    <a:pt x="13716" y="3604260"/>
                  </a:lnTo>
                  <a:lnTo>
                    <a:pt x="13716" y="3555492"/>
                  </a:lnTo>
                  <a:close/>
                </a:path>
                <a:path w="1102359" h="3935095">
                  <a:moveTo>
                    <a:pt x="13716" y="3473196"/>
                  </a:moveTo>
                  <a:lnTo>
                    <a:pt x="10668" y="3468624"/>
                  </a:lnTo>
                  <a:lnTo>
                    <a:pt x="3048" y="3468624"/>
                  </a:lnTo>
                  <a:lnTo>
                    <a:pt x="0" y="3473196"/>
                  </a:lnTo>
                  <a:lnTo>
                    <a:pt x="0" y="3521964"/>
                  </a:lnTo>
                  <a:lnTo>
                    <a:pt x="3048" y="3525012"/>
                  </a:lnTo>
                  <a:lnTo>
                    <a:pt x="10668" y="3525012"/>
                  </a:lnTo>
                  <a:lnTo>
                    <a:pt x="13716" y="3521964"/>
                  </a:lnTo>
                  <a:lnTo>
                    <a:pt x="13716" y="3473196"/>
                  </a:lnTo>
                  <a:close/>
                </a:path>
                <a:path w="1102359" h="3935095">
                  <a:moveTo>
                    <a:pt x="13716" y="3389376"/>
                  </a:moveTo>
                  <a:lnTo>
                    <a:pt x="10668" y="3386328"/>
                  </a:lnTo>
                  <a:lnTo>
                    <a:pt x="3048" y="3386328"/>
                  </a:lnTo>
                  <a:lnTo>
                    <a:pt x="0" y="3389376"/>
                  </a:lnTo>
                  <a:lnTo>
                    <a:pt x="0" y="3438144"/>
                  </a:lnTo>
                  <a:lnTo>
                    <a:pt x="3048" y="3441192"/>
                  </a:lnTo>
                  <a:lnTo>
                    <a:pt x="10668" y="3441192"/>
                  </a:lnTo>
                  <a:lnTo>
                    <a:pt x="13716" y="3438144"/>
                  </a:lnTo>
                  <a:lnTo>
                    <a:pt x="13716" y="3389376"/>
                  </a:lnTo>
                  <a:close/>
                </a:path>
                <a:path w="1102359" h="3935095">
                  <a:moveTo>
                    <a:pt x="13716" y="3307080"/>
                  </a:moveTo>
                  <a:lnTo>
                    <a:pt x="10668" y="3304032"/>
                  </a:lnTo>
                  <a:lnTo>
                    <a:pt x="3048" y="3304032"/>
                  </a:lnTo>
                  <a:lnTo>
                    <a:pt x="0" y="3307080"/>
                  </a:lnTo>
                  <a:lnTo>
                    <a:pt x="0" y="3355848"/>
                  </a:lnTo>
                  <a:lnTo>
                    <a:pt x="3048" y="3358896"/>
                  </a:lnTo>
                  <a:lnTo>
                    <a:pt x="10668" y="3358896"/>
                  </a:lnTo>
                  <a:lnTo>
                    <a:pt x="13716" y="3355848"/>
                  </a:lnTo>
                  <a:lnTo>
                    <a:pt x="13716" y="3307080"/>
                  </a:lnTo>
                  <a:close/>
                </a:path>
                <a:path w="1102359" h="3935095">
                  <a:moveTo>
                    <a:pt x="13716" y="3224784"/>
                  </a:moveTo>
                  <a:lnTo>
                    <a:pt x="10668" y="3221736"/>
                  </a:lnTo>
                  <a:lnTo>
                    <a:pt x="3048" y="3221736"/>
                  </a:lnTo>
                  <a:lnTo>
                    <a:pt x="0" y="3224784"/>
                  </a:lnTo>
                  <a:lnTo>
                    <a:pt x="0" y="3273552"/>
                  </a:lnTo>
                  <a:lnTo>
                    <a:pt x="3048" y="3276600"/>
                  </a:lnTo>
                  <a:lnTo>
                    <a:pt x="10668" y="3276600"/>
                  </a:lnTo>
                  <a:lnTo>
                    <a:pt x="13716" y="3273552"/>
                  </a:lnTo>
                  <a:lnTo>
                    <a:pt x="13716" y="3224784"/>
                  </a:lnTo>
                  <a:close/>
                </a:path>
                <a:path w="1102359" h="3935095">
                  <a:moveTo>
                    <a:pt x="13716" y="3142488"/>
                  </a:moveTo>
                  <a:lnTo>
                    <a:pt x="10668" y="3139440"/>
                  </a:lnTo>
                  <a:lnTo>
                    <a:pt x="3048" y="3139440"/>
                  </a:lnTo>
                  <a:lnTo>
                    <a:pt x="0" y="3142488"/>
                  </a:lnTo>
                  <a:lnTo>
                    <a:pt x="0" y="3191256"/>
                  </a:lnTo>
                  <a:lnTo>
                    <a:pt x="3048" y="3194304"/>
                  </a:lnTo>
                  <a:lnTo>
                    <a:pt x="10668" y="3194304"/>
                  </a:lnTo>
                  <a:lnTo>
                    <a:pt x="13716" y="3191256"/>
                  </a:lnTo>
                  <a:lnTo>
                    <a:pt x="13716" y="3142488"/>
                  </a:lnTo>
                  <a:close/>
                </a:path>
                <a:path w="1102359" h="3935095">
                  <a:moveTo>
                    <a:pt x="13716" y="3060192"/>
                  </a:moveTo>
                  <a:lnTo>
                    <a:pt x="10668" y="3055620"/>
                  </a:lnTo>
                  <a:lnTo>
                    <a:pt x="3048" y="3055620"/>
                  </a:lnTo>
                  <a:lnTo>
                    <a:pt x="0" y="3060192"/>
                  </a:lnTo>
                  <a:lnTo>
                    <a:pt x="0" y="3108960"/>
                  </a:lnTo>
                  <a:lnTo>
                    <a:pt x="3048" y="3112008"/>
                  </a:lnTo>
                  <a:lnTo>
                    <a:pt x="10668" y="3112008"/>
                  </a:lnTo>
                  <a:lnTo>
                    <a:pt x="13716" y="3108960"/>
                  </a:lnTo>
                  <a:lnTo>
                    <a:pt x="13716" y="3060192"/>
                  </a:lnTo>
                  <a:close/>
                </a:path>
                <a:path w="1102359" h="3935095">
                  <a:moveTo>
                    <a:pt x="13716" y="2976372"/>
                  </a:moveTo>
                  <a:lnTo>
                    <a:pt x="10668" y="2973324"/>
                  </a:lnTo>
                  <a:lnTo>
                    <a:pt x="3048" y="2973324"/>
                  </a:lnTo>
                  <a:lnTo>
                    <a:pt x="0" y="2976372"/>
                  </a:lnTo>
                  <a:lnTo>
                    <a:pt x="0" y="3025140"/>
                  </a:lnTo>
                  <a:lnTo>
                    <a:pt x="3048" y="3028188"/>
                  </a:lnTo>
                  <a:lnTo>
                    <a:pt x="10668" y="3028188"/>
                  </a:lnTo>
                  <a:lnTo>
                    <a:pt x="13716" y="3025140"/>
                  </a:lnTo>
                  <a:lnTo>
                    <a:pt x="13716" y="2976372"/>
                  </a:lnTo>
                  <a:close/>
                </a:path>
                <a:path w="1102359" h="3935095">
                  <a:moveTo>
                    <a:pt x="13716" y="2894076"/>
                  </a:moveTo>
                  <a:lnTo>
                    <a:pt x="10668" y="2891028"/>
                  </a:lnTo>
                  <a:lnTo>
                    <a:pt x="3048" y="2891028"/>
                  </a:lnTo>
                  <a:lnTo>
                    <a:pt x="0" y="2894076"/>
                  </a:lnTo>
                  <a:lnTo>
                    <a:pt x="0" y="2942844"/>
                  </a:lnTo>
                  <a:lnTo>
                    <a:pt x="3048" y="2945892"/>
                  </a:lnTo>
                  <a:lnTo>
                    <a:pt x="10668" y="2945892"/>
                  </a:lnTo>
                  <a:lnTo>
                    <a:pt x="13716" y="2942844"/>
                  </a:lnTo>
                  <a:lnTo>
                    <a:pt x="13716" y="2894076"/>
                  </a:lnTo>
                  <a:close/>
                </a:path>
                <a:path w="1102359" h="3935095">
                  <a:moveTo>
                    <a:pt x="13716" y="2811780"/>
                  </a:moveTo>
                  <a:lnTo>
                    <a:pt x="10668" y="2808732"/>
                  </a:lnTo>
                  <a:lnTo>
                    <a:pt x="3048" y="2808732"/>
                  </a:lnTo>
                  <a:lnTo>
                    <a:pt x="0" y="2811780"/>
                  </a:lnTo>
                  <a:lnTo>
                    <a:pt x="0" y="2860548"/>
                  </a:lnTo>
                  <a:lnTo>
                    <a:pt x="3048" y="2863596"/>
                  </a:lnTo>
                  <a:lnTo>
                    <a:pt x="10668" y="2863596"/>
                  </a:lnTo>
                  <a:lnTo>
                    <a:pt x="13716" y="2860548"/>
                  </a:lnTo>
                  <a:lnTo>
                    <a:pt x="13716" y="2811780"/>
                  </a:lnTo>
                  <a:close/>
                </a:path>
                <a:path w="1102359" h="3935095">
                  <a:moveTo>
                    <a:pt x="13716" y="2729484"/>
                  </a:moveTo>
                  <a:lnTo>
                    <a:pt x="10668" y="2726436"/>
                  </a:lnTo>
                  <a:lnTo>
                    <a:pt x="3048" y="2726436"/>
                  </a:lnTo>
                  <a:lnTo>
                    <a:pt x="0" y="2729484"/>
                  </a:lnTo>
                  <a:lnTo>
                    <a:pt x="0" y="2778252"/>
                  </a:lnTo>
                  <a:lnTo>
                    <a:pt x="3048" y="2781300"/>
                  </a:lnTo>
                  <a:lnTo>
                    <a:pt x="10668" y="2781300"/>
                  </a:lnTo>
                  <a:lnTo>
                    <a:pt x="13716" y="2778252"/>
                  </a:lnTo>
                  <a:lnTo>
                    <a:pt x="13716" y="2729484"/>
                  </a:lnTo>
                  <a:close/>
                </a:path>
                <a:path w="1102359" h="3935095">
                  <a:moveTo>
                    <a:pt x="13716" y="2645664"/>
                  </a:moveTo>
                  <a:lnTo>
                    <a:pt x="10668" y="2642616"/>
                  </a:lnTo>
                  <a:lnTo>
                    <a:pt x="3048" y="2642616"/>
                  </a:lnTo>
                  <a:lnTo>
                    <a:pt x="0" y="2645664"/>
                  </a:lnTo>
                  <a:lnTo>
                    <a:pt x="0" y="2695956"/>
                  </a:lnTo>
                  <a:lnTo>
                    <a:pt x="3048" y="2699004"/>
                  </a:lnTo>
                  <a:lnTo>
                    <a:pt x="10668" y="2699004"/>
                  </a:lnTo>
                  <a:lnTo>
                    <a:pt x="13716" y="2695956"/>
                  </a:lnTo>
                  <a:lnTo>
                    <a:pt x="13716" y="2645664"/>
                  </a:lnTo>
                  <a:close/>
                </a:path>
                <a:path w="1102359" h="3935095">
                  <a:moveTo>
                    <a:pt x="13716" y="2563368"/>
                  </a:moveTo>
                  <a:lnTo>
                    <a:pt x="10668" y="2560320"/>
                  </a:lnTo>
                  <a:lnTo>
                    <a:pt x="3048" y="2560320"/>
                  </a:lnTo>
                  <a:lnTo>
                    <a:pt x="0" y="2563368"/>
                  </a:lnTo>
                  <a:lnTo>
                    <a:pt x="0" y="2612136"/>
                  </a:lnTo>
                  <a:lnTo>
                    <a:pt x="3048" y="2615184"/>
                  </a:lnTo>
                  <a:lnTo>
                    <a:pt x="10668" y="2615184"/>
                  </a:lnTo>
                  <a:lnTo>
                    <a:pt x="13716" y="2612136"/>
                  </a:lnTo>
                  <a:lnTo>
                    <a:pt x="13716" y="2563368"/>
                  </a:lnTo>
                  <a:close/>
                </a:path>
                <a:path w="1102359" h="3935095">
                  <a:moveTo>
                    <a:pt x="13716" y="2481072"/>
                  </a:moveTo>
                  <a:lnTo>
                    <a:pt x="10668" y="2478024"/>
                  </a:lnTo>
                  <a:lnTo>
                    <a:pt x="3048" y="2478024"/>
                  </a:lnTo>
                  <a:lnTo>
                    <a:pt x="0" y="2481072"/>
                  </a:lnTo>
                  <a:lnTo>
                    <a:pt x="0" y="2529840"/>
                  </a:lnTo>
                  <a:lnTo>
                    <a:pt x="3048" y="2532888"/>
                  </a:lnTo>
                  <a:lnTo>
                    <a:pt x="10668" y="2532888"/>
                  </a:lnTo>
                  <a:lnTo>
                    <a:pt x="13716" y="2529840"/>
                  </a:lnTo>
                  <a:lnTo>
                    <a:pt x="13716" y="2481072"/>
                  </a:lnTo>
                  <a:close/>
                </a:path>
                <a:path w="1102359" h="3935095">
                  <a:moveTo>
                    <a:pt x="13716" y="2398776"/>
                  </a:moveTo>
                  <a:lnTo>
                    <a:pt x="10668" y="2395728"/>
                  </a:lnTo>
                  <a:lnTo>
                    <a:pt x="3048" y="2395728"/>
                  </a:lnTo>
                  <a:lnTo>
                    <a:pt x="0" y="2398776"/>
                  </a:lnTo>
                  <a:lnTo>
                    <a:pt x="0" y="2447544"/>
                  </a:lnTo>
                  <a:lnTo>
                    <a:pt x="3048" y="2450592"/>
                  </a:lnTo>
                  <a:lnTo>
                    <a:pt x="10668" y="2450592"/>
                  </a:lnTo>
                  <a:lnTo>
                    <a:pt x="13716" y="2447544"/>
                  </a:lnTo>
                  <a:lnTo>
                    <a:pt x="13716" y="2398776"/>
                  </a:lnTo>
                  <a:close/>
                </a:path>
                <a:path w="1102359" h="3935095">
                  <a:moveTo>
                    <a:pt x="13716" y="2316480"/>
                  </a:moveTo>
                  <a:lnTo>
                    <a:pt x="10668" y="2313432"/>
                  </a:lnTo>
                  <a:lnTo>
                    <a:pt x="3048" y="2313432"/>
                  </a:lnTo>
                  <a:lnTo>
                    <a:pt x="0" y="2316480"/>
                  </a:lnTo>
                  <a:lnTo>
                    <a:pt x="0" y="2365248"/>
                  </a:lnTo>
                  <a:lnTo>
                    <a:pt x="3048" y="2368296"/>
                  </a:lnTo>
                  <a:lnTo>
                    <a:pt x="10668" y="2368296"/>
                  </a:lnTo>
                  <a:lnTo>
                    <a:pt x="13716" y="2365248"/>
                  </a:lnTo>
                  <a:lnTo>
                    <a:pt x="13716" y="2316480"/>
                  </a:lnTo>
                  <a:close/>
                </a:path>
                <a:path w="1102359" h="3935095">
                  <a:moveTo>
                    <a:pt x="13716" y="2232660"/>
                  </a:moveTo>
                  <a:lnTo>
                    <a:pt x="10668" y="2229612"/>
                  </a:lnTo>
                  <a:lnTo>
                    <a:pt x="3048" y="2229612"/>
                  </a:lnTo>
                  <a:lnTo>
                    <a:pt x="0" y="2232660"/>
                  </a:lnTo>
                  <a:lnTo>
                    <a:pt x="0" y="2282952"/>
                  </a:lnTo>
                  <a:lnTo>
                    <a:pt x="3048" y="2286000"/>
                  </a:lnTo>
                  <a:lnTo>
                    <a:pt x="10668" y="2286000"/>
                  </a:lnTo>
                  <a:lnTo>
                    <a:pt x="13716" y="2282952"/>
                  </a:lnTo>
                  <a:lnTo>
                    <a:pt x="13716" y="2232660"/>
                  </a:lnTo>
                  <a:close/>
                </a:path>
                <a:path w="1102359" h="3935095">
                  <a:moveTo>
                    <a:pt x="13716" y="2150364"/>
                  </a:moveTo>
                  <a:lnTo>
                    <a:pt x="10668" y="2147316"/>
                  </a:lnTo>
                  <a:lnTo>
                    <a:pt x="3048" y="2147316"/>
                  </a:lnTo>
                  <a:lnTo>
                    <a:pt x="0" y="2150364"/>
                  </a:lnTo>
                  <a:lnTo>
                    <a:pt x="0" y="2199132"/>
                  </a:lnTo>
                  <a:lnTo>
                    <a:pt x="3048" y="2202180"/>
                  </a:lnTo>
                  <a:lnTo>
                    <a:pt x="10668" y="2202180"/>
                  </a:lnTo>
                  <a:lnTo>
                    <a:pt x="13716" y="2199132"/>
                  </a:lnTo>
                  <a:lnTo>
                    <a:pt x="13716" y="2150364"/>
                  </a:lnTo>
                  <a:close/>
                </a:path>
                <a:path w="1102359" h="3935095">
                  <a:moveTo>
                    <a:pt x="13716" y="2068068"/>
                  </a:moveTo>
                  <a:lnTo>
                    <a:pt x="10668" y="2065020"/>
                  </a:lnTo>
                  <a:lnTo>
                    <a:pt x="3048" y="2065020"/>
                  </a:lnTo>
                  <a:lnTo>
                    <a:pt x="0" y="2068068"/>
                  </a:lnTo>
                  <a:lnTo>
                    <a:pt x="0" y="2116836"/>
                  </a:lnTo>
                  <a:lnTo>
                    <a:pt x="3048" y="2119884"/>
                  </a:lnTo>
                  <a:lnTo>
                    <a:pt x="10668" y="2119884"/>
                  </a:lnTo>
                  <a:lnTo>
                    <a:pt x="13716" y="2116836"/>
                  </a:lnTo>
                  <a:lnTo>
                    <a:pt x="13716" y="2068068"/>
                  </a:lnTo>
                  <a:close/>
                </a:path>
                <a:path w="1102359" h="3935095">
                  <a:moveTo>
                    <a:pt x="13716" y="1985772"/>
                  </a:moveTo>
                  <a:lnTo>
                    <a:pt x="10668" y="1982736"/>
                  </a:lnTo>
                  <a:lnTo>
                    <a:pt x="3048" y="1982736"/>
                  </a:lnTo>
                  <a:lnTo>
                    <a:pt x="0" y="1985772"/>
                  </a:lnTo>
                  <a:lnTo>
                    <a:pt x="0" y="2034540"/>
                  </a:lnTo>
                  <a:lnTo>
                    <a:pt x="3048" y="2037588"/>
                  </a:lnTo>
                  <a:lnTo>
                    <a:pt x="10668" y="2037588"/>
                  </a:lnTo>
                  <a:lnTo>
                    <a:pt x="13716" y="2034540"/>
                  </a:lnTo>
                  <a:lnTo>
                    <a:pt x="13716" y="1985772"/>
                  </a:lnTo>
                  <a:close/>
                </a:path>
                <a:path w="1102359" h="3935095">
                  <a:moveTo>
                    <a:pt x="13716" y="1903476"/>
                  </a:moveTo>
                  <a:lnTo>
                    <a:pt x="10668" y="1900428"/>
                  </a:lnTo>
                  <a:lnTo>
                    <a:pt x="3048" y="1900428"/>
                  </a:lnTo>
                  <a:lnTo>
                    <a:pt x="0" y="1903476"/>
                  </a:lnTo>
                  <a:lnTo>
                    <a:pt x="0" y="1952244"/>
                  </a:lnTo>
                  <a:lnTo>
                    <a:pt x="3048" y="1955292"/>
                  </a:lnTo>
                  <a:lnTo>
                    <a:pt x="10668" y="1955292"/>
                  </a:lnTo>
                  <a:lnTo>
                    <a:pt x="13716" y="1952244"/>
                  </a:lnTo>
                  <a:lnTo>
                    <a:pt x="13716" y="1903476"/>
                  </a:lnTo>
                  <a:close/>
                </a:path>
                <a:path w="1102359" h="3935095">
                  <a:moveTo>
                    <a:pt x="13716" y="1819656"/>
                  </a:moveTo>
                  <a:lnTo>
                    <a:pt x="10668" y="1816608"/>
                  </a:lnTo>
                  <a:lnTo>
                    <a:pt x="3048" y="1816608"/>
                  </a:lnTo>
                  <a:lnTo>
                    <a:pt x="0" y="1819656"/>
                  </a:lnTo>
                  <a:lnTo>
                    <a:pt x="0" y="1869948"/>
                  </a:lnTo>
                  <a:lnTo>
                    <a:pt x="3048" y="1872996"/>
                  </a:lnTo>
                  <a:lnTo>
                    <a:pt x="10668" y="1872996"/>
                  </a:lnTo>
                  <a:lnTo>
                    <a:pt x="13716" y="1869948"/>
                  </a:lnTo>
                  <a:lnTo>
                    <a:pt x="13716" y="1819656"/>
                  </a:lnTo>
                  <a:close/>
                </a:path>
                <a:path w="1102359" h="3935095">
                  <a:moveTo>
                    <a:pt x="13716" y="1737360"/>
                  </a:moveTo>
                  <a:lnTo>
                    <a:pt x="10668" y="1734312"/>
                  </a:lnTo>
                  <a:lnTo>
                    <a:pt x="3048" y="1734312"/>
                  </a:lnTo>
                  <a:lnTo>
                    <a:pt x="0" y="1737360"/>
                  </a:lnTo>
                  <a:lnTo>
                    <a:pt x="0" y="1786128"/>
                  </a:lnTo>
                  <a:lnTo>
                    <a:pt x="3048" y="1789176"/>
                  </a:lnTo>
                  <a:lnTo>
                    <a:pt x="10668" y="1789176"/>
                  </a:lnTo>
                  <a:lnTo>
                    <a:pt x="13716" y="1786128"/>
                  </a:lnTo>
                  <a:lnTo>
                    <a:pt x="13716" y="1737360"/>
                  </a:lnTo>
                  <a:close/>
                </a:path>
                <a:path w="1102359" h="3935095">
                  <a:moveTo>
                    <a:pt x="13716" y="1655064"/>
                  </a:moveTo>
                  <a:lnTo>
                    <a:pt x="10668" y="1652016"/>
                  </a:lnTo>
                  <a:lnTo>
                    <a:pt x="3048" y="1652016"/>
                  </a:lnTo>
                  <a:lnTo>
                    <a:pt x="0" y="1655064"/>
                  </a:lnTo>
                  <a:lnTo>
                    <a:pt x="0" y="1703832"/>
                  </a:lnTo>
                  <a:lnTo>
                    <a:pt x="3048" y="1706880"/>
                  </a:lnTo>
                  <a:lnTo>
                    <a:pt x="10668" y="1706880"/>
                  </a:lnTo>
                  <a:lnTo>
                    <a:pt x="13716" y="1703832"/>
                  </a:lnTo>
                  <a:lnTo>
                    <a:pt x="13716" y="1655064"/>
                  </a:lnTo>
                  <a:close/>
                </a:path>
                <a:path w="1102359" h="3935095">
                  <a:moveTo>
                    <a:pt x="13716" y="1572768"/>
                  </a:moveTo>
                  <a:lnTo>
                    <a:pt x="10668" y="1569720"/>
                  </a:lnTo>
                  <a:lnTo>
                    <a:pt x="3048" y="1569720"/>
                  </a:lnTo>
                  <a:lnTo>
                    <a:pt x="0" y="1572768"/>
                  </a:lnTo>
                  <a:lnTo>
                    <a:pt x="0" y="1621536"/>
                  </a:lnTo>
                  <a:lnTo>
                    <a:pt x="3048" y="1624584"/>
                  </a:lnTo>
                  <a:lnTo>
                    <a:pt x="10668" y="1624584"/>
                  </a:lnTo>
                  <a:lnTo>
                    <a:pt x="13716" y="1621536"/>
                  </a:lnTo>
                  <a:lnTo>
                    <a:pt x="13716" y="1572768"/>
                  </a:lnTo>
                  <a:close/>
                </a:path>
                <a:path w="1102359" h="3935095">
                  <a:moveTo>
                    <a:pt x="13716" y="1490472"/>
                  </a:moveTo>
                  <a:lnTo>
                    <a:pt x="10668" y="1487424"/>
                  </a:lnTo>
                  <a:lnTo>
                    <a:pt x="3048" y="1487424"/>
                  </a:lnTo>
                  <a:lnTo>
                    <a:pt x="0" y="1490472"/>
                  </a:lnTo>
                  <a:lnTo>
                    <a:pt x="0" y="1539240"/>
                  </a:lnTo>
                  <a:lnTo>
                    <a:pt x="3048" y="1542288"/>
                  </a:lnTo>
                  <a:lnTo>
                    <a:pt x="10668" y="1542288"/>
                  </a:lnTo>
                  <a:lnTo>
                    <a:pt x="13716" y="1539240"/>
                  </a:lnTo>
                  <a:lnTo>
                    <a:pt x="13716" y="1490472"/>
                  </a:lnTo>
                  <a:close/>
                </a:path>
                <a:path w="1102359" h="3935095">
                  <a:moveTo>
                    <a:pt x="13716" y="1406652"/>
                  </a:moveTo>
                  <a:lnTo>
                    <a:pt x="10668" y="1403604"/>
                  </a:lnTo>
                  <a:lnTo>
                    <a:pt x="3048" y="1403604"/>
                  </a:lnTo>
                  <a:lnTo>
                    <a:pt x="0" y="1406652"/>
                  </a:lnTo>
                  <a:lnTo>
                    <a:pt x="0" y="1456944"/>
                  </a:lnTo>
                  <a:lnTo>
                    <a:pt x="3048" y="1459992"/>
                  </a:lnTo>
                  <a:lnTo>
                    <a:pt x="10668" y="1459992"/>
                  </a:lnTo>
                  <a:lnTo>
                    <a:pt x="13716" y="1456944"/>
                  </a:lnTo>
                  <a:lnTo>
                    <a:pt x="13716" y="1406652"/>
                  </a:lnTo>
                  <a:close/>
                </a:path>
                <a:path w="1102359" h="3935095">
                  <a:moveTo>
                    <a:pt x="13716" y="1324356"/>
                  </a:moveTo>
                  <a:lnTo>
                    <a:pt x="10668" y="1321308"/>
                  </a:lnTo>
                  <a:lnTo>
                    <a:pt x="3048" y="1321308"/>
                  </a:lnTo>
                  <a:lnTo>
                    <a:pt x="0" y="1324356"/>
                  </a:lnTo>
                  <a:lnTo>
                    <a:pt x="0" y="1373124"/>
                  </a:lnTo>
                  <a:lnTo>
                    <a:pt x="3048" y="1376172"/>
                  </a:lnTo>
                  <a:lnTo>
                    <a:pt x="10668" y="1376172"/>
                  </a:lnTo>
                  <a:lnTo>
                    <a:pt x="13716" y="1373124"/>
                  </a:lnTo>
                  <a:lnTo>
                    <a:pt x="13716" y="1324356"/>
                  </a:lnTo>
                  <a:close/>
                </a:path>
                <a:path w="1102359" h="3935095">
                  <a:moveTo>
                    <a:pt x="13716" y="1242060"/>
                  </a:moveTo>
                  <a:lnTo>
                    <a:pt x="10668" y="1239012"/>
                  </a:lnTo>
                  <a:lnTo>
                    <a:pt x="3048" y="1239012"/>
                  </a:lnTo>
                  <a:lnTo>
                    <a:pt x="0" y="1242060"/>
                  </a:lnTo>
                  <a:lnTo>
                    <a:pt x="0" y="1290828"/>
                  </a:lnTo>
                  <a:lnTo>
                    <a:pt x="3048" y="1293876"/>
                  </a:lnTo>
                  <a:lnTo>
                    <a:pt x="10668" y="1293876"/>
                  </a:lnTo>
                  <a:lnTo>
                    <a:pt x="13716" y="1290828"/>
                  </a:lnTo>
                  <a:lnTo>
                    <a:pt x="13716" y="1242060"/>
                  </a:lnTo>
                  <a:close/>
                </a:path>
                <a:path w="1102359" h="3935095">
                  <a:moveTo>
                    <a:pt x="13716" y="1159764"/>
                  </a:moveTo>
                  <a:lnTo>
                    <a:pt x="10668" y="1156716"/>
                  </a:lnTo>
                  <a:lnTo>
                    <a:pt x="3048" y="1156716"/>
                  </a:lnTo>
                  <a:lnTo>
                    <a:pt x="0" y="1159764"/>
                  </a:lnTo>
                  <a:lnTo>
                    <a:pt x="0" y="1208532"/>
                  </a:lnTo>
                  <a:lnTo>
                    <a:pt x="3048" y="1211580"/>
                  </a:lnTo>
                  <a:lnTo>
                    <a:pt x="10668" y="1211580"/>
                  </a:lnTo>
                  <a:lnTo>
                    <a:pt x="13716" y="1208532"/>
                  </a:lnTo>
                  <a:lnTo>
                    <a:pt x="13716" y="1159764"/>
                  </a:lnTo>
                  <a:close/>
                </a:path>
                <a:path w="1102359" h="3935095">
                  <a:moveTo>
                    <a:pt x="13716" y="1077468"/>
                  </a:moveTo>
                  <a:lnTo>
                    <a:pt x="10668" y="1074420"/>
                  </a:lnTo>
                  <a:lnTo>
                    <a:pt x="3048" y="1074420"/>
                  </a:lnTo>
                  <a:lnTo>
                    <a:pt x="0" y="1077468"/>
                  </a:lnTo>
                  <a:lnTo>
                    <a:pt x="0" y="1126236"/>
                  </a:lnTo>
                  <a:lnTo>
                    <a:pt x="3048" y="1129284"/>
                  </a:lnTo>
                  <a:lnTo>
                    <a:pt x="10668" y="1129284"/>
                  </a:lnTo>
                  <a:lnTo>
                    <a:pt x="13716" y="1126236"/>
                  </a:lnTo>
                  <a:lnTo>
                    <a:pt x="13716" y="1077468"/>
                  </a:lnTo>
                  <a:close/>
                </a:path>
                <a:path w="1102359" h="3935095">
                  <a:moveTo>
                    <a:pt x="13716" y="993648"/>
                  </a:moveTo>
                  <a:lnTo>
                    <a:pt x="10668" y="990600"/>
                  </a:lnTo>
                  <a:lnTo>
                    <a:pt x="3048" y="990600"/>
                  </a:lnTo>
                  <a:lnTo>
                    <a:pt x="0" y="993648"/>
                  </a:lnTo>
                  <a:lnTo>
                    <a:pt x="0" y="1043940"/>
                  </a:lnTo>
                  <a:lnTo>
                    <a:pt x="3048" y="1046988"/>
                  </a:lnTo>
                  <a:lnTo>
                    <a:pt x="10668" y="1046988"/>
                  </a:lnTo>
                  <a:lnTo>
                    <a:pt x="13716" y="1043940"/>
                  </a:lnTo>
                  <a:lnTo>
                    <a:pt x="13716" y="993648"/>
                  </a:lnTo>
                  <a:close/>
                </a:path>
                <a:path w="1102359" h="3935095">
                  <a:moveTo>
                    <a:pt x="13716" y="911352"/>
                  </a:moveTo>
                  <a:lnTo>
                    <a:pt x="10668" y="908304"/>
                  </a:lnTo>
                  <a:lnTo>
                    <a:pt x="3048" y="908304"/>
                  </a:lnTo>
                  <a:lnTo>
                    <a:pt x="0" y="911352"/>
                  </a:lnTo>
                  <a:lnTo>
                    <a:pt x="0" y="960120"/>
                  </a:lnTo>
                  <a:lnTo>
                    <a:pt x="3048" y="963168"/>
                  </a:lnTo>
                  <a:lnTo>
                    <a:pt x="10668" y="963168"/>
                  </a:lnTo>
                  <a:lnTo>
                    <a:pt x="13716" y="960120"/>
                  </a:lnTo>
                  <a:lnTo>
                    <a:pt x="13716" y="911352"/>
                  </a:lnTo>
                  <a:close/>
                </a:path>
                <a:path w="1102359" h="3935095">
                  <a:moveTo>
                    <a:pt x="13716" y="829056"/>
                  </a:moveTo>
                  <a:lnTo>
                    <a:pt x="10668" y="826008"/>
                  </a:lnTo>
                  <a:lnTo>
                    <a:pt x="3048" y="826008"/>
                  </a:lnTo>
                  <a:lnTo>
                    <a:pt x="0" y="829056"/>
                  </a:lnTo>
                  <a:lnTo>
                    <a:pt x="0" y="877824"/>
                  </a:lnTo>
                  <a:lnTo>
                    <a:pt x="3048" y="880872"/>
                  </a:lnTo>
                  <a:lnTo>
                    <a:pt x="10668" y="880872"/>
                  </a:lnTo>
                  <a:lnTo>
                    <a:pt x="13716" y="877824"/>
                  </a:lnTo>
                  <a:lnTo>
                    <a:pt x="13716" y="829056"/>
                  </a:lnTo>
                  <a:close/>
                </a:path>
                <a:path w="1102359" h="3935095">
                  <a:moveTo>
                    <a:pt x="13716" y="746760"/>
                  </a:moveTo>
                  <a:lnTo>
                    <a:pt x="10668" y="743712"/>
                  </a:lnTo>
                  <a:lnTo>
                    <a:pt x="3048" y="743712"/>
                  </a:lnTo>
                  <a:lnTo>
                    <a:pt x="0" y="746760"/>
                  </a:lnTo>
                  <a:lnTo>
                    <a:pt x="0" y="795528"/>
                  </a:lnTo>
                  <a:lnTo>
                    <a:pt x="3048" y="798576"/>
                  </a:lnTo>
                  <a:lnTo>
                    <a:pt x="10668" y="798576"/>
                  </a:lnTo>
                  <a:lnTo>
                    <a:pt x="13716" y="795528"/>
                  </a:lnTo>
                  <a:lnTo>
                    <a:pt x="13716" y="746760"/>
                  </a:lnTo>
                  <a:close/>
                </a:path>
                <a:path w="1102359" h="3935095">
                  <a:moveTo>
                    <a:pt x="13716" y="664464"/>
                  </a:moveTo>
                  <a:lnTo>
                    <a:pt x="10668" y="661416"/>
                  </a:lnTo>
                  <a:lnTo>
                    <a:pt x="3048" y="661416"/>
                  </a:lnTo>
                  <a:lnTo>
                    <a:pt x="0" y="664464"/>
                  </a:lnTo>
                  <a:lnTo>
                    <a:pt x="0" y="713232"/>
                  </a:lnTo>
                  <a:lnTo>
                    <a:pt x="3048" y="716280"/>
                  </a:lnTo>
                  <a:lnTo>
                    <a:pt x="10668" y="716280"/>
                  </a:lnTo>
                  <a:lnTo>
                    <a:pt x="13716" y="713232"/>
                  </a:lnTo>
                  <a:lnTo>
                    <a:pt x="13716" y="664464"/>
                  </a:lnTo>
                  <a:close/>
                </a:path>
                <a:path w="1102359" h="3935095">
                  <a:moveTo>
                    <a:pt x="13716" y="580644"/>
                  </a:moveTo>
                  <a:lnTo>
                    <a:pt x="10668" y="577596"/>
                  </a:lnTo>
                  <a:lnTo>
                    <a:pt x="3048" y="577596"/>
                  </a:lnTo>
                  <a:lnTo>
                    <a:pt x="0" y="580644"/>
                  </a:lnTo>
                  <a:lnTo>
                    <a:pt x="0" y="630936"/>
                  </a:lnTo>
                  <a:lnTo>
                    <a:pt x="3048" y="633984"/>
                  </a:lnTo>
                  <a:lnTo>
                    <a:pt x="10668" y="633984"/>
                  </a:lnTo>
                  <a:lnTo>
                    <a:pt x="13716" y="630936"/>
                  </a:lnTo>
                  <a:lnTo>
                    <a:pt x="13716" y="580644"/>
                  </a:lnTo>
                  <a:close/>
                </a:path>
                <a:path w="1102359" h="3935095">
                  <a:moveTo>
                    <a:pt x="13716" y="498348"/>
                  </a:moveTo>
                  <a:lnTo>
                    <a:pt x="10668" y="495300"/>
                  </a:lnTo>
                  <a:lnTo>
                    <a:pt x="3048" y="495300"/>
                  </a:lnTo>
                  <a:lnTo>
                    <a:pt x="0" y="498348"/>
                  </a:lnTo>
                  <a:lnTo>
                    <a:pt x="0" y="547116"/>
                  </a:lnTo>
                  <a:lnTo>
                    <a:pt x="3048" y="550164"/>
                  </a:lnTo>
                  <a:lnTo>
                    <a:pt x="10668" y="550164"/>
                  </a:lnTo>
                  <a:lnTo>
                    <a:pt x="13716" y="547116"/>
                  </a:lnTo>
                  <a:lnTo>
                    <a:pt x="13716" y="498348"/>
                  </a:lnTo>
                  <a:close/>
                </a:path>
                <a:path w="1102359" h="3935095">
                  <a:moveTo>
                    <a:pt x="13716" y="416052"/>
                  </a:moveTo>
                  <a:lnTo>
                    <a:pt x="10668" y="413004"/>
                  </a:lnTo>
                  <a:lnTo>
                    <a:pt x="3048" y="413004"/>
                  </a:lnTo>
                  <a:lnTo>
                    <a:pt x="0" y="416052"/>
                  </a:lnTo>
                  <a:lnTo>
                    <a:pt x="0" y="464820"/>
                  </a:lnTo>
                  <a:lnTo>
                    <a:pt x="3048" y="467868"/>
                  </a:lnTo>
                  <a:lnTo>
                    <a:pt x="10668" y="467868"/>
                  </a:lnTo>
                  <a:lnTo>
                    <a:pt x="13716" y="464820"/>
                  </a:lnTo>
                  <a:lnTo>
                    <a:pt x="13716" y="416052"/>
                  </a:lnTo>
                  <a:close/>
                </a:path>
                <a:path w="1102359" h="3935095">
                  <a:moveTo>
                    <a:pt x="13716" y="333756"/>
                  </a:moveTo>
                  <a:lnTo>
                    <a:pt x="10668" y="330708"/>
                  </a:lnTo>
                  <a:lnTo>
                    <a:pt x="3048" y="330708"/>
                  </a:lnTo>
                  <a:lnTo>
                    <a:pt x="0" y="333756"/>
                  </a:lnTo>
                  <a:lnTo>
                    <a:pt x="0" y="382524"/>
                  </a:lnTo>
                  <a:lnTo>
                    <a:pt x="3048" y="385572"/>
                  </a:lnTo>
                  <a:lnTo>
                    <a:pt x="10668" y="385572"/>
                  </a:lnTo>
                  <a:lnTo>
                    <a:pt x="13716" y="382524"/>
                  </a:lnTo>
                  <a:lnTo>
                    <a:pt x="13716" y="333756"/>
                  </a:lnTo>
                  <a:close/>
                </a:path>
                <a:path w="1102359" h="3935095">
                  <a:moveTo>
                    <a:pt x="13716" y="251460"/>
                  </a:moveTo>
                  <a:lnTo>
                    <a:pt x="10668" y="248412"/>
                  </a:lnTo>
                  <a:lnTo>
                    <a:pt x="3048" y="248412"/>
                  </a:lnTo>
                  <a:lnTo>
                    <a:pt x="0" y="251460"/>
                  </a:lnTo>
                  <a:lnTo>
                    <a:pt x="0" y="300228"/>
                  </a:lnTo>
                  <a:lnTo>
                    <a:pt x="3048" y="303276"/>
                  </a:lnTo>
                  <a:lnTo>
                    <a:pt x="10668" y="303276"/>
                  </a:lnTo>
                  <a:lnTo>
                    <a:pt x="13716" y="300228"/>
                  </a:lnTo>
                  <a:lnTo>
                    <a:pt x="13716" y="251460"/>
                  </a:lnTo>
                  <a:close/>
                </a:path>
                <a:path w="1102359" h="3935095">
                  <a:moveTo>
                    <a:pt x="13716" y="167640"/>
                  </a:moveTo>
                  <a:lnTo>
                    <a:pt x="10668" y="164592"/>
                  </a:lnTo>
                  <a:lnTo>
                    <a:pt x="3048" y="164592"/>
                  </a:lnTo>
                  <a:lnTo>
                    <a:pt x="0" y="167640"/>
                  </a:lnTo>
                  <a:lnTo>
                    <a:pt x="0" y="217932"/>
                  </a:lnTo>
                  <a:lnTo>
                    <a:pt x="3048" y="220980"/>
                  </a:lnTo>
                  <a:lnTo>
                    <a:pt x="10668" y="220980"/>
                  </a:lnTo>
                  <a:lnTo>
                    <a:pt x="13716" y="217932"/>
                  </a:lnTo>
                  <a:lnTo>
                    <a:pt x="13716" y="167640"/>
                  </a:lnTo>
                  <a:close/>
                </a:path>
                <a:path w="1102359" h="3935095">
                  <a:moveTo>
                    <a:pt x="13716" y="85344"/>
                  </a:moveTo>
                  <a:lnTo>
                    <a:pt x="10668" y="82296"/>
                  </a:lnTo>
                  <a:lnTo>
                    <a:pt x="3048" y="82296"/>
                  </a:lnTo>
                  <a:lnTo>
                    <a:pt x="0" y="85344"/>
                  </a:lnTo>
                  <a:lnTo>
                    <a:pt x="0" y="134112"/>
                  </a:lnTo>
                  <a:lnTo>
                    <a:pt x="3048" y="137160"/>
                  </a:lnTo>
                  <a:lnTo>
                    <a:pt x="10668" y="137160"/>
                  </a:lnTo>
                  <a:lnTo>
                    <a:pt x="13716" y="134112"/>
                  </a:lnTo>
                  <a:lnTo>
                    <a:pt x="13716" y="85344"/>
                  </a:lnTo>
                  <a:close/>
                </a:path>
                <a:path w="1102359" h="3935095">
                  <a:moveTo>
                    <a:pt x="13716" y="3048"/>
                  </a:moveTo>
                  <a:lnTo>
                    <a:pt x="10668" y="0"/>
                  </a:lnTo>
                  <a:lnTo>
                    <a:pt x="3048" y="0"/>
                  </a:lnTo>
                  <a:lnTo>
                    <a:pt x="0" y="3048"/>
                  </a:lnTo>
                  <a:lnTo>
                    <a:pt x="0" y="51816"/>
                  </a:lnTo>
                  <a:lnTo>
                    <a:pt x="3048" y="54864"/>
                  </a:lnTo>
                  <a:lnTo>
                    <a:pt x="10668" y="54864"/>
                  </a:lnTo>
                  <a:lnTo>
                    <a:pt x="13716" y="51816"/>
                  </a:lnTo>
                  <a:lnTo>
                    <a:pt x="13716" y="3048"/>
                  </a:lnTo>
                  <a:close/>
                </a:path>
                <a:path w="1102359" h="3935095">
                  <a:moveTo>
                    <a:pt x="557784" y="3886200"/>
                  </a:moveTo>
                  <a:lnTo>
                    <a:pt x="554736" y="3883152"/>
                  </a:lnTo>
                  <a:lnTo>
                    <a:pt x="547116" y="3883152"/>
                  </a:lnTo>
                  <a:lnTo>
                    <a:pt x="544068" y="3886200"/>
                  </a:lnTo>
                  <a:lnTo>
                    <a:pt x="544068" y="3931920"/>
                  </a:lnTo>
                  <a:lnTo>
                    <a:pt x="547116" y="3934968"/>
                  </a:lnTo>
                  <a:lnTo>
                    <a:pt x="554736" y="3934968"/>
                  </a:lnTo>
                  <a:lnTo>
                    <a:pt x="557784" y="3931920"/>
                  </a:lnTo>
                  <a:lnTo>
                    <a:pt x="557784" y="3886200"/>
                  </a:lnTo>
                  <a:close/>
                </a:path>
                <a:path w="1102359" h="3935095">
                  <a:moveTo>
                    <a:pt x="557784" y="3802380"/>
                  </a:moveTo>
                  <a:lnTo>
                    <a:pt x="554736" y="3799332"/>
                  </a:lnTo>
                  <a:lnTo>
                    <a:pt x="547116" y="3799332"/>
                  </a:lnTo>
                  <a:lnTo>
                    <a:pt x="544068" y="3802380"/>
                  </a:lnTo>
                  <a:lnTo>
                    <a:pt x="544068" y="3851148"/>
                  </a:lnTo>
                  <a:lnTo>
                    <a:pt x="547116" y="3854196"/>
                  </a:lnTo>
                  <a:lnTo>
                    <a:pt x="554736" y="3854196"/>
                  </a:lnTo>
                  <a:lnTo>
                    <a:pt x="557784" y="3851148"/>
                  </a:lnTo>
                  <a:lnTo>
                    <a:pt x="557784" y="3802380"/>
                  </a:lnTo>
                  <a:close/>
                </a:path>
                <a:path w="1102359" h="3935095">
                  <a:moveTo>
                    <a:pt x="557784" y="3720084"/>
                  </a:moveTo>
                  <a:lnTo>
                    <a:pt x="554736" y="3717036"/>
                  </a:lnTo>
                  <a:lnTo>
                    <a:pt x="547116" y="3717036"/>
                  </a:lnTo>
                  <a:lnTo>
                    <a:pt x="544068" y="3720084"/>
                  </a:lnTo>
                  <a:lnTo>
                    <a:pt x="544068" y="3768852"/>
                  </a:lnTo>
                  <a:lnTo>
                    <a:pt x="547116" y="3771900"/>
                  </a:lnTo>
                  <a:lnTo>
                    <a:pt x="554736" y="3771900"/>
                  </a:lnTo>
                  <a:lnTo>
                    <a:pt x="557784" y="3768852"/>
                  </a:lnTo>
                  <a:lnTo>
                    <a:pt x="557784" y="3720084"/>
                  </a:lnTo>
                  <a:close/>
                </a:path>
                <a:path w="1102359" h="3935095">
                  <a:moveTo>
                    <a:pt x="557784" y="3637788"/>
                  </a:moveTo>
                  <a:lnTo>
                    <a:pt x="554736" y="3634752"/>
                  </a:lnTo>
                  <a:lnTo>
                    <a:pt x="547116" y="3634752"/>
                  </a:lnTo>
                  <a:lnTo>
                    <a:pt x="544068" y="3637788"/>
                  </a:lnTo>
                  <a:lnTo>
                    <a:pt x="544068" y="3686556"/>
                  </a:lnTo>
                  <a:lnTo>
                    <a:pt x="547116" y="3689604"/>
                  </a:lnTo>
                  <a:lnTo>
                    <a:pt x="554736" y="3689604"/>
                  </a:lnTo>
                  <a:lnTo>
                    <a:pt x="557784" y="3686556"/>
                  </a:lnTo>
                  <a:lnTo>
                    <a:pt x="557784" y="3637788"/>
                  </a:lnTo>
                  <a:close/>
                </a:path>
                <a:path w="1102359" h="3935095">
                  <a:moveTo>
                    <a:pt x="557784" y="3555492"/>
                  </a:moveTo>
                  <a:lnTo>
                    <a:pt x="554736" y="3552444"/>
                  </a:lnTo>
                  <a:lnTo>
                    <a:pt x="547116" y="3552444"/>
                  </a:lnTo>
                  <a:lnTo>
                    <a:pt x="544068" y="3555492"/>
                  </a:lnTo>
                  <a:lnTo>
                    <a:pt x="544068" y="3604260"/>
                  </a:lnTo>
                  <a:lnTo>
                    <a:pt x="547116" y="3607320"/>
                  </a:lnTo>
                  <a:lnTo>
                    <a:pt x="554736" y="3607320"/>
                  </a:lnTo>
                  <a:lnTo>
                    <a:pt x="557784" y="3604260"/>
                  </a:lnTo>
                  <a:lnTo>
                    <a:pt x="557784" y="3555492"/>
                  </a:lnTo>
                  <a:close/>
                </a:path>
                <a:path w="1102359" h="3935095">
                  <a:moveTo>
                    <a:pt x="557784" y="3473196"/>
                  </a:moveTo>
                  <a:lnTo>
                    <a:pt x="554736" y="3468624"/>
                  </a:lnTo>
                  <a:lnTo>
                    <a:pt x="547116" y="3468624"/>
                  </a:lnTo>
                  <a:lnTo>
                    <a:pt x="544068" y="3473196"/>
                  </a:lnTo>
                  <a:lnTo>
                    <a:pt x="544068" y="3521964"/>
                  </a:lnTo>
                  <a:lnTo>
                    <a:pt x="547116" y="3525012"/>
                  </a:lnTo>
                  <a:lnTo>
                    <a:pt x="554736" y="3525012"/>
                  </a:lnTo>
                  <a:lnTo>
                    <a:pt x="557784" y="3521964"/>
                  </a:lnTo>
                  <a:lnTo>
                    <a:pt x="557784" y="3473196"/>
                  </a:lnTo>
                  <a:close/>
                </a:path>
                <a:path w="1102359" h="3935095">
                  <a:moveTo>
                    <a:pt x="557784" y="3389376"/>
                  </a:moveTo>
                  <a:lnTo>
                    <a:pt x="554736" y="3386328"/>
                  </a:lnTo>
                  <a:lnTo>
                    <a:pt x="547116" y="3386328"/>
                  </a:lnTo>
                  <a:lnTo>
                    <a:pt x="544068" y="3389376"/>
                  </a:lnTo>
                  <a:lnTo>
                    <a:pt x="544068" y="3438144"/>
                  </a:lnTo>
                  <a:lnTo>
                    <a:pt x="547116" y="3441192"/>
                  </a:lnTo>
                  <a:lnTo>
                    <a:pt x="554736" y="3441192"/>
                  </a:lnTo>
                  <a:lnTo>
                    <a:pt x="557784" y="3438144"/>
                  </a:lnTo>
                  <a:lnTo>
                    <a:pt x="557784" y="3389376"/>
                  </a:lnTo>
                  <a:close/>
                </a:path>
                <a:path w="1102359" h="3935095">
                  <a:moveTo>
                    <a:pt x="557784" y="3307080"/>
                  </a:moveTo>
                  <a:lnTo>
                    <a:pt x="554736" y="3304032"/>
                  </a:lnTo>
                  <a:lnTo>
                    <a:pt x="547116" y="3304032"/>
                  </a:lnTo>
                  <a:lnTo>
                    <a:pt x="544068" y="3307080"/>
                  </a:lnTo>
                  <a:lnTo>
                    <a:pt x="544068" y="3355848"/>
                  </a:lnTo>
                  <a:lnTo>
                    <a:pt x="547116" y="3358896"/>
                  </a:lnTo>
                  <a:lnTo>
                    <a:pt x="554736" y="3358896"/>
                  </a:lnTo>
                  <a:lnTo>
                    <a:pt x="557784" y="3355848"/>
                  </a:lnTo>
                  <a:lnTo>
                    <a:pt x="557784" y="3307080"/>
                  </a:lnTo>
                  <a:close/>
                </a:path>
                <a:path w="1102359" h="3935095">
                  <a:moveTo>
                    <a:pt x="557784" y="3224784"/>
                  </a:moveTo>
                  <a:lnTo>
                    <a:pt x="554736" y="3221736"/>
                  </a:lnTo>
                  <a:lnTo>
                    <a:pt x="547116" y="3221736"/>
                  </a:lnTo>
                  <a:lnTo>
                    <a:pt x="544068" y="3224784"/>
                  </a:lnTo>
                  <a:lnTo>
                    <a:pt x="544068" y="3273552"/>
                  </a:lnTo>
                  <a:lnTo>
                    <a:pt x="547116" y="3276600"/>
                  </a:lnTo>
                  <a:lnTo>
                    <a:pt x="554736" y="3276600"/>
                  </a:lnTo>
                  <a:lnTo>
                    <a:pt x="557784" y="3273552"/>
                  </a:lnTo>
                  <a:lnTo>
                    <a:pt x="557784" y="3224784"/>
                  </a:lnTo>
                  <a:close/>
                </a:path>
                <a:path w="1102359" h="3935095">
                  <a:moveTo>
                    <a:pt x="557784" y="3142488"/>
                  </a:moveTo>
                  <a:lnTo>
                    <a:pt x="554736" y="3139440"/>
                  </a:lnTo>
                  <a:lnTo>
                    <a:pt x="547116" y="3139440"/>
                  </a:lnTo>
                  <a:lnTo>
                    <a:pt x="544068" y="3142488"/>
                  </a:lnTo>
                  <a:lnTo>
                    <a:pt x="544068" y="3191256"/>
                  </a:lnTo>
                  <a:lnTo>
                    <a:pt x="547116" y="3194304"/>
                  </a:lnTo>
                  <a:lnTo>
                    <a:pt x="554736" y="3194304"/>
                  </a:lnTo>
                  <a:lnTo>
                    <a:pt x="557784" y="3191256"/>
                  </a:lnTo>
                  <a:lnTo>
                    <a:pt x="557784" y="3142488"/>
                  </a:lnTo>
                  <a:close/>
                </a:path>
                <a:path w="1102359" h="3935095">
                  <a:moveTo>
                    <a:pt x="557784" y="3060192"/>
                  </a:moveTo>
                  <a:lnTo>
                    <a:pt x="554736" y="3055620"/>
                  </a:lnTo>
                  <a:lnTo>
                    <a:pt x="547116" y="3055620"/>
                  </a:lnTo>
                  <a:lnTo>
                    <a:pt x="544068" y="3060192"/>
                  </a:lnTo>
                  <a:lnTo>
                    <a:pt x="544068" y="3108960"/>
                  </a:lnTo>
                  <a:lnTo>
                    <a:pt x="547116" y="3112008"/>
                  </a:lnTo>
                  <a:lnTo>
                    <a:pt x="554736" y="3112008"/>
                  </a:lnTo>
                  <a:lnTo>
                    <a:pt x="557784" y="3108960"/>
                  </a:lnTo>
                  <a:lnTo>
                    <a:pt x="557784" y="3060192"/>
                  </a:lnTo>
                  <a:close/>
                </a:path>
                <a:path w="1102359" h="3935095">
                  <a:moveTo>
                    <a:pt x="557784" y="2976372"/>
                  </a:moveTo>
                  <a:lnTo>
                    <a:pt x="554736" y="2973324"/>
                  </a:lnTo>
                  <a:lnTo>
                    <a:pt x="547116" y="2973324"/>
                  </a:lnTo>
                  <a:lnTo>
                    <a:pt x="544068" y="2976372"/>
                  </a:lnTo>
                  <a:lnTo>
                    <a:pt x="544068" y="3025140"/>
                  </a:lnTo>
                  <a:lnTo>
                    <a:pt x="547116" y="3028188"/>
                  </a:lnTo>
                  <a:lnTo>
                    <a:pt x="554736" y="3028188"/>
                  </a:lnTo>
                  <a:lnTo>
                    <a:pt x="557784" y="3025140"/>
                  </a:lnTo>
                  <a:lnTo>
                    <a:pt x="557784" y="2976372"/>
                  </a:lnTo>
                  <a:close/>
                </a:path>
                <a:path w="1102359" h="3935095">
                  <a:moveTo>
                    <a:pt x="557784" y="2894076"/>
                  </a:moveTo>
                  <a:lnTo>
                    <a:pt x="554736" y="2891028"/>
                  </a:lnTo>
                  <a:lnTo>
                    <a:pt x="547116" y="2891028"/>
                  </a:lnTo>
                  <a:lnTo>
                    <a:pt x="544068" y="2894076"/>
                  </a:lnTo>
                  <a:lnTo>
                    <a:pt x="544068" y="2942844"/>
                  </a:lnTo>
                  <a:lnTo>
                    <a:pt x="547116" y="2945892"/>
                  </a:lnTo>
                  <a:lnTo>
                    <a:pt x="554736" y="2945892"/>
                  </a:lnTo>
                  <a:lnTo>
                    <a:pt x="557784" y="2942844"/>
                  </a:lnTo>
                  <a:lnTo>
                    <a:pt x="557784" y="2894076"/>
                  </a:lnTo>
                  <a:close/>
                </a:path>
                <a:path w="1102359" h="3935095">
                  <a:moveTo>
                    <a:pt x="557784" y="2811780"/>
                  </a:moveTo>
                  <a:lnTo>
                    <a:pt x="554736" y="2808732"/>
                  </a:lnTo>
                  <a:lnTo>
                    <a:pt x="547116" y="2808732"/>
                  </a:lnTo>
                  <a:lnTo>
                    <a:pt x="544068" y="2811780"/>
                  </a:lnTo>
                  <a:lnTo>
                    <a:pt x="544068" y="2860548"/>
                  </a:lnTo>
                  <a:lnTo>
                    <a:pt x="547116" y="2863596"/>
                  </a:lnTo>
                  <a:lnTo>
                    <a:pt x="554736" y="2863596"/>
                  </a:lnTo>
                  <a:lnTo>
                    <a:pt x="557784" y="2860548"/>
                  </a:lnTo>
                  <a:lnTo>
                    <a:pt x="557784" y="2811780"/>
                  </a:lnTo>
                  <a:close/>
                </a:path>
                <a:path w="1102359" h="3935095">
                  <a:moveTo>
                    <a:pt x="557784" y="2729484"/>
                  </a:moveTo>
                  <a:lnTo>
                    <a:pt x="554736" y="2726436"/>
                  </a:lnTo>
                  <a:lnTo>
                    <a:pt x="547116" y="2726436"/>
                  </a:lnTo>
                  <a:lnTo>
                    <a:pt x="544068" y="2729484"/>
                  </a:lnTo>
                  <a:lnTo>
                    <a:pt x="544068" y="2778252"/>
                  </a:lnTo>
                  <a:lnTo>
                    <a:pt x="547116" y="2781300"/>
                  </a:lnTo>
                  <a:lnTo>
                    <a:pt x="554736" y="2781300"/>
                  </a:lnTo>
                  <a:lnTo>
                    <a:pt x="557784" y="2778252"/>
                  </a:lnTo>
                  <a:lnTo>
                    <a:pt x="557784" y="2729484"/>
                  </a:lnTo>
                  <a:close/>
                </a:path>
                <a:path w="1102359" h="3935095">
                  <a:moveTo>
                    <a:pt x="557784" y="2645664"/>
                  </a:moveTo>
                  <a:lnTo>
                    <a:pt x="554736" y="2642616"/>
                  </a:lnTo>
                  <a:lnTo>
                    <a:pt x="547116" y="2642616"/>
                  </a:lnTo>
                  <a:lnTo>
                    <a:pt x="544068" y="2645664"/>
                  </a:lnTo>
                  <a:lnTo>
                    <a:pt x="544068" y="2695956"/>
                  </a:lnTo>
                  <a:lnTo>
                    <a:pt x="547116" y="2699004"/>
                  </a:lnTo>
                  <a:lnTo>
                    <a:pt x="554736" y="2699004"/>
                  </a:lnTo>
                  <a:lnTo>
                    <a:pt x="557784" y="2695956"/>
                  </a:lnTo>
                  <a:lnTo>
                    <a:pt x="557784" y="2645664"/>
                  </a:lnTo>
                  <a:close/>
                </a:path>
                <a:path w="1102359" h="3935095">
                  <a:moveTo>
                    <a:pt x="557784" y="2563368"/>
                  </a:moveTo>
                  <a:lnTo>
                    <a:pt x="554736" y="2560320"/>
                  </a:lnTo>
                  <a:lnTo>
                    <a:pt x="547116" y="2560320"/>
                  </a:lnTo>
                  <a:lnTo>
                    <a:pt x="544068" y="2563368"/>
                  </a:lnTo>
                  <a:lnTo>
                    <a:pt x="544068" y="2612136"/>
                  </a:lnTo>
                  <a:lnTo>
                    <a:pt x="547116" y="2615184"/>
                  </a:lnTo>
                  <a:lnTo>
                    <a:pt x="554736" y="2615184"/>
                  </a:lnTo>
                  <a:lnTo>
                    <a:pt x="557784" y="2612136"/>
                  </a:lnTo>
                  <a:lnTo>
                    <a:pt x="557784" y="2563368"/>
                  </a:lnTo>
                  <a:close/>
                </a:path>
                <a:path w="1102359" h="3935095">
                  <a:moveTo>
                    <a:pt x="557784" y="2481072"/>
                  </a:moveTo>
                  <a:lnTo>
                    <a:pt x="554736" y="2478024"/>
                  </a:lnTo>
                  <a:lnTo>
                    <a:pt x="547116" y="2478024"/>
                  </a:lnTo>
                  <a:lnTo>
                    <a:pt x="544068" y="2481072"/>
                  </a:lnTo>
                  <a:lnTo>
                    <a:pt x="544068" y="2529840"/>
                  </a:lnTo>
                  <a:lnTo>
                    <a:pt x="547116" y="2532888"/>
                  </a:lnTo>
                  <a:lnTo>
                    <a:pt x="554736" y="2532888"/>
                  </a:lnTo>
                  <a:lnTo>
                    <a:pt x="557784" y="2529840"/>
                  </a:lnTo>
                  <a:lnTo>
                    <a:pt x="557784" y="2481072"/>
                  </a:lnTo>
                  <a:close/>
                </a:path>
                <a:path w="1102359" h="3935095">
                  <a:moveTo>
                    <a:pt x="557784" y="2398776"/>
                  </a:moveTo>
                  <a:lnTo>
                    <a:pt x="554736" y="2395728"/>
                  </a:lnTo>
                  <a:lnTo>
                    <a:pt x="547116" y="2395728"/>
                  </a:lnTo>
                  <a:lnTo>
                    <a:pt x="544068" y="2398776"/>
                  </a:lnTo>
                  <a:lnTo>
                    <a:pt x="544068" y="2447544"/>
                  </a:lnTo>
                  <a:lnTo>
                    <a:pt x="547116" y="2450592"/>
                  </a:lnTo>
                  <a:lnTo>
                    <a:pt x="554736" y="2450592"/>
                  </a:lnTo>
                  <a:lnTo>
                    <a:pt x="557784" y="2447544"/>
                  </a:lnTo>
                  <a:lnTo>
                    <a:pt x="557784" y="2398776"/>
                  </a:lnTo>
                  <a:close/>
                </a:path>
                <a:path w="1102359" h="3935095">
                  <a:moveTo>
                    <a:pt x="557784" y="2316480"/>
                  </a:moveTo>
                  <a:lnTo>
                    <a:pt x="554736" y="2313432"/>
                  </a:lnTo>
                  <a:lnTo>
                    <a:pt x="547116" y="2313432"/>
                  </a:lnTo>
                  <a:lnTo>
                    <a:pt x="544068" y="2316480"/>
                  </a:lnTo>
                  <a:lnTo>
                    <a:pt x="544068" y="2365248"/>
                  </a:lnTo>
                  <a:lnTo>
                    <a:pt x="547116" y="2368296"/>
                  </a:lnTo>
                  <a:lnTo>
                    <a:pt x="554736" y="2368296"/>
                  </a:lnTo>
                  <a:lnTo>
                    <a:pt x="557784" y="2365248"/>
                  </a:lnTo>
                  <a:lnTo>
                    <a:pt x="557784" y="2316480"/>
                  </a:lnTo>
                  <a:close/>
                </a:path>
                <a:path w="1102359" h="3935095">
                  <a:moveTo>
                    <a:pt x="557784" y="2232660"/>
                  </a:moveTo>
                  <a:lnTo>
                    <a:pt x="554736" y="2229612"/>
                  </a:lnTo>
                  <a:lnTo>
                    <a:pt x="547116" y="2229612"/>
                  </a:lnTo>
                  <a:lnTo>
                    <a:pt x="544068" y="2232660"/>
                  </a:lnTo>
                  <a:lnTo>
                    <a:pt x="544068" y="2282952"/>
                  </a:lnTo>
                  <a:lnTo>
                    <a:pt x="547116" y="2286000"/>
                  </a:lnTo>
                  <a:lnTo>
                    <a:pt x="554736" y="2286000"/>
                  </a:lnTo>
                  <a:lnTo>
                    <a:pt x="557784" y="2282952"/>
                  </a:lnTo>
                  <a:lnTo>
                    <a:pt x="557784" y="2232660"/>
                  </a:lnTo>
                  <a:close/>
                </a:path>
                <a:path w="1102359" h="3935095">
                  <a:moveTo>
                    <a:pt x="557784" y="2150364"/>
                  </a:moveTo>
                  <a:lnTo>
                    <a:pt x="554736" y="2147316"/>
                  </a:lnTo>
                  <a:lnTo>
                    <a:pt x="547116" y="2147316"/>
                  </a:lnTo>
                  <a:lnTo>
                    <a:pt x="544068" y="2150364"/>
                  </a:lnTo>
                  <a:lnTo>
                    <a:pt x="544068" y="2199132"/>
                  </a:lnTo>
                  <a:lnTo>
                    <a:pt x="547116" y="2202180"/>
                  </a:lnTo>
                  <a:lnTo>
                    <a:pt x="554736" y="2202180"/>
                  </a:lnTo>
                  <a:lnTo>
                    <a:pt x="557784" y="2199132"/>
                  </a:lnTo>
                  <a:lnTo>
                    <a:pt x="557784" y="2150364"/>
                  </a:lnTo>
                  <a:close/>
                </a:path>
                <a:path w="1102359" h="3935095">
                  <a:moveTo>
                    <a:pt x="557784" y="2068068"/>
                  </a:moveTo>
                  <a:lnTo>
                    <a:pt x="554736" y="2065020"/>
                  </a:lnTo>
                  <a:lnTo>
                    <a:pt x="547116" y="2065020"/>
                  </a:lnTo>
                  <a:lnTo>
                    <a:pt x="544068" y="2068068"/>
                  </a:lnTo>
                  <a:lnTo>
                    <a:pt x="544068" y="2116836"/>
                  </a:lnTo>
                  <a:lnTo>
                    <a:pt x="547116" y="2119884"/>
                  </a:lnTo>
                  <a:lnTo>
                    <a:pt x="554736" y="2119884"/>
                  </a:lnTo>
                  <a:lnTo>
                    <a:pt x="557784" y="2116836"/>
                  </a:lnTo>
                  <a:lnTo>
                    <a:pt x="557784" y="2068068"/>
                  </a:lnTo>
                  <a:close/>
                </a:path>
                <a:path w="1102359" h="3935095">
                  <a:moveTo>
                    <a:pt x="557784" y="1985772"/>
                  </a:moveTo>
                  <a:lnTo>
                    <a:pt x="554736" y="1982736"/>
                  </a:lnTo>
                  <a:lnTo>
                    <a:pt x="547116" y="1982736"/>
                  </a:lnTo>
                  <a:lnTo>
                    <a:pt x="544068" y="1985772"/>
                  </a:lnTo>
                  <a:lnTo>
                    <a:pt x="544068" y="2034540"/>
                  </a:lnTo>
                  <a:lnTo>
                    <a:pt x="547116" y="2037588"/>
                  </a:lnTo>
                  <a:lnTo>
                    <a:pt x="554736" y="2037588"/>
                  </a:lnTo>
                  <a:lnTo>
                    <a:pt x="557784" y="2034540"/>
                  </a:lnTo>
                  <a:lnTo>
                    <a:pt x="557784" y="1985772"/>
                  </a:lnTo>
                  <a:close/>
                </a:path>
                <a:path w="1102359" h="3935095">
                  <a:moveTo>
                    <a:pt x="557784" y="1903476"/>
                  </a:moveTo>
                  <a:lnTo>
                    <a:pt x="554736" y="1900428"/>
                  </a:lnTo>
                  <a:lnTo>
                    <a:pt x="547116" y="1900428"/>
                  </a:lnTo>
                  <a:lnTo>
                    <a:pt x="544068" y="1903476"/>
                  </a:lnTo>
                  <a:lnTo>
                    <a:pt x="544068" y="1952244"/>
                  </a:lnTo>
                  <a:lnTo>
                    <a:pt x="547116" y="1955292"/>
                  </a:lnTo>
                  <a:lnTo>
                    <a:pt x="554736" y="1955292"/>
                  </a:lnTo>
                  <a:lnTo>
                    <a:pt x="557784" y="1952244"/>
                  </a:lnTo>
                  <a:lnTo>
                    <a:pt x="557784" y="1903476"/>
                  </a:lnTo>
                  <a:close/>
                </a:path>
                <a:path w="1102359" h="3935095">
                  <a:moveTo>
                    <a:pt x="557784" y="1819656"/>
                  </a:moveTo>
                  <a:lnTo>
                    <a:pt x="554736" y="1816608"/>
                  </a:lnTo>
                  <a:lnTo>
                    <a:pt x="547116" y="1816608"/>
                  </a:lnTo>
                  <a:lnTo>
                    <a:pt x="544068" y="1819656"/>
                  </a:lnTo>
                  <a:lnTo>
                    <a:pt x="544068" y="1869948"/>
                  </a:lnTo>
                  <a:lnTo>
                    <a:pt x="547116" y="1872996"/>
                  </a:lnTo>
                  <a:lnTo>
                    <a:pt x="554736" y="1872996"/>
                  </a:lnTo>
                  <a:lnTo>
                    <a:pt x="557784" y="1869948"/>
                  </a:lnTo>
                  <a:lnTo>
                    <a:pt x="557784" y="1819656"/>
                  </a:lnTo>
                  <a:close/>
                </a:path>
                <a:path w="1102359" h="3935095">
                  <a:moveTo>
                    <a:pt x="557784" y="1737360"/>
                  </a:moveTo>
                  <a:lnTo>
                    <a:pt x="554736" y="1734312"/>
                  </a:lnTo>
                  <a:lnTo>
                    <a:pt x="547116" y="1734312"/>
                  </a:lnTo>
                  <a:lnTo>
                    <a:pt x="544068" y="1737360"/>
                  </a:lnTo>
                  <a:lnTo>
                    <a:pt x="544068" y="1786128"/>
                  </a:lnTo>
                  <a:lnTo>
                    <a:pt x="547116" y="1789176"/>
                  </a:lnTo>
                  <a:lnTo>
                    <a:pt x="554736" y="1789176"/>
                  </a:lnTo>
                  <a:lnTo>
                    <a:pt x="557784" y="1786128"/>
                  </a:lnTo>
                  <a:lnTo>
                    <a:pt x="557784" y="1737360"/>
                  </a:lnTo>
                  <a:close/>
                </a:path>
                <a:path w="1102359" h="3935095">
                  <a:moveTo>
                    <a:pt x="557784" y="1655064"/>
                  </a:moveTo>
                  <a:lnTo>
                    <a:pt x="554736" y="1652016"/>
                  </a:lnTo>
                  <a:lnTo>
                    <a:pt x="547116" y="1652016"/>
                  </a:lnTo>
                  <a:lnTo>
                    <a:pt x="544068" y="1655064"/>
                  </a:lnTo>
                  <a:lnTo>
                    <a:pt x="544068" y="1703832"/>
                  </a:lnTo>
                  <a:lnTo>
                    <a:pt x="547116" y="1706880"/>
                  </a:lnTo>
                  <a:lnTo>
                    <a:pt x="554736" y="1706880"/>
                  </a:lnTo>
                  <a:lnTo>
                    <a:pt x="557784" y="1703832"/>
                  </a:lnTo>
                  <a:lnTo>
                    <a:pt x="557784" y="1655064"/>
                  </a:lnTo>
                  <a:close/>
                </a:path>
                <a:path w="1102359" h="3935095">
                  <a:moveTo>
                    <a:pt x="557784" y="1572768"/>
                  </a:moveTo>
                  <a:lnTo>
                    <a:pt x="554736" y="1569720"/>
                  </a:lnTo>
                  <a:lnTo>
                    <a:pt x="547116" y="1569720"/>
                  </a:lnTo>
                  <a:lnTo>
                    <a:pt x="544068" y="1572768"/>
                  </a:lnTo>
                  <a:lnTo>
                    <a:pt x="544068" y="1621536"/>
                  </a:lnTo>
                  <a:lnTo>
                    <a:pt x="547116" y="1624584"/>
                  </a:lnTo>
                  <a:lnTo>
                    <a:pt x="554736" y="1624584"/>
                  </a:lnTo>
                  <a:lnTo>
                    <a:pt x="557784" y="1621536"/>
                  </a:lnTo>
                  <a:lnTo>
                    <a:pt x="557784" y="1572768"/>
                  </a:lnTo>
                  <a:close/>
                </a:path>
                <a:path w="1102359" h="3935095">
                  <a:moveTo>
                    <a:pt x="557784" y="1490472"/>
                  </a:moveTo>
                  <a:lnTo>
                    <a:pt x="554736" y="1487424"/>
                  </a:lnTo>
                  <a:lnTo>
                    <a:pt x="547116" y="1487424"/>
                  </a:lnTo>
                  <a:lnTo>
                    <a:pt x="544068" y="1490472"/>
                  </a:lnTo>
                  <a:lnTo>
                    <a:pt x="544068" y="1539240"/>
                  </a:lnTo>
                  <a:lnTo>
                    <a:pt x="547116" y="1542288"/>
                  </a:lnTo>
                  <a:lnTo>
                    <a:pt x="554736" y="1542288"/>
                  </a:lnTo>
                  <a:lnTo>
                    <a:pt x="557784" y="1539240"/>
                  </a:lnTo>
                  <a:lnTo>
                    <a:pt x="557784" y="1490472"/>
                  </a:lnTo>
                  <a:close/>
                </a:path>
                <a:path w="1102359" h="3935095">
                  <a:moveTo>
                    <a:pt x="557784" y="1406652"/>
                  </a:moveTo>
                  <a:lnTo>
                    <a:pt x="554736" y="1403604"/>
                  </a:lnTo>
                  <a:lnTo>
                    <a:pt x="547116" y="1403604"/>
                  </a:lnTo>
                  <a:lnTo>
                    <a:pt x="544068" y="1406652"/>
                  </a:lnTo>
                  <a:lnTo>
                    <a:pt x="544068" y="1456944"/>
                  </a:lnTo>
                  <a:lnTo>
                    <a:pt x="547116" y="1459992"/>
                  </a:lnTo>
                  <a:lnTo>
                    <a:pt x="554736" y="1459992"/>
                  </a:lnTo>
                  <a:lnTo>
                    <a:pt x="557784" y="1456944"/>
                  </a:lnTo>
                  <a:lnTo>
                    <a:pt x="557784" y="1406652"/>
                  </a:lnTo>
                  <a:close/>
                </a:path>
                <a:path w="1102359" h="3935095">
                  <a:moveTo>
                    <a:pt x="557784" y="1324356"/>
                  </a:moveTo>
                  <a:lnTo>
                    <a:pt x="554736" y="1321308"/>
                  </a:lnTo>
                  <a:lnTo>
                    <a:pt x="547116" y="1321308"/>
                  </a:lnTo>
                  <a:lnTo>
                    <a:pt x="544068" y="1324356"/>
                  </a:lnTo>
                  <a:lnTo>
                    <a:pt x="544068" y="1373124"/>
                  </a:lnTo>
                  <a:lnTo>
                    <a:pt x="547116" y="1376172"/>
                  </a:lnTo>
                  <a:lnTo>
                    <a:pt x="554736" y="1376172"/>
                  </a:lnTo>
                  <a:lnTo>
                    <a:pt x="557784" y="1373124"/>
                  </a:lnTo>
                  <a:lnTo>
                    <a:pt x="557784" y="1324356"/>
                  </a:lnTo>
                  <a:close/>
                </a:path>
                <a:path w="1102359" h="3935095">
                  <a:moveTo>
                    <a:pt x="557784" y="1242060"/>
                  </a:moveTo>
                  <a:lnTo>
                    <a:pt x="554736" y="1239012"/>
                  </a:lnTo>
                  <a:lnTo>
                    <a:pt x="547116" y="1239012"/>
                  </a:lnTo>
                  <a:lnTo>
                    <a:pt x="544068" y="1242060"/>
                  </a:lnTo>
                  <a:lnTo>
                    <a:pt x="544068" y="1290828"/>
                  </a:lnTo>
                  <a:lnTo>
                    <a:pt x="547116" y="1293876"/>
                  </a:lnTo>
                  <a:lnTo>
                    <a:pt x="554736" y="1293876"/>
                  </a:lnTo>
                  <a:lnTo>
                    <a:pt x="557784" y="1290828"/>
                  </a:lnTo>
                  <a:lnTo>
                    <a:pt x="557784" y="1242060"/>
                  </a:lnTo>
                  <a:close/>
                </a:path>
                <a:path w="1102359" h="3935095">
                  <a:moveTo>
                    <a:pt x="557784" y="1159764"/>
                  </a:moveTo>
                  <a:lnTo>
                    <a:pt x="554736" y="1156716"/>
                  </a:lnTo>
                  <a:lnTo>
                    <a:pt x="547116" y="1156716"/>
                  </a:lnTo>
                  <a:lnTo>
                    <a:pt x="544068" y="1159764"/>
                  </a:lnTo>
                  <a:lnTo>
                    <a:pt x="544068" y="1208532"/>
                  </a:lnTo>
                  <a:lnTo>
                    <a:pt x="547116" y="1211580"/>
                  </a:lnTo>
                  <a:lnTo>
                    <a:pt x="554736" y="1211580"/>
                  </a:lnTo>
                  <a:lnTo>
                    <a:pt x="557784" y="1208532"/>
                  </a:lnTo>
                  <a:lnTo>
                    <a:pt x="557784" y="1159764"/>
                  </a:lnTo>
                  <a:close/>
                </a:path>
                <a:path w="1102359" h="3935095">
                  <a:moveTo>
                    <a:pt x="557784" y="1077468"/>
                  </a:moveTo>
                  <a:lnTo>
                    <a:pt x="554736" y="1074420"/>
                  </a:lnTo>
                  <a:lnTo>
                    <a:pt x="547116" y="1074420"/>
                  </a:lnTo>
                  <a:lnTo>
                    <a:pt x="544068" y="1077468"/>
                  </a:lnTo>
                  <a:lnTo>
                    <a:pt x="544068" y="1126236"/>
                  </a:lnTo>
                  <a:lnTo>
                    <a:pt x="547116" y="1129284"/>
                  </a:lnTo>
                  <a:lnTo>
                    <a:pt x="554736" y="1129284"/>
                  </a:lnTo>
                  <a:lnTo>
                    <a:pt x="557784" y="1126236"/>
                  </a:lnTo>
                  <a:lnTo>
                    <a:pt x="557784" y="1077468"/>
                  </a:lnTo>
                  <a:close/>
                </a:path>
                <a:path w="1102359" h="3935095">
                  <a:moveTo>
                    <a:pt x="557784" y="993648"/>
                  </a:moveTo>
                  <a:lnTo>
                    <a:pt x="554736" y="990600"/>
                  </a:lnTo>
                  <a:lnTo>
                    <a:pt x="547116" y="990600"/>
                  </a:lnTo>
                  <a:lnTo>
                    <a:pt x="544068" y="993648"/>
                  </a:lnTo>
                  <a:lnTo>
                    <a:pt x="544068" y="1043940"/>
                  </a:lnTo>
                  <a:lnTo>
                    <a:pt x="547116" y="1046988"/>
                  </a:lnTo>
                  <a:lnTo>
                    <a:pt x="554736" y="1046988"/>
                  </a:lnTo>
                  <a:lnTo>
                    <a:pt x="557784" y="1043940"/>
                  </a:lnTo>
                  <a:lnTo>
                    <a:pt x="557784" y="993648"/>
                  </a:lnTo>
                  <a:close/>
                </a:path>
                <a:path w="1102359" h="3935095">
                  <a:moveTo>
                    <a:pt x="557784" y="911352"/>
                  </a:moveTo>
                  <a:lnTo>
                    <a:pt x="554736" y="908304"/>
                  </a:lnTo>
                  <a:lnTo>
                    <a:pt x="547116" y="908304"/>
                  </a:lnTo>
                  <a:lnTo>
                    <a:pt x="544068" y="911352"/>
                  </a:lnTo>
                  <a:lnTo>
                    <a:pt x="544068" y="960120"/>
                  </a:lnTo>
                  <a:lnTo>
                    <a:pt x="547116" y="963168"/>
                  </a:lnTo>
                  <a:lnTo>
                    <a:pt x="554736" y="963168"/>
                  </a:lnTo>
                  <a:lnTo>
                    <a:pt x="557784" y="960120"/>
                  </a:lnTo>
                  <a:lnTo>
                    <a:pt x="557784" y="911352"/>
                  </a:lnTo>
                  <a:close/>
                </a:path>
                <a:path w="1102359" h="3935095">
                  <a:moveTo>
                    <a:pt x="557784" y="829056"/>
                  </a:moveTo>
                  <a:lnTo>
                    <a:pt x="554736" y="826008"/>
                  </a:lnTo>
                  <a:lnTo>
                    <a:pt x="547116" y="826008"/>
                  </a:lnTo>
                  <a:lnTo>
                    <a:pt x="544068" y="829056"/>
                  </a:lnTo>
                  <a:lnTo>
                    <a:pt x="544068" y="877824"/>
                  </a:lnTo>
                  <a:lnTo>
                    <a:pt x="547116" y="880872"/>
                  </a:lnTo>
                  <a:lnTo>
                    <a:pt x="554736" y="880872"/>
                  </a:lnTo>
                  <a:lnTo>
                    <a:pt x="557784" y="877824"/>
                  </a:lnTo>
                  <a:lnTo>
                    <a:pt x="557784" y="829056"/>
                  </a:lnTo>
                  <a:close/>
                </a:path>
                <a:path w="1102359" h="3935095">
                  <a:moveTo>
                    <a:pt x="557784" y="746760"/>
                  </a:moveTo>
                  <a:lnTo>
                    <a:pt x="554736" y="743712"/>
                  </a:lnTo>
                  <a:lnTo>
                    <a:pt x="547116" y="743712"/>
                  </a:lnTo>
                  <a:lnTo>
                    <a:pt x="544068" y="746760"/>
                  </a:lnTo>
                  <a:lnTo>
                    <a:pt x="544068" y="795528"/>
                  </a:lnTo>
                  <a:lnTo>
                    <a:pt x="547116" y="798576"/>
                  </a:lnTo>
                  <a:lnTo>
                    <a:pt x="554736" y="798576"/>
                  </a:lnTo>
                  <a:lnTo>
                    <a:pt x="557784" y="795528"/>
                  </a:lnTo>
                  <a:lnTo>
                    <a:pt x="557784" y="746760"/>
                  </a:lnTo>
                  <a:close/>
                </a:path>
                <a:path w="1102359" h="3935095">
                  <a:moveTo>
                    <a:pt x="557784" y="664464"/>
                  </a:moveTo>
                  <a:lnTo>
                    <a:pt x="554736" y="661416"/>
                  </a:lnTo>
                  <a:lnTo>
                    <a:pt x="547116" y="661416"/>
                  </a:lnTo>
                  <a:lnTo>
                    <a:pt x="544068" y="664464"/>
                  </a:lnTo>
                  <a:lnTo>
                    <a:pt x="544068" y="713232"/>
                  </a:lnTo>
                  <a:lnTo>
                    <a:pt x="547116" y="716280"/>
                  </a:lnTo>
                  <a:lnTo>
                    <a:pt x="554736" y="716280"/>
                  </a:lnTo>
                  <a:lnTo>
                    <a:pt x="557784" y="713232"/>
                  </a:lnTo>
                  <a:lnTo>
                    <a:pt x="557784" y="664464"/>
                  </a:lnTo>
                  <a:close/>
                </a:path>
                <a:path w="1102359" h="3935095">
                  <a:moveTo>
                    <a:pt x="557784" y="580644"/>
                  </a:moveTo>
                  <a:lnTo>
                    <a:pt x="554736" y="577596"/>
                  </a:lnTo>
                  <a:lnTo>
                    <a:pt x="547116" y="577596"/>
                  </a:lnTo>
                  <a:lnTo>
                    <a:pt x="544068" y="580644"/>
                  </a:lnTo>
                  <a:lnTo>
                    <a:pt x="544068" y="630936"/>
                  </a:lnTo>
                  <a:lnTo>
                    <a:pt x="547116" y="633984"/>
                  </a:lnTo>
                  <a:lnTo>
                    <a:pt x="554736" y="633984"/>
                  </a:lnTo>
                  <a:lnTo>
                    <a:pt x="557784" y="630936"/>
                  </a:lnTo>
                  <a:lnTo>
                    <a:pt x="557784" y="580644"/>
                  </a:lnTo>
                  <a:close/>
                </a:path>
                <a:path w="1102359" h="3935095">
                  <a:moveTo>
                    <a:pt x="557784" y="498348"/>
                  </a:moveTo>
                  <a:lnTo>
                    <a:pt x="554736" y="495300"/>
                  </a:lnTo>
                  <a:lnTo>
                    <a:pt x="547116" y="495300"/>
                  </a:lnTo>
                  <a:lnTo>
                    <a:pt x="544068" y="498348"/>
                  </a:lnTo>
                  <a:lnTo>
                    <a:pt x="544068" y="547116"/>
                  </a:lnTo>
                  <a:lnTo>
                    <a:pt x="547116" y="550164"/>
                  </a:lnTo>
                  <a:lnTo>
                    <a:pt x="554736" y="550164"/>
                  </a:lnTo>
                  <a:lnTo>
                    <a:pt x="557784" y="547116"/>
                  </a:lnTo>
                  <a:lnTo>
                    <a:pt x="557784" y="498348"/>
                  </a:lnTo>
                  <a:close/>
                </a:path>
                <a:path w="1102359" h="3935095">
                  <a:moveTo>
                    <a:pt x="557784" y="416052"/>
                  </a:moveTo>
                  <a:lnTo>
                    <a:pt x="554736" y="413004"/>
                  </a:lnTo>
                  <a:lnTo>
                    <a:pt x="547116" y="413004"/>
                  </a:lnTo>
                  <a:lnTo>
                    <a:pt x="544068" y="416052"/>
                  </a:lnTo>
                  <a:lnTo>
                    <a:pt x="544068" y="464820"/>
                  </a:lnTo>
                  <a:lnTo>
                    <a:pt x="547116" y="467868"/>
                  </a:lnTo>
                  <a:lnTo>
                    <a:pt x="554736" y="467868"/>
                  </a:lnTo>
                  <a:lnTo>
                    <a:pt x="557784" y="464820"/>
                  </a:lnTo>
                  <a:lnTo>
                    <a:pt x="557784" y="416052"/>
                  </a:lnTo>
                  <a:close/>
                </a:path>
                <a:path w="1102359" h="3935095">
                  <a:moveTo>
                    <a:pt x="557784" y="333756"/>
                  </a:moveTo>
                  <a:lnTo>
                    <a:pt x="554736" y="330708"/>
                  </a:lnTo>
                  <a:lnTo>
                    <a:pt x="547116" y="330708"/>
                  </a:lnTo>
                  <a:lnTo>
                    <a:pt x="544068" y="333756"/>
                  </a:lnTo>
                  <a:lnTo>
                    <a:pt x="544068" y="382524"/>
                  </a:lnTo>
                  <a:lnTo>
                    <a:pt x="547116" y="385572"/>
                  </a:lnTo>
                  <a:lnTo>
                    <a:pt x="554736" y="385572"/>
                  </a:lnTo>
                  <a:lnTo>
                    <a:pt x="557784" y="382524"/>
                  </a:lnTo>
                  <a:lnTo>
                    <a:pt x="557784" y="333756"/>
                  </a:lnTo>
                  <a:close/>
                </a:path>
                <a:path w="1102359" h="3935095">
                  <a:moveTo>
                    <a:pt x="557784" y="251460"/>
                  </a:moveTo>
                  <a:lnTo>
                    <a:pt x="554736" y="248412"/>
                  </a:lnTo>
                  <a:lnTo>
                    <a:pt x="547116" y="248412"/>
                  </a:lnTo>
                  <a:lnTo>
                    <a:pt x="544068" y="251460"/>
                  </a:lnTo>
                  <a:lnTo>
                    <a:pt x="544068" y="300228"/>
                  </a:lnTo>
                  <a:lnTo>
                    <a:pt x="547116" y="303276"/>
                  </a:lnTo>
                  <a:lnTo>
                    <a:pt x="554736" y="303276"/>
                  </a:lnTo>
                  <a:lnTo>
                    <a:pt x="557784" y="300228"/>
                  </a:lnTo>
                  <a:lnTo>
                    <a:pt x="557784" y="251460"/>
                  </a:lnTo>
                  <a:close/>
                </a:path>
                <a:path w="1102359" h="3935095">
                  <a:moveTo>
                    <a:pt x="557784" y="167640"/>
                  </a:moveTo>
                  <a:lnTo>
                    <a:pt x="554736" y="164592"/>
                  </a:lnTo>
                  <a:lnTo>
                    <a:pt x="547116" y="164592"/>
                  </a:lnTo>
                  <a:lnTo>
                    <a:pt x="544068" y="167640"/>
                  </a:lnTo>
                  <a:lnTo>
                    <a:pt x="544068" y="217932"/>
                  </a:lnTo>
                  <a:lnTo>
                    <a:pt x="547116" y="220980"/>
                  </a:lnTo>
                  <a:lnTo>
                    <a:pt x="554736" y="220980"/>
                  </a:lnTo>
                  <a:lnTo>
                    <a:pt x="557784" y="217932"/>
                  </a:lnTo>
                  <a:lnTo>
                    <a:pt x="557784" y="167640"/>
                  </a:lnTo>
                  <a:close/>
                </a:path>
                <a:path w="1102359" h="3935095">
                  <a:moveTo>
                    <a:pt x="557784" y="85344"/>
                  </a:moveTo>
                  <a:lnTo>
                    <a:pt x="554736" y="82296"/>
                  </a:lnTo>
                  <a:lnTo>
                    <a:pt x="547116" y="82296"/>
                  </a:lnTo>
                  <a:lnTo>
                    <a:pt x="544068" y="85344"/>
                  </a:lnTo>
                  <a:lnTo>
                    <a:pt x="544068" y="134112"/>
                  </a:lnTo>
                  <a:lnTo>
                    <a:pt x="547116" y="137160"/>
                  </a:lnTo>
                  <a:lnTo>
                    <a:pt x="554736" y="137160"/>
                  </a:lnTo>
                  <a:lnTo>
                    <a:pt x="557784" y="134112"/>
                  </a:lnTo>
                  <a:lnTo>
                    <a:pt x="557784" y="85344"/>
                  </a:lnTo>
                  <a:close/>
                </a:path>
                <a:path w="1102359" h="3935095">
                  <a:moveTo>
                    <a:pt x="557784" y="3048"/>
                  </a:moveTo>
                  <a:lnTo>
                    <a:pt x="554736" y="0"/>
                  </a:lnTo>
                  <a:lnTo>
                    <a:pt x="547116" y="0"/>
                  </a:lnTo>
                  <a:lnTo>
                    <a:pt x="544068" y="3048"/>
                  </a:lnTo>
                  <a:lnTo>
                    <a:pt x="544068" y="51816"/>
                  </a:lnTo>
                  <a:lnTo>
                    <a:pt x="547116" y="54864"/>
                  </a:lnTo>
                  <a:lnTo>
                    <a:pt x="554736" y="54864"/>
                  </a:lnTo>
                  <a:lnTo>
                    <a:pt x="557784" y="51816"/>
                  </a:lnTo>
                  <a:lnTo>
                    <a:pt x="557784" y="3048"/>
                  </a:lnTo>
                  <a:close/>
                </a:path>
                <a:path w="1102359" h="3935095">
                  <a:moveTo>
                    <a:pt x="1101852" y="3886200"/>
                  </a:moveTo>
                  <a:lnTo>
                    <a:pt x="1098804" y="3883152"/>
                  </a:lnTo>
                  <a:lnTo>
                    <a:pt x="1091184" y="3883152"/>
                  </a:lnTo>
                  <a:lnTo>
                    <a:pt x="1088136" y="3886200"/>
                  </a:lnTo>
                  <a:lnTo>
                    <a:pt x="1088136" y="3931920"/>
                  </a:lnTo>
                  <a:lnTo>
                    <a:pt x="1091184" y="3934968"/>
                  </a:lnTo>
                  <a:lnTo>
                    <a:pt x="1098804" y="3934968"/>
                  </a:lnTo>
                  <a:lnTo>
                    <a:pt x="1101852" y="3931920"/>
                  </a:lnTo>
                  <a:lnTo>
                    <a:pt x="1101852" y="3886200"/>
                  </a:lnTo>
                  <a:close/>
                </a:path>
                <a:path w="1102359" h="3935095">
                  <a:moveTo>
                    <a:pt x="1101852" y="3802380"/>
                  </a:moveTo>
                  <a:lnTo>
                    <a:pt x="1098804" y="3799332"/>
                  </a:lnTo>
                  <a:lnTo>
                    <a:pt x="1091184" y="3799332"/>
                  </a:lnTo>
                  <a:lnTo>
                    <a:pt x="1088136" y="3802380"/>
                  </a:lnTo>
                  <a:lnTo>
                    <a:pt x="1088136" y="3851148"/>
                  </a:lnTo>
                  <a:lnTo>
                    <a:pt x="1091184" y="3854196"/>
                  </a:lnTo>
                  <a:lnTo>
                    <a:pt x="1098804" y="3854196"/>
                  </a:lnTo>
                  <a:lnTo>
                    <a:pt x="1101852" y="3851148"/>
                  </a:lnTo>
                  <a:lnTo>
                    <a:pt x="1101852" y="3802380"/>
                  </a:lnTo>
                  <a:close/>
                </a:path>
                <a:path w="1102359" h="3935095">
                  <a:moveTo>
                    <a:pt x="1101852" y="3720084"/>
                  </a:moveTo>
                  <a:lnTo>
                    <a:pt x="1098804" y="3717036"/>
                  </a:lnTo>
                  <a:lnTo>
                    <a:pt x="1091184" y="3717036"/>
                  </a:lnTo>
                  <a:lnTo>
                    <a:pt x="1088136" y="3720084"/>
                  </a:lnTo>
                  <a:lnTo>
                    <a:pt x="1088136" y="3768852"/>
                  </a:lnTo>
                  <a:lnTo>
                    <a:pt x="1091184" y="3771900"/>
                  </a:lnTo>
                  <a:lnTo>
                    <a:pt x="1098804" y="3771900"/>
                  </a:lnTo>
                  <a:lnTo>
                    <a:pt x="1101852" y="3768852"/>
                  </a:lnTo>
                  <a:lnTo>
                    <a:pt x="1101852" y="3720084"/>
                  </a:lnTo>
                  <a:close/>
                </a:path>
                <a:path w="1102359" h="3935095">
                  <a:moveTo>
                    <a:pt x="1101852" y="3637788"/>
                  </a:moveTo>
                  <a:lnTo>
                    <a:pt x="1098804" y="3634752"/>
                  </a:lnTo>
                  <a:lnTo>
                    <a:pt x="1091184" y="3634752"/>
                  </a:lnTo>
                  <a:lnTo>
                    <a:pt x="1088136" y="3637788"/>
                  </a:lnTo>
                  <a:lnTo>
                    <a:pt x="1088136" y="3686556"/>
                  </a:lnTo>
                  <a:lnTo>
                    <a:pt x="1091184" y="3689604"/>
                  </a:lnTo>
                  <a:lnTo>
                    <a:pt x="1098804" y="3689604"/>
                  </a:lnTo>
                  <a:lnTo>
                    <a:pt x="1101852" y="3686556"/>
                  </a:lnTo>
                  <a:lnTo>
                    <a:pt x="1101852" y="3637788"/>
                  </a:lnTo>
                  <a:close/>
                </a:path>
                <a:path w="1102359" h="3935095">
                  <a:moveTo>
                    <a:pt x="1101852" y="3555492"/>
                  </a:moveTo>
                  <a:lnTo>
                    <a:pt x="1098804" y="3552444"/>
                  </a:lnTo>
                  <a:lnTo>
                    <a:pt x="1091184" y="3552444"/>
                  </a:lnTo>
                  <a:lnTo>
                    <a:pt x="1088136" y="3555492"/>
                  </a:lnTo>
                  <a:lnTo>
                    <a:pt x="1088136" y="3604260"/>
                  </a:lnTo>
                  <a:lnTo>
                    <a:pt x="1091184" y="3607320"/>
                  </a:lnTo>
                  <a:lnTo>
                    <a:pt x="1098804" y="3607320"/>
                  </a:lnTo>
                  <a:lnTo>
                    <a:pt x="1101852" y="3604260"/>
                  </a:lnTo>
                  <a:lnTo>
                    <a:pt x="1101852" y="3555492"/>
                  </a:lnTo>
                  <a:close/>
                </a:path>
                <a:path w="1102359" h="3935095">
                  <a:moveTo>
                    <a:pt x="1101852" y="3473196"/>
                  </a:moveTo>
                  <a:lnTo>
                    <a:pt x="1098804" y="3468624"/>
                  </a:lnTo>
                  <a:lnTo>
                    <a:pt x="1091184" y="3468624"/>
                  </a:lnTo>
                  <a:lnTo>
                    <a:pt x="1088136" y="3473196"/>
                  </a:lnTo>
                  <a:lnTo>
                    <a:pt x="1088136" y="3521964"/>
                  </a:lnTo>
                  <a:lnTo>
                    <a:pt x="1091184" y="3525012"/>
                  </a:lnTo>
                  <a:lnTo>
                    <a:pt x="1098804" y="3525012"/>
                  </a:lnTo>
                  <a:lnTo>
                    <a:pt x="1101852" y="3521964"/>
                  </a:lnTo>
                  <a:lnTo>
                    <a:pt x="1101852" y="3473196"/>
                  </a:lnTo>
                  <a:close/>
                </a:path>
                <a:path w="1102359" h="3935095">
                  <a:moveTo>
                    <a:pt x="1101852" y="3389376"/>
                  </a:moveTo>
                  <a:lnTo>
                    <a:pt x="1098804" y="3386328"/>
                  </a:lnTo>
                  <a:lnTo>
                    <a:pt x="1091184" y="3386328"/>
                  </a:lnTo>
                  <a:lnTo>
                    <a:pt x="1088136" y="3389376"/>
                  </a:lnTo>
                  <a:lnTo>
                    <a:pt x="1088136" y="3438144"/>
                  </a:lnTo>
                  <a:lnTo>
                    <a:pt x="1091184" y="3441192"/>
                  </a:lnTo>
                  <a:lnTo>
                    <a:pt x="1098804" y="3441192"/>
                  </a:lnTo>
                  <a:lnTo>
                    <a:pt x="1101852" y="3438144"/>
                  </a:lnTo>
                  <a:lnTo>
                    <a:pt x="1101852" y="3389376"/>
                  </a:lnTo>
                  <a:close/>
                </a:path>
                <a:path w="1102359" h="3935095">
                  <a:moveTo>
                    <a:pt x="1101852" y="3307080"/>
                  </a:moveTo>
                  <a:lnTo>
                    <a:pt x="1098804" y="3304032"/>
                  </a:lnTo>
                  <a:lnTo>
                    <a:pt x="1091184" y="3304032"/>
                  </a:lnTo>
                  <a:lnTo>
                    <a:pt x="1088136" y="3307080"/>
                  </a:lnTo>
                  <a:lnTo>
                    <a:pt x="1088136" y="3355848"/>
                  </a:lnTo>
                  <a:lnTo>
                    <a:pt x="1091184" y="3358896"/>
                  </a:lnTo>
                  <a:lnTo>
                    <a:pt x="1098804" y="3358896"/>
                  </a:lnTo>
                  <a:lnTo>
                    <a:pt x="1101852" y="3355848"/>
                  </a:lnTo>
                  <a:lnTo>
                    <a:pt x="1101852" y="3307080"/>
                  </a:lnTo>
                  <a:close/>
                </a:path>
                <a:path w="1102359" h="3935095">
                  <a:moveTo>
                    <a:pt x="1101852" y="3224784"/>
                  </a:moveTo>
                  <a:lnTo>
                    <a:pt x="1098804" y="3221736"/>
                  </a:lnTo>
                  <a:lnTo>
                    <a:pt x="1091184" y="3221736"/>
                  </a:lnTo>
                  <a:lnTo>
                    <a:pt x="1088136" y="3224784"/>
                  </a:lnTo>
                  <a:lnTo>
                    <a:pt x="1088136" y="3273552"/>
                  </a:lnTo>
                  <a:lnTo>
                    <a:pt x="1091184" y="3276600"/>
                  </a:lnTo>
                  <a:lnTo>
                    <a:pt x="1098804" y="3276600"/>
                  </a:lnTo>
                  <a:lnTo>
                    <a:pt x="1101852" y="3273552"/>
                  </a:lnTo>
                  <a:lnTo>
                    <a:pt x="1101852" y="3224784"/>
                  </a:lnTo>
                  <a:close/>
                </a:path>
                <a:path w="1102359" h="3935095">
                  <a:moveTo>
                    <a:pt x="1101852" y="3142488"/>
                  </a:moveTo>
                  <a:lnTo>
                    <a:pt x="1098804" y="3139440"/>
                  </a:lnTo>
                  <a:lnTo>
                    <a:pt x="1091184" y="3139440"/>
                  </a:lnTo>
                  <a:lnTo>
                    <a:pt x="1088136" y="3142488"/>
                  </a:lnTo>
                  <a:lnTo>
                    <a:pt x="1088136" y="3191256"/>
                  </a:lnTo>
                  <a:lnTo>
                    <a:pt x="1091184" y="3194304"/>
                  </a:lnTo>
                  <a:lnTo>
                    <a:pt x="1098804" y="3194304"/>
                  </a:lnTo>
                  <a:lnTo>
                    <a:pt x="1101852" y="3191256"/>
                  </a:lnTo>
                  <a:lnTo>
                    <a:pt x="1101852" y="3142488"/>
                  </a:lnTo>
                  <a:close/>
                </a:path>
                <a:path w="1102359" h="3935095">
                  <a:moveTo>
                    <a:pt x="1101852" y="3060192"/>
                  </a:moveTo>
                  <a:lnTo>
                    <a:pt x="1098804" y="3055620"/>
                  </a:lnTo>
                  <a:lnTo>
                    <a:pt x="1091184" y="3055620"/>
                  </a:lnTo>
                  <a:lnTo>
                    <a:pt x="1088136" y="3060192"/>
                  </a:lnTo>
                  <a:lnTo>
                    <a:pt x="1088136" y="3108960"/>
                  </a:lnTo>
                  <a:lnTo>
                    <a:pt x="1091184" y="3112008"/>
                  </a:lnTo>
                  <a:lnTo>
                    <a:pt x="1098804" y="3112008"/>
                  </a:lnTo>
                  <a:lnTo>
                    <a:pt x="1101852" y="3108960"/>
                  </a:lnTo>
                  <a:lnTo>
                    <a:pt x="1101852" y="3060192"/>
                  </a:lnTo>
                  <a:close/>
                </a:path>
                <a:path w="1102359" h="3935095">
                  <a:moveTo>
                    <a:pt x="1101852" y="2976372"/>
                  </a:moveTo>
                  <a:lnTo>
                    <a:pt x="1098804" y="2973324"/>
                  </a:lnTo>
                  <a:lnTo>
                    <a:pt x="1091184" y="2973324"/>
                  </a:lnTo>
                  <a:lnTo>
                    <a:pt x="1088136" y="2976372"/>
                  </a:lnTo>
                  <a:lnTo>
                    <a:pt x="1088136" y="3025140"/>
                  </a:lnTo>
                  <a:lnTo>
                    <a:pt x="1091184" y="3028188"/>
                  </a:lnTo>
                  <a:lnTo>
                    <a:pt x="1098804" y="3028188"/>
                  </a:lnTo>
                  <a:lnTo>
                    <a:pt x="1101852" y="3025140"/>
                  </a:lnTo>
                  <a:lnTo>
                    <a:pt x="1101852" y="2976372"/>
                  </a:lnTo>
                  <a:close/>
                </a:path>
                <a:path w="1102359" h="3935095">
                  <a:moveTo>
                    <a:pt x="1101852" y="2894076"/>
                  </a:moveTo>
                  <a:lnTo>
                    <a:pt x="1098804" y="2891028"/>
                  </a:lnTo>
                  <a:lnTo>
                    <a:pt x="1091184" y="2891028"/>
                  </a:lnTo>
                  <a:lnTo>
                    <a:pt x="1088136" y="2894076"/>
                  </a:lnTo>
                  <a:lnTo>
                    <a:pt x="1088136" y="2942844"/>
                  </a:lnTo>
                  <a:lnTo>
                    <a:pt x="1091184" y="2945892"/>
                  </a:lnTo>
                  <a:lnTo>
                    <a:pt x="1098804" y="2945892"/>
                  </a:lnTo>
                  <a:lnTo>
                    <a:pt x="1101852" y="2942844"/>
                  </a:lnTo>
                  <a:lnTo>
                    <a:pt x="1101852" y="2894076"/>
                  </a:lnTo>
                  <a:close/>
                </a:path>
                <a:path w="1102359" h="3935095">
                  <a:moveTo>
                    <a:pt x="1101852" y="2811780"/>
                  </a:moveTo>
                  <a:lnTo>
                    <a:pt x="1098804" y="2808732"/>
                  </a:lnTo>
                  <a:lnTo>
                    <a:pt x="1091184" y="2808732"/>
                  </a:lnTo>
                  <a:lnTo>
                    <a:pt x="1088136" y="2811780"/>
                  </a:lnTo>
                  <a:lnTo>
                    <a:pt x="1088136" y="2860548"/>
                  </a:lnTo>
                  <a:lnTo>
                    <a:pt x="1091184" y="2863596"/>
                  </a:lnTo>
                  <a:lnTo>
                    <a:pt x="1098804" y="2863596"/>
                  </a:lnTo>
                  <a:lnTo>
                    <a:pt x="1101852" y="2860548"/>
                  </a:lnTo>
                  <a:lnTo>
                    <a:pt x="1101852" y="2811780"/>
                  </a:lnTo>
                  <a:close/>
                </a:path>
                <a:path w="1102359" h="3935095">
                  <a:moveTo>
                    <a:pt x="1101852" y="2729484"/>
                  </a:moveTo>
                  <a:lnTo>
                    <a:pt x="1098804" y="2726436"/>
                  </a:lnTo>
                  <a:lnTo>
                    <a:pt x="1091184" y="2726436"/>
                  </a:lnTo>
                  <a:lnTo>
                    <a:pt x="1088136" y="2729484"/>
                  </a:lnTo>
                  <a:lnTo>
                    <a:pt x="1088136" y="2778252"/>
                  </a:lnTo>
                  <a:lnTo>
                    <a:pt x="1091184" y="2781300"/>
                  </a:lnTo>
                  <a:lnTo>
                    <a:pt x="1098804" y="2781300"/>
                  </a:lnTo>
                  <a:lnTo>
                    <a:pt x="1101852" y="2778252"/>
                  </a:lnTo>
                  <a:lnTo>
                    <a:pt x="1101852" y="2729484"/>
                  </a:lnTo>
                  <a:close/>
                </a:path>
                <a:path w="1102359" h="3935095">
                  <a:moveTo>
                    <a:pt x="1101852" y="2645664"/>
                  </a:moveTo>
                  <a:lnTo>
                    <a:pt x="1098804" y="2642616"/>
                  </a:lnTo>
                  <a:lnTo>
                    <a:pt x="1091184" y="2642616"/>
                  </a:lnTo>
                  <a:lnTo>
                    <a:pt x="1088136" y="2645664"/>
                  </a:lnTo>
                  <a:lnTo>
                    <a:pt x="1088136" y="2695956"/>
                  </a:lnTo>
                  <a:lnTo>
                    <a:pt x="1091184" y="2699004"/>
                  </a:lnTo>
                  <a:lnTo>
                    <a:pt x="1098804" y="2699004"/>
                  </a:lnTo>
                  <a:lnTo>
                    <a:pt x="1101852" y="2695956"/>
                  </a:lnTo>
                  <a:lnTo>
                    <a:pt x="1101852" y="2645664"/>
                  </a:lnTo>
                  <a:close/>
                </a:path>
                <a:path w="1102359" h="3935095">
                  <a:moveTo>
                    <a:pt x="1101852" y="2563368"/>
                  </a:moveTo>
                  <a:lnTo>
                    <a:pt x="1098804" y="2560320"/>
                  </a:lnTo>
                  <a:lnTo>
                    <a:pt x="1091184" y="2560320"/>
                  </a:lnTo>
                  <a:lnTo>
                    <a:pt x="1088136" y="2563368"/>
                  </a:lnTo>
                  <a:lnTo>
                    <a:pt x="1088136" y="2612136"/>
                  </a:lnTo>
                  <a:lnTo>
                    <a:pt x="1091184" y="2615184"/>
                  </a:lnTo>
                  <a:lnTo>
                    <a:pt x="1098804" y="2615184"/>
                  </a:lnTo>
                  <a:lnTo>
                    <a:pt x="1101852" y="2612136"/>
                  </a:lnTo>
                  <a:lnTo>
                    <a:pt x="1101852" y="2563368"/>
                  </a:lnTo>
                  <a:close/>
                </a:path>
                <a:path w="1102359" h="3935095">
                  <a:moveTo>
                    <a:pt x="1101852" y="2481072"/>
                  </a:moveTo>
                  <a:lnTo>
                    <a:pt x="1098804" y="2478024"/>
                  </a:lnTo>
                  <a:lnTo>
                    <a:pt x="1091184" y="2478024"/>
                  </a:lnTo>
                  <a:lnTo>
                    <a:pt x="1088136" y="2481072"/>
                  </a:lnTo>
                  <a:lnTo>
                    <a:pt x="1088136" y="2529840"/>
                  </a:lnTo>
                  <a:lnTo>
                    <a:pt x="1091184" y="2532888"/>
                  </a:lnTo>
                  <a:lnTo>
                    <a:pt x="1098804" y="2532888"/>
                  </a:lnTo>
                  <a:lnTo>
                    <a:pt x="1101852" y="2529840"/>
                  </a:lnTo>
                  <a:lnTo>
                    <a:pt x="1101852" y="2481072"/>
                  </a:lnTo>
                  <a:close/>
                </a:path>
                <a:path w="1102359" h="3935095">
                  <a:moveTo>
                    <a:pt x="1101852" y="2398776"/>
                  </a:moveTo>
                  <a:lnTo>
                    <a:pt x="1098804" y="2395728"/>
                  </a:lnTo>
                  <a:lnTo>
                    <a:pt x="1091184" y="2395728"/>
                  </a:lnTo>
                  <a:lnTo>
                    <a:pt x="1088136" y="2398776"/>
                  </a:lnTo>
                  <a:lnTo>
                    <a:pt x="1088136" y="2447544"/>
                  </a:lnTo>
                  <a:lnTo>
                    <a:pt x="1091184" y="2450592"/>
                  </a:lnTo>
                  <a:lnTo>
                    <a:pt x="1098804" y="2450592"/>
                  </a:lnTo>
                  <a:lnTo>
                    <a:pt x="1101852" y="2447544"/>
                  </a:lnTo>
                  <a:lnTo>
                    <a:pt x="1101852" y="2398776"/>
                  </a:lnTo>
                  <a:close/>
                </a:path>
                <a:path w="1102359" h="3935095">
                  <a:moveTo>
                    <a:pt x="1101852" y="2316480"/>
                  </a:moveTo>
                  <a:lnTo>
                    <a:pt x="1098804" y="2313432"/>
                  </a:lnTo>
                  <a:lnTo>
                    <a:pt x="1091184" y="2313432"/>
                  </a:lnTo>
                  <a:lnTo>
                    <a:pt x="1088136" y="2316480"/>
                  </a:lnTo>
                  <a:lnTo>
                    <a:pt x="1088136" y="2365248"/>
                  </a:lnTo>
                  <a:lnTo>
                    <a:pt x="1091184" y="2368296"/>
                  </a:lnTo>
                  <a:lnTo>
                    <a:pt x="1098804" y="2368296"/>
                  </a:lnTo>
                  <a:lnTo>
                    <a:pt x="1101852" y="2365248"/>
                  </a:lnTo>
                  <a:lnTo>
                    <a:pt x="1101852" y="2316480"/>
                  </a:lnTo>
                  <a:close/>
                </a:path>
                <a:path w="1102359" h="3935095">
                  <a:moveTo>
                    <a:pt x="1101852" y="2232660"/>
                  </a:moveTo>
                  <a:lnTo>
                    <a:pt x="1098804" y="2229612"/>
                  </a:lnTo>
                  <a:lnTo>
                    <a:pt x="1091184" y="2229612"/>
                  </a:lnTo>
                  <a:lnTo>
                    <a:pt x="1088136" y="2232660"/>
                  </a:lnTo>
                  <a:lnTo>
                    <a:pt x="1088136" y="2282952"/>
                  </a:lnTo>
                  <a:lnTo>
                    <a:pt x="1091184" y="2286000"/>
                  </a:lnTo>
                  <a:lnTo>
                    <a:pt x="1098804" y="2286000"/>
                  </a:lnTo>
                  <a:lnTo>
                    <a:pt x="1101852" y="2282952"/>
                  </a:lnTo>
                  <a:lnTo>
                    <a:pt x="1101852" y="2232660"/>
                  </a:lnTo>
                  <a:close/>
                </a:path>
                <a:path w="1102359" h="3935095">
                  <a:moveTo>
                    <a:pt x="1101852" y="2150364"/>
                  </a:moveTo>
                  <a:lnTo>
                    <a:pt x="1098804" y="2147316"/>
                  </a:lnTo>
                  <a:lnTo>
                    <a:pt x="1091184" y="2147316"/>
                  </a:lnTo>
                  <a:lnTo>
                    <a:pt x="1088136" y="2150364"/>
                  </a:lnTo>
                  <a:lnTo>
                    <a:pt x="1088136" y="2199132"/>
                  </a:lnTo>
                  <a:lnTo>
                    <a:pt x="1091184" y="2202180"/>
                  </a:lnTo>
                  <a:lnTo>
                    <a:pt x="1098804" y="2202180"/>
                  </a:lnTo>
                  <a:lnTo>
                    <a:pt x="1101852" y="2199132"/>
                  </a:lnTo>
                  <a:lnTo>
                    <a:pt x="1101852" y="2150364"/>
                  </a:lnTo>
                  <a:close/>
                </a:path>
                <a:path w="1102359" h="3935095">
                  <a:moveTo>
                    <a:pt x="1101852" y="2068068"/>
                  </a:moveTo>
                  <a:lnTo>
                    <a:pt x="1098804" y="2065020"/>
                  </a:lnTo>
                  <a:lnTo>
                    <a:pt x="1091184" y="2065020"/>
                  </a:lnTo>
                  <a:lnTo>
                    <a:pt x="1088136" y="2068068"/>
                  </a:lnTo>
                  <a:lnTo>
                    <a:pt x="1088136" y="2116836"/>
                  </a:lnTo>
                  <a:lnTo>
                    <a:pt x="1091184" y="2119884"/>
                  </a:lnTo>
                  <a:lnTo>
                    <a:pt x="1098804" y="2119884"/>
                  </a:lnTo>
                  <a:lnTo>
                    <a:pt x="1101852" y="2116836"/>
                  </a:lnTo>
                  <a:lnTo>
                    <a:pt x="1101852" y="2068068"/>
                  </a:lnTo>
                  <a:close/>
                </a:path>
                <a:path w="1102359" h="3935095">
                  <a:moveTo>
                    <a:pt x="1101852" y="1985772"/>
                  </a:moveTo>
                  <a:lnTo>
                    <a:pt x="1098804" y="1982736"/>
                  </a:lnTo>
                  <a:lnTo>
                    <a:pt x="1091184" y="1982736"/>
                  </a:lnTo>
                  <a:lnTo>
                    <a:pt x="1088136" y="1985772"/>
                  </a:lnTo>
                  <a:lnTo>
                    <a:pt x="1088136" y="2034540"/>
                  </a:lnTo>
                  <a:lnTo>
                    <a:pt x="1091184" y="2037588"/>
                  </a:lnTo>
                  <a:lnTo>
                    <a:pt x="1098804" y="2037588"/>
                  </a:lnTo>
                  <a:lnTo>
                    <a:pt x="1101852" y="2034540"/>
                  </a:lnTo>
                  <a:lnTo>
                    <a:pt x="1101852" y="1985772"/>
                  </a:lnTo>
                  <a:close/>
                </a:path>
                <a:path w="1102359" h="3935095">
                  <a:moveTo>
                    <a:pt x="1101852" y="1903476"/>
                  </a:moveTo>
                  <a:lnTo>
                    <a:pt x="1098804" y="1900428"/>
                  </a:lnTo>
                  <a:lnTo>
                    <a:pt x="1091184" y="1900428"/>
                  </a:lnTo>
                  <a:lnTo>
                    <a:pt x="1088136" y="1903476"/>
                  </a:lnTo>
                  <a:lnTo>
                    <a:pt x="1088136" y="1952244"/>
                  </a:lnTo>
                  <a:lnTo>
                    <a:pt x="1091184" y="1955292"/>
                  </a:lnTo>
                  <a:lnTo>
                    <a:pt x="1098804" y="1955292"/>
                  </a:lnTo>
                  <a:lnTo>
                    <a:pt x="1101852" y="1952244"/>
                  </a:lnTo>
                  <a:lnTo>
                    <a:pt x="1101852" y="1903476"/>
                  </a:lnTo>
                  <a:close/>
                </a:path>
                <a:path w="1102359" h="3935095">
                  <a:moveTo>
                    <a:pt x="1101852" y="1819656"/>
                  </a:moveTo>
                  <a:lnTo>
                    <a:pt x="1098804" y="1816608"/>
                  </a:lnTo>
                  <a:lnTo>
                    <a:pt x="1091184" y="1816608"/>
                  </a:lnTo>
                  <a:lnTo>
                    <a:pt x="1088136" y="1819656"/>
                  </a:lnTo>
                  <a:lnTo>
                    <a:pt x="1088136" y="1869948"/>
                  </a:lnTo>
                  <a:lnTo>
                    <a:pt x="1091184" y="1872996"/>
                  </a:lnTo>
                  <a:lnTo>
                    <a:pt x="1098804" y="1872996"/>
                  </a:lnTo>
                  <a:lnTo>
                    <a:pt x="1101852" y="1869948"/>
                  </a:lnTo>
                  <a:lnTo>
                    <a:pt x="1101852" y="1819656"/>
                  </a:lnTo>
                  <a:close/>
                </a:path>
                <a:path w="1102359" h="3935095">
                  <a:moveTo>
                    <a:pt x="1101852" y="1737360"/>
                  </a:moveTo>
                  <a:lnTo>
                    <a:pt x="1098804" y="1734312"/>
                  </a:lnTo>
                  <a:lnTo>
                    <a:pt x="1091184" y="1734312"/>
                  </a:lnTo>
                  <a:lnTo>
                    <a:pt x="1088136" y="1737360"/>
                  </a:lnTo>
                  <a:lnTo>
                    <a:pt x="1088136" y="1786128"/>
                  </a:lnTo>
                  <a:lnTo>
                    <a:pt x="1091184" y="1789176"/>
                  </a:lnTo>
                  <a:lnTo>
                    <a:pt x="1098804" y="1789176"/>
                  </a:lnTo>
                  <a:lnTo>
                    <a:pt x="1101852" y="1786128"/>
                  </a:lnTo>
                  <a:lnTo>
                    <a:pt x="1101852" y="1737360"/>
                  </a:lnTo>
                  <a:close/>
                </a:path>
                <a:path w="1102359" h="3935095">
                  <a:moveTo>
                    <a:pt x="1101852" y="1655064"/>
                  </a:moveTo>
                  <a:lnTo>
                    <a:pt x="1098804" y="1652016"/>
                  </a:lnTo>
                  <a:lnTo>
                    <a:pt x="1091184" y="1652016"/>
                  </a:lnTo>
                  <a:lnTo>
                    <a:pt x="1088136" y="1655064"/>
                  </a:lnTo>
                  <a:lnTo>
                    <a:pt x="1088136" y="1703832"/>
                  </a:lnTo>
                  <a:lnTo>
                    <a:pt x="1091184" y="1706880"/>
                  </a:lnTo>
                  <a:lnTo>
                    <a:pt x="1098804" y="1706880"/>
                  </a:lnTo>
                  <a:lnTo>
                    <a:pt x="1101852" y="1703832"/>
                  </a:lnTo>
                  <a:lnTo>
                    <a:pt x="1101852" y="1655064"/>
                  </a:lnTo>
                  <a:close/>
                </a:path>
                <a:path w="1102359" h="3935095">
                  <a:moveTo>
                    <a:pt x="1101852" y="1572768"/>
                  </a:moveTo>
                  <a:lnTo>
                    <a:pt x="1098804" y="1569720"/>
                  </a:lnTo>
                  <a:lnTo>
                    <a:pt x="1091184" y="1569720"/>
                  </a:lnTo>
                  <a:lnTo>
                    <a:pt x="1088136" y="1572768"/>
                  </a:lnTo>
                  <a:lnTo>
                    <a:pt x="1088136" y="1621536"/>
                  </a:lnTo>
                  <a:lnTo>
                    <a:pt x="1091184" y="1624584"/>
                  </a:lnTo>
                  <a:lnTo>
                    <a:pt x="1098804" y="1624584"/>
                  </a:lnTo>
                  <a:lnTo>
                    <a:pt x="1101852" y="1621536"/>
                  </a:lnTo>
                  <a:lnTo>
                    <a:pt x="1101852" y="1572768"/>
                  </a:lnTo>
                  <a:close/>
                </a:path>
                <a:path w="1102359" h="3935095">
                  <a:moveTo>
                    <a:pt x="1101852" y="1490472"/>
                  </a:moveTo>
                  <a:lnTo>
                    <a:pt x="1098804" y="1487424"/>
                  </a:lnTo>
                  <a:lnTo>
                    <a:pt x="1091184" y="1487424"/>
                  </a:lnTo>
                  <a:lnTo>
                    <a:pt x="1088136" y="1490472"/>
                  </a:lnTo>
                  <a:lnTo>
                    <a:pt x="1088136" y="1539240"/>
                  </a:lnTo>
                  <a:lnTo>
                    <a:pt x="1091184" y="1542288"/>
                  </a:lnTo>
                  <a:lnTo>
                    <a:pt x="1098804" y="1542288"/>
                  </a:lnTo>
                  <a:lnTo>
                    <a:pt x="1101852" y="1539240"/>
                  </a:lnTo>
                  <a:lnTo>
                    <a:pt x="1101852" y="1490472"/>
                  </a:lnTo>
                  <a:close/>
                </a:path>
                <a:path w="1102359" h="3935095">
                  <a:moveTo>
                    <a:pt x="1101852" y="1406652"/>
                  </a:moveTo>
                  <a:lnTo>
                    <a:pt x="1098804" y="1403604"/>
                  </a:lnTo>
                  <a:lnTo>
                    <a:pt x="1091184" y="1403604"/>
                  </a:lnTo>
                  <a:lnTo>
                    <a:pt x="1088136" y="1406652"/>
                  </a:lnTo>
                  <a:lnTo>
                    <a:pt x="1088136" y="1456944"/>
                  </a:lnTo>
                  <a:lnTo>
                    <a:pt x="1091184" y="1459992"/>
                  </a:lnTo>
                  <a:lnTo>
                    <a:pt x="1098804" y="1459992"/>
                  </a:lnTo>
                  <a:lnTo>
                    <a:pt x="1101852" y="1456944"/>
                  </a:lnTo>
                  <a:lnTo>
                    <a:pt x="1101852" y="1406652"/>
                  </a:lnTo>
                  <a:close/>
                </a:path>
                <a:path w="1102359" h="3935095">
                  <a:moveTo>
                    <a:pt x="1101852" y="1324356"/>
                  </a:moveTo>
                  <a:lnTo>
                    <a:pt x="1098804" y="1321308"/>
                  </a:lnTo>
                  <a:lnTo>
                    <a:pt x="1091184" y="1321308"/>
                  </a:lnTo>
                  <a:lnTo>
                    <a:pt x="1088136" y="1324356"/>
                  </a:lnTo>
                  <a:lnTo>
                    <a:pt x="1088136" y="1373124"/>
                  </a:lnTo>
                  <a:lnTo>
                    <a:pt x="1091184" y="1376172"/>
                  </a:lnTo>
                  <a:lnTo>
                    <a:pt x="1098804" y="1376172"/>
                  </a:lnTo>
                  <a:lnTo>
                    <a:pt x="1101852" y="1373124"/>
                  </a:lnTo>
                  <a:lnTo>
                    <a:pt x="1101852" y="1324356"/>
                  </a:lnTo>
                  <a:close/>
                </a:path>
                <a:path w="1102359" h="3935095">
                  <a:moveTo>
                    <a:pt x="1101852" y="1242060"/>
                  </a:moveTo>
                  <a:lnTo>
                    <a:pt x="1098804" y="1239012"/>
                  </a:lnTo>
                  <a:lnTo>
                    <a:pt x="1091184" y="1239012"/>
                  </a:lnTo>
                  <a:lnTo>
                    <a:pt x="1088136" y="1242060"/>
                  </a:lnTo>
                  <a:lnTo>
                    <a:pt x="1088136" y="1290828"/>
                  </a:lnTo>
                  <a:lnTo>
                    <a:pt x="1091184" y="1293876"/>
                  </a:lnTo>
                  <a:lnTo>
                    <a:pt x="1098804" y="1293876"/>
                  </a:lnTo>
                  <a:lnTo>
                    <a:pt x="1101852" y="1290828"/>
                  </a:lnTo>
                  <a:lnTo>
                    <a:pt x="1101852" y="1242060"/>
                  </a:lnTo>
                  <a:close/>
                </a:path>
                <a:path w="1102359" h="3935095">
                  <a:moveTo>
                    <a:pt x="1101852" y="1159764"/>
                  </a:moveTo>
                  <a:lnTo>
                    <a:pt x="1098804" y="1156716"/>
                  </a:lnTo>
                  <a:lnTo>
                    <a:pt x="1091184" y="1156716"/>
                  </a:lnTo>
                  <a:lnTo>
                    <a:pt x="1088136" y="1159764"/>
                  </a:lnTo>
                  <a:lnTo>
                    <a:pt x="1088136" y="1208532"/>
                  </a:lnTo>
                  <a:lnTo>
                    <a:pt x="1091184" y="1211580"/>
                  </a:lnTo>
                  <a:lnTo>
                    <a:pt x="1098804" y="1211580"/>
                  </a:lnTo>
                  <a:lnTo>
                    <a:pt x="1101852" y="1208532"/>
                  </a:lnTo>
                  <a:lnTo>
                    <a:pt x="1101852" y="1159764"/>
                  </a:lnTo>
                  <a:close/>
                </a:path>
                <a:path w="1102359" h="3935095">
                  <a:moveTo>
                    <a:pt x="1101852" y="1077468"/>
                  </a:moveTo>
                  <a:lnTo>
                    <a:pt x="1098804" y="1074420"/>
                  </a:lnTo>
                  <a:lnTo>
                    <a:pt x="1091184" y="1074420"/>
                  </a:lnTo>
                  <a:lnTo>
                    <a:pt x="1088136" y="1077468"/>
                  </a:lnTo>
                  <a:lnTo>
                    <a:pt x="1088136" y="1126236"/>
                  </a:lnTo>
                  <a:lnTo>
                    <a:pt x="1091184" y="1129284"/>
                  </a:lnTo>
                  <a:lnTo>
                    <a:pt x="1098804" y="1129284"/>
                  </a:lnTo>
                  <a:lnTo>
                    <a:pt x="1101852" y="1126236"/>
                  </a:lnTo>
                  <a:lnTo>
                    <a:pt x="1101852" y="1077468"/>
                  </a:lnTo>
                  <a:close/>
                </a:path>
                <a:path w="1102359" h="3935095">
                  <a:moveTo>
                    <a:pt x="1101852" y="993648"/>
                  </a:moveTo>
                  <a:lnTo>
                    <a:pt x="1098804" y="990600"/>
                  </a:lnTo>
                  <a:lnTo>
                    <a:pt x="1091184" y="990600"/>
                  </a:lnTo>
                  <a:lnTo>
                    <a:pt x="1088136" y="993648"/>
                  </a:lnTo>
                  <a:lnTo>
                    <a:pt x="1088136" y="1043940"/>
                  </a:lnTo>
                  <a:lnTo>
                    <a:pt x="1091184" y="1046988"/>
                  </a:lnTo>
                  <a:lnTo>
                    <a:pt x="1098804" y="1046988"/>
                  </a:lnTo>
                  <a:lnTo>
                    <a:pt x="1101852" y="1043940"/>
                  </a:lnTo>
                  <a:lnTo>
                    <a:pt x="1101852" y="993648"/>
                  </a:lnTo>
                  <a:close/>
                </a:path>
                <a:path w="1102359" h="3935095">
                  <a:moveTo>
                    <a:pt x="1101852" y="911352"/>
                  </a:moveTo>
                  <a:lnTo>
                    <a:pt x="1098804" y="908304"/>
                  </a:lnTo>
                  <a:lnTo>
                    <a:pt x="1091184" y="908304"/>
                  </a:lnTo>
                  <a:lnTo>
                    <a:pt x="1088136" y="911352"/>
                  </a:lnTo>
                  <a:lnTo>
                    <a:pt x="1088136" y="960120"/>
                  </a:lnTo>
                  <a:lnTo>
                    <a:pt x="1091184" y="963168"/>
                  </a:lnTo>
                  <a:lnTo>
                    <a:pt x="1098804" y="963168"/>
                  </a:lnTo>
                  <a:lnTo>
                    <a:pt x="1101852" y="960120"/>
                  </a:lnTo>
                  <a:lnTo>
                    <a:pt x="1101852" y="911352"/>
                  </a:lnTo>
                  <a:close/>
                </a:path>
                <a:path w="1102359" h="3935095">
                  <a:moveTo>
                    <a:pt x="1101852" y="829056"/>
                  </a:moveTo>
                  <a:lnTo>
                    <a:pt x="1098804" y="826008"/>
                  </a:lnTo>
                  <a:lnTo>
                    <a:pt x="1091184" y="826008"/>
                  </a:lnTo>
                  <a:lnTo>
                    <a:pt x="1088136" y="829056"/>
                  </a:lnTo>
                  <a:lnTo>
                    <a:pt x="1088136" y="877824"/>
                  </a:lnTo>
                  <a:lnTo>
                    <a:pt x="1091184" y="880872"/>
                  </a:lnTo>
                  <a:lnTo>
                    <a:pt x="1098804" y="880872"/>
                  </a:lnTo>
                  <a:lnTo>
                    <a:pt x="1101852" y="877824"/>
                  </a:lnTo>
                  <a:lnTo>
                    <a:pt x="1101852" y="829056"/>
                  </a:lnTo>
                  <a:close/>
                </a:path>
                <a:path w="1102359" h="3935095">
                  <a:moveTo>
                    <a:pt x="1101852" y="746760"/>
                  </a:moveTo>
                  <a:lnTo>
                    <a:pt x="1098804" y="743712"/>
                  </a:lnTo>
                  <a:lnTo>
                    <a:pt x="1091184" y="743712"/>
                  </a:lnTo>
                  <a:lnTo>
                    <a:pt x="1088136" y="746760"/>
                  </a:lnTo>
                  <a:lnTo>
                    <a:pt x="1088136" y="795528"/>
                  </a:lnTo>
                  <a:lnTo>
                    <a:pt x="1091184" y="798576"/>
                  </a:lnTo>
                  <a:lnTo>
                    <a:pt x="1098804" y="798576"/>
                  </a:lnTo>
                  <a:lnTo>
                    <a:pt x="1101852" y="795528"/>
                  </a:lnTo>
                  <a:lnTo>
                    <a:pt x="1101852" y="746760"/>
                  </a:lnTo>
                  <a:close/>
                </a:path>
                <a:path w="1102359" h="3935095">
                  <a:moveTo>
                    <a:pt x="1101852" y="664464"/>
                  </a:moveTo>
                  <a:lnTo>
                    <a:pt x="1098804" y="661416"/>
                  </a:lnTo>
                  <a:lnTo>
                    <a:pt x="1091184" y="661416"/>
                  </a:lnTo>
                  <a:lnTo>
                    <a:pt x="1088136" y="664464"/>
                  </a:lnTo>
                  <a:lnTo>
                    <a:pt x="1088136" y="713232"/>
                  </a:lnTo>
                  <a:lnTo>
                    <a:pt x="1091184" y="716280"/>
                  </a:lnTo>
                  <a:lnTo>
                    <a:pt x="1098804" y="716280"/>
                  </a:lnTo>
                  <a:lnTo>
                    <a:pt x="1101852" y="713232"/>
                  </a:lnTo>
                  <a:lnTo>
                    <a:pt x="1101852" y="664464"/>
                  </a:lnTo>
                  <a:close/>
                </a:path>
                <a:path w="1102359" h="3935095">
                  <a:moveTo>
                    <a:pt x="1101852" y="580644"/>
                  </a:moveTo>
                  <a:lnTo>
                    <a:pt x="1098804" y="577596"/>
                  </a:lnTo>
                  <a:lnTo>
                    <a:pt x="1091184" y="577596"/>
                  </a:lnTo>
                  <a:lnTo>
                    <a:pt x="1088136" y="580644"/>
                  </a:lnTo>
                  <a:lnTo>
                    <a:pt x="1088136" y="630936"/>
                  </a:lnTo>
                  <a:lnTo>
                    <a:pt x="1091184" y="633984"/>
                  </a:lnTo>
                  <a:lnTo>
                    <a:pt x="1098804" y="633984"/>
                  </a:lnTo>
                  <a:lnTo>
                    <a:pt x="1101852" y="630936"/>
                  </a:lnTo>
                  <a:lnTo>
                    <a:pt x="1101852" y="580644"/>
                  </a:lnTo>
                  <a:close/>
                </a:path>
                <a:path w="1102359" h="3935095">
                  <a:moveTo>
                    <a:pt x="1101852" y="498348"/>
                  </a:moveTo>
                  <a:lnTo>
                    <a:pt x="1098804" y="495300"/>
                  </a:lnTo>
                  <a:lnTo>
                    <a:pt x="1091184" y="495300"/>
                  </a:lnTo>
                  <a:lnTo>
                    <a:pt x="1088136" y="498348"/>
                  </a:lnTo>
                  <a:lnTo>
                    <a:pt x="1088136" y="547116"/>
                  </a:lnTo>
                  <a:lnTo>
                    <a:pt x="1091184" y="550164"/>
                  </a:lnTo>
                  <a:lnTo>
                    <a:pt x="1098804" y="550164"/>
                  </a:lnTo>
                  <a:lnTo>
                    <a:pt x="1101852" y="547116"/>
                  </a:lnTo>
                  <a:lnTo>
                    <a:pt x="1101852" y="498348"/>
                  </a:lnTo>
                  <a:close/>
                </a:path>
                <a:path w="1102359" h="3935095">
                  <a:moveTo>
                    <a:pt x="1101852" y="416052"/>
                  </a:moveTo>
                  <a:lnTo>
                    <a:pt x="1098804" y="413004"/>
                  </a:lnTo>
                  <a:lnTo>
                    <a:pt x="1091184" y="413004"/>
                  </a:lnTo>
                  <a:lnTo>
                    <a:pt x="1088136" y="416052"/>
                  </a:lnTo>
                  <a:lnTo>
                    <a:pt x="1088136" y="464820"/>
                  </a:lnTo>
                  <a:lnTo>
                    <a:pt x="1091184" y="467868"/>
                  </a:lnTo>
                  <a:lnTo>
                    <a:pt x="1098804" y="467868"/>
                  </a:lnTo>
                  <a:lnTo>
                    <a:pt x="1101852" y="464820"/>
                  </a:lnTo>
                  <a:lnTo>
                    <a:pt x="1101852" y="416052"/>
                  </a:lnTo>
                  <a:close/>
                </a:path>
                <a:path w="1102359" h="3935095">
                  <a:moveTo>
                    <a:pt x="1101852" y="333756"/>
                  </a:moveTo>
                  <a:lnTo>
                    <a:pt x="1098804" y="330708"/>
                  </a:lnTo>
                  <a:lnTo>
                    <a:pt x="1091184" y="330708"/>
                  </a:lnTo>
                  <a:lnTo>
                    <a:pt x="1088136" y="333756"/>
                  </a:lnTo>
                  <a:lnTo>
                    <a:pt x="1088136" y="382524"/>
                  </a:lnTo>
                  <a:lnTo>
                    <a:pt x="1091184" y="385572"/>
                  </a:lnTo>
                  <a:lnTo>
                    <a:pt x="1098804" y="385572"/>
                  </a:lnTo>
                  <a:lnTo>
                    <a:pt x="1101852" y="382524"/>
                  </a:lnTo>
                  <a:lnTo>
                    <a:pt x="1101852" y="333756"/>
                  </a:lnTo>
                  <a:close/>
                </a:path>
                <a:path w="1102359" h="3935095">
                  <a:moveTo>
                    <a:pt x="1101852" y="251460"/>
                  </a:moveTo>
                  <a:lnTo>
                    <a:pt x="1098804" y="248412"/>
                  </a:lnTo>
                  <a:lnTo>
                    <a:pt x="1091184" y="248412"/>
                  </a:lnTo>
                  <a:lnTo>
                    <a:pt x="1088136" y="251460"/>
                  </a:lnTo>
                  <a:lnTo>
                    <a:pt x="1088136" y="300228"/>
                  </a:lnTo>
                  <a:lnTo>
                    <a:pt x="1091184" y="303276"/>
                  </a:lnTo>
                  <a:lnTo>
                    <a:pt x="1098804" y="303276"/>
                  </a:lnTo>
                  <a:lnTo>
                    <a:pt x="1101852" y="300228"/>
                  </a:lnTo>
                  <a:lnTo>
                    <a:pt x="1101852" y="251460"/>
                  </a:lnTo>
                  <a:close/>
                </a:path>
                <a:path w="1102359" h="3935095">
                  <a:moveTo>
                    <a:pt x="1101852" y="167640"/>
                  </a:moveTo>
                  <a:lnTo>
                    <a:pt x="1098804" y="164592"/>
                  </a:lnTo>
                  <a:lnTo>
                    <a:pt x="1091184" y="164592"/>
                  </a:lnTo>
                  <a:lnTo>
                    <a:pt x="1088136" y="167640"/>
                  </a:lnTo>
                  <a:lnTo>
                    <a:pt x="1088136" y="217932"/>
                  </a:lnTo>
                  <a:lnTo>
                    <a:pt x="1091184" y="220980"/>
                  </a:lnTo>
                  <a:lnTo>
                    <a:pt x="1098804" y="220980"/>
                  </a:lnTo>
                  <a:lnTo>
                    <a:pt x="1101852" y="217932"/>
                  </a:lnTo>
                  <a:lnTo>
                    <a:pt x="1101852" y="167640"/>
                  </a:lnTo>
                  <a:close/>
                </a:path>
                <a:path w="1102359" h="3935095">
                  <a:moveTo>
                    <a:pt x="1101852" y="85344"/>
                  </a:moveTo>
                  <a:lnTo>
                    <a:pt x="1098804" y="82296"/>
                  </a:lnTo>
                  <a:lnTo>
                    <a:pt x="1091184" y="82296"/>
                  </a:lnTo>
                  <a:lnTo>
                    <a:pt x="1088136" y="85344"/>
                  </a:lnTo>
                  <a:lnTo>
                    <a:pt x="1088136" y="134112"/>
                  </a:lnTo>
                  <a:lnTo>
                    <a:pt x="1091184" y="137160"/>
                  </a:lnTo>
                  <a:lnTo>
                    <a:pt x="1098804" y="137160"/>
                  </a:lnTo>
                  <a:lnTo>
                    <a:pt x="1101852" y="134112"/>
                  </a:lnTo>
                  <a:lnTo>
                    <a:pt x="1101852" y="85344"/>
                  </a:lnTo>
                  <a:close/>
                </a:path>
                <a:path w="1102359" h="3935095">
                  <a:moveTo>
                    <a:pt x="1101852" y="3048"/>
                  </a:moveTo>
                  <a:lnTo>
                    <a:pt x="1098804" y="0"/>
                  </a:lnTo>
                  <a:lnTo>
                    <a:pt x="1091184" y="0"/>
                  </a:lnTo>
                  <a:lnTo>
                    <a:pt x="1088136" y="3048"/>
                  </a:lnTo>
                  <a:lnTo>
                    <a:pt x="1088136" y="51816"/>
                  </a:lnTo>
                  <a:lnTo>
                    <a:pt x="1091184" y="54864"/>
                  </a:lnTo>
                  <a:lnTo>
                    <a:pt x="1098804" y="54864"/>
                  </a:lnTo>
                  <a:lnTo>
                    <a:pt x="1101852" y="51816"/>
                  </a:lnTo>
                  <a:lnTo>
                    <a:pt x="1101852" y="3048"/>
                  </a:lnTo>
                  <a:close/>
                </a:path>
              </a:pathLst>
            </a:custGeom>
            <a:solidFill>
              <a:srgbClr val="9A9A9A"/>
            </a:solidFill>
          </p:spPr>
          <p:txBody>
            <a:bodyPr wrap="square" lIns="0" tIns="0" rIns="0" bIns="0" rtlCol="0"/>
            <a:lstStyle/>
            <a:p>
              <a:endParaRPr/>
            </a:p>
          </p:txBody>
        </p:sp>
        <p:sp>
          <p:nvSpPr>
            <p:cNvPr id="76" name="object 76"/>
            <p:cNvSpPr/>
            <p:nvPr/>
          </p:nvSpPr>
          <p:spPr>
            <a:xfrm>
              <a:off x="6252972" y="649223"/>
              <a:ext cx="2449195" cy="5570220"/>
            </a:xfrm>
            <a:custGeom>
              <a:avLst/>
              <a:gdLst/>
              <a:ahLst/>
              <a:cxnLst/>
              <a:rect l="l" t="t" r="r" b="b"/>
              <a:pathLst>
                <a:path w="2449195" h="5570220">
                  <a:moveTo>
                    <a:pt x="0" y="0"/>
                  </a:moveTo>
                  <a:lnTo>
                    <a:pt x="0" y="5570219"/>
                  </a:lnTo>
                </a:path>
                <a:path w="2449195" h="5570220">
                  <a:moveTo>
                    <a:pt x="0" y="539495"/>
                  </a:moveTo>
                  <a:lnTo>
                    <a:pt x="2449067" y="539495"/>
                  </a:lnTo>
                </a:path>
              </a:pathLst>
            </a:custGeom>
            <a:ln w="13715">
              <a:solidFill>
                <a:srgbClr val="000000"/>
              </a:solidFill>
            </a:ln>
          </p:spPr>
          <p:txBody>
            <a:bodyPr wrap="square" lIns="0" tIns="0" rIns="0" bIns="0" rtlCol="0"/>
            <a:lstStyle/>
            <a:p>
              <a:endParaRPr/>
            </a:p>
          </p:txBody>
        </p:sp>
        <p:sp>
          <p:nvSpPr>
            <p:cNvPr id="77" name="object 77"/>
            <p:cNvSpPr/>
            <p:nvPr/>
          </p:nvSpPr>
          <p:spPr>
            <a:xfrm>
              <a:off x="6790944" y="1588007"/>
              <a:ext cx="13970" cy="3935095"/>
            </a:xfrm>
            <a:custGeom>
              <a:avLst/>
              <a:gdLst/>
              <a:ahLst/>
              <a:cxnLst/>
              <a:rect l="l" t="t" r="r" b="b"/>
              <a:pathLst>
                <a:path w="13970" h="3935095">
                  <a:moveTo>
                    <a:pt x="10667" y="0"/>
                  </a:moveTo>
                  <a:lnTo>
                    <a:pt x="3048" y="0"/>
                  </a:lnTo>
                  <a:lnTo>
                    <a:pt x="0" y="3047"/>
                  </a:lnTo>
                  <a:lnTo>
                    <a:pt x="0" y="51815"/>
                  </a:lnTo>
                  <a:lnTo>
                    <a:pt x="3048" y="54863"/>
                  </a:lnTo>
                  <a:lnTo>
                    <a:pt x="10667" y="54863"/>
                  </a:lnTo>
                  <a:lnTo>
                    <a:pt x="13715" y="51815"/>
                  </a:lnTo>
                  <a:lnTo>
                    <a:pt x="13715" y="3047"/>
                  </a:lnTo>
                  <a:lnTo>
                    <a:pt x="10667" y="0"/>
                  </a:lnTo>
                  <a:close/>
                </a:path>
                <a:path w="13970" h="3935095">
                  <a:moveTo>
                    <a:pt x="10667" y="82295"/>
                  </a:moveTo>
                  <a:lnTo>
                    <a:pt x="3048" y="82295"/>
                  </a:lnTo>
                  <a:lnTo>
                    <a:pt x="0" y="85343"/>
                  </a:lnTo>
                  <a:lnTo>
                    <a:pt x="0" y="134112"/>
                  </a:lnTo>
                  <a:lnTo>
                    <a:pt x="3048" y="137159"/>
                  </a:lnTo>
                  <a:lnTo>
                    <a:pt x="10667" y="137159"/>
                  </a:lnTo>
                  <a:lnTo>
                    <a:pt x="13715" y="134112"/>
                  </a:lnTo>
                  <a:lnTo>
                    <a:pt x="13715" y="85343"/>
                  </a:lnTo>
                  <a:lnTo>
                    <a:pt x="10667" y="82295"/>
                  </a:lnTo>
                  <a:close/>
                </a:path>
                <a:path w="13970" h="3935095">
                  <a:moveTo>
                    <a:pt x="10667" y="164591"/>
                  </a:moveTo>
                  <a:lnTo>
                    <a:pt x="3048" y="164591"/>
                  </a:lnTo>
                  <a:lnTo>
                    <a:pt x="0" y="167639"/>
                  </a:lnTo>
                  <a:lnTo>
                    <a:pt x="0" y="217931"/>
                  </a:lnTo>
                  <a:lnTo>
                    <a:pt x="3048" y="220979"/>
                  </a:lnTo>
                  <a:lnTo>
                    <a:pt x="10667" y="220979"/>
                  </a:lnTo>
                  <a:lnTo>
                    <a:pt x="13715" y="217931"/>
                  </a:lnTo>
                  <a:lnTo>
                    <a:pt x="13715" y="167639"/>
                  </a:lnTo>
                  <a:lnTo>
                    <a:pt x="10667" y="164591"/>
                  </a:lnTo>
                  <a:close/>
                </a:path>
                <a:path w="13970" h="3935095">
                  <a:moveTo>
                    <a:pt x="10667" y="248412"/>
                  </a:moveTo>
                  <a:lnTo>
                    <a:pt x="3048" y="248412"/>
                  </a:lnTo>
                  <a:lnTo>
                    <a:pt x="0" y="251459"/>
                  </a:lnTo>
                  <a:lnTo>
                    <a:pt x="0" y="300227"/>
                  </a:lnTo>
                  <a:lnTo>
                    <a:pt x="3048" y="303275"/>
                  </a:lnTo>
                  <a:lnTo>
                    <a:pt x="10667" y="303275"/>
                  </a:lnTo>
                  <a:lnTo>
                    <a:pt x="13715" y="300227"/>
                  </a:lnTo>
                  <a:lnTo>
                    <a:pt x="13715" y="251459"/>
                  </a:lnTo>
                  <a:lnTo>
                    <a:pt x="10667" y="248412"/>
                  </a:lnTo>
                  <a:close/>
                </a:path>
                <a:path w="13970" h="3935095">
                  <a:moveTo>
                    <a:pt x="10667" y="330707"/>
                  </a:moveTo>
                  <a:lnTo>
                    <a:pt x="3048" y="330707"/>
                  </a:lnTo>
                  <a:lnTo>
                    <a:pt x="0" y="333755"/>
                  </a:lnTo>
                  <a:lnTo>
                    <a:pt x="0" y="382524"/>
                  </a:lnTo>
                  <a:lnTo>
                    <a:pt x="3048" y="385571"/>
                  </a:lnTo>
                  <a:lnTo>
                    <a:pt x="10667" y="385571"/>
                  </a:lnTo>
                  <a:lnTo>
                    <a:pt x="13715" y="382524"/>
                  </a:lnTo>
                  <a:lnTo>
                    <a:pt x="13715" y="333755"/>
                  </a:lnTo>
                  <a:lnTo>
                    <a:pt x="10667" y="330707"/>
                  </a:lnTo>
                  <a:close/>
                </a:path>
                <a:path w="13970" h="3935095">
                  <a:moveTo>
                    <a:pt x="10667" y="413003"/>
                  </a:moveTo>
                  <a:lnTo>
                    <a:pt x="3048" y="413003"/>
                  </a:lnTo>
                  <a:lnTo>
                    <a:pt x="0" y="416051"/>
                  </a:lnTo>
                  <a:lnTo>
                    <a:pt x="0" y="464819"/>
                  </a:lnTo>
                  <a:lnTo>
                    <a:pt x="3048" y="467867"/>
                  </a:lnTo>
                  <a:lnTo>
                    <a:pt x="10667" y="467867"/>
                  </a:lnTo>
                  <a:lnTo>
                    <a:pt x="13715" y="464819"/>
                  </a:lnTo>
                  <a:lnTo>
                    <a:pt x="13715" y="416051"/>
                  </a:lnTo>
                  <a:lnTo>
                    <a:pt x="10667" y="413003"/>
                  </a:lnTo>
                  <a:close/>
                </a:path>
                <a:path w="13970" h="3935095">
                  <a:moveTo>
                    <a:pt x="10667" y="495300"/>
                  </a:moveTo>
                  <a:lnTo>
                    <a:pt x="3048" y="495300"/>
                  </a:lnTo>
                  <a:lnTo>
                    <a:pt x="0" y="498347"/>
                  </a:lnTo>
                  <a:lnTo>
                    <a:pt x="0" y="547115"/>
                  </a:lnTo>
                  <a:lnTo>
                    <a:pt x="3048" y="550163"/>
                  </a:lnTo>
                  <a:lnTo>
                    <a:pt x="10667" y="550163"/>
                  </a:lnTo>
                  <a:lnTo>
                    <a:pt x="13715" y="547115"/>
                  </a:lnTo>
                  <a:lnTo>
                    <a:pt x="13715" y="498347"/>
                  </a:lnTo>
                  <a:lnTo>
                    <a:pt x="10667" y="495300"/>
                  </a:lnTo>
                  <a:close/>
                </a:path>
                <a:path w="13970" h="3935095">
                  <a:moveTo>
                    <a:pt x="10667" y="577595"/>
                  </a:moveTo>
                  <a:lnTo>
                    <a:pt x="3048" y="577595"/>
                  </a:lnTo>
                  <a:lnTo>
                    <a:pt x="0" y="580643"/>
                  </a:lnTo>
                  <a:lnTo>
                    <a:pt x="0" y="630936"/>
                  </a:lnTo>
                  <a:lnTo>
                    <a:pt x="3048" y="633983"/>
                  </a:lnTo>
                  <a:lnTo>
                    <a:pt x="10667" y="633983"/>
                  </a:lnTo>
                  <a:lnTo>
                    <a:pt x="13715" y="630936"/>
                  </a:lnTo>
                  <a:lnTo>
                    <a:pt x="13715" y="580643"/>
                  </a:lnTo>
                  <a:lnTo>
                    <a:pt x="10667" y="577595"/>
                  </a:lnTo>
                  <a:close/>
                </a:path>
                <a:path w="13970" h="3935095">
                  <a:moveTo>
                    <a:pt x="10667" y="661415"/>
                  </a:moveTo>
                  <a:lnTo>
                    <a:pt x="3048" y="661415"/>
                  </a:lnTo>
                  <a:lnTo>
                    <a:pt x="0" y="664463"/>
                  </a:lnTo>
                  <a:lnTo>
                    <a:pt x="0" y="713231"/>
                  </a:lnTo>
                  <a:lnTo>
                    <a:pt x="3048" y="716279"/>
                  </a:lnTo>
                  <a:lnTo>
                    <a:pt x="10667" y="716279"/>
                  </a:lnTo>
                  <a:lnTo>
                    <a:pt x="13715" y="713231"/>
                  </a:lnTo>
                  <a:lnTo>
                    <a:pt x="13715" y="664463"/>
                  </a:lnTo>
                  <a:lnTo>
                    <a:pt x="10667" y="661415"/>
                  </a:lnTo>
                  <a:close/>
                </a:path>
                <a:path w="13970" h="3935095">
                  <a:moveTo>
                    <a:pt x="10667" y="743712"/>
                  </a:moveTo>
                  <a:lnTo>
                    <a:pt x="3048" y="743712"/>
                  </a:lnTo>
                  <a:lnTo>
                    <a:pt x="0" y="746759"/>
                  </a:lnTo>
                  <a:lnTo>
                    <a:pt x="0" y="795527"/>
                  </a:lnTo>
                  <a:lnTo>
                    <a:pt x="3048" y="798576"/>
                  </a:lnTo>
                  <a:lnTo>
                    <a:pt x="10667" y="798576"/>
                  </a:lnTo>
                  <a:lnTo>
                    <a:pt x="13715" y="795527"/>
                  </a:lnTo>
                  <a:lnTo>
                    <a:pt x="13715" y="746759"/>
                  </a:lnTo>
                  <a:lnTo>
                    <a:pt x="10667" y="743712"/>
                  </a:lnTo>
                  <a:close/>
                </a:path>
                <a:path w="13970" h="3935095">
                  <a:moveTo>
                    <a:pt x="10667" y="826007"/>
                  </a:moveTo>
                  <a:lnTo>
                    <a:pt x="3048" y="826007"/>
                  </a:lnTo>
                  <a:lnTo>
                    <a:pt x="0" y="829055"/>
                  </a:lnTo>
                  <a:lnTo>
                    <a:pt x="0" y="877824"/>
                  </a:lnTo>
                  <a:lnTo>
                    <a:pt x="3048" y="880871"/>
                  </a:lnTo>
                  <a:lnTo>
                    <a:pt x="10667" y="880871"/>
                  </a:lnTo>
                  <a:lnTo>
                    <a:pt x="13715" y="877824"/>
                  </a:lnTo>
                  <a:lnTo>
                    <a:pt x="13715" y="829055"/>
                  </a:lnTo>
                  <a:lnTo>
                    <a:pt x="10667" y="826007"/>
                  </a:lnTo>
                  <a:close/>
                </a:path>
                <a:path w="13970" h="3935095">
                  <a:moveTo>
                    <a:pt x="10667" y="908303"/>
                  </a:moveTo>
                  <a:lnTo>
                    <a:pt x="3048" y="908303"/>
                  </a:lnTo>
                  <a:lnTo>
                    <a:pt x="0" y="911351"/>
                  </a:lnTo>
                  <a:lnTo>
                    <a:pt x="0" y="960119"/>
                  </a:lnTo>
                  <a:lnTo>
                    <a:pt x="3048" y="963167"/>
                  </a:lnTo>
                  <a:lnTo>
                    <a:pt x="10667" y="963167"/>
                  </a:lnTo>
                  <a:lnTo>
                    <a:pt x="13715" y="960119"/>
                  </a:lnTo>
                  <a:lnTo>
                    <a:pt x="13715" y="911351"/>
                  </a:lnTo>
                  <a:lnTo>
                    <a:pt x="10667" y="908303"/>
                  </a:lnTo>
                  <a:close/>
                </a:path>
                <a:path w="13970" h="3935095">
                  <a:moveTo>
                    <a:pt x="10667" y="990600"/>
                  </a:moveTo>
                  <a:lnTo>
                    <a:pt x="3048" y="990600"/>
                  </a:lnTo>
                  <a:lnTo>
                    <a:pt x="0" y="993647"/>
                  </a:lnTo>
                  <a:lnTo>
                    <a:pt x="0" y="1043939"/>
                  </a:lnTo>
                  <a:lnTo>
                    <a:pt x="3048" y="1046988"/>
                  </a:lnTo>
                  <a:lnTo>
                    <a:pt x="10667" y="1046988"/>
                  </a:lnTo>
                  <a:lnTo>
                    <a:pt x="13715" y="1043939"/>
                  </a:lnTo>
                  <a:lnTo>
                    <a:pt x="13715" y="993647"/>
                  </a:lnTo>
                  <a:lnTo>
                    <a:pt x="10667" y="990600"/>
                  </a:lnTo>
                  <a:close/>
                </a:path>
                <a:path w="13970" h="3935095">
                  <a:moveTo>
                    <a:pt x="10667" y="1074419"/>
                  </a:moveTo>
                  <a:lnTo>
                    <a:pt x="3048" y="1074419"/>
                  </a:lnTo>
                  <a:lnTo>
                    <a:pt x="0" y="1077467"/>
                  </a:lnTo>
                  <a:lnTo>
                    <a:pt x="0" y="1126236"/>
                  </a:lnTo>
                  <a:lnTo>
                    <a:pt x="3048" y="1129283"/>
                  </a:lnTo>
                  <a:lnTo>
                    <a:pt x="10667" y="1129283"/>
                  </a:lnTo>
                  <a:lnTo>
                    <a:pt x="13715" y="1126236"/>
                  </a:lnTo>
                  <a:lnTo>
                    <a:pt x="13715" y="1077467"/>
                  </a:lnTo>
                  <a:lnTo>
                    <a:pt x="10667" y="1074419"/>
                  </a:lnTo>
                  <a:close/>
                </a:path>
                <a:path w="13970" h="3935095">
                  <a:moveTo>
                    <a:pt x="10667" y="1156715"/>
                  </a:moveTo>
                  <a:lnTo>
                    <a:pt x="3048" y="1156715"/>
                  </a:lnTo>
                  <a:lnTo>
                    <a:pt x="0" y="1159764"/>
                  </a:lnTo>
                  <a:lnTo>
                    <a:pt x="0" y="1208531"/>
                  </a:lnTo>
                  <a:lnTo>
                    <a:pt x="3048" y="1211579"/>
                  </a:lnTo>
                  <a:lnTo>
                    <a:pt x="10667" y="1211579"/>
                  </a:lnTo>
                  <a:lnTo>
                    <a:pt x="13715" y="1208531"/>
                  </a:lnTo>
                  <a:lnTo>
                    <a:pt x="13715" y="1159764"/>
                  </a:lnTo>
                  <a:lnTo>
                    <a:pt x="10667" y="1156715"/>
                  </a:lnTo>
                  <a:close/>
                </a:path>
                <a:path w="13970" h="3935095">
                  <a:moveTo>
                    <a:pt x="10667" y="1239012"/>
                  </a:moveTo>
                  <a:lnTo>
                    <a:pt x="3048" y="1239012"/>
                  </a:lnTo>
                  <a:lnTo>
                    <a:pt x="0" y="1242059"/>
                  </a:lnTo>
                  <a:lnTo>
                    <a:pt x="0" y="1290827"/>
                  </a:lnTo>
                  <a:lnTo>
                    <a:pt x="3048" y="1293876"/>
                  </a:lnTo>
                  <a:lnTo>
                    <a:pt x="10667" y="1293876"/>
                  </a:lnTo>
                  <a:lnTo>
                    <a:pt x="13715" y="1290827"/>
                  </a:lnTo>
                  <a:lnTo>
                    <a:pt x="13715" y="1242059"/>
                  </a:lnTo>
                  <a:lnTo>
                    <a:pt x="10667" y="1239012"/>
                  </a:lnTo>
                  <a:close/>
                </a:path>
                <a:path w="13970" h="3935095">
                  <a:moveTo>
                    <a:pt x="10667" y="1321307"/>
                  </a:moveTo>
                  <a:lnTo>
                    <a:pt x="3048" y="1321307"/>
                  </a:lnTo>
                  <a:lnTo>
                    <a:pt x="0" y="1324355"/>
                  </a:lnTo>
                  <a:lnTo>
                    <a:pt x="0" y="1373124"/>
                  </a:lnTo>
                  <a:lnTo>
                    <a:pt x="3048" y="1376171"/>
                  </a:lnTo>
                  <a:lnTo>
                    <a:pt x="10667" y="1376171"/>
                  </a:lnTo>
                  <a:lnTo>
                    <a:pt x="13715" y="1373124"/>
                  </a:lnTo>
                  <a:lnTo>
                    <a:pt x="13715" y="1324355"/>
                  </a:lnTo>
                  <a:lnTo>
                    <a:pt x="10667" y="1321307"/>
                  </a:lnTo>
                  <a:close/>
                </a:path>
                <a:path w="13970" h="3935095">
                  <a:moveTo>
                    <a:pt x="10667" y="1403603"/>
                  </a:moveTo>
                  <a:lnTo>
                    <a:pt x="3048" y="1403603"/>
                  </a:lnTo>
                  <a:lnTo>
                    <a:pt x="0" y="1406652"/>
                  </a:lnTo>
                  <a:lnTo>
                    <a:pt x="0" y="1456943"/>
                  </a:lnTo>
                  <a:lnTo>
                    <a:pt x="3048" y="1459991"/>
                  </a:lnTo>
                  <a:lnTo>
                    <a:pt x="10667" y="1459991"/>
                  </a:lnTo>
                  <a:lnTo>
                    <a:pt x="13715" y="1456943"/>
                  </a:lnTo>
                  <a:lnTo>
                    <a:pt x="13715" y="1406652"/>
                  </a:lnTo>
                  <a:lnTo>
                    <a:pt x="10667" y="1403603"/>
                  </a:lnTo>
                  <a:close/>
                </a:path>
                <a:path w="13970" h="3935095">
                  <a:moveTo>
                    <a:pt x="10667" y="1487424"/>
                  </a:moveTo>
                  <a:lnTo>
                    <a:pt x="3048" y="1487424"/>
                  </a:lnTo>
                  <a:lnTo>
                    <a:pt x="0" y="1490471"/>
                  </a:lnTo>
                  <a:lnTo>
                    <a:pt x="0" y="1539239"/>
                  </a:lnTo>
                  <a:lnTo>
                    <a:pt x="3048" y="1542288"/>
                  </a:lnTo>
                  <a:lnTo>
                    <a:pt x="10667" y="1542288"/>
                  </a:lnTo>
                  <a:lnTo>
                    <a:pt x="13715" y="1539239"/>
                  </a:lnTo>
                  <a:lnTo>
                    <a:pt x="13715" y="1490471"/>
                  </a:lnTo>
                  <a:lnTo>
                    <a:pt x="10667" y="1487424"/>
                  </a:lnTo>
                  <a:close/>
                </a:path>
                <a:path w="13970" h="3935095">
                  <a:moveTo>
                    <a:pt x="10667" y="1569719"/>
                  </a:moveTo>
                  <a:lnTo>
                    <a:pt x="3048" y="1569719"/>
                  </a:lnTo>
                  <a:lnTo>
                    <a:pt x="0" y="1572767"/>
                  </a:lnTo>
                  <a:lnTo>
                    <a:pt x="0" y="1621536"/>
                  </a:lnTo>
                  <a:lnTo>
                    <a:pt x="3048" y="1624583"/>
                  </a:lnTo>
                  <a:lnTo>
                    <a:pt x="10667" y="1624583"/>
                  </a:lnTo>
                  <a:lnTo>
                    <a:pt x="13715" y="1621536"/>
                  </a:lnTo>
                  <a:lnTo>
                    <a:pt x="13715" y="1572767"/>
                  </a:lnTo>
                  <a:lnTo>
                    <a:pt x="10667" y="1569719"/>
                  </a:lnTo>
                  <a:close/>
                </a:path>
                <a:path w="13970" h="3935095">
                  <a:moveTo>
                    <a:pt x="10667" y="1652015"/>
                  </a:moveTo>
                  <a:lnTo>
                    <a:pt x="3048" y="1652015"/>
                  </a:lnTo>
                  <a:lnTo>
                    <a:pt x="0" y="1655064"/>
                  </a:lnTo>
                  <a:lnTo>
                    <a:pt x="0" y="1703831"/>
                  </a:lnTo>
                  <a:lnTo>
                    <a:pt x="3048" y="1706879"/>
                  </a:lnTo>
                  <a:lnTo>
                    <a:pt x="10667" y="1706879"/>
                  </a:lnTo>
                  <a:lnTo>
                    <a:pt x="13715" y="1703831"/>
                  </a:lnTo>
                  <a:lnTo>
                    <a:pt x="13715" y="1655064"/>
                  </a:lnTo>
                  <a:lnTo>
                    <a:pt x="10667" y="1652015"/>
                  </a:lnTo>
                  <a:close/>
                </a:path>
                <a:path w="13970" h="3935095">
                  <a:moveTo>
                    <a:pt x="10667" y="1734312"/>
                  </a:moveTo>
                  <a:lnTo>
                    <a:pt x="3048" y="1734312"/>
                  </a:lnTo>
                  <a:lnTo>
                    <a:pt x="0" y="1737359"/>
                  </a:lnTo>
                  <a:lnTo>
                    <a:pt x="0" y="1786127"/>
                  </a:lnTo>
                  <a:lnTo>
                    <a:pt x="3048" y="1789176"/>
                  </a:lnTo>
                  <a:lnTo>
                    <a:pt x="10667" y="1789176"/>
                  </a:lnTo>
                  <a:lnTo>
                    <a:pt x="13715" y="1786127"/>
                  </a:lnTo>
                  <a:lnTo>
                    <a:pt x="13715" y="1737359"/>
                  </a:lnTo>
                  <a:lnTo>
                    <a:pt x="10667" y="1734312"/>
                  </a:lnTo>
                  <a:close/>
                </a:path>
                <a:path w="13970" h="3935095">
                  <a:moveTo>
                    <a:pt x="10667" y="1816607"/>
                  </a:moveTo>
                  <a:lnTo>
                    <a:pt x="3048" y="1816607"/>
                  </a:lnTo>
                  <a:lnTo>
                    <a:pt x="0" y="1819655"/>
                  </a:lnTo>
                  <a:lnTo>
                    <a:pt x="0" y="1869947"/>
                  </a:lnTo>
                  <a:lnTo>
                    <a:pt x="3048" y="1872995"/>
                  </a:lnTo>
                  <a:lnTo>
                    <a:pt x="10667" y="1872995"/>
                  </a:lnTo>
                  <a:lnTo>
                    <a:pt x="13715" y="1869947"/>
                  </a:lnTo>
                  <a:lnTo>
                    <a:pt x="13715" y="1819655"/>
                  </a:lnTo>
                  <a:lnTo>
                    <a:pt x="10667" y="1816607"/>
                  </a:lnTo>
                  <a:close/>
                </a:path>
                <a:path w="13970" h="3935095">
                  <a:moveTo>
                    <a:pt x="10667" y="1900427"/>
                  </a:moveTo>
                  <a:lnTo>
                    <a:pt x="3048" y="1900427"/>
                  </a:lnTo>
                  <a:lnTo>
                    <a:pt x="0" y="1903476"/>
                  </a:lnTo>
                  <a:lnTo>
                    <a:pt x="0" y="1952243"/>
                  </a:lnTo>
                  <a:lnTo>
                    <a:pt x="3048" y="1955291"/>
                  </a:lnTo>
                  <a:lnTo>
                    <a:pt x="10667" y="1955291"/>
                  </a:lnTo>
                  <a:lnTo>
                    <a:pt x="13715" y="1952243"/>
                  </a:lnTo>
                  <a:lnTo>
                    <a:pt x="13715" y="1903476"/>
                  </a:lnTo>
                  <a:lnTo>
                    <a:pt x="10667" y="1900427"/>
                  </a:lnTo>
                  <a:close/>
                </a:path>
                <a:path w="13970" h="3935095">
                  <a:moveTo>
                    <a:pt x="10667" y="1982724"/>
                  </a:moveTo>
                  <a:lnTo>
                    <a:pt x="3048" y="1982724"/>
                  </a:lnTo>
                  <a:lnTo>
                    <a:pt x="0" y="1985771"/>
                  </a:lnTo>
                  <a:lnTo>
                    <a:pt x="0" y="2034539"/>
                  </a:lnTo>
                  <a:lnTo>
                    <a:pt x="3048" y="2037587"/>
                  </a:lnTo>
                  <a:lnTo>
                    <a:pt x="10667" y="2037587"/>
                  </a:lnTo>
                  <a:lnTo>
                    <a:pt x="13715" y="2034539"/>
                  </a:lnTo>
                  <a:lnTo>
                    <a:pt x="13715" y="1985771"/>
                  </a:lnTo>
                  <a:lnTo>
                    <a:pt x="10667" y="1982724"/>
                  </a:lnTo>
                  <a:close/>
                </a:path>
                <a:path w="13970" h="3935095">
                  <a:moveTo>
                    <a:pt x="10667" y="2065019"/>
                  </a:moveTo>
                  <a:lnTo>
                    <a:pt x="3048" y="2065019"/>
                  </a:lnTo>
                  <a:lnTo>
                    <a:pt x="0" y="2068067"/>
                  </a:lnTo>
                  <a:lnTo>
                    <a:pt x="0" y="2116835"/>
                  </a:lnTo>
                  <a:lnTo>
                    <a:pt x="3048" y="2119884"/>
                  </a:lnTo>
                  <a:lnTo>
                    <a:pt x="10667" y="2119884"/>
                  </a:lnTo>
                  <a:lnTo>
                    <a:pt x="13715" y="2116835"/>
                  </a:lnTo>
                  <a:lnTo>
                    <a:pt x="13715" y="2068067"/>
                  </a:lnTo>
                  <a:lnTo>
                    <a:pt x="10667" y="2065019"/>
                  </a:lnTo>
                  <a:close/>
                </a:path>
                <a:path w="13970" h="3935095">
                  <a:moveTo>
                    <a:pt x="10667" y="2147316"/>
                  </a:moveTo>
                  <a:lnTo>
                    <a:pt x="3048" y="2147316"/>
                  </a:lnTo>
                  <a:lnTo>
                    <a:pt x="0" y="2150364"/>
                  </a:lnTo>
                  <a:lnTo>
                    <a:pt x="0" y="2199131"/>
                  </a:lnTo>
                  <a:lnTo>
                    <a:pt x="3048" y="2202179"/>
                  </a:lnTo>
                  <a:lnTo>
                    <a:pt x="10667" y="2202179"/>
                  </a:lnTo>
                  <a:lnTo>
                    <a:pt x="13715" y="2199131"/>
                  </a:lnTo>
                  <a:lnTo>
                    <a:pt x="13715" y="2150364"/>
                  </a:lnTo>
                  <a:lnTo>
                    <a:pt x="10667" y="2147316"/>
                  </a:lnTo>
                  <a:close/>
                </a:path>
                <a:path w="13970" h="3935095">
                  <a:moveTo>
                    <a:pt x="10667" y="2229611"/>
                  </a:moveTo>
                  <a:lnTo>
                    <a:pt x="3048" y="2229611"/>
                  </a:lnTo>
                  <a:lnTo>
                    <a:pt x="0" y="2232660"/>
                  </a:lnTo>
                  <a:lnTo>
                    <a:pt x="0" y="2282952"/>
                  </a:lnTo>
                  <a:lnTo>
                    <a:pt x="3048" y="2285999"/>
                  </a:lnTo>
                  <a:lnTo>
                    <a:pt x="10667" y="2285999"/>
                  </a:lnTo>
                  <a:lnTo>
                    <a:pt x="13715" y="2282952"/>
                  </a:lnTo>
                  <a:lnTo>
                    <a:pt x="13715" y="2232660"/>
                  </a:lnTo>
                  <a:lnTo>
                    <a:pt x="10667" y="2229611"/>
                  </a:lnTo>
                  <a:close/>
                </a:path>
                <a:path w="13970" h="3935095">
                  <a:moveTo>
                    <a:pt x="10667" y="2313431"/>
                  </a:moveTo>
                  <a:lnTo>
                    <a:pt x="3048" y="2313431"/>
                  </a:lnTo>
                  <a:lnTo>
                    <a:pt x="0" y="2316479"/>
                  </a:lnTo>
                  <a:lnTo>
                    <a:pt x="0" y="2365247"/>
                  </a:lnTo>
                  <a:lnTo>
                    <a:pt x="3048" y="2368296"/>
                  </a:lnTo>
                  <a:lnTo>
                    <a:pt x="10667" y="2368296"/>
                  </a:lnTo>
                  <a:lnTo>
                    <a:pt x="13715" y="2365247"/>
                  </a:lnTo>
                  <a:lnTo>
                    <a:pt x="13715" y="2316479"/>
                  </a:lnTo>
                  <a:lnTo>
                    <a:pt x="10667" y="2313431"/>
                  </a:lnTo>
                  <a:close/>
                </a:path>
                <a:path w="13970" h="3935095">
                  <a:moveTo>
                    <a:pt x="10667" y="2395728"/>
                  </a:moveTo>
                  <a:lnTo>
                    <a:pt x="3048" y="2395728"/>
                  </a:lnTo>
                  <a:lnTo>
                    <a:pt x="0" y="2398775"/>
                  </a:lnTo>
                  <a:lnTo>
                    <a:pt x="0" y="2447543"/>
                  </a:lnTo>
                  <a:lnTo>
                    <a:pt x="3048" y="2450591"/>
                  </a:lnTo>
                  <a:lnTo>
                    <a:pt x="10667" y="2450591"/>
                  </a:lnTo>
                  <a:lnTo>
                    <a:pt x="13715" y="2447543"/>
                  </a:lnTo>
                  <a:lnTo>
                    <a:pt x="13715" y="2398775"/>
                  </a:lnTo>
                  <a:lnTo>
                    <a:pt x="10667" y="2395728"/>
                  </a:lnTo>
                  <a:close/>
                </a:path>
                <a:path w="13970" h="3935095">
                  <a:moveTo>
                    <a:pt x="10667" y="2478023"/>
                  </a:moveTo>
                  <a:lnTo>
                    <a:pt x="3048" y="2478023"/>
                  </a:lnTo>
                  <a:lnTo>
                    <a:pt x="0" y="2481072"/>
                  </a:lnTo>
                  <a:lnTo>
                    <a:pt x="0" y="2529840"/>
                  </a:lnTo>
                  <a:lnTo>
                    <a:pt x="3048" y="2532887"/>
                  </a:lnTo>
                  <a:lnTo>
                    <a:pt x="10667" y="2532887"/>
                  </a:lnTo>
                  <a:lnTo>
                    <a:pt x="13715" y="2529840"/>
                  </a:lnTo>
                  <a:lnTo>
                    <a:pt x="13715" y="2481072"/>
                  </a:lnTo>
                  <a:lnTo>
                    <a:pt x="10667" y="2478023"/>
                  </a:lnTo>
                  <a:close/>
                </a:path>
                <a:path w="13970" h="3935095">
                  <a:moveTo>
                    <a:pt x="10667" y="2560319"/>
                  </a:moveTo>
                  <a:lnTo>
                    <a:pt x="3048" y="2560319"/>
                  </a:lnTo>
                  <a:lnTo>
                    <a:pt x="0" y="2563367"/>
                  </a:lnTo>
                  <a:lnTo>
                    <a:pt x="0" y="2612135"/>
                  </a:lnTo>
                  <a:lnTo>
                    <a:pt x="3048" y="2615184"/>
                  </a:lnTo>
                  <a:lnTo>
                    <a:pt x="10667" y="2615184"/>
                  </a:lnTo>
                  <a:lnTo>
                    <a:pt x="13715" y="2612135"/>
                  </a:lnTo>
                  <a:lnTo>
                    <a:pt x="13715" y="2563367"/>
                  </a:lnTo>
                  <a:lnTo>
                    <a:pt x="10667" y="2560319"/>
                  </a:lnTo>
                  <a:close/>
                </a:path>
                <a:path w="13970" h="3935095">
                  <a:moveTo>
                    <a:pt x="10667" y="2642616"/>
                  </a:moveTo>
                  <a:lnTo>
                    <a:pt x="3048" y="2642616"/>
                  </a:lnTo>
                  <a:lnTo>
                    <a:pt x="0" y="2645664"/>
                  </a:lnTo>
                  <a:lnTo>
                    <a:pt x="0" y="2695955"/>
                  </a:lnTo>
                  <a:lnTo>
                    <a:pt x="3048" y="2699004"/>
                  </a:lnTo>
                  <a:lnTo>
                    <a:pt x="10667" y="2699004"/>
                  </a:lnTo>
                  <a:lnTo>
                    <a:pt x="13715" y="2695955"/>
                  </a:lnTo>
                  <a:lnTo>
                    <a:pt x="13715" y="2645664"/>
                  </a:lnTo>
                  <a:lnTo>
                    <a:pt x="10667" y="2642616"/>
                  </a:lnTo>
                  <a:close/>
                </a:path>
                <a:path w="13970" h="3935095">
                  <a:moveTo>
                    <a:pt x="10667" y="2726435"/>
                  </a:moveTo>
                  <a:lnTo>
                    <a:pt x="3048" y="2726435"/>
                  </a:lnTo>
                  <a:lnTo>
                    <a:pt x="0" y="2729484"/>
                  </a:lnTo>
                  <a:lnTo>
                    <a:pt x="0" y="2778252"/>
                  </a:lnTo>
                  <a:lnTo>
                    <a:pt x="3048" y="2781299"/>
                  </a:lnTo>
                  <a:lnTo>
                    <a:pt x="10667" y="2781299"/>
                  </a:lnTo>
                  <a:lnTo>
                    <a:pt x="13715" y="2778252"/>
                  </a:lnTo>
                  <a:lnTo>
                    <a:pt x="13715" y="2729484"/>
                  </a:lnTo>
                  <a:lnTo>
                    <a:pt x="10667" y="2726435"/>
                  </a:lnTo>
                  <a:close/>
                </a:path>
                <a:path w="13970" h="3935095">
                  <a:moveTo>
                    <a:pt x="10667" y="2808731"/>
                  </a:moveTo>
                  <a:lnTo>
                    <a:pt x="3048" y="2808731"/>
                  </a:lnTo>
                  <a:lnTo>
                    <a:pt x="0" y="2811779"/>
                  </a:lnTo>
                  <a:lnTo>
                    <a:pt x="0" y="2860547"/>
                  </a:lnTo>
                  <a:lnTo>
                    <a:pt x="3048" y="2863596"/>
                  </a:lnTo>
                  <a:lnTo>
                    <a:pt x="10667" y="2863596"/>
                  </a:lnTo>
                  <a:lnTo>
                    <a:pt x="13715" y="2860547"/>
                  </a:lnTo>
                  <a:lnTo>
                    <a:pt x="13715" y="2811779"/>
                  </a:lnTo>
                  <a:lnTo>
                    <a:pt x="10667" y="2808731"/>
                  </a:lnTo>
                  <a:close/>
                </a:path>
                <a:path w="13970" h="3935095">
                  <a:moveTo>
                    <a:pt x="10667" y="2891028"/>
                  </a:moveTo>
                  <a:lnTo>
                    <a:pt x="3048" y="2891028"/>
                  </a:lnTo>
                  <a:lnTo>
                    <a:pt x="0" y="2894075"/>
                  </a:lnTo>
                  <a:lnTo>
                    <a:pt x="0" y="2942843"/>
                  </a:lnTo>
                  <a:lnTo>
                    <a:pt x="3048" y="2945891"/>
                  </a:lnTo>
                  <a:lnTo>
                    <a:pt x="10667" y="2945891"/>
                  </a:lnTo>
                  <a:lnTo>
                    <a:pt x="13715" y="2942843"/>
                  </a:lnTo>
                  <a:lnTo>
                    <a:pt x="13715" y="2894075"/>
                  </a:lnTo>
                  <a:lnTo>
                    <a:pt x="10667" y="2891028"/>
                  </a:lnTo>
                  <a:close/>
                </a:path>
                <a:path w="13970" h="3935095">
                  <a:moveTo>
                    <a:pt x="10667" y="2973323"/>
                  </a:moveTo>
                  <a:lnTo>
                    <a:pt x="3048" y="2973323"/>
                  </a:lnTo>
                  <a:lnTo>
                    <a:pt x="0" y="2976372"/>
                  </a:lnTo>
                  <a:lnTo>
                    <a:pt x="0" y="3025140"/>
                  </a:lnTo>
                  <a:lnTo>
                    <a:pt x="3048" y="3028187"/>
                  </a:lnTo>
                  <a:lnTo>
                    <a:pt x="10667" y="3028187"/>
                  </a:lnTo>
                  <a:lnTo>
                    <a:pt x="13715" y="3025140"/>
                  </a:lnTo>
                  <a:lnTo>
                    <a:pt x="13715" y="2976372"/>
                  </a:lnTo>
                  <a:lnTo>
                    <a:pt x="10667" y="2973323"/>
                  </a:lnTo>
                  <a:close/>
                </a:path>
                <a:path w="13970" h="3935095">
                  <a:moveTo>
                    <a:pt x="10667" y="3055619"/>
                  </a:moveTo>
                  <a:lnTo>
                    <a:pt x="3048" y="3055619"/>
                  </a:lnTo>
                  <a:lnTo>
                    <a:pt x="0" y="3060191"/>
                  </a:lnTo>
                  <a:lnTo>
                    <a:pt x="0" y="3108960"/>
                  </a:lnTo>
                  <a:lnTo>
                    <a:pt x="3048" y="3112008"/>
                  </a:lnTo>
                  <a:lnTo>
                    <a:pt x="10667" y="3112008"/>
                  </a:lnTo>
                  <a:lnTo>
                    <a:pt x="13715" y="3108960"/>
                  </a:lnTo>
                  <a:lnTo>
                    <a:pt x="13715" y="3060191"/>
                  </a:lnTo>
                  <a:lnTo>
                    <a:pt x="10667" y="3055619"/>
                  </a:lnTo>
                  <a:close/>
                </a:path>
                <a:path w="13970" h="3935095">
                  <a:moveTo>
                    <a:pt x="10667" y="3139440"/>
                  </a:moveTo>
                  <a:lnTo>
                    <a:pt x="3048" y="3139440"/>
                  </a:lnTo>
                  <a:lnTo>
                    <a:pt x="0" y="3142487"/>
                  </a:lnTo>
                  <a:lnTo>
                    <a:pt x="0" y="3191255"/>
                  </a:lnTo>
                  <a:lnTo>
                    <a:pt x="3048" y="3194304"/>
                  </a:lnTo>
                  <a:lnTo>
                    <a:pt x="10667" y="3194304"/>
                  </a:lnTo>
                  <a:lnTo>
                    <a:pt x="13715" y="3191255"/>
                  </a:lnTo>
                  <a:lnTo>
                    <a:pt x="13715" y="3142487"/>
                  </a:lnTo>
                  <a:lnTo>
                    <a:pt x="10667" y="3139440"/>
                  </a:lnTo>
                  <a:close/>
                </a:path>
                <a:path w="13970" h="3935095">
                  <a:moveTo>
                    <a:pt x="10667" y="3221735"/>
                  </a:moveTo>
                  <a:lnTo>
                    <a:pt x="3048" y="3221735"/>
                  </a:lnTo>
                  <a:lnTo>
                    <a:pt x="0" y="3224784"/>
                  </a:lnTo>
                  <a:lnTo>
                    <a:pt x="0" y="3273552"/>
                  </a:lnTo>
                  <a:lnTo>
                    <a:pt x="3048" y="3276600"/>
                  </a:lnTo>
                  <a:lnTo>
                    <a:pt x="10667" y="3276600"/>
                  </a:lnTo>
                  <a:lnTo>
                    <a:pt x="13715" y="3273552"/>
                  </a:lnTo>
                  <a:lnTo>
                    <a:pt x="13715" y="3224784"/>
                  </a:lnTo>
                  <a:lnTo>
                    <a:pt x="10667" y="3221735"/>
                  </a:lnTo>
                  <a:close/>
                </a:path>
                <a:path w="13970" h="3935095">
                  <a:moveTo>
                    <a:pt x="10667" y="3304031"/>
                  </a:moveTo>
                  <a:lnTo>
                    <a:pt x="3048" y="3304031"/>
                  </a:lnTo>
                  <a:lnTo>
                    <a:pt x="0" y="3307079"/>
                  </a:lnTo>
                  <a:lnTo>
                    <a:pt x="0" y="3355848"/>
                  </a:lnTo>
                  <a:lnTo>
                    <a:pt x="3048" y="3358896"/>
                  </a:lnTo>
                  <a:lnTo>
                    <a:pt x="10667" y="3358896"/>
                  </a:lnTo>
                  <a:lnTo>
                    <a:pt x="13715" y="3355848"/>
                  </a:lnTo>
                  <a:lnTo>
                    <a:pt x="13715" y="3307079"/>
                  </a:lnTo>
                  <a:lnTo>
                    <a:pt x="10667" y="3304031"/>
                  </a:lnTo>
                  <a:close/>
                </a:path>
                <a:path w="13970" h="3935095">
                  <a:moveTo>
                    <a:pt x="10667" y="3386328"/>
                  </a:moveTo>
                  <a:lnTo>
                    <a:pt x="3048" y="3386328"/>
                  </a:lnTo>
                  <a:lnTo>
                    <a:pt x="0" y="3389376"/>
                  </a:lnTo>
                  <a:lnTo>
                    <a:pt x="0" y="3438143"/>
                  </a:lnTo>
                  <a:lnTo>
                    <a:pt x="3048" y="3441191"/>
                  </a:lnTo>
                  <a:lnTo>
                    <a:pt x="10667" y="3441191"/>
                  </a:lnTo>
                  <a:lnTo>
                    <a:pt x="13715" y="3438143"/>
                  </a:lnTo>
                  <a:lnTo>
                    <a:pt x="13715" y="3389376"/>
                  </a:lnTo>
                  <a:lnTo>
                    <a:pt x="10667" y="3386328"/>
                  </a:lnTo>
                  <a:close/>
                </a:path>
                <a:path w="13970" h="3935095">
                  <a:moveTo>
                    <a:pt x="10667" y="3468624"/>
                  </a:moveTo>
                  <a:lnTo>
                    <a:pt x="3048" y="3468624"/>
                  </a:lnTo>
                  <a:lnTo>
                    <a:pt x="0" y="3473196"/>
                  </a:lnTo>
                  <a:lnTo>
                    <a:pt x="0" y="3521964"/>
                  </a:lnTo>
                  <a:lnTo>
                    <a:pt x="3048" y="3525011"/>
                  </a:lnTo>
                  <a:lnTo>
                    <a:pt x="10667" y="3525011"/>
                  </a:lnTo>
                  <a:lnTo>
                    <a:pt x="13715" y="3521964"/>
                  </a:lnTo>
                  <a:lnTo>
                    <a:pt x="13715" y="3473196"/>
                  </a:lnTo>
                  <a:lnTo>
                    <a:pt x="10667" y="3468624"/>
                  </a:lnTo>
                  <a:close/>
                </a:path>
                <a:path w="13970" h="3935095">
                  <a:moveTo>
                    <a:pt x="10667" y="3552443"/>
                  </a:moveTo>
                  <a:lnTo>
                    <a:pt x="3048" y="3552443"/>
                  </a:lnTo>
                  <a:lnTo>
                    <a:pt x="0" y="3555491"/>
                  </a:lnTo>
                  <a:lnTo>
                    <a:pt x="0" y="3604259"/>
                  </a:lnTo>
                  <a:lnTo>
                    <a:pt x="3048" y="3607307"/>
                  </a:lnTo>
                  <a:lnTo>
                    <a:pt x="10667" y="3607307"/>
                  </a:lnTo>
                  <a:lnTo>
                    <a:pt x="13715" y="3604259"/>
                  </a:lnTo>
                  <a:lnTo>
                    <a:pt x="13715" y="3555491"/>
                  </a:lnTo>
                  <a:lnTo>
                    <a:pt x="10667" y="3552443"/>
                  </a:lnTo>
                  <a:close/>
                </a:path>
                <a:path w="13970" h="3935095">
                  <a:moveTo>
                    <a:pt x="10667" y="3634740"/>
                  </a:moveTo>
                  <a:lnTo>
                    <a:pt x="3048" y="3634740"/>
                  </a:lnTo>
                  <a:lnTo>
                    <a:pt x="0" y="3637787"/>
                  </a:lnTo>
                  <a:lnTo>
                    <a:pt x="0" y="3686555"/>
                  </a:lnTo>
                  <a:lnTo>
                    <a:pt x="3048" y="3689604"/>
                  </a:lnTo>
                  <a:lnTo>
                    <a:pt x="10667" y="3689604"/>
                  </a:lnTo>
                  <a:lnTo>
                    <a:pt x="13715" y="3686555"/>
                  </a:lnTo>
                  <a:lnTo>
                    <a:pt x="13715" y="3637787"/>
                  </a:lnTo>
                  <a:lnTo>
                    <a:pt x="10667" y="3634740"/>
                  </a:lnTo>
                  <a:close/>
                </a:path>
                <a:path w="13970" h="3935095">
                  <a:moveTo>
                    <a:pt x="10667" y="3717035"/>
                  </a:moveTo>
                  <a:lnTo>
                    <a:pt x="3048" y="3717035"/>
                  </a:lnTo>
                  <a:lnTo>
                    <a:pt x="0" y="3720083"/>
                  </a:lnTo>
                  <a:lnTo>
                    <a:pt x="0" y="3768852"/>
                  </a:lnTo>
                  <a:lnTo>
                    <a:pt x="3048" y="3771900"/>
                  </a:lnTo>
                  <a:lnTo>
                    <a:pt x="10667" y="3771900"/>
                  </a:lnTo>
                  <a:lnTo>
                    <a:pt x="13715" y="3768852"/>
                  </a:lnTo>
                  <a:lnTo>
                    <a:pt x="13715" y="3720083"/>
                  </a:lnTo>
                  <a:lnTo>
                    <a:pt x="10667" y="3717035"/>
                  </a:lnTo>
                  <a:close/>
                </a:path>
                <a:path w="13970" h="3935095">
                  <a:moveTo>
                    <a:pt x="10667" y="3799331"/>
                  </a:moveTo>
                  <a:lnTo>
                    <a:pt x="3048" y="3799331"/>
                  </a:lnTo>
                  <a:lnTo>
                    <a:pt x="0" y="3802379"/>
                  </a:lnTo>
                  <a:lnTo>
                    <a:pt x="0" y="3851148"/>
                  </a:lnTo>
                  <a:lnTo>
                    <a:pt x="3048" y="3854195"/>
                  </a:lnTo>
                  <a:lnTo>
                    <a:pt x="10667" y="3854195"/>
                  </a:lnTo>
                  <a:lnTo>
                    <a:pt x="13715" y="3851148"/>
                  </a:lnTo>
                  <a:lnTo>
                    <a:pt x="13715" y="3802379"/>
                  </a:lnTo>
                  <a:lnTo>
                    <a:pt x="10667" y="3799331"/>
                  </a:lnTo>
                  <a:close/>
                </a:path>
                <a:path w="13970" h="3935095">
                  <a:moveTo>
                    <a:pt x="10667" y="3883152"/>
                  </a:moveTo>
                  <a:lnTo>
                    <a:pt x="3048" y="3883152"/>
                  </a:lnTo>
                  <a:lnTo>
                    <a:pt x="0" y="3886200"/>
                  </a:lnTo>
                  <a:lnTo>
                    <a:pt x="0" y="3931919"/>
                  </a:lnTo>
                  <a:lnTo>
                    <a:pt x="3048" y="3934967"/>
                  </a:lnTo>
                  <a:lnTo>
                    <a:pt x="10667" y="3934967"/>
                  </a:lnTo>
                  <a:lnTo>
                    <a:pt x="13715" y="3931919"/>
                  </a:lnTo>
                  <a:lnTo>
                    <a:pt x="13715" y="3886200"/>
                  </a:lnTo>
                  <a:lnTo>
                    <a:pt x="10667" y="3883152"/>
                  </a:lnTo>
                  <a:close/>
                </a:path>
              </a:pathLst>
            </a:custGeom>
            <a:solidFill>
              <a:srgbClr val="9A9A9A"/>
            </a:solidFill>
          </p:spPr>
          <p:txBody>
            <a:bodyPr wrap="square" lIns="0" tIns="0" rIns="0" bIns="0" rtlCol="0"/>
            <a:lstStyle/>
            <a:p>
              <a:endParaRPr/>
            </a:p>
          </p:txBody>
        </p:sp>
        <p:sp>
          <p:nvSpPr>
            <p:cNvPr id="78" name="object 78"/>
            <p:cNvSpPr/>
            <p:nvPr/>
          </p:nvSpPr>
          <p:spPr>
            <a:xfrm>
              <a:off x="6252972" y="783335"/>
              <a:ext cx="2178050" cy="812800"/>
            </a:xfrm>
            <a:custGeom>
              <a:avLst/>
              <a:gdLst/>
              <a:ahLst/>
              <a:cxnLst/>
              <a:rect l="l" t="t" r="r" b="b"/>
              <a:pathLst>
                <a:path w="2178050" h="812800">
                  <a:moveTo>
                    <a:pt x="0" y="405383"/>
                  </a:moveTo>
                  <a:lnTo>
                    <a:pt x="0" y="0"/>
                  </a:lnTo>
                  <a:lnTo>
                    <a:pt x="544067" y="0"/>
                  </a:lnTo>
                  <a:lnTo>
                    <a:pt x="544067" y="405383"/>
                  </a:lnTo>
                </a:path>
                <a:path w="2178050" h="812800">
                  <a:moveTo>
                    <a:pt x="544067" y="405383"/>
                  </a:moveTo>
                  <a:lnTo>
                    <a:pt x="544067" y="812291"/>
                  </a:lnTo>
                  <a:lnTo>
                    <a:pt x="1088135" y="812291"/>
                  </a:lnTo>
                  <a:lnTo>
                    <a:pt x="1088135" y="405383"/>
                  </a:lnTo>
                </a:path>
                <a:path w="2178050" h="812800">
                  <a:moveTo>
                    <a:pt x="1088135" y="405383"/>
                  </a:moveTo>
                  <a:lnTo>
                    <a:pt x="1088135" y="0"/>
                  </a:lnTo>
                  <a:lnTo>
                    <a:pt x="1633727" y="0"/>
                  </a:lnTo>
                  <a:lnTo>
                    <a:pt x="1633727" y="405383"/>
                  </a:lnTo>
                </a:path>
                <a:path w="2178050" h="812800">
                  <a:moveTo>
                    <a:pt x="1633727" y="405383"/>
                  </a:moveTo>
                  <a:lnTo>
                    <a:pt x="1633727" y="812291"/>
                  </a:lnTo>
                  <a:lnTo>
                    <a:pt x="2177795" y="812291"/>
                  </a:lnTo>
                  <a:lnTo>
                    <a:pt x="2177795" y="405383"/>
                  </a:lnTo>
                </a:path>
              </a:pathLst>
            </a:custGeom>
            <a:ln w="28955">
              <a:solidFill>
                <a:srgbClr val="000080"/>
              </a:solidFill>
            </a:ln>
          </p:spPr>
          <p:txBody>
            <a:bodyPr wrap="square" lIns="0" tIns="0" rIns="0" bIns="0" rtlCol="0"/>
            <a:lstStyle/>
            <a:p>
              <a:endParaRPr/>
            </a:p>
          </p:txBody>
        </p:sp>
        <p:sp>
          <p:nvSpPr>
            <p:cNvPr id="79" name="object 79"/>
            <p:cNvSpPr/>
            <p:nvPr/>
          </p:nvSpPr>
          <p:spPr>
            <a:xfrm>
              <a:off x="6252972" y="2270759"/>
              <a:ext cx="2449195" cy="2164080"/>
            </a:xfrm>
            <a:custGeom>
              <a:avLst/>
              <a:gdLst/>
              <a:ahLst/>
              <a:cxnLst/>
              <a:rect l="l" t="t" r="r" b="b"/>
              <a:pathLst>
                <a:path w="2449195" h="2164079">
                  <a:moveTo>
                    <a:pt x="16763" y="0"/>
                  </a:moveTo>
                  <a:lnTo>
                    <a:pt x="2449067" y="0"/>
                  </a:lnTo>
                </a:path>
                <a:path w="2449195" h="2164079">
                  <a:moveTo>
                    <a:pt x="0" y="810767"/>
                  </a:moveTo>
                  <a:lnTo>
                    <a:pt x="2449067" y="810767"/>
                  </a:lnTo>
                </a:path>
                <a:path w="2449195" h="2164079">
                  <a:moveTo>
                    <a:pt x="0" y="2164079"/>
                  </a:moveTo>
                  <a:lnTo>
                    <a:pt x="2449067" y="2164079"/>
                  </a:lnTo>
                </a:path>
              </a:pathLst>
            </a:custGeom>
            <a:ln w="13715">
              <a:solidFill>
                <a:srgbClr val="000000"/>
              </a:solidFill>
            </a:ln>
          </p:spPr>
          <p:txBody>
            <a:bodyPr wrap="square" lIns="0" tIns="0" rIns="0" bIns="0" rtlCol="0"/>
            <a:lstStyle/>
            <a:p>
              <a:endParaRPr/>
            </a:p>
          </p:txBody>
        </p:sp>
        <p:sp>
          <p:nvSpPr>
            <p:cNvPr id="80" name="object 80"/>
            <p:cNvSpPr/>
            <p:nvPr/>
          </p:nvSpPr>
          <p:spPr>
            <a:xfrm>
              <a:off x="6252972" y="2001011"/>
              <a:ext cx="2313940" cy="541020"/>
            </a:xfrm>
            <a:custGeom>
              <a:avLst/>
              <a:gdLst/>
              <a:ahLst/>
              <a:cxnLst/>
              <a:rect l="l" t="t" r="r" b="b"/>
              <a:pathLst>
                <a:path w="2313940" h="541019">
                  <a:moveTo>
                    <a:pt x="0" y="541019"/>
                  </a:moveTo>
                  <a:lnTo>
                    <a:pt x="544067" y="0"/>
                  </a:lnTo>
                  <a:lnTo>
                    <a:pt x="1088135" y="541019"/>
                  </a:lnTo>
                  <a:lnTo>
                    <a:pt x="1633727" y="0"/>
                  </a:lnTo>
                  <a:lnTo>
                    <a:pt x="2177795" y="541019"/>
                  </a:lnTo>
                  <a:lnTo>
                    <a:pt x="2313431" y="405383"/>
                  </a:lnTo>
                </a:path>
              </a:pathLst>
            </a:custGeom>
            <a:ln w="28955">
              <a:solidFill>
                <a:srgbClr val="800000"/>
              </a:solidFill>
            </a:ln>
          </p:spPr>
          <p:txBody>
            <a:bodyPr wrap="square" lIns="0" tIns="0" rIns="0" bIns="0" rtlCol="0"/>
            <a:lstStyle/>
            <a:p>
              <a:endParaRPr/>
            </a:p>
          </p:txBody>
        </p:sp>
        <p:sp>
          <p:nvSpPr>
            <p:cNvPr id="81" name="object 81"/>
            <p:cNvSpPr/>
            <p:nvPr/>
          </p:nvSpPr>
          <p:spPr>
            <a:xfrm>
              <a:off x="6525768" y="2811779"/>
              <a:ext cx="271780" cy="269875"/>
            </a:xfrm>
            <a:custGeom>
              <a:avLst/>
              <a:gdLst/>
              <a:ahLst/>
              <a:cxnLst/>
              <a:rect l="l" t="t" r="r" b="b"/>
              <a:pathLst>
                <a:path w="271779" h="269875">
                  <a:moveTo>
                    <a:pt x="271272" y="0"/>
                  </a:moveTo>
                  <a:lnTo>
                    <a:pt x="0" y="269748"/>
                  </a:lnTo>
                  <a:lnTo>
                    <a:pt x="271272" y="269748"/>
                  </a:lnTo>
                  <a:lnTo>
                    <a:pt x="271272" y="0"/>
                  </a:lnTo>
                  <a:close/>
                </a:path>
              </a:pathLst>
            </a:custGeom>
            <a:solidFill>
              <a:srgbClr val="00FF00"/>
            </a:solidFill>
          </p:spPr>
          <p:txBody>
            <a:bodyPr wrap="square" lIns="0" tIns="0" rIns="0" bIns="0" rtlCol="0"/>
            <a:lstStyle/>
            <a:p>
              <a:endParaRPr/>
            </a:p>
          </p:txBody>
        </p:sp>
        <p:sp>
          <p:nvSpPr>
            <p:cNvPr id="82" name="object 82"/>
            <p:cNvSpPr/>
            <p:nvPr/>
          </p:nvSpPr>
          <p:spPr>
            <a:xfrm>
              <a:off x="6525768" y="2811779"/>
              <a:ext cx="271780" cy="269875"/>
            </a:xfrm>
            <a:custGeom>
              <a:avLst/>
              <a:gdLst/>
              <a:ahLst/>
              <a:cxnLst/>
              <a:rect l="l" t="t" r="r" b="b"/>
              <a:pathLst>
                <a:path w="271779" h="269875">
                  <a:moveTo>
                    <a:pt x="271271" y="0"/>
                  </a:moveTo>
                  <a:lnTo>
                    <a:pt x="0" y="269747"/>
                  </a:lnTo>
                  <a:lnTo>
                    <a:pt x="271271" y="269747"/>
                  </a:lnTo>
                  <a:lnTo>
                    <a:pt x="271271" y="0"/>
                  </a:lnTo>
                  <a:close/>
                </a:path>
              </a:pathLst>
            </a:custGeom>
            <a:ln w="4571">
              <a:solidFill>
                <a:srgbClr val="000000"/>
              </a:solidFill>
            </a:ln>
          </p:spPr>
          <p:txBody>
            <a:bodyPr wrap="square" lIns="0" tIns="0" rIns="0" bIns="0" rtlCol="0"/>
            <a:lstStyle/>
            <a:p>
              <a:endParaRPr/>
            </a:p>
          </p:txBody>
        </p:sp>
        <p:sp>
          <p:nvSpPr>
            <p:cNvPr id="83" name="object 83"/>
            <p:cNvSpPr/>
            <p:nvPr/>
          </p:nvSpPr>
          <p:spPr>
            <a:xfrm>
              <a:off x="7613904" y="2811779"/>
              <a:ext cx="273050" cy="269875"/>
            </a:xfrm>
            <a:custGeom>
              <a:avLst/>
              <a:gdLst/>
              <a:ahLst/>
              <a:cxnLst/>
              <a:rect l="l" t="t" r="r" b="b"/>
              <a:pathLst>
                <a:path w="273050" h="269875">
                  <a:moveTo>
                    <a:pt x="272796" y="0"/>
                  </a:moveTo>
                  <a:lnTo>
                    <a:pt x="0" y="269748"/>
                  </a:lnTo>
                  <a:lnTo>
                    <a:pt x="272796" y="269748"/>
                  </a:lnTo>
                  <a:lnTo>
                    <a:pt x="272796" y="0"/>
                  </a:lnTo>
                  <a:close/>
                </a:path>
              </a:pathLst>
            </a:custGeom>
            <a:solidFill>
              <a:srgbClr val="00FF00"/>
            </a:solidFill>
          </p:spPr>
          <p:txBody>
            <a:bodyPr wrap="square" lIns="0" tIns="0" rIns="0" bIns="0" rtlCol="0"/>
            <a:lstStyle/>
            <a:p>
              <a:endParaRPr/>
            </a:p>
          </p:txBody>
        </p:sp>
        <p:sp>
          <p:nvSpPr>
            <p:cNvPr id="84" name="object 84"/>
            <p:cNvSpPr/>
            <p:nvPr/>
          </p:nvSpPr>
          <p:spPr>
            <a:xfrm>
              <a:off x="7613903" y="2811779"/>
              <a:ext cx="273050" cy="269875"/>
            </a:xfrm>
            <a:custGeom>
              <a:avLst/>
              <a:gdLst/>
              <a:ahLst/>
              <a:cxnLst/>
              <a:rect l="l" t="t" r="r" b="b"/>
              <a:pathLst>
                <a:path w="273050" h="269875">
                  <a:moveTo>
                    <a:pt x="272795" y="0"/>
                  </a:moveTo>
                  <a:lnTo>
                    <a:pt x="0" y="269747"/>
                  </a:lnTo>
                  <a:lnTo>
                    <a:pt x="272795" y="269747"/>
                  </a:lnTo>
                  <a:lnTo>
                    <a:pt x="272795" y="0"/>
                  </a:lnTo>
                  <a:close/>
                </a:path>
              </a:pathLst>
            </a:custGeom>
            <a:ln w="4571">
              <a:solidFill>
                <a:srgbClr val="000000"/>
              </a:solidFill>
            </a:ln>
          </p:spPr>
          <p:txBody>
            <a:bodyPr wrap="square" lIns="0" tIns="0" rIns="0" bIns="0" rtlCol="0"/>
            <a:lstStyle/>
            <a:p>
              <a:endParaRPr/>
            </a:p>
          </p:txBody>
        </p:sp>
        <p:sp>
          <p:nvSpPr>
            <p:cNvPr id="85" name="object 85"/>
            <p:cNvSpPr/>
            <p:nvPr/>
          </p:nvSpPr>
          <p:spPr>
            <a:xfrm>
              <a:off x="6252972" y="2811779"/>
              <a:ext cx="2313940" cy="269875"/>
            </a:xfrm>
            <a:custGeom>
              <a:avLst/>
              <a:gdLst/>
              <a:ahLst/>
              <a:cxnLst/>
              <a:rect l="l" t="t" r="r" b="b"/>
              <a:pathLst>
                <a:path w="2313940" h="269875">
                  <a:moveTo>
                    <a:pt x="0" y="269747"/>
                  </a:moveTo>
                  <a:lnTo>
                    <a:pt x="272795" y="269747"/>
                  </a:lnTo>
                  <a:lnTo>
                    <a:pt x="544067" y="0"/>
                  </a:lnTo>
                  <a:lnTo>
                    <a:pt x="544067" y="269747"/>
                  </a:lnTo>
                  <a:lnTo>
                    <a:pt x="1360931" y="269747"/>
                  </a:lnTo>
                  <a:lnTo>
                    <a:pt x="1633727" y="0"/>
                  </a:lnTo>
                  <a:lnTo>
                    <a:pt x="1633727" y="269747"/>
                  </a:lnTo>
                  <a:lnTo>
                    <a:pt x="2313431" y="269747"/>
                  </a:lnTo>
                </a:path>
              </a:pathLst>
            </a:custGeom>
            <a:ln w="28955">
              <a:solidFill>
                <a:srgbClr val="008000"/>
              </a:solidFill>
            </a:ln>
          </p:spPr>
          <p:txBody>
            <a:bodyPr wrap="square" lIns="0" tIns="0" rIns="0" bIns="0" rtlCol="0"/>
            <a:lstStyle/>
            <a:p>
              <a:endParaRPr/>
            </a:p>
          </p:txBody>
        </p:sp>
        <p:sp>
          <p:nvSpPr>
            <p:cNvPr id="86" name="object 86"/>
            <p:cNvSpPr/>
            <p:nvPr/>
          </p:nvSpPr>
          <p:spPr>
            <a:xfrm>
              <a:off x="6252972" y="3488435"/>
              <a:ext cx="273050" cy="269875"/>
            </a:xfrm>
            <a:custGeom>
              <a:avLst/>
              <a:gdLst/>
              <a:ahLst/>
              <a:cxnLst/>
              <a:rect l="l" t="t" r="r" b="b"/>
              <a:pathLst>
                <a:path w="273050" h="269875">
                  <a:moveTo>
                    <a:pt x="0" y="0"/>
                  </a:moveTo>
                  <a:lnTo>
                    <a:pt x="0" y="269747"/>
                  </a:lnTo>
                  <a:lnTo>
                    <a:pt x="272796" y="269747"/>
                  </a:lnTo>
                  <a:lnTo>
                    <a:pt x="0" y="0"/>
                  </a:lnTo>
                  <a:close/>
                </a:path>
              </a:pathLst>
            </a:custGeom>
            <a:solidFill>
              <a:srgbClr val="00FFFF"/>
            </a:solidFill>
          </p:spPr>
          <p:txBody>
            <a:bodyPr wrap="square" lIns="0" tIns="0" rIns="0" bIns="0" rtlCol="0"/>
            <a:lstStyle/>
            <a:p>
              <a:endParaRPr/>
            </a:p>
          </p:txBody>
        </p:sp>
        <p:sp>
          <p:nvSpPr>
            <p:cNvPr id="87" name="object 87"/>
            <p:cNvSpPr/>
            <p:nvPr/>
          </p:nvSpPr>
          <p:spPr>
            <a:xfrm>
              <a:off x="6252972" y="3488435"/>
              <a:ext cx="273050" cy="269875"/>
            </a:xfrm>
            <a:custGeom>
              <a:avLst/>
              <a:gdLst/>
              <a:ahLst/>
              <a:cxnLst/>
              <a:rect l="l" t="t" r="r" b="b"/>
              <a:pathLst>
                <a:path w="273050" h="269875">
                  <a:moveTo>
                    <a:pt x="0" y="0"/>
                  </a:moveTo>
                  <a:lnTo>
                    <a:pt x="272795" y="269747"/>
                  </a:lnTo>
                  <a:lnTo>
                    <a:pt x="0" y="269747"/>
                  </a:lnTo>
                  <a:lnTo>
                    <a:pt x="0" y="0"/>
                  </a:lnTo>
                  <a:close/>
                </a:path>
              </a:pathLst>
            </a:custGeom>
            <a:ln w="4571">
              <a:solidFill>
                <a:srgbClr val="000000"/>
              </a:solidFill>
            </a:ln>
          </p:spPr>
          <p:txBody>
            <a:bodyPr wrap="square" lIns="0" tIns="0" rIns="0" bIns="0" rtlCol="0"/>
            <a:lstStyle/>
            <a:p>
              <a:endParaRPr/>
            </a:p>
          </p:txBody>
        </p:sp>
        <p:sp>
          <p:nvSpPr>
            <p:cNvPr id="88" name="object 88"/>
            <p:cNvSpPr/>
            <p:nvPr/>
          </p:nvSpPr>
          <p:spPr>
            <a:xfrm>
              <a:off x="7341108" y="3488435"/>
              <a:ext cx="273050" cy="269875"/>
            </a:xfrm>
            <a:custGeom>
              <a:avLst/>
              <a:gdLst/>
              <a:ahLst/>
              <a:cxnLst/>
              <a:rect l="l" t="t" r="r" b="b"/>
              <a:pathLst>
                <a:path w="273050" h="269875">
                  <a:moveTo>
                    <a:pt x="0" y="0"/>
                  </a:moveTo>
                  <a:lnTo>
                    <a:pt x="0" y="269747"/>
                  </a:lnTo>
                  <a:lnTo>
                    <a:pt x="272796" y="269747"/>
                  </a:lnTo>
                  <a:lnTo>
                    <a:pt x="0" y="0"/>
                  </a:lnTo>
                  <a:close/>
                </a:path>
              </a:pathLst>
            </a:custGeom>
            <a:solidFill>
              <a:srgbClr val="00FFFF"/>
            </a:solidFill>
          </p:spPr>
          <p:txBody>
            <a:bodyPr wrap="square" lIns="0" tIns="0" rIns="0" bIns="0" rtlCol="0"/>
            <a:lstStyle/>
            <a:p>
              <a:endParaRPr/>
            </a:p>
          </p:txBody>
        </p:sp>
        <p:sp>
          <p:nvSpPr>
            <p:cNvPr id="89" name="object 89"/>
            <p:cNvSpPr/>
            <p:nvPr/>
          </p:nvSpPr>
          <p:spPr>
            <a:xfrm>
              <a:off x="7341108" y="3488435"/>
              <a:ext cx="273050" cy="269875"/>
            </a:xfrm>
            <a:custGeom>
              <a:avLst/>
              <a:gdLst/>
              <a:ahLst/>
              <a:cxnLst/>
              <a:rect l="l" t="t" r="r" b="b"/>
              <a:pathLst>
                <a:path w="273050" h="269875">
                  <a:moveTo>
                    <a:pt x="0" y="0"/>
                  </a:moveTo>
                  <a:lnTo>
                    <a:pt x="272795" y="269747"/>
                  </a:lnTo>
                  <a:lnTo>
                    <a:pt x="0" y="269747"/>
                  </a:lnTo>
                  <a:lnTo>
                    <a:pt x="0" y="0"/>
                  </a:lnTo>
                  <a:close/>
                </a:path>
              </a:pathLst>
            </a:custGeom>
            <a:ln w="4571">
              <a:solidFill>
                <a:srgbClr val="000000"/>
              </a:solidFill>
            </a:ln>
          </p:spPr>
          <p:txBody>
            <a:bodyPr wrap="square" lIns="0" tIns="0" rIns="0" bIns="0" rtlCol="0"/>
            <a:lstStyle/>
            <a:p>
              <a:endParaRPr/>
            </a:p>
          </p:txBody>
        </p:sp>
        <p:sp>
          <p:nvSpPr>
            <p:cNvPr id="90" name="object 90"/>
            <p:cNvSpPr/>
            <p:nvPr/>
          </p:nvSpPr>
          <p:spPr>
            <a:xfrm>
              <a:off x="6252972" y="3488435"/>
              <a:ext cx="2313940" cy="269875"/>
            </a:xfrm>
            <a:custGeom>
              <a:avLst/>
              <a:gdLst/>
              <a:ahLst/>
              <a:cxnLst/>
              <a:rect l="l" t="t" r="r" b="b"/>
              <a:pathLst>
                <a:path w="2313940" h="269875">
                  <a:moveTo>
                    <a:pt x="0" y="269747"/>
                  </a:moveTo>
                  <a:lnTo>
                    <a:pt x="0" y="0"/>
                  </a:lnTo>
                  <a:lnTo>
                    <a:pt x="272795" y="269747"/>
                  </a:lnTo>
                  <a:lnTo>
                    <a:pt x="1088135" y="269747"/>
                  </a:lnTo>
                  <a:lnTo>
                    <a:pt x="1088135" y="0"/>
                  </a:lnTo>
                  <a:lnTo>
                    <a:pt x="1360931" y="269747"/>
                  </a:lnTo>
                  <a:lnTo>
                    <a:pt x="2313431" y="269747"/>
                  </a:lnTo>
                </a:path>
              </a:pathLst>
            </a:custGeom>
            <a:ln w="28955">
              <a:solidFill>
                <a:srgbClr val="000080"/>
              </a:solidFill>
            </a:ln>
          </p:spPr>
          <p:txBody>
            <a:bodyPr wrap="square" lIns="0" tIns="0" rIns="0" bIns="0" rtlCol="0"/>
            <a:lstStyle/>
            <a:p>
              <a:endParaRPr/>
            </a:p>
          </p:txBody>
        </p:sp>
        <p:sp>
          <p:nvSpPr>
            <p:cNvPr id="91" name="object 91"/>
            <p:cNvSpPr/>
            <p:nvPr/>
          </p:nvSpPr>
          <p:spPr>
            <a:xfrm>
              <a:off x="6252972" y="5109971"/>
              <a:ext cx="2449195" cy="676910"/>
            </a:xfrm>
            <a:custGeom>
              <a:avLst/>
              <a:gdLst/>
              <a:ahLst/>
              <a:cxnLst/>
              <a:rect l="l" t="t" r="r" b="b"/>
              <a:pathLst>
                <a:path w="2449195" h="676910">
                  <a:moveTo>
                    <a:pt x="0" y="0"/>
                  </a:moveTo>
                  <a:lnTo>
                    <a:pt x="2449067" y="0"/>
                  </a:lnTo>
                </a:path>
                <a:path w="2449195" h="676910">
                  <a:moveTo>
                    <a:pt x="0" y="676655"/>
                  </a:moveTo>
                  <a:lnTo>
                    <a:pt x="2449067" y="676655"/>
                  </a:lnTo>
                </a:path>
              </a:pathLst>
            </a:custGeom>
            <a:ln w="13715">
              <a:solidFill>
                <a:srgbClr val="000000"/>
              </a:solidFill>
            </a:ln>
          </p:spPr>
          <p:txBody>
            <a:bodyPr wrap="square" lIns="0" tIns="0" rIns="0" bIns="0" rtlCol="0"/>
            <a:lstStyle/>
            <a:p>
              <a:endParaRPr/>
            </a:p>
          </p:txBody>
        </p:sp>
        <p:sp>
          <p:nvSpPr>
            <p:cNvPr id="92" name="object 92"/>
            <p:cNvSpPr/>
            <p:nvPr/>
          </p:nvSpPr>
          <p:spPr>
            <a:xfrm>
              <a:off x="7069836" y="4163568"/>
              <a:ext cx="271780" cy="271780"/>
            </a:xfrm>
            <a:custGeom>
              <a:avLst/>
              <a:gdLst/>
              <a:ahLst/>
              <a:cxnLst/>
              <a:rect l="l" t="t" r="r" b="b"/>
              <a:pathLst>
                <a:path w="271779" h="271779">
                  <a:moveTo>
                    <a:pt x="271272" y="0"/>
                  </a:moveTo>
                  <a:lnTo>
                    <a:pt x="0" y="271271"/>
                  </a:lnTo>
                  <a:lnTo>
                    <a:pt x="271272" y="271271"/>
                  </a:lnTo>
                  <a:lnTo>
                    <a:pt x="271272" y="0"/>
                  </a:lnTo>
                  <a:close/>
                </a:path>
              </a:pathLst>
            </a:custGeom>
            <a:solidFill>
              <a:srgbClr val="FF99FF"/>
            </a:solidFill>
          </p:spPr>
          <p:txBody>
            <a:bodyPr wrap="square" lIns="0" tIns="0" rIns="0" bIns="0" rtlCol="0"/>
            <a:lstStyle/>
            <a:p>
              <a:endParaRPr/>
            </a:p>
          </p:txBody>
        </p:sp>
        <p:sp>
          <p:nvSpPr>
            <p:cNvPr id="93" name="object 93"/>
            <p:cNvSpPr/>
            <p:nvPr/>
          </p:nvSpPr>
          <p:spPr>
            <a:xfrm>
              <a:off x="7069836" y="4163568"/>
              <a:ext cx="271780" cy="271780"/>
            </a:xfrm>
            <a:custGeom>
              <a:avLst/>
              <a:gdLst/>
              <a:ahLst/>
              <a:cxnLst/>
              <a:rect l="l" t="t" r="r" b="b"/>
              <a:pathLst>
                <a:path w="271779" h="271779">
                  <a:moveTo>
                    <a:pt x="0" y="271271"/>
                  </a:moveTo>
                  <a:lnTo>
                    <a:pt x="271271" y="0"/>
                  </a:lnTo>
                  <a:lnTo>
                    <a:pt x="271271" y="271271"/>
                  </a:lnTo>
                  <a:lnTo>
                    <a:pt x="0" y="271271"/>
                  </a:lnTo>
                  <a:close/>
                </a:path>
              </a:pathLst>
            </a:custGeom>
            <a:ln w="4571">
              <a:solidFill>
                <a:srgbClr val="000000"/>
              </a:solidFill>
            </a:ln>
          </p:spPr>
          <p:txBody>
            <a:bodyPr wrap="square" lIns="0" tIns="0" rIns="0" bIns="0" rtlCol="0"/>
            <a:lstStyle/>
            <a:p>
              <a:endParaRPr/>
            </a:p>
          </p:txBody>
        </p:sp>
        <p:sp>
          <p:nvSpPr>
            <p:cNvPr id="94" name="object 94"/>
            <p:cNvSpPr/>
            <p:nvPr/>
          </p:nvSpPr>
          <p:spPr>
            <a:xfrm>
              <a:off x="8157972" y="4163568"/>
              <a:ext cx="273050" cy="271780"/>
            </a:xfrm>
            <a:custGeom>
              <a:avLst/>
              <a:gdLst/>
              <a:ahLst/>
              <a:cxnLst/>
              <a:rect l="l" t="t" r="r" b="b"/>
              <a:pathLst>
                <a:path w="273050" h="271779">
                  <a:moveTo>
                    <a:pt x="272796" y="0"/>
                  </a:moveTo>
                  <a:lnTo>
                    <a:pt x="0" y="271271"/>
                  </a:lnTo>
                  <a:lnTo>
                    <a:pt x="272796" y="271271"/>
                  </a:lnTo>
                  <a:lnTo>
                    <a:pt x="272796" y="0"/>
                  </a:lnTo>
                  <a:close/>
                </a:path>
              </a:pathLst>
            </a:custGeom>
            <a:solidFill>
              <a:srgbClr val="FF99FF"/>
            </a:solidFill>
          </p:spPr>
          <p:txBody>
            <a:bodyPr wrap="square" lIns="0" tIns="0" rIns="0" bIns="0" rtlCol="0"/>
            <a:lstStyle/>
            <a:p>
              <a:endParaRPr/>
            </a:p>
          </p:txBody>
        </p:sp>
        <p:sp>
          <p:nvSpPr>
            <p:cNvPr id="95" name="object 95"/>
            <p:cNvSpPr/>
            <p:nvPr/>
          </p:nvSpPr>
          <p:spPr>
            <a:xfrm>
              <a:off x="8157972" y="4163568"/>
              <a:ext cx="273050" cy="271780"/>
            </a:xfrm>
            <a:custGeom>
              <a:avLst/>
              <a:gdLst/>
              <a:ahLst/>
              <a:cxnLst/>
              <a:rect l="l" t="t" r="r" b="b"/>
              <a:pathLst>
                <a:path w="273050" h="271779">
                  <a:moveTo>
                    <a:pt x="0" y="271271"/>
                  </a:moveTo>
                  <a:lnTo>
                    <a:pt x="272795" y="0"/>
                  </a:lnTo>
                  <a:lnTo>
                    <a:pt x="272795" y="271271"/>
                  </a:lnTo>
                  <a:lnTo>
                    <a:pt x="0" y="271271"/>
                  </a:lnTo>
                  <a:close/>
                </a:path>
              </a:pathLst>
            </a:custGeom>
            <a:ln w="4571">
              <a:solidFill>
                <a:srgbClr val="000000"/>
              </a:solidFill>
            </a:ln>
          </p:spPr>
          <p:txBody>
            <a:bodyPr wrap="square" lIns="0" tIns="0" rIns="0" bIns="0" rtlCol="0"/>
            <a:lstStyle/>
            <a:p>
              <a:endParaRPr/>
            </a:p>
          </p:txBody>
        </p:sp>
        <p:sp>
          <p:nvSpPr>
            <p:cNvPr id="96" name="object 96"/>
            <p:cNvSpPr/>
            <p:nvPr/>
          </p:nvSpPr>
          <p:spPr>
            <a:xfrm>
              <a:off x="6252972" y="4163568"/>
              <a:ext cx="2319655" cy="271780"/>
            </a:xfrm>
            <a:custGeom>
              <a:avLst/>
              <a:gdLst/>
              <a:ahLst/>
              <a:cxnLst/>
              <a:rect l="l" t="t" r="r" b="b"/>
              <a:pathLst>
                <a:path w="2319654" h="271779">
                  <a:moveTo>
                    <a:pt x="0" y="271271"/>
                  </a:moveTo>
                  <a:lnTo>
                    <a:pt x="816863" y="271271"/>
                  </a:lnTo>
                  <a:lnTo>
                    <a:pt x="1088135" y="0"/>
                  </a:lnTo>
                  <a:lnTo>
                    <a:pt x="1088135" y="271271"/>
                  </a:lnTo>
                  <a:lnTo>
                    <a:pt x="1904999" y="271271"/>
                  </a:lnTo>
                  <a:lnTo>
                    <a:pt x="2177795" y="0"/>
                  </a:lnTo>
                  <a:lnTo>
                    <a:pt x="2177795" y="271271"/>
                  </a:lnTo>
                  <a:lnTo>
                    <a:pt x="2319527" y="271271"/>
                  </a:lnTo>
                </a:path>
              </a:pathLst>
            </a:custGeom>
            <a:ln w="28955">
              <a:solidFill>
                <a:srgbClr val="800000"/>
              </a:solidFill>
            </a:ln>
          </p:spPr>
          <p:txBody>
            <a:bodyPr wrap="square" lIns="0" tIns="0" rIns="0" bIns="0" rtlCol="0"/>
            <a:lstStyle/>
            <a:p>
              <a:endParaRPr/>
            </a:p>
          </p:txBody>
        </p:sp>
        <p:sp>
          <p:nvSpPr>
            <p:cNvPr id="97" name="object 97"/>
            <p:cNvSpPr/>
            <p:nvPr/>
          </p:nvSpPr>
          <p:spPr>
            <a:xfrm>
              <a:off x="6797040" y="4840223"/>
              <a:ext cx="273050" cy="269875"/>
            </a:xfrm>
            <a:custGeom>
              <a:avLst/>
              <a:gdLst/>
              <a:ahLst/>
              <a:cxnLst/>
              <a:rect l="l" t="t" r="r" b="b"/>
              <a:pathLst>
                <a:path w="273050" h="269875">
                  <a:moveTo>
                    <a:pt x="0" y="0"/>
                  </a:moveTo>
                  <a:lnTo>
                    <a:pt x="0" y="269748"/>
                  </a:lnTo>
                  <a:lnTo>
                    <a:pt x="272795" y="269748"/>
                  </a:lnTo>
                  <a:lnTo>
                    <a:pt x="0" y="0"/>
                  </a:lnTo>
                  <a:close/>
                </a:path>
              </a:pathLst>
            </a:custGeom>
            <a:solidFill>
              <a:srgbClr val="E6E6E6"/>
            </a:solidFill>
          </p:spPr>
          <p:txBody>
            <a:bodyPr wrap="square" lIns="0" tIns="0" rIns="0" bIns="0" rtlCol="0"/>
            <a:lstStyle/>
            <a:p>
              <a:endParaRPr/>
            </a:p>
          </p:txBody>
        </p:sp>
        <p:sp>
          <p:nvSpPr>
            <p:cNvPr id="98" name="object 98"/>
            <p:cNvSpPr/>
            <p:nvPr/>
          </p:nvSpPr>
          <p:spPr>
            <a:xfrm>
              <a:off x="6797040" y="4840223"/>
              <a:ext cx="273050" cy="269875"/>
            </a:xfrm>
            <a:custGeom>
              <a:avLst/>
              <a:gdLst/>
              <a:ahLst/>
              <a:cxnLst/>
              <a:rect l="l" t="t" r="r" b="b"/>
              <a:pathLst>
                <a:path w="273050" h="269875">
                  <a:moveTo>
                    <a:pt x="272795" y="269747"/>
                  </a:moveTo>
                  <a:lnTo>
                    <a:pt x="0" y="0"/>
                  </a:lnTo>
                  <a:lnTo>
                    <a:pt x="0" y="269747"/>
                  </a:lnTo>
                  <a:lnTo>
                    <a:pt x="272795" y="269747"/>
                  </a:lnTo>
                  <a:close/>
                </a:path>
              </a:pathLst>
            </a:custGeom>
            <a:ln w="4571">
              <a:solidFill>
                <a:srgbClr val="000000"/>
              </a:solidFill>
            </a:ln>
          </p:spPr>
          <p:txBody>
            <a:bodyPr wrap="square" lIns="0" tIns="0" rIns="0" bIns="0" rtlCol="0"/>
            <a:lstStyle/>
            <a:p>
              <a:endParaRPr/>
            </a:p>
          </p:txBody>
        </p:sp>
        <p:sp>
          <p:nvSpPr>
            <p:cNvPr id="99" name="object 99"/>
            <p:cNvSpPr/>
            <p:nvPr/>
          </p:nvSpPr>
          <p:spPr>
            <a:xfrm>
              <a:off x="7886700" y="4840223"/>
              <a:ext cx="271780" cy="269875"/>
            </a:xfrm>
            <a:custGeom>
              <a:avLst/>
              <a:gdLst/>
              <a:ahLst/>
              <a:cxnLst/>
              <a:rect l="l" t="t" r="r" b="b"/>
              <a:pathLst>
                <a:path w="271779" h="269875">
                  <a:moveTo>
                    <a:pt x="0" y="0"/>
                  </a:moveTo>
                  <a:lnTo>
                    <a:pt x="0" y="269748"/>
                  </a:lnTo>
                  <a:lnTo>
                    <a:pt x="271272" y="269748"/>
                  </a:lnTo>
                  <a:lnTo>
                    <a:pt x="0" y="0"/>
                  </a:lnTo>
                  <a:close/>
                </a:path>
              </a:pathLst>
            </a:custGeom>
            <a:solidFill>
              <a:srgbClr val="E6E6E6"/>
            </a:solidFill>
          </p:spPr>
          <p:txBody>
            <a:bodyPr wrap="square" lIns="0" tIns="0" rIns="0" bIns="0" rtlCol="0"/>
            <a:lstStyle/>
            <a:p>
              <a:endParaRPr/>
            </a:p>
          </p:txBody>
        </p:sp>
        <p:sp>
          <p:nvSpPr>
            <p:cNvPr id="100" name="object 100"/>
            <p:cNvSpPr/>
            <p:nvPr/>
          </p:nvSpPr>
          <p:spPr>
            <a:xfrm>
              <a:off x="7886700" y="4840223"/>
              <a:ext cx="271780" cy="269875"/>
            </a:xfrm>
            <a:custGeom>
              <a:avLst/>
              <a:gdLst/>
              <a:ahLst/>
              <a:cxnLst/>
              <a:rect l="l" t="t" r="r" b="b"/>
              <a:pathLst>
                <a:path w="271779" h="269875">
                  <a:moveTo>
                    <a:pt x="271271" y="269747"/>
                  </a:moveTo>
                  <a:lnTo>
                    <a:pt x="0" y="0"/>
                  </a:lnTo>
                  <a:lnTo>
                    <a:pt x="0" y="269747"/>
                  </a:lnTo>
                  <a:lnTo>
                    <a:pt x="271271" y="269747"/>
                  </a:lnTo>
                  <a:close/>
                </a:path>
              </a:pathLst>
            </a:custGeom>
            <a:ln w="4571">
              <a:solidFill>
                <a:srgbClr val="000000"/>
              </a:solidFill>
            </a:ln>
          </p:spPr>
          <p:txBody>
            <a:bodyPr wrap="square" lIns="0" tIns="0" rIns="0" bIns="0" rtlCol="0"/>
            <a:lstStyle/>
            <a:p>
              <a:endParaRPr/>
            </a:p>
          </p:txBody>
        </p:sp>
        <p:sp>
          <p:nvSpPr>
            <p:cNvPr id="101" name="object 101"/>
            <p:cNvSpPr/>
            <p:nvPr/>
          </p:nvSpPr>
          <p:spPr>
            <a:xfrm>
              <a:off x="6252972" y="4840223"/>
              <a:ext cx="2313940" cy="269875"/>
            </a:xfrm>
            <a:custGeom>
              <a:avLst/>
              <a:gdLst/>
              <a:ahLst/>
              <a:cxnLst/>
              <a:rect l="l" t="t" r="r" b="b"/>
              <a:pathLst>
                <a:path w="2313940" h="269875">
                  <a:moveTo>
                    <a:pt x="0" y="269747"/>
                  </a:moveTo>
                  <a:lnTo>
                    <a:pt x="544067" y="269747"/>
                  </a:lnTo>
                  <a:lnTo>
                    <a:pt x="544067" y="0"/>
                  </a:lnTo>
                  <a:lnTo>
                    <a:pt x="816863" y="269747"/>
                  </a:lnTo>
                  <a:lnTo>
                    <a:pt x="1633727" y="269747"/>
                  </a:lnTo>
                  <a:lnTo>
                    <a:pt x="1633727" y="0"/>
                  </a:lnTo>
                  <a:lnTo>
                    <a:pt x="1904999" y="269747"/>
                  </a:lnTo>
                  <a:lnTo>
                    <a:pt x="2313431" y="269747"/>
                  </a:lnTo>
                </a:path>
              </a:pathLst>
            </a:custGeom>
            <a:ln w="28955">
              <a:solidFill>
                <a:srgbClr val="666666"/>
              </a:solidFill>
            </a:ln>
          </p:spPr>
          <p:txBody>
            <a:bodyPr wrap="square" lIns="0" tIns="0" rIns="0" bIns="0" rtlCol="0"/>
            <a:lstStyle/>
            <a:p>
              <a:endParaRPr/>
            </a:p>
          </p:txBody>
        </p:sp>
        <p:sp>
          <p:nvSpPr>
            <p:cNvPr id="102" name="object 102"/>
            <p:cNvSpPr/>
            <p:nvPr/>
          </p:nvSpPr>
          <p:spPr>
            <a:xfrm>
              <a:off x="6252972" y="5515356"/>
              <a:ext cx="2313940" cy="541020"/>
            </a:xfrm>
            <a:custGeom>
              <a:avLst/>
              <a:gdLst/>
              <a:ahLst/>
              <a:cxnLst/>
              <a:rect l="l" t="t" r="r" b="b"/>
              <a:pathLst>
                <a:path w="2313940" h="541020">
                  <a:moveTo>
                    <a:pt x="0" y="541019"/>
                  </a:moveTo>
                  <a:lnTo>
                    <a:pt x="544067" y="0"/>
                  </a:lnTo>
                  <a:lnTo>
                    <a:pt x="544067" y="541019"/>
                  </a:lnTo>
                  <a:lnTo>
                    <a:pt x="1088135" y="0"/>
                  </a:lnTo>
                  <a:lnTo>
                    <a:pt x="1088135" y="541019"/>
                  </a:lnTo>
                  <a:lnTo>
                    <a:pt x="1633727" y="0"/>
                  </a:lnTo>
                  <a:lnTo>
                    <a:pt x="1633727" y="541019"/>
                  </a:lnTo>
                  <a:lnTo>
                    <a:pt x="2177795" y="0"/>
                  </a:lnTo>
                  <a:lnTo>
                    <a:pt x="2177795" y="541019"/>
                  </a:lnTo>
                  <a:lnTo>
                    <a:pt x="2313431" y="405383"/>
                  </a:lnTo>
                </a:path>
              </a:pathLst>
            </a:custGeom>
            <a:ln w="28955">
              <a:solidFill>
                <a:srgbClr val="008000"/>
              </a:solidFill>
            </a:ln>
          </p:spPr>
          <p:txBody>
            <a:bodyPr wrap="square" lIns="0" tIns="0" rIns="0" bIns="0" rtlCol="0"/>
            <a:lstStyle/>
            <a:p>
              <a:endParaRPr/>
            </a:p>
          </p:txBody>
        </p:sp>
        <p:sp>
          <p:nvSpPr>
            <p:cNvPr id="103" name="object 103"/>
            <p:cNvSpPr/>
            <p:nvPr/>
          </p:nvSpPr>
          <p:spPr>
            <a:xfrm>
              <a:off x="6621780" y="1938528"/>
              <a:ext cx="39624" cy="109727"/>
            </a:xfrm>
            <a:prstGeom prst="rect">
              <a:avLst/>
            </a:prstGeom>
            <a:blipFill>
              <a:blip r:embed="rId23" cstate="print"/>
              <a:stretch>
                <a:fillRect/>
              </a:stretch>
            </a:blipFill>
          </p:spPr>
          <p:txBody>
            <a:bodyPr wrap="square" lIns="0" tIns="0" rIns="0" bIns="0" rtlCol="0"/>
            <a:lstStyle/>
            <a:p>
              <a:endParaRPr/>
            </a:p>
          </p:txBody>
        </p:sp>
        <p:sp>
          <p:nvSpPr>
            <p:cNvPr id="104" name="object 104"/>
            <p:cNvSpPr/>
            <p:nvPr/>
          </p:nvSpPr>
          <p:spPr>
            <a:xfrm>
              <a:off x="6976872" y="1991868"/>
              <a:ext cx="71627" cy="109727"/>
            </a:xfrm>
            <a:prstGeom prst="rect">
              <a:avLst/>
            </a:prstGeom>
            <a:blipFill>
              <a:blip r:embed="rId24" cstate="print"/>
              <a:stretch>
                <a:fillRect/>
              </a:stretch>
            </a:blipFill>
          </p:spPr>
          <p:txBody>
            <a:bodyPr wrap="square" lIns="0" tIns="0" rIns="0" bIns="0" rtlCol="0"/>
            <a:lstStyle/>
            <a:p>
              <a:endParaRPr/>
            </a:p>
          </p:txBody>
        </p:sp>
        <p:sp>
          <p:nvSpPr>
            <p:cNvPr id="105" name="object 105"/>
            <p:cNvSpPr/>
            <p:nvPr/>
          </p:nvSpPr>
          <p:spPr>
            <a:xfrm>
              <a:off x="7170420" y="2100071"/>
              <a:ext cx="70103" cy="111251"/>
            </a:xfrm>
            <a:prstGeom prst="rect">
              <a:avLst/>
            </a:prstGeom>
            <a:blipFill>
              <a:blip r:embed="rId25" cstate="print"/>
              <a:stretch>
                <a:fillRect/>
              </a:stretch>
            </a:blipFill>
          </p:spPr>
          <p:txBody>
            <a:bodyPr wrap="square" lIns="0" tIns="0" rIns="0" bIns="0" rtlCol="0"/>
            <a:lstStyle/>
            <a:p>
              <a:endParaRPr/>
            </a:p>
          </p:txBody>
        </p:sp>
        <p:sp>
          <p:nvSpPr>
            <p:cNvPr id="106" name="object 106"/>
            <p:cNvSpPr/>
            <p:nvPr/>
          </p:nvSpPr>
          <p:spPr>
            <a:xfrm>
              <a:off x="7435596" y="2101595"/>
              <a:ext cx="76200" cy="108203"/>
            </a:xfrm>
            <a:prstGeom prst="rect">
              <a:avLst/>
            </a:prstGeom>
            <a:blipFill>
              <a:blip r:embed="rId26" cstate="print"/>
              <a:stretch>
                <a:fillRect/>
              </a:stretch>
            </a:blipFill>
          </p:spPr>
          <p:txBody>
            <a:bodyPr wrap="square" lIns="0" tIns="0" rIns="0" bIns="0" rtlCol="0"/>
            <a:lstStyle/>
            <a:p>
              <a:endParaRPr/>
            </a:p>
          </p:txBody>
        </p:sp>
        <p:sp>
          <p:nvSpPr>
            <p:cNvPr id="107" name="object 107"/>
            <p:cNvSpPr/>
            <p:nvPr/>
          </p:nvSpPr>
          <p:spPr>
            <a:xfrm>
              <a:off x="7586472" y="1741931"/>
              <a:ext cx="333755" cy="86867"/>
            </a:xfrm>
            <a:prstGeom prst="rect">
              <a:avLst/>
            </a:prstGeom>
            <a:blipFill>
              <a:blip r:embed="rId27" cstate="print"/>
              <a:stretch>
                <a:fillRect/>
              </a:stretch>
            </a:blipFill>
          </p:spPr>
          <p:txBody>
            <a:bodyPr wrap="square" lIns="0" tIns="0" rIns="0" bIns="0" rtlCol="0"/>
            <a:lstStyle/>
            <a:p>
              <a:endParaRPr/>
            </a:p>
          </p:txBody>
        </p:sp>
        <p:sp>
          <p:nvSpPr>
            <p:cNvPr id="108" name="object 108"/>
            <p:cNvSpPr/>
            <p:nvPr/>
          </p:nvSpPr>
          <p:spPr>
            <a:xfrm>
              <a:off x="6710172" y="1859279"/>
              <a:ext cx="904240" cy="250190"/>
            </a:xfrm>
            <a:custGeom>
              <a:avLst/>
              <a:gdLst/>
              <a:ahLst/>
              <a:cxnLst/>
              <a:rect l="l" t="t" r="r" b="b"/>
              <a:pathLst>
                <a:path w="904240" h="250189">
                  <a:moveTo>
                    <a:pt x="903731" y="6095"/>
                  </a:moveTo>
                  <a:lnTo>
                    <a:pt x="795527" y="222503"/>
                  </a:lnTo>
                </a:path>
                <a:path w="904240" h="250189">
                  <a:moveTo>
                    <a:pt x="0" y="118871"/>
                  </a:moveTo>
                  <a:lnTo>
                    <a:pt x="903731" y="0"/>
                  </a:lnTo>
                </a:path>
                <a:path w="904240" h="250189">
                  <a:moveTo>
                    <a:pt x="554735" y="249935"/>
                  </a:moveTo>
                  <a:lnTo>
                    <a:pt x="903731" y="0"/>
                  </a:lnTo>
                  <a:lnTo>
                    <a:pt x="359663" y="163067"/>
                  </a:lnTo>
                </a:path>
              </a:pathLst>
            </a:custGeom>
            <a:ln w="4571">
              <a:solidFill>
                <a:srgbClr val="000000"/>
              </a:solidFill>
            </a:ln>
          </p:spPr>
          <p:txBody>
            <a:bodyPr wrap="square" lIns="0" tIns="0" rIns="0" bIns="0" rtlCol="0"/>
            <a:lstStyle/>
            <a:p>
              <a:endParaRPr/>
            </a:p>
          </p:txBody>
        </p:sp>
      </p:grpSp>
      <p:grpSp>
        <p:nvGrpSpPr>
          <p:cNvPr id="109" name="object 109"/>
          <p:cNvGrpSpPr/>
          <p:nvPr/>
        </p:nvGrpSpPr>
        <p:grpSpPr>
          <a:xfrm>
            <a:off x="5987796" y="2113788"/>
            <a:ext cx="131445" cy="241300"/>
            <a:chOff x="5987796" y="2113788"/>
            <a:chExt cx="131445" cy="241300"/>
          </a:xfrm>
        </p:grpSpPr>
        <p:sp>
          <p:nvSpPr>
            <p:cNvPr id="110" name="object 110"/>
            <p:cNvSpPr/>
            <p:nvPr/>
          </p:nvSpPr>
          <p:spPr>
            <a:xfrm>
              <a:off x="5987796" y="2113788"/>
              <a:ext cx="56387" cy="164591"/>
            </a:xfrm>
            <a:prstGeom prst="rect">
              <a:avLst/>
            </a:prstGeom>
            <a:blipFill>
              <a:blip r:embed="rId28" cstate="print"/>
              <a:stretch>
                <a:fillRect/>
              </a:stretch>
            </a:blipFill>
          </p:spPr>
          <p:txBody>
            <a:bodyPr wrap="square" lIns="0" tIns="0" rIns="0" bIns="0" rtlCol="0"/>
            <a:lstStyle/>
            <a:p>
              <a:endParaRPr/>
            </a:p>
          </p:txBody>
        </p:sp>
        <p:sp>
          <p:nvSpPr>
            <p:cNvPr id="111" name="object 111"/>
            <p:cNvSpPr/>
            <p:nvPr/>
          </p:nvSpPr>
          <p:spPr>
            <a:xfrm>
              <a:off x="6044184" y="2244852"/>
              <a:ext cx="74675" cy="109727"/>
            </a:xfrm>
            <a:prstGeom prst="rect">
              <a:avLst/>
            </a:prstGeom>
            <a:blipFill>
              <a:blip r:embed="rId29" cstate="print"/>
              <a:stretch>
                <a:fillRect/>
              </a:stretch>
            </a:blipFill>
          </p:spPr>
          <p:txBody>
            <a:bodyPr wrap="square" lIns="0" tIns="0" rIns="0" bIns="0" rtlCol="0"/>
            <a:lstStyle/>
            <a:p>
              <a:endParaRPr/>
            </a:p>
          </p:txBody>
        </p:sp>
      </p:grpSp>
      <p:grpSp>
        <p:nvGrpSpPr>
          <p:cNvPr id="112" name="object 112"/>
          <p:cNvGrpSpPr/>
          <p:nvPr/>
        </p:nvGrpSpPr>
        <p:grpSpPr>
          <a:xfrm>
            <a:off x="5916167" y="1033272"/>
            <a:ext cx="205740" cy="241300"/>
            <a:chOff x="5916167" y="1033272"/>
            <a:chExt cx="205740" cy="241300"/>
          </a:xfrm>
        </p:grpSpPr>
        <p:sp>
          <p:nvSpPr>
            <p:cNvPr id="113" name="object 113"/>
            <p:cNvSpPr/>
            <p:nvPr/>
          </p:nvSpPr>
          <p:spPr>
            <a:xfrm>
              <a:off x="5916167" y="1033272"/>
              <a:ext cx="144779" cy="164591"/>
            </a:xfrm>
            <a:prstGeom prst="rect">
              <a:avLst/>
            </a:prstGeom>
            <a:blipFill>
              <a:blip r:embed="rId30" cstate="print"/>
              <a:stretch>
                <a:fillRect/>
              </a:stretch>
            </a:blipFill>
          </p:spPr>
          <p:txBody>
            <a:bodyPr wrap="square" lIns="0" tIns="0" rIns="0" bIns="0" rtlCol="0"/>
            <a:lstStyle/>
            <a:p>
              <a:endParaRPr/>
            </a:p>
          </p:txBody>
        </p:sp>
        <p:sp>
          <p:nvSpPr>
            <p:cNvPr id="114" name="object 114"/>
            <p:cNvSpPr/>
            <p:nvPr/>
          </p:nvSpPr>
          <p:spPr>
            <a:xfrm>
              <a:off x="6047231" y="1164336"/>
              <a:ext cx="74675" cy="109727"/>
            </a:xfrm>
            <a:prstGeom prst="rect">
              <a:avLst/>
            </a:prstGeom>
            <a:blipFill>
              <a:blip r:embed="rId29" cstate="print"/>
              <a:stretch>
                <a:fillRect/>
              </a:stretch>
            </a:blipFill>
          </p:spPr>
          <p:txBody>
            <a:bodyPr wrap="square" lIns="0" tIns="0" rIns="0" bIns="0" rtlCol="0"/>
            <a:lstStyle/>
            <a:p>
              <a:endParaRPr/>
            </a:p>
          </p:txBody>
        </p:sp>
      </p:grpSp>
      <p:grpSp>
        <p:nvGrpSpPr>
          <p:cNvPr id="115" name="object 115"/>
          <p:cNvGrpSpPr/>
          <p:nvPr/>
        </p:nvGrpSpPr>
        <p:grpSpPr>
          <a:xfrm>
            <a:off x="5501640" y="2817876"/>
            <a:ext cx="617220" cy="242570"/>
            <a:chOff x="5501640" y="2817876"/>
            <a:chExt cx="617220" cy="242570"/>
          </a:xfrm>
        </p:grpSpPr>
        <p:sp>
          <p:nvSpPr>
            <p:cNvPr id="116" name="object 116"/>
            <p:cNvSpPr/>
            <p:nvPr/>
          </p:nvSpPr>
          <p:spPr>
            <a:xfrm>
              <a:off x="5501640" y="2817876"/>
              <a:ext cx="56387" cy="164591"/>
            </a:xfrm>
            <a:prstGeom prst="rect">
              <a:avLst/>
            </a:prstGeom>
            <a:blipFill>
              <a:blip r:embed="rId28" cstate="print"/>
              <a:stretch>
                <a:fillRect/>
              </a:stretch>
            </a:blipFill>
          </p:spPr>
          <p:txBody>
            <a:bodyPr wrap="square" lIns="0" tIns="0" rIns="0" bIns="0" rtlCol="0"/>
            <a:lstStyle/>
            <a:p>
              <a:endParaRPr/>
            </a:p>
          </p:txBody>
        </p:sp>
        <p:sp>
          <p:nvSpPr>
            <p:cNvPr id="117" name="object 117"/>
            <p:cNvSpPr/>
            <p:nvPr/>
          </p:nvSpPr>
          <p:spPr>
            <a:xfrm>
              <a:off x="5562600" y="2947416"/>
              <a:ext cx="164591" cy="112775"/>
            </a:xfrm>
            <a:prstGeom prst="rect">
              <a:avLst/>
            </a:prstGeom>
            <a:blipFill>
              <a:blip r:embed="rId31" cstate="print"/>
              <a:stretch>
                <a:fillRect/>
              </a:stretch>
            </a:blipFill>
          </p:spPr>
          <p:txBody>
            <a:bodyPr wrap="square" lIns="0" tIns="0" rIns="0" bIns="0" rtlCol="0"/>
            <a:lstStyle/>
            <a:p>
              <a:endParaRPr/>
            </a:p>
          </p:txBody>
        </p:sp>
        <p:sp>
          <p:nvSpPr>
            <p:cNvPr id="118" name="object 118"/>
            <p:cNvSpPr/>
            <p:nvPr/>
          </p:nvSpPr>
          <p:spPr>
            <a:xfrm>
              <a:off x="5743956" y="2817876"/>
              <a:ext cx="193548" cy="199643"/>
            </a:xfrm>
            <a:prstGeom prst="rect">
              <a:avLst/>
            </a:prstGeom>
            <a:blipFill>
              <a:blip r:embed="rId32" cstate="print"/>
              <a:stretch>
                <a:fillRect/>
              </a:stretch>
            </a:blipFill>
          </p:spPr>
          <p:txBody>
            <a:bodyPr wrap="square" lIns="0" tIns="0" rIns="0" bIns="0" rtlCol="0"/>
            <a:lstStyle/>
            <a:p>
              <a:endParaRPr/>
            </a:p>
          </p:txBody>
        </p:sp>
        <p:sp>
          <p:nvSpPr>
            <p:cNvPr id="119" name="object 119"/>
            <p:cNvSpPr/>
            <p:nvPr/>
          </p:nvSpPr>
          <p:spPr>
            <a:xfrm>
              <a:off x="5942076" y="2947416"/>
              <a:ext cx="176784" cy="112775"/>
            </a:xfrm>
            <a:prstGeom prst="rect">
              <a:avLst/>
            </a:prstGeom>
            <a:blipFill>
              <a:blip r:embed="rId33" cstate="print"/>
              <a:stretch>
                <a:fillRect/>
              </a:stretch>
            </a:blipFill>
          </p:spPr>
          <p:txBody>
            <a:bodyPr wrap="square" lIns="0" tIns="0" rIns="0" bIns="0" rtlCol="0"/>
            <a:lstStyle/>
            <a:p>
              <a:endParaRPr/>
            </a:p>
          </p:txBody>
        </p:sp>
      </p:grpSp>
      <p:grpSp>
        <p:nvGrpSpPr>
          <p:cNvPr id="120" name="object 120"/>
          <p:cNvGrpSpPr/>
          <p:nvPr/>
        </p:nvGrpSpPr>
        <p:grpSpPr>
          <a:xfrm>
            <a:off x="5492496" y="3493008"/>
            <a:ext cx="635635" cy="241300"/>
            <a:chOff x="5492496" y="3493008"/>
            <a:chExt cx="635635" cy="241300"/>
          </a:xfrm>
        </p:grpSpPr>
        <p:sp>
          <p:nvSpPr>
            <p:cNvPr id="121" name="object 121"/>
            <p:cNvSpPr/>
            <p:nvPr/>
          </p:nvSpPr>
          <p:spPr>
            <a:xfrm>
              <a:off x="5492496" y="3493008"/>
              <a:ext cx="56387" cy="164591"/>
            </a:xfrm>
            <a:prstGeom prst="rect">
              <a:avLst/>
            </a:prstGeom>
            <a:blipFill>
              <a:blip r:embed="rId28" cstate="print"/>
              <a:stretch>
                <a:fillRect/>
              </a:stretch>
            </a:blipFill>
          </p:spPr>
          <p:txBody>
            <a:bodyPr wrap="square" lIns="0" tIns="0" rIns="0" bIns="0" rtlCol="0"/>
            <a:lstStyle/>
            <a:p>
              <a:endParaRPr/>
            </a:p>
          </p:txBody>
        </p:sp>
        <p:sp>
          <p:nvSpPr>
            <p:cNvPr id="122" name="object 122"/>
            <p:cNvSpPr/>
            <p:nvPr/>
          </p:nvSpPr>
          <p:spPr>
            <a:xfrm>
              <a:off x="5548884" y="3624072"/>
              <a:ext cx="178307" cy="109727"/>
            </a:xfrm>
            <a:prstGeom prst="rect">
              <a:avLst/>
            </a:prstGeom>
            <a:blipFill>
              <a:blip r:embed="rId34" cstate="print"/>
              <a:stretch>
                <a:fillRect/>
              </a:stretch>
            </a:blipFill>
          </p:spPr>
          <p:txBody>
            <a:bodyPr wrap="square" lIns="0" tIns="0" rIns="0" bIns="0" rtlCol="0"/>
            <a:lstStyle/>
            <a:p>
              <a:endParaRPr/>
            </a:p>
          </p:txBody>
        </p:sp>
        <p:sp>
          <p:nvSpPr>
            <p:cNvPr id="123" name="object 123"/>
            <p:cNvSpPr/>
            <p:nvPr/>
          </p:nvSpPr>
          <p:spPr>
            <a:xfrm>
              <a:off x="5743956" y="3493008"/>
              <a:ext cx="193548" cy="199643"/>
            </a:xfrm>
            <a:prstGeom prst="rect">
              <a:avLst/>
            </a:prstGeom>
            <a:blipFill>
              <a:blip r:embed="rId32" cstate="print"/>
              <a:stretch>
                <a:fillRect/>
              </a:stretch>
            </a:blipFill>
          </p:spPr>
          <p:txBody>
            <a:bodyPr wrap="square" lIns="0" tIns="0" rIns="0" bIns="0" rtlCol="0"/>
            <a:lstStyle/>
            <a:p>
              <a:endParaRPr/>
            </a:p>
          </p:txBody>
        </p:sp>
        <p:sp>
          <p:nvSpPr>
            <p:cNvPr id="124" name="object 124"/>
            <p:cNvSpPr/>
            <p:nvPr/>
          </p:nvSpPr>
          <p:spPr>
            <a:xfrm>
              <a:off x="5937504" y="3624072"/>
              <a:ext cx="190500" cy="109727"/>
            </a:xfrm>
            <a:prstGeom prst="rect">
              <a:avLst/>
            </a:prstGeom>
            <a:blipFill>
              <a:blip r:embed="rId35" cstate="print"/>
              <a:stretch>
                <a:fillRect/>
              </a:stretch>
            </a:blipFill>
          </p:spPr>
          <p:txBody>
            <a:bodyPr wrap="square" lIns="0" tIns="0" rIns="0" bIns="0" rtlCol="0"/>
            <a:lstStyle/>
            <a:p>
              <a:endParaRPr/>
            </a:p>
          </p:txBody>
        </p:sp>
      </p:grpSp>
      <p:grpSp>
        <p:nvGrpSpPr>
          <p:cNvPr id="125" name="object 125"/>
          <p:cNvGrpSpPr/>
          <p:nvPr/>
        </p:nvGrpSpPr>
        <p:grpSpPr>
          <a:xfrm>
            <a:off x="5964935" y="5657088"/>
            <a:ext cx="152400" cy="242570"/>
            <a:chOff x="5964935" y="5657088"/>
            <a:chExt cx="152400" cy="242570"/>
          </a:xfrm>
        </p:grpSpPr>
        <p:sp>
          <p:nvSpPr>
            <p:cNvPr id="126" name="object 126"/>
            <p:cNvSpPr/>
            <p:nvPr/>
          </p:nvSpPr>
          <p:spPr>
            <a:xfrm>
              <a:off x="5964935" y="5657088"/>
              <a:ext cx="56387" cy="164592"/>
            </a:xfrm>
            <a:prstGeom prst="rect">
              <a:avLst/>
            </a:prstGeom>
            <a:blipFill>
              <a:blip r:embed="rId28" cstate="print"/>
              <a:stretch>
                <a:fillRect/>
              </a:stretch>
            </a:blipFill>
          </p:spPr>
          <p:txBody>
            <a:bodyPr wrap="square" lIns="0" tIns="0" rIns="0" bIns="0" rtlCol="0"/>
            <a:lstStyle/>
            <a:p>
              <a:endParaRPr/>
            </a:p>
          </p:txBody>
        </p:sp>
        <p:sp>
          <p:nvSpPr>
            <p:cNvPr id="127" name="object 127"/>
            <p:cNvSpPr/>
            <p:nvPr/>
          </p:nvSpPr>
          <p:spPr>
            <a:xfrm>
              <a:off x="6025895" y="5786628"/>
              <a:ext cx="91439" cy="112775"/>
            </a:xfrm>
            <a:prstGeom prst="rect">
              <a:avLst/>
            </a:prstGeom>
            <a:blipFill>
              <a:blip r:embed="rId36" cstate="print"/>
              <a:stretch>
                <a:fillRect/>
              </a:stretch>
            </a:blipFill>
          </p:spPr>
          <p:txBody>
            <a:bodyPr wrap="square" lIns="0" tIns="0" rIns="0" bIns="0" rtlCol="0"/>
            <a:lstStyle/>
            <a:p>
              <a:endParaRPr/>
            </a:p>
          </p:txBody>
        </p:sp>
      </p:grpSp>
      <p:grpSp>
        <p:nvGrpSpPr>
          <p:cNvPr id="128" name="object 128"/>
          <p:cNvGrpSpPr/>
          <p:nvPr/>
        </p:nvGrpSpPr>
        <p:grpSpPr>
          <a:xfrm>
            <a:off x="5501640" y="4169664"/>
            <a:ext cx="614680" cy="242570"/>
            <a:chOff x="5501640" y="4169664"/>
            <a:chExt cx="614680" cy="242570"/>
          </a:xfrm>
        </p:grpSpPr>
        <p:sp>
          <p:nvSpPr>
            <p:cNvPr id="129" name="object 129"/>
            <p:cNvSpPr/>
            <p:nvPr/>
          </p:nvSpPr>
          <p:spPr>
            <a:xfrm>
              <a:off x="5501640" y="4169664"/>
              <a:ext cx="56387" cy="164592"/>
            </a:xfrm>
            <a:prstGeom prst="rect">
              <a:avLst/>
            </a:prstGeom>
            <a:blipFill>
              <a:blip r:embed="rId28" cstate="print"/>
              <a:stretch>
                <a:fillRect/>
              </a:stretch>
            </a:blipFill>
          </p:spPr>
          <p:txBody>
            <a:bodyPr wrap="square" lIns="0" tIns="0" rIns="0" bIns="0" rtlCol="0"/>
            <a:lstStyle/>
            <a:p>
              <a:endParaRPr/>
            </a:p>
          </p:txBody>
        </p:sp>
        <p:sp>
          <p:nvSpPr>
            <p:cNvPr id="130" name="object 130"/>
            <p:cNvSpPr/>
            <p:nvPr/>
          </p:nvSpPr>
          <p:spPr>
            <a:xfrm>
              <a:off x="5562600" y="4299204"/>
              <a:ext cx="176784" cy="112775"/>
            </a:xfrm>
            <a:prstGeom prst="rect">
              <a:avLst/>
            </a:prstGeom>
            <a:blipFill>
              <a:blip r:embed="rId37" cstate="print"/>
              <a:stretch>
                <a:fillRect/>
              </a:stretch>
            </a:blipFill>
          </p:spPr>
          <p:txBody>
            <a:bodyPr wrap="square" lIns="0" tIns="0" rIns="0" bIns="0" rtlCol="0"/>
            <a:lstStyle/>
            <a:p>
              <a:endParaRPr/>
            </a:p>
          </p:txBody>
        </p:sp>
        <p:sp>
          <p:nvSpPr>
            <p:cNvPr id="131" name="object 131"/>
            <p:cNvSpPr/>
            <p:nvPr/>
          </p:nvSpPr>
          <p:spPr>
            <a:xfrm>
              <a:off x="5743956" y="4169664"/>
              <a:ext cx="193548" cy="199644"/>
            </a:xfrm>
            <a:prstGeom prst="rect">
              <a:avLst/>
            </a:prstGeom>
            <a:blipFill>
              <a:blip r:embed="rId32" cstate="print"/>
              <a:stretch>
                <a:fillRect/>
              </a:stretch>
            </a:blipFill>
          </p:spPr>
          <p:txBody>
            <a:bodyPr wrap="square" lIns="0" tIns="0" rIns="0" bIns="0" rtlCol="0"/>
            <a:lstStyle/>
            <a:p>
              <a:endParaRPr/>
            </a:p>
          </p:txBody>
        </p:sp>
        <p:sp>
          <p:nvSpPr>
            <p:cNvPr id="132" name="object 132"/>
            <p:cNvSpPr/>
            <p:nvPr/>
          </p:nvSpPr>
          <p:spPr>
            <a:xfrm>
              <a:off x="5942076" y="4299204"/>
              <a:ext cx="173736" cy="112775"/>
            </a:xfrm>
            <a:prstGeom prst="rect">
              <a:avLst/>
            </a:prstGeom>
            <a:blipFill>
              <a:blip r:embed="rId38" cstate="print"/>
              <a:stretch>
                <a:fillRect/>
              </a:stretch>
            </a:blipFill>
          </p:spPr>
          <p:txBody>
            <a:bodyPr wrap="square" lIns="0" tIns="0" rIns="0" bIns="0" rtlCol="0"/>
            <a:lstStyle/>
            <a:p>
              <a:endParaRPr/>
            </a:p>
          </p:txBody>
        </p:sp>
      </p:grpSp>
      <p:grpSp>
        <p:nvGrpSpPr>
          <p:cNvPr id="133" name="object 133"/>
          <p:cNvGrpSpPr/>
          <p:nvPr/>
        </p:nvGrpSpPr>
        <p:grpSpPr>
          <a:xfrm>
            <a:off x="5492496" y="4844796"/>
            <a:ext cx="632460" cy="242570"/>
            <a:chOff x="5492496" y="4844796"/>
            <a:chExt cx="632460" cy="242570"/>
          </a:xfrm>
        </p:grpSpPr>
        <p:sp>
          <p:nvSpPr>
            <p:cNvPr id="134" name="object 134"/>
            <p:cNvSpPr/>
            <p:nvPr/>
          </p:nvSpPr>
          <p:spPr>
            <a:xfrm>
              <a:off x="5492496" y="4844796"/>
              <a:ext cx="56387" cy="164592"/>
            </a:xfrm>
            <a:prstGeom prst="rect">
              <a:avLst/>
            </a:prstGeom>
            <a:blipFill>
              <a:blip r:embed="rId28" cstate="print"/>
              <a:stretch>
                <a:fillRect/>
              </a:stretch>
            </a:blipFill>
          </p:spPr>
          <p:txBody>
            <a:bodyPr wrap="square" lIns="0" tIns="0" rIns="0" bIns="0" rtlCol="0"/>
            <a:lstStyle/>
            <a:p>
              <a:endParaRPr/>
            </a:p>
          </p:txBody>
        </p:sp>
        <p:sp>
          <p:nvSpPr>
            <p:cNvPr id="135" name="object 135"/>
            <p:cNvSpPr/>
            <p:nvPr/>
          </p:nvSpPr>
          <p:spPr>
            <a:xfrm>
              <a:off x="5548884" y="4975860"/>
              <a:ext cx="190500" cy="111251"/>
            </a:xfrm>
            <a:prstGeom prst="rect">
              <a:avLst/>
            </a:prstGeom>
            <a:blipFill>
              <a:blip r:embed="rId39" cstate="print"/>
              <a:stretch>
                <a:fillRect/>
              </a:stretch>
            </a:blipFill>
          </p:spPr>
          <p:txBody>
            <a:bodyPr wrap="square" lIns="0" tIns="0" rIns="0" bIns="0" rtlCol="0"/>
            <a:lstStyle/>
            <a:p>
              <a:endParaRPr/>
            </a:p>
          </p:txBody>
        </p:sp>
        <p:sp>
          <p:nvSpPr>
            <p:cNvPr id="136" name="object 136"/>
            <p:cNvSpPr/>
            <p:nvPr/>
          </p:nvSpPr>
          <p:spPr>
            <a:xfrm>
              <a:off x="5743956" y="4844796"/>
              <a:ext cx="193548" cy="199644"/>
            </a:xfrm>
            <a:prstGeom prst="rect">
              <a:avLst/>
            </a:prstGeom>
            <a:blipFill>
              <a:blip r:embed="rId32" cstate="print"/>
              <a:stretch>
                <a:fillRect/>
              </a:stretch>
            </a:blipFill>
          </p:spPr>
          <p:txBody>
            <a:bodyPr wrap="square" lIns="0" tIns="0" rIns="0" bIns="0" rtlCol="0"/>
            <a:lstStyle/>
            <a:p>
              <a:endParaRPr/>
            </a:p>
          </p:txBody>
        </p:sp>
        <p:sp>
          <p:nvSpPr>
            <p:cNvPr id="137" name="object 137"/>
            <p:cNvSpPr/>
            <p:nvPr/>
          </p:nvSpPr>
          <p:spPr>
            <a:xfrm>
              <a:off x="5937504" y="4975860"/>
              <a:ext cx="187451" cy="109727"/>
            </a:xfrm>
            <a:prstGeom prst="rect">
              <a:avLst/>
            </a:prstGeom>
            <a:blipFill>
              <a:blip r:embed="rId40" cstate="print"/>
              <a:stretch>
                <a:fillRect/>
              </a:stretch>
            </a:blip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6777355" cy="574040"/>
          </a:xfrm>
          <a:prstGeom prst="rect">
            <a:avLst/>
          </a:prstGeom>
        </p:spPr>
        <p:txBody>
          <a:bodyPr vert="horz" wrap="square" lIns="0" tIns="12700" rIns="0" bIns="0" rtlCol="0">
            <a:spAutoFit/>
          </a:bodyPr>
          <a:lstStyle/>
          <a:p>
            <a:pPr marL="12700">
              <a:lnSpc>
                <a:spcPct val="100000"/>
              </a:lnSpc>
              <a:spcBef>
                <a:spcPts val="100"/>
              </a:spcBef>
            </a:pPr>
            <a:r>
              <a:rPr sz="3600" spc="-360" dirty="0">
                <a:solidFill>
                  <a:srgbClr val="002060"/>
                </a:solidFill>
              </a:rPr>
              <a:t>Full </a:t>
            </a:r>
            <a:r>
              <a:rPr sz="3600" spc="-310" dirty="0">
                <a:solidFill>
                  <a:srgbClr val="002060"/>
                </a:solidFill>
              </a:rPr>
              <a:t>Bridge </a:t>
            </a:r>
            <a:r>
              <a:rPr sz="3600" spc="-350" dirty="0">
                <a:solidFill>
                  <a:srgbClr val="002060"/>
                </a:solidFill>
              </a:rPr>
              <a:t>Inverter </a:t>
            </a:r>
            <a:r>
              <a:rPr sz="3600" spc="470" dirty="0">
                <a:solidFill>
                  <a:srgbClr val="002060"/>
                </a:solidFill>
              </a:rPr>
              <a:t>–</a:t>
            </a:r>
            <a:r>
              <a:rPr sz="3600" spc="-840" dirty="0">
                <a:solidFill>
                  <a:srgbClr val="002060"/>
                </a:solidFill>
              </a:rPr>
              <a:t> </a:t>
            </a:r>
            <a:r>
              <a:rPr sz="3600" spc="-365" dirty="0">
                <a:solidFill>
                  <a:srgbClr val="002060"/>
                </a:solidFill>
              </a:rPr>
              <a:t>Transistor </a:t>
            </a:r>
            <a:r>
              <a:rPr sz="3600" spc="-295" dirty="0">
                <a:solidFill>
                  <a:srgbClr val="002060"/>
                </a:solidFill>
              </a:rPr>
              <a:t>Ratings</a:t>
            </a:r>
            <a:endParaRPr sz="3600"/>
          </a:p>
        </p:txBody>
      </p:sp>
      <p:grpSp>
        <p:nvGrpSpPr>
          <p:cNvPr id="4" name="object 4"/>
          <p:cNvGrpSpPr/>
          <p:nvPr/>
        </p:nvGrpSpPr>
        <p:grpSpPr>
          <a:xfrm>
            <a:off x="429768" y="1338072"/>
            <a:ext cx="4444365" cy="2184400"/>
            <a:chOff x="429768" y="1338072"/>
            <a:chExt cx="4444365" cy="2184400"/>
          </a:xfrm>
        </p:grpSpPr>
        <p:sp>
          <p:nvSpPr>
            <p:cNvPr id="5" name="object 5"/>
            <p:cNvSpPr/>
            <p:nvPr/>
          </p:nvSpPr>
          <p:spPr>
            <a:xfrm>
              <a:off x="609600" y="1345692"/>
              <a:ext cx="4148454" cy="2169160"/>
            </a:xfrm>
            <a:custGeom>
              <a:avLst/>
              <a:gdLst/>
              <a:ahLst/>
              <a:cxnLst/>
              <a:rect l="l" t="t" r="r" b="b"/>
              <a:pathLst>
                <a:path w="4148454" h="2169160">
                  <a:moveTo>
                    <a:pt x="0" y="0"/>
                  </a:moveTo>
                  <a:lnTo>
                    <a:pt x="4148327" y="0"/>
                  </a:lnTo>
                </a:path>
                <a:path w="4148454" h="2169160">
                  <a:moveTo>
                    <a:pt x="4148327" y="2168651"/>
                  </a:moveTo>
                  <a:lnTo>
                    <a:pt x="0" y="2168651"/>
                  </a:lnTo>
                </a:path>
                <a:path w="4148454" h="2169160">
                  <a:moveTo>
                    <a:pt x="902207" y="2168651"/>
                  </a:moveTo>
                  <a:lnTo>
                    <a:pt x="902207" y="1792223"/>
                  </a:lnTo>
                </a:path>
              </a:pathLst>
            </a:custGeom>
            <a:ln w="15239">
              <a:solidFill>
                <a:srgbClr val="000000"/>
              </a:solidFill>
            </a:ln>
          </p:spPr>
          <p:txBody>
            <a:bodyPr wrap="square" lIns="0" tIns="0" rIns="0" bIns="0" rtlCol="0"/>
            <a:lstStyle/>
            <a:p>
              <a:endParaRPr/>
            </a:p>
          </p:txBody>
        </p:sp>
        <p:sp>
          <p:nvSpPr>
            <p:cNvPr id="6" name="object 6"/>
            <p:cNvSpPr/>
            <p:nvPr/>
          </p:nvSpPr>
          <p:spPr>
            <a:xfrm>
              <a:off x="2116835" y="1690115"/>
              <a:ext cx="231647" cy="28803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2116835" y="2863595"/>
              <a:ext cx="231647" cy="289559"/>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511807" y="1345692"/>
              <a:ext cx="721360" cy="2169160"/>
            </a:xfrm>
            <a:custGeom>
              <a:avLst/>
              <a:gdLst/>
              <a:ahLst/>
              <a:cxnLst/>
              <a:rect l="l" t="t" r="r" b="b"/>
              <a:pathLst>
                <a:path w="721360" h="2169160">
                  <a:moveTo>
                    <a:pt x="720851" y="1536191"/>
                  </a:moveTo>
                  <a:lnTo>
                    <a:pt x="720851" y="632459"/>
                  </a:lnTo>
                </a:path>
                <a:path w="721360" h="2169160">
                  <a:moveTo>
                    <a:pt x="720851" y="1807463"/>
                  </a:moveTo>
                  <a:lnTo>
                    <a:pt x="720851" y="2168651"/>
                  </a:lnTo>
                </a:path>
                <a:path w="721360" h="2169160">
                  <a:moveTo>
                    <a:pt x="0" y="361187"/>
                  </a:moveTo>
                  <a:lnTo>
                    <a:pt x="0" y="0"/>
                  </a:lnTo>
                </a:path>
                <a:path w="721360" h="2169160">
                  <a:moveTo>
                    <a:pt x="720851" y="361187"/>
                  </a:moveTo>
                  <a:lnTo>
                    <a:pt x="720851" y="0"/>
                  </a:lnTo>
                </a:path>
              </a:pathLst>
            </a:custGeom>
            <a:ln w="15239">
              <a:solidFill>
                <a:srgbClr val="000000"/>
              </a:solidFill>
            </a:ln>
          </p:spPr>
          <p:txBody>
            <a:bodyPr wrap="square" lIns="0" tIns="0" rIns="0" bIns="0" rtlCol="0"/>
            <a:lstStyle/>
            <a:p>
              <a:endParaRPr/>
            </a:p>
          </p:txBody>
        </p:sp>
        <p:sp>
          <p:nvSpPr>
            <p:cNvPr id="9" name="object 9"/>
            <p:cNvSpPr/>
            <p:nvPr/>
          </p:nvSpPr>
          <p:spPr>
            <a:xfrm>
              <a:off x="1569720" y="2907792"/>
              <a:ext cx="172212" cy="112775"/>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2435351" y="2988564"/>
              <a:ext cx="175260" cy="109727"/>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1511807" y="1345692"/>
              <a:ext cx="3246120" cy="2169160"/>
            </a:xfrm>
            <a:custGeom>
              <a:avLst/>
              <a:gdLst/>
              <a:ahLst/>
              <a:cxnLst/>
              <a:rect l="l" t="t" r="r" b="b"/>
              <a:pathLst>
                <a:path w="3246120" h="2169160">
                  <a:moveTo>
                    <a:pt x="2526791" y="722375"/>
                  </a:moveTo>
                  <a:lnTo>
                    <a:pt x="2526791" y="1446275"/>
                  </a:lnTo>
                </a:path>
                <a:path w="3246120" h="2169160">
                  <a:moveTo>
                    <a:pt x="0" y="1446275"/>
                  </a:moveTo>
                  <a:lnTo>
                    <a:pt x="0" y="722375"/>
                  </a:lnTo>
                </a:path>
                <a:path w="3246120" h="2169160">
                  <a:moveTo>
                    <a:pt x="0" y="1085087"/>
                  </a:moveTo>
                  <a:lnTo>
                    <a:pt x="1443227" y="1085087"/>
                  </a:lnTo>
                </a:path>
                <a:path w="3246120" h="2169160">
                  <a:moveTo>
                    <a:pt x="3246119" y="1085087"/>
                  </a:moveTo>
                  <a:lnTo>
                    <a:pt x="1731263" y="1085087"/>
                  </a:lnTo>
                </a:path>
                <a:path w="3246120" h="2169160">
                  <a:moveTo>
                    <a:pt x="2526791" y="361187"/>
                  </a:moveTo>
                  <a:lnTo>
                    <a:pt x="2526791" y="0"/>
                  </a:lnTo>
                </a:path>
                <a:path w="3246120" h="2169160">
                  <a:moveTo>
                    <a:pt x="2526791" y="1807463"/>
                  </a:moveTo>
                  <a:lnTo>
                    <a:pt x="2526791" y="2168651"/>
                  </a:lnTo>
                </a:path>
              </a:pathLst>
            </a:custGeom>
            <a:ln w="15239">
              <a:solidFill>
                <a:srgbClr val="000000"/>
              </a:solidFill>
            </a:ln>
          </p:spPr>
          <p:txBody>
            <a:bodyPr wrap="square" lIns="0" tIns="0" rIns="0" bIns="0" rtlCol="0"/>
            <a:lstStyle/>
            <a:p>
              <a:endParaRPr/>
            </a:p>
          </p:txBody>
        </p:sp>
        <p:sp>
          <p:nvSpPr>
            <p:cNvPr id="12" name="object 12"/>
            <p:cNvSpPr/>
            <p:nvPr/>
          </p:nvSpPr>
          <p:spPr>
            <a:xfrm>
              <a:off x="4076700" y="2907792"/>
              <a:ext cx="170687" cy="112775"/>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076700" y="1836420"/>
              <a:ext cx="172212" cy="112775"/>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609600" y="1354836"/>
              <a:ext cx="0" cy="2150745"/>
            </a:xfrm>
            <a:custGeom>
              <a:avLst/>
              <a:gdLst/>
              <a:ahLst/>
              <a:cxnLst/>
              <a:rect l="l" t="t" r="r" b="b"/>
              <a:pathLst>
                <a:path h="2150745">
                  <a:moveTo>
                    <a:pt x="0" y="1030223"/>
                  </a:moveTo>
                  <a:lnTo>
                    <a:pt x="0" y="0"/>
                  </a:lnTo>
                </a:path>
                <a:path h="2150745">
                  <a:moveTo>
                    <a:pt x="0" y="2150363"/>
                  </a:moveTo>
                  <a:lnTo>
                    <a:pt x="0" y="1120139"/>
                  </a:lnTo>
                </a:path>
              </a:pathLst>
            </a:custGeom>
            <a:ln w="15239">
              <a:solidFill>
                <a:srgbClr val="000000"/>
              </a:solidFill>
            </a:ln>
          </p:spPr>
          <p:txBody>
            <a:bodyPr wrap="square" lIns="0" tIns="0" rIns="0" bIns="0" rtlCol="0"/>
            <a:lstStyle/>
            <a:p>
              <a:endParaRPr/>
            </a:p>
          </p:txBody>
        </p:sp>
        <p:sp>
          <p:nvSpPr>
            <p:cNvPr id="15" name="object 15"/>
            <p:cNvSpPr/>
            <p:nvPr/>
          </p:nvSpPr>
          <p:spPr>
            <a:xfrm>
              <a:off x="429768" y="2385059"/>
              <a:ext cx="360045" cy="0"/>
            </a:xfrm>
            <a:custGeom>
              <a:avLst/>
              <a:gdLst/>
              <a:ahLst/>
              <a:cxnLst/>
              <a:rect l="l" t="t" r="r" b="b"/>
              <a:pathLst>
                <a:path w="360045">
                  <a:moveTo>
                    <a:pt x="0" y="0"/>
                  </a:moveTo>
                  <a:lnTo>
                    <a:pt x="359663" y="0"/>
                  </a:lnTo>
                </a:path>
              </a:pathLst>
            </a:custGeom>
            <a:ln w="27431">
              <a:solidFill>
                <a:srgbClr val="000000"/>
              </a:solidFill>
            </a:ln>
          </p:spPr>
          <p:txBody>
            <a:bodyPr wrap="square" lIns="0" tIns="0" rIns="0" bIns="0" rtlCol="0"/>
            <a:lstStyle/>
            <a:p>
              <a:endParaRPr/>
            </a:p>
          </p:txBody>
        </p:sp>
        <p:sp>
          <p:nvSpPr>
            <p:cNvPr id="16" name="object 16"/>
            <p:cNvSpPr/>
            <p:nvPr/>
          </p:nvSpPr>
          <p:spPr>
            <a:xfrm>
              <a:off x="519684" y="2474975"/>
              <a:ext cx="180340" cy="0"/>
            </a:xfrm>
            <a:custGeom>
              <a:avLst/>
              <a:gdLst/>
              <a:ahLst/>
              <a:cxnLst/>
              <a:rect l="l" t="t" r="r" b="b"/>
              <a:pathLst>
                <a:path w="180340">
                  <a:moveTo>
                    <a:pt x="0" y="0"/>
                  </a:moveTo>
                  <a:lnTo>
                    <a:pt x="179831" y="0"/>
                  </a:lnTo>
                </a:path>
              </a:pathLst>
            </a:custGeom>
            <a:ln w="27431">
              <a:solidFill>
                <a:srgbClr val="000000"/>
              </a:solidFill>
            </a:ln>
          </p:spPr>
          <p:txBody>
            <a:bodyPr wrap="square" lIns="0" tIns="0" rIns="0" bIns="0" rtlCol="0"/>
            <a:lstStyle/>
            <a:p>
              <a:endParaRPr/>
            </a:p>
          </p:txBody>
        </p:sp>
        <p:sp>
          <p:nvSpPr>
            <p:cNvPr id="17" name="object 17"/>
            <p:cNvSpPr/>
            <p:nvPr/>
          </p:nvSpPr>
          <p:spPr>
            <a:xfrm>
              <a:off x="4642103" y="1690115"/>
              <a:ext cx="231647" cy="288035"/>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4642103" y="2863595"/>
              <a:ext cx="231647" cy="289559"/>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4757927" y="1345692"/>
              <a:ext cx="0" cy="2169160"/>
            </a:xfrm>
            <a:custGeom>
              <a:avLst/>
              <a:gdLst/>
              <a:ahLst/>
              <a:cxnLst/>
              <a:rect l="l" t="t" r="r" b="b"/>
              <a:pathLst>
                <a:path h="2169160">
                  <a:moveTo>
                    <a:pt x="0" y="1536191"/>
                  </a:moveTo>
                  <a:lnTo>
                    <a:pt x="0" y="632459"/>
                  </a:lnTo>
                </a:path>
                <a:path h="2169160">
                  <a:moveTo>
                    <a:pt x="0" y="1807463"/>
                  </a:moveTo>
                  <a:lnTo>
                    <a:pt x="0" y="2168651"/>
                  </a:lnTo>
                </a:path>
                <a:path h="2169160">
                  <a:moveTo>
                    <a:pt x="0" y="361187"/>
                  </a:moveTo>
                  <a:lnTo>
                    <a:pt x="0" y="0"/>
                  </a:lnTo>
                </a:path>
              </a:pathLst>
            </a:custGeom>
            <a:ln w="15239">
              <a:solidFill>
                <a:srgbClr val="000000"/>
              </a:solidFill>
            </a:ln>
          </p:spPr>
          <p:txBody>
            <a:bodyPr wrap="square" lIns="0" tIns="0" rIns="0" bIns="0" rtlCol="0"/>
            <a:lstStyle/>
            <a:p>
              <a:endParaRPr/>
            </a:p>
          </p:txBody>
        </p:sp>
        <p:sp>
          <p:nvSpPr>
            <p:cNvPr id="20" name="object 20"/>
            <p:cNvSpPr/>
            <p:nvPr/>
          </p:nvSpPr>
          <p:spPr>
            <a:xfrm>
              <a:off x="742188" y="2180844"/>
              <a:ext cx="102107" cy="109727"/>
            </a:xfrm>
            <a:prstGeom prst="rect">
              <a:avLst/>
            </a:prstGeom>
            <a:blipFill>
              <a:blip r:embed="rId10" cstate="print"/>
              <a:stretch>
                <a:fillRect/>
              </a:stretch>
            </a:blipFill>
          </p:spPr>
          <p:txBody>
            <a:bodyPr wrap="square" lIns="0" tIns="0" rIns="0" bIns="0" rtlCol="0"/>
            <a:lstStyle/>
            <a:p>
              <a:endParaRPr/>
            </a:p>
          </p:txBody>
        </p:sp>
        <p:sp>
          <p:nvSpPr>
            <p:cNvPr id="21" name="object 21"/>
            <p:cNvSpPr/>
            <p:nvPr/>
          </p:nvSpPr>
          <p:spPr>
            <a:xfrm>
              <a:off x="842772" y="2267712"/>
              <a:ext cx="144780" cy="76200"/>
            </a:xfrm>
            <a:prstGeom prst="rect">
              <a:avLst/>
            </a:prstGeom>
            <a:blipFill>
              <a:blip r:embed="rId11" cstate="print"/>
              <a:stretch>
                <a:fillRect/>
              </a:stretch>
            </a:blipFill>
          </p:spPr>
          <p:txBody>
            <a:bodyPr wrap="square" lIns="0" tIns="0" rIns="0" bIns="0" rtlCol="0"/>
            <a:lstStyle/>
            <a:p>
              <a:endParaRPr/>
            </a:p>
          </p:txBody>
        </p:sp>
        <p:sp>
          <p:nvSpPr>
            <p:cNvPr id="22" name="object 22"/>
            <p:cNvSpPr/>
            <p:nvPr/>
          </p:nvSpPr>
          <p:spPr>
            <a:xfrm>
              <a:off x="1330451" y="1706879"/>
              <a:ext cx="181610" cy="361315"/>
            </a:xfrm>
            <a:custGeom>
              <a:avLst/>
              <a:gdLst/>
              <a:ahLst/>
              <a:cxnLst/>
              <a:rect l="l" t="t" r="r" b="b"/>
              <a:pathLst>
                <a:path w="181609" h="361314">
                  <a:moveTo>
                    <a:pt x="0" y="0"/>
                  </a:moveTo>
                  <a:lnTo>
                    <a:pt x="0" y="361187"/>
                  </a:lnTo>
                </a:path>
                <a:path w="181609" h="361314">
                  <a:moveTo>
                    <a:pt x="0" y="91439"/>
                  </a:moveTo>
                  <a:lnTo>
                    <a:pt x="181355" y="0"/>
                  </a:lnTo>
                </a:path>
              </a:pathLst>
            </a:custGeom>
            <a:ln w="15239">
              <a:solidFill>
                <a:srgbClr val="000000"/>
              </a:solidFill>
            </a:ln>
          </p:spPr>
          <p:txBody>
            <a:bodyPr wrap="square" lIns="0" tIns="0" rIns="0" bIns="0" rtlCol="0"/>
            <a:lstStyle/>
            <a:p>
              <a:endParaRPr/>
            </a:p>
          </p:txBody>
        </p:sp>
        <p:sp>
          <p:nvSpPr>
            <p:cNvPr id="23" name="object 23"/>
            <p:cNvSpPr/>
            <p:nvPr/>
          </p:nvSpPr>
          <p:spPr>
            <a:xfrm>
              <a:off x="1322831" y="1970531"/>
              <a:ext cx="188976" cy="97536"/>
            </a:xfrm>
            <a:prstGeom prst="rect">
              <a:avLst/>
            </a:prstGeom>
            <a:blipFill>
              <a:blip r:embed="rId12" cstate="print"/>
              <a:stretch>
                <a:fillRect/>
              </a:stretch>
            </a:blipFill>
          </p:spPr>
          <p:txBody>
            <a:bodyPr wrap="square" lIns="0" tIns="0" rIns="0" bIns="0" rtlCol="0"/>
            <a:lstStyle/>
            <a:p>
              <a:endParaRPr/>
            </a:p>
          </p:txBody>
        </p:sp>
        <p:sp>
          <p:nvSpPr>
            <p:cNvPr id="24" name="object 24"/>
            <p:cNvSpPr/>
            <p:nvPr/>
          </p:nvSpPr>
          <p:spPr>
            <a:xfrm>
              <a:off x="1240536" y="1706879"/>
              <a:ext cx="2796540" cy="361315"/>
            </a:xfrm>
            <a:custGeom>
              <a:avLst/>
              <a:gdLst/>
              <a:ahLst/>
              <a:cxnLst/>
              <a:rect l="l" t="t" r="r" b="b"/>
              <a:pathLst>
                <a:path w="2796540" h="361314">
                  <a:moveTo>
                    <a:pt x="54863" y="0"/>
                  </a:moveTo>
                  <a:lnTo>
                    <a:pt x="54863" y="361187"/>
                  </a:lnTo>
                </a:path>
                <a:path w="2796540" h="361314">
                  <a:moveTo>
                    <a:pt x="54863" y="181355"/>
                  </a:moveTo>
                  <a:lnTo>
                    <a:pt x="0" y="181355"/>
                  </a:lnTo>
                </a:path>
                <a:path w="2796540" h="361314">
                  <a:moveTo>
                    <a:pt x="2615183" y="0"/>
                  </a:moveTo>
                  <a:lnTo>
                    <a:pt x="2615183" y="361187"/>
                  </a:lnTo>
                </a:path>
                <a:path w="2796540" h="361314">
                  <a:moveTo>
                    <a:pt x="2615183" y="91439"/>
                  </a:moveTo>
                  <a:lnTo>
                    <a:pt x="2796539" y="0"/>
                  </a:lnTo>
                </a:path>
              </a:pathLst>
            </a:custGeom>
            <a:ln w="15239">
              <a:solidFill>
                <a:srgbClr val="000000"/>
              </a:solidFill>
            </a:ln>
          </p:spPr>
          <p:txBody>
            <a:bodyPr wrap="square" lIns="0" tIns="0" rIns="0" bIns="0" rtlCol="0"/>
            <a:lstStyle/>
            <a:p>
              <a:endParaRPr/>
            </a:p>
          </p:txBody>
        </p:sp>
        <p:sp>
          <p:nvSpPr>
            <p:cNvPr id="25" name="object 25"/>
            <p:cNvSpPr/>
            <p:nvPr/>
          </p:nvSpPr>
          <p:spPr>
            <a:xfrm>
              <a:off x="3848100" y="1970531"/>
              <a:ext cx="188976" cy="97536"/>
            </a:xfrm>
            <a:prstGeom prst="rect">
              <a:avLst/>
            </a:prstGeom>
            <a:blipFill>
              <a:blip r:embed="rId13" cstate="print"/>
              <a:stretch>
                <a:fillRect/>
              </a:stretch>
            </a:blipFill>
          </p:spPr>
          <p:txBody>
            <a:bodyPr wrap="square" lIns="0" tIns="0" rIns="0" bIns="0" rtlCol="0"/>
            <a:lstStyle/>
            <a:p>
              <a:endParaRPr/>
            </a:p>
          </p:txBody>
        </p:sp>
        <p:sp>
          <p:nvSpPr>
            <p:cNvPr id="26" name="object 26"/>
            <p:cNvSpPr/>
            <p:nvPr/>
          </p:nvSpPr>
          <p:spPr>
            <a:xfrm>
              <a:off x="1330451" y="1706879"/>
              <a:ext cx="2490470" cy="1446530"/>
            </a:xfrm>
            <a:custGeom>
              <a:avLst/>
              <a:gdLst/>
              <a:ahLst/>
              <a:cxnLst/>
              <a:rect l="l" t="t" r="r" b="b"/>
              <a:pathLst>
                <a:path w="2490470" h="1446530">
                  <a:moveTo>
                    <a:pt x="2490215" y="0"/>
                  </a:moveTo>
                  <a:lnTo>
                    <a:pt x="2490215" y="361187"/>
                  </a:lnTo>
                </a:path>
                <a:path w="2490470" h="1446530">
                  <a:moveTo>
                    <a:pt x="2490215" y="181355"/>
                  </a:moveTo>
                  <a:lnTo>
                    <a:pt x="2435351" y="181355"/>
                  </a:lnTo>
                </a:path>
                <a:path w="2490470" h="1446530">
                  <a:moveTo>
                    <a:pt x="0" y="1085087"/>
                  </a:moveTo>
                  <a:lnTo>
                    <a:pt x="0" y="1446275"/>
                  </a:lnTo>
                </a:path>
                <a:path w="2490470" h="1446530">
                  <a:moveTo>
                    <a:pt x="0" y="1175003"/>
                  </a:moveTo>
                  <a:lnTo>
                    <a:pt x="181355" y="1085087"/>
                  </a:lnTo>
                </a:path>
              </a:pathLst>
            </a:custGeom>
            <a:ln w="15239">
              <a:solidFill>
                <a:srgbClr val="000000"/>
              </a:solidFill>
            </a:ln>
          </p:spPr>
          <p:txBody>
            <a:bodyPr wrap="square" lIns="0" tIns="0" rIns="0" bIns="0" rtlCol="0"/>
            <a:lstStyle/>
            <a:p>
              <a:endParaRPr/>
            </a:p>
          </p:txBody>
        </p:sp>
        <p:sp>
          <p:nvSpPr>
            <p:cNvPr id="27" name="object 27"/>
            <p:cNvSpPr/>
            <p:nvPr/>
          </p:nvSpPr>
          <p:spPr>
            <a:xfrm>
              <a:off x="1322831" y="3054095"/>
              <a:ext cx="188976" cy="99060"/>
            </a:xfrm>
            <a:prstGeom prst="rect">
              <a:avLst/>
            </a:prstGeom>
            <a:blipFill>
              <a:blip r:embed="rId14" cstate="print"/>
              <a:stretch>
                <a:fillRect/>
              </a:stretch>
            </a:blipFill>
          </p:spPr>
          <p:txBody>
            <a:bodyPr wrap="square" lIns="0" tIns="0" rIns="0" bIns="0" rtlCol="0"/>
            <a:lstStyle/>
            <a:p>
              <a:endParaRPr/>
            </a:p>
          </p:txBody>
        </p:sp>
        <p:sp>
          <p:nvSpPr>
            <p:cNvPr id="28" name="object 28"/>
            <p:cNvSpPr/>
            <p:nvPr/>
          </p:nvSpPr>
          <p:spPr>
            <a:xfrm>
              <a:off x="1240536" y="2791967"/>
              <a:ext cx="2796540" cy="361315"/>
            </a:xfrm>
            <a:custGeom>
              <a:avLst/>
              <a:gdLst/>
              <a:ahLst/>
              <a:cxnLst/>
              <a:rect l="l" t="t" r="r" b="b"/>
              <a:pathLst>
                <a:path w="2796540" h="361314">
                  <a:moveTo>
                    <a:pt x="54863" y="0"/>
                  </a:moveTo>
                  <a:lnTo>
                    <a:pt x="54863" y="361187"/>
                  </a:lnTo>
                </a:path>
                <a:path w="2796540" h="361314">
                  <a:moveTo>
                    <a:pt x="54863" y="179831"/>
                  </a:moveTo>
                  <a:lnTo>
                    <a:pt x="0" y="179831"/>
                  </a:lnTo>
                </a:path>
                <a:path w="2796540" h="361314">
                  <a:moveTo>
                    <a:pt x="2615183" y="0"/>
                  </a:moveTo>
                  <a:lnTo>
                    <a:pt x="2615183" y="361187"/>
                  </a:lnTo>
                </a:path>
                <a:path w="2796540" h="361314">
                  <a:moveTo>
                    <a:pt x="2615183" y="89915"/>
                  </a:moveTo>
                  <a:lnTo>
                    <a:pt x="2796539" y="0"/>
                  </a:lnTo>
                </a:path>
              </a:pathLst>
            </a:custGeom>
            <a:ln w="15239">
              <a:solidFill>
                <a:srgbClr val="000000"/>
              </a:solidFill>
            </a:ln>
          </p:spPr>
          <p:txBody>
            <a:bodyPr wrap="square" lIns="0" tIns="0" rIns="0" bIns="0" rtlCol="0"/>
            <a:lstStyle/>
            <a:p>
              <a:endParaRPr/>
            </a:p>
          </p:txBody>
        </p:sp>
        <p:sp>
          <p:nvSpPr>
            <p:cNvPr id="29" name="object 29"/>
            <p:cNvSpPr/>
            <p:nvPr/>
          </p:nvSpPr>
          <p:spPr>
            <a:xfrm>
              <a:off x="3848100" y="3054095"/>
              <a:ext cx="188976" cy="99060"/>
            </a:xfrm>
            <a:prstGeom prst="rect">
              <a:avLst/>
            </a:prstGeom>
            <a:blipFill>
              <a:blip r:embed="rId15" cstate="print"/>
              <a:stretch>
                <a:fillRect/>
              </a:stretch>
            </a:blipFill>
          </p:spPr>
          <p:txBody>
            <a:bodyPr wrap="square" lIns="0" tIns="0" rIns="0" bIns="0" rtlCol="0"/>
            <a:lstStyle/>
            <a:p>
              <a:endParaRPr/>
            </a:p>
          </p:txBody>
        </p:sp>
        <p:sp>
          <p:nvSpPr>
            <p:cNvPr id="30" name="object 30"/>
            <p:cNvSpPr/>
            <p:nvPr/>
          </p:nvSpPr>
          <p:spPr>
            <a:xfrm>
              <a:off x="3765803" y="2791967"/>
              <a:ext cx="55244" cy="361315"/>
            </a:xfrm>
            <a:custGeom>
              <a:avLst/>
              <a:gdLst/>
              <a:ahLst/>
              <a:cxnLst/>
              <a:rect l="l" t="t" r="r" b="b"/>
              <a:pathLst>
                <a:path w="55245" h="361314">
                  <a:moveTo>
                    <a:pt x="54863" y="0"/>
                  </a:moveTo>
                  <a:lnTo>
                    <a:pt x="54863" y="361187"/>
                  </a:lnTo>
                </a:path>
                <a:path w="55245" h="361314">
                  <a:moveTo>
                    <a:pt x="54863" y="179831"/>
                  </a:moveTo>
                  <a:lnTo>
                    <a:pt x="0" y="179831"/>
                  </a:lnTo>
                </a:path>
              </a:pathLst>
            </a:custGeom>
            <a:ln w="15239">
              <a:solidFill>
                <a:srgbClr val="000000"/>
              </a:solidFill>
            </a:ln>
          </p:spPr>
          <p:txBody>
            <a:bodyPr wrap="square" lIns="0" tIns="0" rIns="0" bIns="0" rtlCol="0"/>
            <a:lstStyle/>
            <a:p>
              <a:endParaRPr/>
            </a:p>
          </p:txBody>
        </p:sp>
        <p:sp>
          <p:nvSpPr>
            <p:cNvPr id="31" name="object 31"/>
            <p:cNvSpPr/>
            <p:nvPr/>
          </p:nvSpPr>
          <p:spPr>
            <a:xfrm>
              <a:off x="3073907" y="2193036"/>
              <a:ext cx="92963" cy="109727"/>
            </a:xfrm>
            <a:prstGeom prst="rect">
              <a:avLst/>
            </a:prstGeom>
            <a:blipFill>
              <a:blip r:embed="rId16" cstate="print"/>
              <a:stretch>
                <a:fillRect/>
              </a:stretch>
            </a:blipFill>
          </p:spPr>
          <p:txBody>
            <a:bodyPr wrap="square" lIns="0" tIns="0" rIns="0" bIns="0" rtlCol="0"/>
            <a:lstStyle/>
            <a:p>
              <a:endParaRPr/>
            </a:p>
          </p:txBody>
        </p:sp>
        <p:sp>
          <p:nvSpPr>
            <p:cNvPr id="32" name="object 32"/>
            <p:cNvSpPr/>
            <p:nvPr/>
          </p:nvSpPr>
          <p:spPr>
            <a:xfrm>
              <a:off x="2947415" y="2368295"/>
              <a:ext cx="303275" cy="131063"/>
            </a:xfrm>
            <a:prstGeom prst="rect">
              <a:avLst/>
            </a:prstGeom>
            <a:blipFill>
              <a:blip r:embed="rId17" cstate="print"/>
              <a:stretch>
                <a:fillRect/>
              </a:stretch>
            </a:blipFill>
          </p:spPr>
          <p:txBody>
            <a:bodyPr wrap="square" lIns="0" tIns="0" rIns="0" bIns="0" rtlCol="0"/>
            <a:lstStyle/>
            <a:p>
              <a:endParaRPr/>
            </a:p>
          </p:txBody>
        </p:sp>
      </p:grpSp>
      <p:sp>
        <p:nvSpPr>
          <p:cNvPr id="33" name="object 33"/>
          <p:cNvSpPr/>
          <p:nvPr/>
        </p:nvSpPr>
        <p:spPr>
          <a:xfrm>
            <a:off x="1569719" y="1812035"/>
            <a:ext cx="152400" cy="112775"/>
          </a:xfrm>
          <a:prstGeom prst="rect">
            <a:avLst/>
          </a:prstGeom>
          <a:blipFill>
            <a:blip r:embed="rId18" cstate="print"/>
            <a:stretch>
              <a:fillRect/>
            </a:stretch>
          </a:blipFill>
        </p:spPr>
        <p:txBody>
          <a:bodyPr wrap="square" lIns="0" tIns="0" rIns="0" bIns="0" rtlCol="0"/>
          <a:lstStyle/>
          <a:p>
            <a:endParaRPr/>
          </a:p>
        </p:txBody>
      </p:sp>
      <p:sp>
        <p:nvSpPr>
          <p:cNvPr id="34" name="object 34"/>
          <p:cNvSpPr/>
          <p:nvPr/>
        </p:nvSpPr>
        <p:spPr>
          <a:xfrm>
            <a:off x="2435351" y="1781555"/>
            <a:ext cx="155448" cy="109727"/>
          </a:xfrm>
          <a:prstGeom prst="rect">
            <a:avLst/>
          </a:prstGeom>
          <a:blipFill>
            <a:blip r:embed="rId19" cstate="print"/>
            <a:stretch>
              <a:fillRect/>
            </a:stretch>
          </a:blipFill>
        </p:spPr>
        <p:txBody>
          <a:bodyPr wrap="square" lIns="0" tIns="0" rIns="0" bIns="0" rtlCol="0"/>
          <a:lstStyle/>
          <a:p>
            <a:endParaRPr/>
          </a:p>
        </p:txBody>
      </p:sp>
      <p:sp>
        <p:nvSpPr>
          <p:cNvPr id="35" name="object 35"/>
          <p:cNvSpPr/>
          <p:nvPr/>
        </p:nvSpPr>
        <p:spPr>
          <a:xfrm>
            <a:off x="4960620" y="1781555"/>
            <a:ext cx="175260" cy="111251"/>
          </a:xfrm>
          <a:prstGeom prst="rect">
            <a:avLst/>
          </a:prstGeom>
          <a:blipFill>
            <a:blip r:embed="rId20" cstate="print"/>
            <a:stretch>
              <a:fillRect/>
            </a:stretch>
          </a:blipFill>
        </p:spPr>
        <p:txBody>
          <a:bodyPr wrap="square" lIns="0" tIns="0" rIns="0" bIns="0" rtlCol="0"/>
          <a:lstStyle/>
          <a:p>
            <a:endParaRPr/>
          </a:p>
        </p:txBody>
      </p:sp>
      <p:sp>
        <p:nvSpPr>
          <p:cNvPr id="36" name="object 36"/>
          <p:cNvSpPr/>
          <p:nvPr/>
        </p:nvSpPr>
        <p:spPr>
          <a:xfrm>
            <a:off x="4960620" y="2988564"/>
            <a:ext cx="173736" cy="109727"/>
          </a:xfrm>
          <a:prstGeom prst="rect">
            <a:avLst/>
          </a:prstGeom>
          <a:blipFill>
            <a:blip r:embed="rId21" cstate="print"/>
            <a:stretch>
              <a:fillRect/>
            </a:stretch>
          </a:blipFill>
        </p:spPr>
        <p:txBody>
          <a:bodyPr wrap="square" lIns="0" tIns="0" rIns="0" bIns="0" rtlCol="0"/>
          <a:lstStyle/>
          <a:p>
            <a:endParaRPr/>
          </a:p>
        </p:txBody>
      </p:sp>
      <p:sp>
        <p:nvSpPr>
          <p:cNvPr id="37" name="object 37"/>
          <p:cNvSpPr txBox="1"/>
          <p:nvPr/>
        </p:nvSpPr>
        <p:spPr>
          <a:xfrm>
            <a:off x="6092913" y="1817585"/>
            <a:ext cx="1374140" cy="354965"/>
          </a:xfrm>
          <a:prstGeom prst="rect">
            <a:avLst/>
          </a:prstGeom>
        </p:spPr>
        <p:txBody>
          <a:bodyPr vert="horz" wrap="square" lIns="0" tIns="13970" rIns="0" bIns="0" rtlCol="0">
            <a:spAutoFit/>
          </a:bodyPr>
          <a:lstStyle/>
          <a:p>
            <a:pPr marL="38100">
              <a:lnSpc>
                <a:spcPct val="100000"/>
              </a:lnSpc>
              <a:spcBef>
                <a:spcPts val="110"/>
              </a:spcBef>
            </a:pPr>
            <a:r>
              <a:rPr sz="3225" i="1" spc="-30" baseline="14211" dirty="0">
                <a:latin typeface="Times New Roman"/>
                <a:cs typeface="Times New Roman"/>
              </a:rPr>
              <a:t>V</a:t>
            </a:r>
            <a:r>
              <a:rPr sz="1250" i="1" spc="-20" dirty="0">
                <a:latin typeface="Times New Roman"/>
                <a:cs typeface="Times New Roman"/>
              </a:rPr>
              <a:t>CE </a:t>
            </a:r>
            <a:r>
              <a:rPr sz="1250" spc="50" dirty="0">
                <a:latin typeface="Times New Roman"/>
                <a:cs typeface="Times New Roman"/>
              </a:rPr>
              <a:t>(0) </a:t>
            </a:r>
            <a:r>
              <a:rPr sz="3225" baseline="14211" dirty="0">
                <a:latin typeface="Symbol"/>
                <a:cs typeface="Symbol"/>
              </a:rPr>
              <a:t></a:t>
            </a:r>
            <a:r>
              <a:rPr sz="3225" spc="-292" baseline="14211" dirty="0">
                <a:latin typeface="Times New Roman"/>
                <a:cs typeface="Times New Roman"/>
              </a:rPr>
              <a:t> </a:t>
            </a:r>
            <a:r>
              <a:rPr sz="3225" i="1" spc="30" baseline="14211" dirty="0">
                <a:latin typeface="Times New Roman"/>
                <a:cs typeface="Times New Roman"/>
              </a:rPr>
              <a:t>E</a:t>
            </a:r>
            <a:r>
              <a:rPr sz="1250" i="1" spc="20" dirty="0">
                <a:latin typeface="Times New Roman"/>
                <a:cs typeface="Times New Roman"/>
              </a:rPr>
              <a:t>DC</a:t>
            </a:r>
            <a:endParaRPr sz="1250">
              <a:latin typeface="Times New Roman"/>
              <a:cs typeface="Times New Roman"/>
            </a:endParaRPr>
          </a:p>
        </p:txBody>
      </p:sp>
      <p:sp>
        <p:nvSpPr>
          <p:cNvPr id="38" name="object 38"/>
          <p:cNvSpPr/>
          <p:nvPr/>
        </p:nvSpPr>
        <p:spPr>
          <a:xfrm>
            <a:off x="7050023" y="3694938"/>
            <a:ext cx="477520" cy="0"/>
          </a:xfrm>
          <a:custGeom>
            <a:avLst/>
            <a:gdLst/>
            <a:ahLst/>
            <a:cxnLst/>
            <a:rect l="l" t="t" r="r" b="b"/>
            <a:pathLst>
              <a:path w="477520">
                <a:moveTo>
                  <a:pt x="0" y="0"/>
                </a:moveTo>
                <a:lnTo>
                  <a:pt x="477484" y="0"/>
                </a:lnTo>
              </a:path>
            </a:pathLst>
          </a:custGeom>
          <a:ln w="11454">
            <a:solidFill>
              <a:srgbClr val="000000"/>
            </a:solidFill>
          </a:ln>
        </p:spPr>
        <p:txBody>
          <a:bodyPr wrap="square" lIns="0" tIns="0" rIns="0" bIns="0" rtlCol="0"/>
          <a:lstStyle/>
          <a:p>
            <a:endParaRPr/>
          </a:p>
        </p:txBody>
      </p:sp>
      <p:sp>
        <p:nvSpPr>
          <p:cNvPr id="39" name="object 39"/>
          <p:cNvSpPr txBox="1"/>
          <p:nvPr/>
        </p:nvSpPr>
        <p:spPr>
          <a:xfrm>
            <a:off x="7116597" y="3691597"/>
            <a:ext cx="344170" cy="355600"/>
          </a:xfrm>
          <a:prstGeom prst="rect">
            <a:avLst/>
          </a:prstGeom>
        </p:spPr>
        <p:txBody>
          <a:bodyPr vert="horz" wrap="square" lIns="0" tIns="14605" rIns="0" bIns="0" rtlCol="0">
            <a:spAutoFit/>
          </a:bodyPr>
          <a:lstStyle/>
          <a:p>
            <a:pPr marL="12700">
              <a:lnSpc>
                <a:spcPct val="100000"/>
              </a:lnSpc>
              <a:spcBef>
                <a:spcPts val="115"/>
              </a:spcBef>
            </a:pPr>
            <a:r>
              <a:rPr sz="2150" spc="110" dirty="0">
                <a:latin typeface="Times New Roman"/>
                <a:cs typeface="Times New Roman"/>
              </a:rPr>
              <a:t>2</a:t>
            </a:r>
            <a:r>
              <a:rPr sz="2150" i="1" spc="5" dirty="0">
                <a:latin typeface="Times New Roman"/>
                <a:cs typeface="Times New Roman"/>
              </a:rPr>
              <a:t>R</a:t>
            </a:r>
            <a:endParaRPr sz="2150">
              <a:latin typeface="Times New Roman"/>
              <a:cs typeface="Times New Roman"/>
            </a:endParaRPr>
          </a:p>
        </p:txBody>
      </p:sp>
      <p:sp>
        <p:nvSpPr>
          <p:cNvPr id="40" name="object 40"/>
          <p:cNvSpPr txBox="1"/>
          <p:nvPr/>
        </p:nvSpPr>
        <p:spPr>
          <a:xfrm>
            <a:off x="6792594" y="3371481"/>
            <a:ext cx="720725" cy="355600"/>
          </a:xfrm>
          <a:prstGeom prst="rect">
            <a:avLst/>
          </a:prstGeom>
        </p:spPr>
        <p:txBody>
          <a:bodyPr vert="horz" wrap="square" lIns="0" tIns="14605" rIns="0" bIns="0" rtlCol="0">
            <a:spAutoFit/>
          </a:bodyPr>
          <a:lstStyle/>
          <a:p>
            <a:pPr marL="38100">
              <a:lnSpc>
                <a:spcPct val="100000"/>
              </a:lnSpc>
              <a:spcBef>
                <a:spcPts val="115"/>
              </a:spcBef>
            </a:pPr>
            <a:r>
              <a:rPr sz="3225" baseline="-21963" dirty="0">
                <a:latin typeface="Symbol"/>
                <a:cs typeface="Symbol"/>
              </a:rPr>
              <a:t></a:t>
            </a:r>
            <a:r>
              <a:rPr sz="3225" spc="232" baseline="-21963" dirty="0">
                <a:latin typeface="Times New Roman"/>
                <a:cs typeface="Times New Roman"/>
              </a:rPr>
              <a:t> </a:t>
            </a:r>
            <a:r>
              <a:rPr sz="3225" i="1" spc="30" baseline="14211" dirty="0">
                <a:latin typeface="Times New Roman"/>
                <a:cs typeface="Times New Roman"/>
              </a:rPr>
              <a:t>E</a:t>
            </a:r>
            <a:r>
              <a:rPr sz="1250" i="1" spc="20" dirty="0">
                <a:latin typeface="Times New Roman"/>
                <a:cs typeface="Times New Roman"/>
              </a:rPr>
              <a:t>DC</a:t>
            </a:r>
            <a:endParaRPr sz="1250">
              <a:latin typeface="Times New Roman"/>
              <a:cs typeface="Times New Roman"/>
            </a:endParaRPr>
          </a:p>
        </p:txBody>
      </p:sp>
      <p:sp>
        <p:nvSpPr>
          <p:cNvPr id="41" name="object 41"/>
          <p:cNvSpPr txBox="1"/>
          <p:nvPr/>
        </p:nvSpPr>
        <p:spPr>
          <a:xfrm>
            <a:off x="6153632" y="3476625"/>
            <a:ext cx="116839" cy="355600"/>
          </a:xfrm>
          <a:prstGeom prst="rect">
            <a:avLst/>
          </a:prstGeom>
        </p:spPr>
        <p:txBody>
          <a:bodyPr vert="horz" wrap="square" lIns="0" tIns="14605" rIns="0" bIns="0" rtlCol="0">
            <a:spAutoFit/>
          </a:bodyPr>
          <a:lstStyle/>
          <a:p>
            <a:pPr marL="12700">
              <a:lnSpc>
                <a:spcPct val="100000"/>
              </a:lnSpc>
              <a:spcBef>
                <a:spcPts val="115"/>
              </a:spcBef>
            </a:pPr>
            <a:r>
              <a:rPr sz="2150" i="1" dirty="0">
                <a:latin typeface="Times New Roman"/>
                <a:cs typeface="Times New Roman"/>
              </a:rPr>
              <a:t>I</a:t>
            </a:r>
            <a:endParaRPr sz="2150">
              <a:latin typeface="Times New Roman"/>
              <a:cs typeface="Times New Roman"/>
            </a:endParaRPr>
          </a:p>
        </p:txBody>
      </p:sp>
      <p:sp>
        <p:nvSpPr>
          <p:cNvPr id="42" name="object 42"/>
          <p:cNvSpPr txBox="1"/>
          <p:nvPr/>
        </p:nvSpPr>
        <p:spPr>
          <a:xfrm>
            <a:off x="6255499" y="3659847"/>
            <a:ext cx="495300" cy="218440"/>
          </a:xfrm>
          <a:prstGeom prst="rect">
            <a:avLst/>
          </a:prstGeom>
        </p:spPr>
        <p:txBody>
          <a:bodyPr vert="horz" wrap="square" lIns="0" tIns="13970" rIns="0" bIns="0" rtlCol="0">
            <a:spAutoFit/>
          </a:bodyPr>
          <a:lstStyle/>
          <a:p>
            <a:pPr marL="12700">
              <a:lnSpc>
                <a:spcPct val="100000"/>
              </a:lnSpc>
              <a:spcBef>
                <a:spcPts val="110"/>
              </a:spcBef>
            </a:pPr>
            <a:r>
              <a:rPr sz="1250" i="1" spc="5" dirty="0">
                <a:latin typeface="Times New Roman"/>
                <a:cs typeface="Times New Roman"/>
              </a:rPr>
              <a:t>T</a:t>
            </a:r>
            <a:r>
              <a:rPr sz="1250" i="1" spc="-145" dirty="0">
                <a:latin typeface="Times New Roman"/>
                <a:cs typeface="Times New Roman"/>
              </a:rPr>
              <a:t> </a:t>
            </a:r>
            <a:r>
              <a:rPr sz="1250" spc="35" dirty="0">
                <a:latin typeface="Times New Roman"/>
                <a:cs typeface="Times New Roman"/>
              </a:rPr>
              <a:t>(</a:t>
            </a:r>
            <a:r>
              <a:rPr sz="1250" i="1" spc="35" dirty="0">
                <a:latin typeface="Times New Roman"/>
                <a:cs typeface="Times New Roman"/>
              </a:rPr>
              <a:t>ave</a:t>
            </a:r>
            <a:r>
              <a:rPr sz="1250" spc="35" dirty="0">
                <a:latin typeface="Times New Roman"/>
                <a:cs typeface="Times New Roman"/>
              </a:rPr>
              <a:t>)</a:t>
            </a:r>
            <a:endParaRPr sz="1250">
              <a:latin typeface="Times New Roman"/>
              <a:cs typeface="Times New Roman"/>
            </a:endParaRPr>
          </a:p>
        </p:txBody>
      </p:sp>
      <p:sp>
        <p:nvSpPr>
          <p:cNvPr id="43" name="object 43"/>
          <p:cNvSpPr/>
          <p:nvPr/>
        </p:nvSpPr>
        <p:spPr>
          <a:xfrm>
            <a:off x="7161565" y="5382005"/>
            <a:ext cx="477520" cy="0"/>
          </a:xfrm>
          <a:custGeom>
            <a:avLst/>
            <a:gdLst/>
            <a:ahLst/>
            <a:cxnLst/>
            <a:rect l="l" t="t" r="r" b="b"/>
            <a:pathLst>
              <a:path w="477520">
                <a:moveTo>
                  <a:pt x="0" y="0"/>
                </a:moveTo>
                <a:lnTo>
                  <a:pt x="477392" y="0"/>
                </a:lnTo>
              </a:path>
            </a:pathLst>
          </a:custGeom>
          <a:ln w="11452">
            <a:solidFill>
              <a:srgbClr val="000000"/>
            </a:solidFill>
          </a:ln>
        </p:spPr>
        <p:txBody>
          <a:bodyPr wrap="square" lIns="0" tIns="0" rIns="0" bIns="0" rtlCol="0"/>
          <a:lstStyle/>
          <a:p>
            <a:endParaRPr/>
          </a:p>
        </p:txBody>
      </p:sp>
      <p:sp>
        <p:nvSpPr>
          <p:cNvPr id="44" name="object 44"/>
          <p:cNvSpPr txBox="1"/>
          <p:nvPr/>
        </p:nvSpPr>
        <p:spPr>
          <a:xfrm>
            <a:off x="7307160" y="5378686"/>
            <a:ext cx="193040" cy="355600"/>
          </a:xfrm>
          <a:prstGeom prst="rect">
            <a:avLst/>
          </a:prstGeom>
        </p:spPr>
        <p:txBody>
          <a:bodyPr vert="horz" wrap="square" lIns="0" tIns="14605" rIns="0" bIns="0" rtlCol="0">
            <a:spAutoFit/>
          </a:bodyPr>
          <a:lstStyle/>
          <a:p>
            <a:pPr marL="12700">
              <a:lnSpc>
                <a:spcPct val="100000"/>
              </a:lnSpc>
              <a:spcBef>
                <a:spcPts val="115"/>
              </a:spcBef>
            </a:pPr>
            <a:r>
              <a:rPr sz="2150" i="1" spc="5" dirty="0">
                <a:latin typeface="Times New Roman"/>
                <a:cs typeface="Times New Roman"/>
              </a:rPr>
              <a:t>R</a:t>
            </a:r>
            <a:endParaRPr sz="2150">
              <a:latin typeface="Times New Roman"/>
              <a:cs typeface="Times New Roman"/>
            </a:endParaRPr>
          </a:p>
        </p:txBody>
      </p:sp>
      <p:sp>
        <p:nvSpPr>
          <p:cNvPr id="45" name="object 45"/>
          <p:cNvSpPr txBox="1"/>
          <p:nvPr/>
        </p:nvSpPr>
        <p:spPr>
          <a:xfrm>
            <a:off x="6903923" y="5058651"/>
            <a:ext cx="721995" cy="355600"/>
          </a:xfrm>
          <a:prstGeom prst="rect">
            <a:avLst/>
          </a:prstGeom>
        </p:spPr>
        <p:txBody>
          <a:bodyPr vert="horz" wrap="square" lIns="0" tIns="14605" rIns="0" bIns="0" rtlCol="0">
            <a:spAutoFit/>
          </a:bodyPr>
          <a:lstStyle/>
          <a:p>
            <a:pPr marL="38100">
              <a:lnSpc>
                <a:spcPct val="100000"/>
              </a:lnSpc>
              <a:spcBef>
                <a:spcPts val="115"/>
              </a:spcBef>
            </a:pPr>
            <a:r>
              <a:rPr sz="3225" baseline="-21963" dirty="0">
                <a:latin typeface="Symbol"/>
                <a:cs typeface="Symbol"/>
              </a:rPr>
              <a:t></a:t>
            </a:r>
            <a:r>
              <a:rPr sz="3225" spc="232" baseline="-21963" dirty="0">
                <a:latin typeface="Times New Roman"/>
                <a:cs typeface="Times New Roman"/>
              </a:rPr>
              <a:t> </a:t>
            </a:r>
            <a:r>
              <a:rPr sz="3225" i="1" spc="37" baseline="14211" dirty="0">
                <a:latin typeface="Times New Roman"/>
                <a:cs typeface="Times New Roman"/>
              </a:rPr>
              <a:t>E</a:t>
            </a:r>
            <a:r>
              <a:rPr sz="1250" i="1" spc="25" dirty="0">
                <a:latin typeface="Times New Roman"/>
                <a:cs typeface="Times New Roman"/>
              </a:rPr>
              <a:t>DC</a:t>
            </a:r>
            <a:endParaRPr sz="1250">
              <a:latin typeface="Times New Roman"/>
              <a:cs typeface="Times New Roman"/>
            </a:endParaRPr>
          </a:p>
        </p:txBody>
      </p:sp>
      <p:sp>
        <p:nvSpPr>
          <p:cNvPr id="46" name="object 46"/>
          <p:cNvSpPr txBox="1"/>
          <p:nvPr/>
        </p:nvSpPr>
        <p:spPr>
          <a:xfrm>
            <a:off x="6153632" y="5163705"/>
            <a:ext cx="116839" cy="355600"/>
          </a:xfrm>
          <a:prstGeom prst="rect">
            <a:avLst/>
          </a:prstGeom>
        </p:spPr>
        <p:txBody>
          <a:bodyPr vert="horz" wrap="square" lIns="0" tIns="14605" rIns="0" bIns="0" rtlCol="0">
            <a:spAutoFit/>
          </a:bodyPr>
          <a:lstStyle/>
          <a:p>
            <a:pPr marL="12700">
              <a:lnSpc>
                <a:spcPct val="100000"/>
              </a:lnSpc>
              <a:spcBef>
                <a:spcPts val="115"/>
              </a:spcBef>
            </a:pPr>
            <a:r>
              <a:rPr sz="2150" i="1" dirty="0">
                <a:latin typeface="Times New Roman"/>
                <a:cs typeface="Times New Roman"/>
              </a:rPr>
              <a:t>I</a:t>
            </a:r>
            <a:endParaRPr sz="2150">
              <a:latin typeface="Times New Roman"/>
              <a:cs typeface="Times New Roman"/>
            </a:endParaRPr>
          </a:p>
        </p:txBody>
      </p:sp>
      <p:sp>
        <p:nvSpPr>
          <p:cNvPr id="47" name="object 47"/>
          <p:cNvSpPr txBox="1"/>
          <p:nvPr/>
        </p:nvSpPr>
        <p:spPr>
          <a:xfrm>
            <a:off x="6255499" y="5346865"/>
            <a:ext cx="607695" cy="218440"/>
          </a:xfrm>
          <a:prstGeom prst="rect">
            <a:avLst/>
          </a:prstGeom>
        </p:spPr>
        <p:txBody>
          <a:bodyPr vert="horz" wrap="square" lIns="0" tIns="13970" rIns="0" bIns="0" rtlCol="0">
            <a:spAutoFit/>
          </a:bodyPr>
          <a:lstStyle/>
          <a:p>
            <a:pPr marL="12700">
              <a:lnSpc>
                <a:spcPct val="100000"/>
              </a:lnSpc>
              <a:spcBef>
                <a:spcPts val="110"/>
              </a:spcBef>
            </a:pPr>
            <a:r>
              <a:rPr sz="1250" i="1" spc="5" dirty="0">
                <a:latin typeface="Times New Roman"/>
                <a:cs typeface="Times New Roman"/>
              </a:rPr>
              <a:t>T</a:t>
            </a:r>
            <a:r>
              <a:rPr sz="1250" i="1" spc="-105" dirty="0">
                <a:latin typeface="Times New Roman"/>
                <a:cs typeface="Times New Roman"/>
              </a:rPr>
              <a:t> </a:t>
            </a:r>
            <a:r>
              <a:rPr sz="1250" dirty="0">
                <a:latin typeface="Times New Roman"/>
                <a:cs typeface="Times New Roman"/>
              </a:rPr>
              <a:t>(</a:t>
            </a:r>
            <a:r>
              <a:rPr sz="1250" spc="-90" dirty="0">
                <a:latin typeface="Times New Roman"/>
                <a:cs typeface="Times New Roman"/>
              </a:rPr>
              <a:t> </a:t>
            </a:r>
            <a:r>
              <a:rPr sz="1250" i="1" spc="5" dirty="0">
                <a:latin typeface="Times New Roman"/>
                <a:cs typeface="Times New Roman"/>
              </a:rPr>
              <a:t>peak</a:t>
            </a:r>
            <a:r>
              <a:rPr sz="1250" i="1" spc="-170" dirty="0">
                <a:latin typeface="Times New Roman"/>
                <a:cs typeface="Times New Roman"/>
              </a:rPr>
              <a:t> </a:t>
            </a:r>
            <a:r>
              <a:rPr sz="1250" dirty="0">
                <a:latin typeface="Times New Roman"/>
                <a:cs typeface="Times New Roman"/>
              </a:rPr>
              <a:t>)</a:t>
            </a:r>
            <a:endParaRPr sz="1250">
              <a:latin typeface="Times New Roman"/>
              <a:cs typeface="Times New Roman"/>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txBox="1">
            <a:spLocks noGrp="1"/>
          </p:cNvSpPr>
          <p:nvPr>
            <p:ph type="title"/>
          </p:nvPr>
        </p:nvSpPr>
        <p:spPr>
          <a:xfrm>
            <a:off x="2895600" y="381000"/>
            <a:ext cx="2020230" cy="566822"/>
          </a:xfrm>
          <a:prstGeom prst="rect">
            <a:avLst/>
          </a:prstGeom>
        </p:spPr>
        <p:txBody>
          <a:bodyPr vert="horz" wrap="square" lIns="0" tIns="12700" rIns="0" bIns="0" rtlCol="0">
            <a:spAutoFit/>
          </a:bodyPr>
          <a:lstStyle/>
          <a:p>
            <a:pPr marL="12700">
              <a:lnSpc>
                <a:spcPct val="100000"/>
              </a:lnSpc>
              <a:spcBef>
                <a:spcPts val="100"/>
              </a:spcBef>
            </a:pPr>
            <a:r>
              <a:rPr sz="3600" spc="-305" dirty="0">
                <a:solidFill>
                  <a:srgbClr val="002060"/>
                </a:solidFill>
              </a:rPr>
              <a:t>H</a:t>
            </a:r>
            <a:r>
              <a:rPr sz="3600" spc="-300" dirty="0">
                <a:solidFill>
                  <a:srgbClr val="002060"/>
                </a:solidFill>
              </a:rPr>
              <a:t>a</a:t>
            </a:r>
            <a:r>
              <a:rPr sz="3600" spc="-380" dirty="0">
                <a:solidFill>
                  <a:srgbClr val="002060"/>
                </a:solidFill>
              </a:rPr>
              <a:t>r</a:t>
            </a:r>
            <a:r>
              <a:rPr sz="3600" spc="-365" dirty="0">
                <a:solidFill>
                  <a:srgbClr val="002060"/>
                </a:solidFill>
              </a:rPr>
              <a:t>m</a:t>
            </a:r>
            <a:r>
              <a:rPr sz="3600" spc="-250" dirty="0">
                <a:solidFill>
                  <a:srgbClr val="002060"/>
                </a:solidFill>
              </a:rPr>
              <a:t>o</a:t>
            </a:r>
            <a:r>
              <a:rPr sz="3600" spc="-340" dirty="0">
                <a:solidFill>
                  <a:srgbClr val="002060"/>
                </a:solidFill>
              </a:rPr>
              <a:t>n</a:t>
            </a:r>
            <a:r>
              <a:rPr sz="3600" spc="-345" dirty="0">
                <a:solidFill>
                  <a:srgbClr val="002060"/>
                </a:solidFill>
              </a:rPr>
              <a:t>i</a:t>
            </a:r>
            <a:r>
              <a:rPr sz="3600" spc="-395" dirty="0">
                <a:solidFill>
                  <a:srgbClr val="002060"/>
                </a:solidFill>
              </a:rPr>
              <a:t>c</a:t>
            </a:r>
            <a:r>
              <a:rPr sz="3600" spc="-160" dirty="0">
                <a:solidFill>
                  <a:srgbClr val="002060"/>
                </a:solidFill>
              </a:rPr>
              <a:t>s</a:t>
            </a:r>
            <a:endParaRPr sz="3600" dirty="0"/>
          </a:p>
        </p:txBody>
      </p:sp>
      <p:sp>
        <p:nvSpPr>
          <p:cNvPr id="5" name="Rectangle 4"/>
          <p:cNvSpPr/>
          <p:nvPr/>
        </p:nvSpPr>
        <p:spPr>
          <a:xfrm>
            <a:off x="350654" y="1524000"/>
            <a:ext cx="8259946" cy="1815882"/>
          </a:xfrm>
          <a:prstGeom prst="rect">
            <a:avLst/>
          </a:prstGeom>
        </p:spPr>
        <p:txBody>
          <a:bodyPr wrap="square">
            <a:spAutoFit/>
          </a:bodyPr>
          <a:lstStyle/>
          <a:p>
            <a:pPr algn="just"/>
            <a:r>
              <a:rPr lang="en-US" sz="2800" dirty="0"/>
              <a:t>Harmonics are frequencies that are positive integer multiples of a fundamental, base frequency (e.g., if the fundamental is </a:t>
            </a:r>
            <a:r>
              <a:rPr lang="en-US" sz="2800" dirty="0" smtClean="0"/>
              <a:t>50 </a:t>
            </a:r>
            <a:r>
              <a:rPr lang="en-US" sz="2800" dirty="0"/>
              <a:t>Hz, the 2nd harmonic is </a:t>
            </a:r>
            <a:r>
              <a:rPr lang="en-US" sz="2800" dirty="0" smtClean="0"/>
              <a:t>100 </a:t>
            </a:r>
            <a:r>
              <a:rPr lang="en-US" sz="2800" dirty="0"/>
              <a:t>Hz, the 3rd is </a:t>
            </a:r>
            <a:r>
              <a:rPr lang="en-US" sz="2800" dirty="0" smtClean="0"/>
              <a:t>150 </a:t>
            </a:r>
            <a:r>
              <a:rPr lang="en-US" sz="2800" dirty="0"/>
              <a:t>Hz).</a:t>
            </a:r>
          </a:p>
        </p:txBody>
      </p:sp>
      <p:sp>
        <p:nvSpPr>
          <p:cNvPr id="6" name="Rectangle 5"/>
          <p:cNvSpPr/>
          <p:nvPr/>
        </p:nvSpPr>
        <p:spPr>
          <a:xfrm>
            <a:off x="457200" y="4127718"/>
            <a:ext cx="8374815" cy="1815882"/>
          </a:xfrm>
          <a:prstGeom prst="rect">
            <a:avLst/>
          </a:prstGeom>
        </p:spPr>
        <p:txBody>
          <a:bodyPr wrap="square">
            <a:spAutoFit/>
          </a:bodyPr>
          <a:lstStyle/>
          <a:p>
            <a:r>
              <a:rPr lang="en-US" sz="2800" dirty="0"/>
              <a:t>Harmonics are distortions of the pure AC sine wave caused by non-linear loads like computers and variable frequency drives, which can cause equipment damage or energy loss.</a:t>
            </a:r>
          </a:p>
        </p:txBody>
      </p:sp>
      <p:sp>
        <p:nvSpPr>
          <p:cNvPr id="7" name="TextBox 6"/>
          <p:cNvSpPr txBox="1"/>
          <p:nvPr/>
        </p:nvSpPr>
        <p:spPr>
          <a:xfrm>
            <a:off x="3697531" y="3392269"/>
            <a:ext cx="756938" cy="646331"/>
          </a:xfrm>
          <a:prstGeom prst="rect">
            <a:avLst/>
          </a:prstGeom>
          <a:noFill/>
        </p:spPr>
        <p:txBody>
          <a:bodyPr wrap="none" rtlCol="0">
            <a:spAutoFit/>
          </a:bodyPr>
          <a:lstStyle/>
          <a:p>
            <a:r>
              <a:rPr lang="en-US" sz="3600" b="1" dirty="0" smtClean="0"/>
              <a:t>OR</a:t>
            </a:r>
            <a:endParaRPr lang="en-US" b="1" dirty="0"/>
          </a:p>
        </p:txBody>
      </p:sp>
    </p:spTree>
    <p:extLst>
      <p:ext uri="{BB962C8B-B14F-4D97-AF65-F5344CB8AC3E}">
        <p14:creationId xmlns:p14="http://schemas.microsoft.com/office/powerpoint/2010/main" val="2300230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1909445" cy="574040"/>
          </a:xfrm>
          <a:prstGeom prst="rect">
            <a:avLst/>
          </a:prstGeom>
        </p:spPr>
        <p:txBody>
          <a:bodyPr vert="horz" wrap="square" lIns="0" tIns="12700" rIns="0" bIns="0" rtlCol="0">
            <a:spAutoFit/>
          </a:bodyPr>
          <a:lstStyle/>
          <a:p>
            <a:pPr marL="12700">
              <a:lnSpc>
                <a:spcPct val="100000"/>
              </a:lnSpc>
              <a:spcBef>
                <a:spcPts val="100"/>
              </a:spcBef>
            </a:pPr>
            <a:r>
              <a:rPr sz="3600" spc="-305" dirty="0">
                <a:solidFill>
                  <a:srgbClr val="002060"/>
                </a:solidFill>
              </a:rPr>
              <a:t>H</a:t>
            </a:r>
            <a:r>
              <a:rPr sz="3600" spc="-300" dirty="0">
                <a:solidFill>
                  <a:srgbClr val="002060"/>
                </a:solidFill>
              </a:rPr>
              <a:t>a</a:t>
            </a:r>
            <a:r>
              <a:rPr sz="3600" spc="-380" dirty="0">
                <a:solidFill>
                  <a:srgbClr val="002060"/>
                </a:solidFill>
              </a:rPr>
              <a:t>r</a:t>
            </a:r>
            <a:r>
              <a:rPr sz="3600" spc="-365" dirty="0">
                <a:solidFill>
                  <a:srgbClr val="002060"/>
                </a:solidFill>
              </a:rPr>
              <a:t>m</a:t>
            </a:r>
            <a:r>
              <a:rPr sz="3600" spc="-250" dirty="0">
                <a:solidFill>
                  <a:srgbClr val="002060"/>
                </a:solidFill>
              </a:rPr>
              <a:t>o</a:t>
            </a:r>
            <a:r>
              <a:rPr sz="3600" spc="-340" dirty="0">
                <a:solidFill>
                  <a:srgbClr val="002060"/>
                </a:solidFill>
              </a:rPr>
              <a:t>n</a:t>
            </a:r>
            <a:r>
              <a:rPr sz="3600" spc="-345" dirty="0">
                <a:solidFill>
                  <a:srgbClr val="002060"/>
                </a:solidFill>
              </a:rPr>
              <a:t>i</a:t>
            </a:r>
            <a:r>
              <a:rPr sz="3600" spc="-395" dirty="0">
                <a:solidFill>
                  <a:srgbClr val="002060"/>
                </a:solidFill>
              </a:rPr>
              <a:t>c</a:t>
            </a:r>
            <a:r>
              <a:rPr sz="3600" spc="-160" dirty="0">
                <a:solidFill>
                  <a:srgbClr val="002060"/>
                </a:solidFill>
              </a:rPr>
              <a:t>s</a:t>
            </a:r>
            <a:endParaRPr sz="3600" dirty="0"/>
          </a:p>
        </p:txBody>
      </p:sp>
      <p:sp>
        <p:nvSpPr>
          <p:cNvPr id="4" name="object 4"/>
          <p:cNvSpPr/>
          <p:nvPr/>
        </p:nvSpPr>
        <p:spPr>
          <a:xfrm>
            <a:off x="6451091" y="5575553"/>
            <a:ext cx="615950" cy="0"/>
          </a:xfrm>
          <a:custGeom>
            <a:avLst/>
            <a:gdLst/>
            <a:ahLst/>
            <a:cxnLst/>
            <a:rect l="l" t="t" r="r" b="b"/>
            <a:pathLst>
              <a:path w="615950">
                <a:moveTo>
                  <a:pt x="0" y="0"/>
                </a:moveTo>
                <a:lnTo>
                  <a:pt x="615497" y="0"/>
                </a:lnTo>
              </a:path>
            </a:pathLst>
          </a:custGeom>
          <a:ln w="11458">
            <a:solidFill>
              <a:srgbClr val="000000"/>
            </a:solidFill>
          </a:ln>
        </p:spPr>
        <p:txBody>
          <a:bodyPr wrap="square" lIns="0" tIns="0" rIns="0" bIns="0" rtlCol="0"/>
          <a:lstStyle/>
          <a:p>
            <a:endParaRPr/>
          </a:p>
        </p:txBody>
      </p:sp>
      <p:sp>
        <p:nvSpPr>
          <p:cNvPr id="5" name="object 5"/>
          <p:cNvSpPr txBox="1"/>
          <p:nvPr/>
        </p:nvSpPr>
        <p:spPr>
          <a:xfrm>
            <a:off x="7092031" y="5269275"/>
            <a:ext cx="1077595" cy="461009"/>
          </a:xfrm>
          <a:prstGeom prst="rect">
            <a:avLst/>
          </a:prstGeom>
        </p:spPr>
        <p:txBody>
          <a:bodyPr vert="horz" wrap="square" lIns="0" tIns="13335" rIns="0" bIns="0" rtlCol="0">
            <a:spAutoFit/>
          </a:bodyPr>
          <a:lstStyle/>
          <a:p>
            <a:pPr marL="12700">
              <a:lnSpc>
                <a:spcPct val="100000"/>
              </a:lnSpc>
              <a:spcBef>
                <a:spcPts val="105"/>
              </a:spcBef>
            </a:pPr>
            <a:r>
              <a:rPr sz="2150" spc="5" dirty="0">
                <a:latin typeface="Times New Roman"/>
                <a:cs typeface="Times New Roman"/>
              </a:rPr>
              <a:t>sin</a:t>
            </a:r>
            <a:r>
              <a:rPr sz="2150" spc="-265" dirty="0">
                <a:latin typeface="Times New Roman"/>
                <a:cs typeface="Times New Roman"/>
              </a:rPr>
              <a:t> </a:t>
            </a:r>
            <a:r>
              <a:rPr sz="4275" spc="-37" baseline="-2923" dirty="0">
                <a:latin typeface="Symbol"/>
                <a:cs typeface="Symbol"/>
              </a:rPr>
              <a:t></a:t>
            </a:r>
            <a:r>
              <a:rPr sz="2150" i="1" spc="-25" dirty="0">
                <a:latin typeface="Times New Roman"/>
                <a:cs typeface="Times New Roman"/>
              </a:rPr>
              <a:t>n</a:t>
            </a:r>
            <a:r>
              <a:rPr sz="2150" i="1" spc="-190" dirty="0">
                <a:latin typeface="Times New Roman"/>
                <a:cs typeface="Times New Roman"/>
              </a:rPr>
              <a:t> </a:t>
            </a:r>
            <a:r>
              <a:rPr sz="2250" i="1" spc="-15" dirty="0">
                <a:latin typeface="Symbol"/>
                <a:cs typeface="Symbol"/>
              </a:rPr>
              <a:t></a:t>
            </a:r>
            <a:r>
              <a:rPr sz="2150" i="1" spc="-15" dirty="0">
                <a:latin typeface="Times New Roman"/>
                <a:cs typeface="Times New Roman"/>
              </a:rPr>
              <a:t>t</a:t>
            </a:r>
            <a:r>
              <a:rPr sz="2150" i="1" spc="-300" dirty="0">
                <a:latin typeface="Times New Roman"/>
                <a:cs typeface="Times New Roman"/>
              </a:rPr>
              <a:t> </a:t>
            </a:r>
            <a:r>
              <a:rPr sz="4275" spc="-359" baseline="-2923" dirty="0">
                <a:latin typeface="Symbol"/>
                <a:cs typeface="Symbol"/>
              </a:rPr>
              <a:t></a:t>
            </a:r>
            <a:endParaRPr sz="4275" baseline="-2923">
              <a:latin typeface="Symbol"/>
              <a:cs typeface="Symbol"/>
            </a:endParaRPr>
          </a:p>
        </p:txBody>
      </p:sp>
      <p:sp>
        <p:nvSpPr>
          <p:cNvPr id="6" name="object 6"/>
          <p:cNvSpPr txBox="1"/>
          <p:nvPr/>
        </p:nvSpPr>
        <p:spPr>
          <a:xfrm>
            <a:off x="852967" y="5357355"/>
            <a:ext cx="4895850" cy="355600"/>
          </a:xfrm>
          <a:prstGeom prst="rect">
            <a:avLst/>
          </a:prstGeom>
        </p:spPr>
        <p:txBody>
          <a:bodyPr vert="horz" wrap="square" lIns="0" tIns="14605" rIns="0" bIns="0" rtlCol="0">
            <a:spAutoFit/>
          </a:bodyPr>
          <a:lstStyle/>
          <a:p>
            <a:pPr marL="12700">
              <a:lnSpc>
                <a:spcPct val="100000"/>
              </a:lnSpc>
              <a:spcBef>
                <a:spcPts val="115"/>
              </a:spcBef>
              <a:tabLst>
                <a:tab pos="4732020" algn="l"/>
              </a:tabLst>
            </a:pPr>
            <a:r>
              <a:rPr sz="1950" spc="-10" dirty="0">
                <a:latin typeface="Times New Roman"/>
                <a:cs typeface="Times New Roman"/>
              </a:rPr>
              <a:t>F</a:t>
            </a:r>
            <a:r>
              <a:rPr sz="1950" spc="15" dirty="0">
                <a:latin typeface="Times New Roman"/>
                <a:cs typeface="Times New Roman"/>
              </a:rPr>
              <a:t>ou</a:t>
            </a:r>
            <a:r>
              <a:rPr sz="1950" spc="-10" dirty="0">
                <a:latin typeface="Times New Roman"/>
                <a:cs typeface="Times New Roman"/>
              </a:rPr>
              <a:t>r</a:t>
            </a:r>
            <a:r>
              <a:rPr sz="1950" spc="10" dirty="0">
                <a:latin typeface="Times New Roman"/>
                <a:cs typeface="Times New Roman"/>
              </a:rPr>
              <a:t>ier</a:t>
            </a:r>
            <a:r>
              <a:rPr sz="1950" spc="15" dirty="0">
                <a:latin typeface="Times New Roman"/>
                <a:cs typeface="Times New Roman"/>
              </a:rPr>
              <a:t> </a:t>
            </a:r>
            <a:r>
              <a:rPr sz="1950" spc="5" dirty="0">
                <a:latin typeface="Times New Roman"/>
                <a:cs typeface="Times New Roman"/>
              </a:rPr>
              <a:t>se</a:t>
            </a:r>
            <a:r>
              <a:rPr sz="1950" spc="-15" dirty="0">
                <a:latin typeface="Times New Roman"/>
                <a:cs typeface="Times New Roman"/>
              </a:rPr>
              <a:t>r</a:t>
            </a:r>
            <a:r>
              <a:rPr sz="1950" spc="10" dirty="0">
                <a:latin typeface="Times New Roman"/>
                <a:cs typeface="Times New Roman"/>
              </a:rPr>
              <a:t>ies</a:t>
            </a:r>
            <a:r>
              <a:rPr sz="1950" spc="15" dirty="0">
                <a:latin typeface="Times New Roman"/>
                <a:cs typeface="Times New Roman"/>
              </a:rPr>
              <a:t> </a:t>
            </a:r>
            <a:r>
              <a:rPr sz="1950" spc="-10" dirty="0">
                <a:latin typeface="Times New Roman"/>
                <a:cs typeface="Times New Roman"/>
              </a:rPr>
              <a:t>f</a:t>
            </a:r>
            <a:r>
              <a:rPr sz="1950" spc="10" dirty="0">
                <a:latin typeface="Times New Roman"/>
                <a:cs typeface="Times New Roman"/>
              </a:rPr>
              <a:t>or</a:t>
            </a:r>
            <a:r>
              <a:rPr sz="1950" dirty="0">
                <a:latin typeface="Times New Roman"/>
                <a:cs typeface="Times New Roman"/>
              </a:rPr>
              <a:t> </a:t>
            </a:r>
            <a:r>
              <a:rPr sz="1950" spc="5" dirty="0">
                <a:latin typeface="Times New Roman"/>
                <a:cs typeface="Times New Roman"/>
              </a:rPr>
              <a:t>s</a:t>
            </a:r>
            <a:r>
              <a:rPr sz="1950" spc="-50" dirty="0">
                <a:latin typeface="Times New Roman"/>
                <a:cs typeface="Times New Roman"/>
              </a:rPr>
              <a:t>y</a:t>
            </a:r>
            <a:r>
              <a:rPr sz="1950" spc="-10" dirty="0">
                <a:latin typeface="Times New Roman"/>
                <a:cs typeface="Times New Roman"/>
              </a:rPr>
              <a:t>m</a:t>
            </a:r>
            <a:r>
              <a:rPr sz="1950" dirty="0">
                <a:latin typeface="Times New Roman"/>
                <a:cs typeface="Times New Roman"/>
              </a:rPr>
              <a:t>me</a:t>
            </a:r>
            <a:r>
              <a:rPr sz="1950" spc="15" dirty="0">
                <a:latin typeface="Times New Roman"/>
                <a:cs typeface="Times New Roman"/>
              </a:rPr>
              <a:t>t</a:t>
            </a:r>
            <a:r>
              <a:rPr sz="1950" spc="-10" dirty="0">
                <a:latin typeface="Times New Roman"/>
                <a:cs typeface="Times New Roman"/>
              </a:rPr>
              <a:t>r</a:t>
            </a:r>
            <a:r>
              <a:rPr sz="1950" spc="10" dirty="0">
                <a:latin typeface="Times New Roman"/>
                <a:cs typeface="Times New Roman"/>
              </a:rPr>
              <a:t>ic</a:t>
            </a:r>
            <a:r>
              <a:rPr sz="1950" spc="-5" dirty="0">
                <a:latin typeface="Times New Roman"/>
                <a:cs typeface="Times New Roman"/>
              </a:rPr>
              <a:t>a</a:t>
            </a:r>
            <a:r>
              <a:rPr sz="1950" spc="5" dirty="0">
                <a:latin typeface="Times New Roman"/>
                <a:cs typeface="Times New Roman"/>
              </a:rPr>
              <a:t>l</a:t>
            </a:r>
            <a:r>
              <a:rPr sz="1950" spc="-15" dirty="0">
                <a:latin typeface="Times New Roman"/>
                <a:cs typeface="Times New Roman"/>
              </a:rPr>
              <a:t> </a:t>
            </a:r>
            <a:r>
              <a:rPr sz="1950" spc="15" dirty="0">
                <a:latin typeface="Times New Roman"/>
                <a:cs typeface="Times New Roman"/>
              </a:rPr>
              <a:t>sq</a:t>
            </a:r>
            <a:r>
              <a:rPr sz="1950" spc="10" dirty="0">
                <a:latin typeface="Times New Roman"/>
                <a:cs typeface="Times New Roman"/>
              </a:rPr>
              <a:t>u</a:t>
            </a:r>
            <a:r>
              <a:rPr sz="1950" dirty="0">
                <a:latin typeface="Times New Roman"/>
                <a:cs typeface="Times New Roman"/>
              </a:rPr>
              <a:t>a</a:t>
            </a:r>
            <a:r>
              <a:rPr sz="1950" spc="-10" dirty="0">
                <a:latin typeface="Times New Roman"/>
                <a:cs typeface="Times New Roman"/>
              </a:rPr>
              <a:t>r</a:t>
            </a:r>
            <a:r>
              <a:rPr sz="1950" spc="10" dirty="0">
                <a:latin typeface="Times New Roman"/>
                <a:cs typeface="Times New Roman"/>
              </a:rPr>
              <a:t>e</a:t>
            </a:r>
            <a:r>
              <a:rPr sz="1950" dirty="0">
                <a:latin typeface="Times New Roman"/>
                <a:cs typeface="Times New Roman"/>
              </a:rPr>
              <a:t> </a:t>
            </a:r>
            <a:r>
              <a:rPr sz="1950" spc="15" dirty="0">
                <a:latin typeface="Times New Roman"/>
                <a:cs typeface="Times New Roman"/>
              </a:rPr>
              <a:t>w</a:t>
            </a:r>
            <a:r>
              <a:rPr sz="1950" spc="-10" dirty="0">
                <a:latin typeface="Times New Roman"/>
                <a:cs typeface="Times New Roman"/>
              </a:rPr>
              <a:t>a</a:t>
            </a:r>
            <a:r>
              <a:rPr sz="1950" spc="-20" dirty="0">
                <a:latin typeface="Times New Roman"/>
                <a:cs typeface="Times New Roman"/>
              </a:rPr>
              <a:t>v</a:t>
            </a:r>
            <a:r>
              <a:rPr sz="1950" spc="5" dirty="0">
                <a:latin typeface="Times New Roman"/>
                <a:cs typeface="Times New Roman"/>
              </a:rPr>
              <a:t>e</a:t>
            </a:r>
            <a:r>
              <a:rPr sz="2150" dirty="0">
                <a:latin typeface="Times New Roman"/>
                <a:cs typeface="Times New Roman"/>
              </a:rPr>
              <a:t>,</a:t>
            </a:r>
            <a:r>
              <a:rPr sz="2150" spc="-95" dirty="0">
                <a:latin typeface="Times New Roman"/>
                <a:cs typeface="Times New Roman"/>
              </a:rPr>
              <a:t> </a:t>
            </a:r>
            <a:r>
              <a:rPr sz="2150" i="1" dirty="0">
                <a:latin typeface="Times New Roman"/>
                <a:cs typeface="Times New Roman"/>
              </a:rPr>
              <a:t>e	</a:t>
            </a:r>
            <a:r>
              <a:rPr sz="2150" dirty="0">
                <a:latin typeface="Symbol"/>
                <a:cs typeface="Symbol"/>
              </a:rPr>
              <a:t></a:t>
            </a:r>
            <a:endParaRPr sz="2150">
              <a:latin typeface="Symbol"/>
              <a:cs typeface="Symbol"/>
            </a:endParaRPr>
          </a:p>
        </p:txBody>
      </p:sp>
      <p:sp>
        <p:nvSpPr>
          <p:cNvPr id="7" name="object 7"/>
          <p:cNvSpPr txBox="1"/>
          <p:nvPr/>
        </p:nvSpPr>
        <p:spPr>
          <a:xfrm>
            <a:off x="6431051" y="5138328"/>
            <a:ext cx="621665" cy="790575"/>
          </a:xfrm>
          <a:prstGeom prst="rect">
            <a:avLst/>
          </a:prstGeom>
        </p:spPr>
        <p:txBody>
          <a:bodyPr vert="horz" wrap="square" lIns="0" tIns="56515" rIns="0" bIns="0" rtlCol="0">
            <a:spAutoFit/>
          </a:bodyPr>
          <a:lstStyle/>
          <a:p>
            <a:pPr marL="38100">
              <a:lnSpc>
                <a:spcPct val="100000"/>
              </a:lnSpc>
              <a:spcBef>
                <a:spcPts val="445"/>
              </a:spcBef>
            </a:pPr>
            <a:r>
              <a:rPr sz="2150" spc="35" dirty="0">
                <a:latin typeface="Times New Roman"/>
                <a:cs typeface="Times New Roman"/>
              </a:rPr>
              <a:t>4</a:t>
            </a:r>
            <a:r>
              <a:rPr sz="2150" i="1" spc="35" dirty="0">
                <a:latin typeface="Times New Roman"/>
                <a:cs typeface="Times New Roman"/>
              </a:rPr>
              <a:t>E</a:t>
            </a:r>
            <a:r>
              <a:rPr sz="1875" i="1" spc="52" baseline="-24444" dirty="0">
                <a:latin typeface="Times New Roman"/>
                <a:cs typeface="Times New Roman"/>
              </a:rPr>
              <a:t>DC</a:t>
            </a:r>
            <a:endParaRPr sz="1875" baseline="-24444">
              <a:latin typeface="Times New Roman"/>
              <a:cs typeface="Times New Roman"/>
            </a:endParaRPr>
          </a:p>
          <a:p>
            <a:pPr marL="175260">
              <a:lnSpc>
                <a:spcPct val="100000"/>
              </a:lnSpc>
              <a:spcBef>
                <a:spcPts val="390"/>
              </a:spcBef>
            </a:pPr>
            <a:r>
              <a:rPr sz="2150" i="1" spc="-95" dirty="0">
                <a:latin typeface="Times New Roman"/>
                <a:cs typeface="Times New Roman"/>
              </a:rPr>
              <a:t>n</a:t>
            </a:r>
            <a:r>
              <a:rPr sz="2250" i="1" spc="-95" dirty="0">
                <a:latin typeface="Symbol"/>
                <a:cs typeface="Symbol"/>
              </a:rPr>
              <a:t></a:t>
            </a:r>
            <a:endParaRPr sz="2250">
              <a:latin typeface="Symbol"/>
              <a:cs typeface="Symbol"/>
            </a:endParaRPr>
          </a:p>
        </p:txBody>
      </p:sp>
      <p:sp>
        <p:nvSpPr>
          <p:cNvPr id="8" name="object 8"/>
          <p:cNvSpPr txBox="1"/>
          <p:nvPr/>
        </p:nvSpPr>
        <p:spPr>
          <a:xfrm>
            <a:off x="6031572" y="5191391"/>
            <a:ext cx="139700" cy="217804"/>
          </a:xfrm>
          <a:prstGeom prst="rect">
            <a:avLst/>
          </a:prstGeom>
        </p:spPr>
        <p:txBody>
          <a:bodyPr vert="horz" wrap="square" lIns="0" tIns="13970" rIns="0" bIns="0" rtlCol="0">
            <a:spAutoFit/>
          </a:bodyPr>
          <a:lstStyle/>
          <a:p>
            <a:pPr marL="12700">
              <a:lnSpc>
                <a:spcPct val="100000"/>
              </a:lnSpc>
              <a:spcBef>
                <a:spcPts val="110"/>
              </a:spcBef>
            </a:pPr>
            <a:r>
              <a:rPr sz="1250" spc="5" dirty="0">
                <a:latin typeface="Symbol"/>
                <a:cs typeface="Symbol"/>
              </a:rPr>
              <a:t></a:t>
            </a:r>
            <a:endParaRPr sz="1250">
              <a:latin typeface="Symbol"/>
              <a:cs typeface="Symbol"/>
            </a:endParaRPr>
          </a:p>
        </p:txBody>
      </p:sp>
      <p:sp>
        <p:nvSpPr>
          <p:cNvPr id="9" name="object 9"/>
          <p:cNvSpPr txBox="1"/>
          <p:nvPr/>
        </p:nvSpPr>
        <p:spPr>
          <a:xfrm>
            <a:off x="5789155" y="5282394"/>
            <a:ext cx="638810" cy="668020"/>
          </a:xfrm>
          <a:prstGeom prst="rect">
            <a:avLst/>
          </a:prstGeom>
        </p:spPr>
        <p:txBody>
          <a:bodyPr vert="horz" wrap="square" lIns="0" tIns="12065" rIns="0" bIns="0" rtlCol="0">
            <a:spAutoFit/>
          </a:bodyPr>
          <a:lstStyle/>
          <a:p>
            <a:pPr marR="1270" algn="ctr">
              <a:lnSpc>
                <a:spcPts val="3729"/>
              </a:lnSpc>
              <a:spcBef>
                <a:spcPts val="95"/>
              </a:spcBef>
            </a:pPr>
            <a:r>
              <a:rPr sz="3250" spc="-10" dirty="0">
                <a:latin typeface="Symbol"/>
                <a:cs typeface="Symbol"/>
              </a:rPr>
              <a:t></a:t>
            </a:r>
            <a:endParaRPr sz="3250">
              <a:latin typeface="Symbol"/>
              <a:cs typeface="Symbol"/>
            </a:endParaRPr>
          </a:p>
          <a:p>
            <a:pPr algn="ctr">
              <a:lnSpc>
                <a:spcPts val="1330"/>
              </a:lnSpc>
            </a:pPr>
            <a:r>
              <a:rPr sz="1250" i="1" spc="75" dirty="0">
                <a:latin typeface="Times New Roman"/>
                <a:cs typeface="Times New Roman"/>
              </a:rPr>
              <a:t>n</a:t>
            </a:r>
            <a:r>
              <a:rPr sz="1250" spc="-65" dirty="0">
                <a:latin typeface="Symbol"/>
                <a:cs typeface="Symbol"/>
              </a:rPr>
              <a:t></a:t>
            </a:r>
            <a:r>
              <a:rPr sz="1250" spc="-45" dirty="0">
                <a:latin typeface="Times New Roman"/>
                <a:cs typeface="Times New Roman"/>
              </a:rPr>
              <a:t>1</a:t>
            </a:r>
            <a:r>
              <a:rPr sz="1250" spc="20" dirty="0">
                <a:latin typeface="Times New Roman"/>
                <a:cs typeface="Times New Roman"/>
              </a:rPr>
              <a:t>,</a:t>
            </a:r>
            <a:r>
              <a:rPr sz="1250" spc="15" dirty="0">
                <a:latin typeface="Times New Roman"/>
                <a:cs typeface="Times New Roman"/>
              </a:rPr>
              <a:t>3</a:t>
            </a:r>
            <a:r>
              <a:rPr sz="1250" spc="5" dirty="0">
                <a:latin typeface="Times New Roman"/>
                <a:cs typeface="Times New Roman"/>
              </a:rPr>
              <a:t>,</a:t>
            </a:r>
            <a:r>
              <a:rPr sz="1250" spc="40" dirty="0">
                <a:latin typeface="Times New Roman"/>
                <a:cs typeface="Times New Roman"/>
              </a:rPr>
              <a:t>5</a:t>
            </a:r>
            <a:r>
              <a:rPr sz="1250" spc="-30" dirty="0">
                <a:latin typeface="Times New Roman"/>
                <a:cs typeface="Times New Roman"/>
              </a:rPr>
              <a:t>,</a:t>
            </a:r>
            <a:r>
              <a:rPr sz="1250" spc="5" dirty="0">
                <a:latin typeface="Times New Roman"/>
                <a:cs typeface="Times New Roman"/>
              </a:rPr>
              <a:t>.</a:t>
            </a:r>
            <a:r>
              <a:rPr sz="1250" dirty="0">
                <a:latin typeface="Times New Roman"/>
                <a:cs typeface="Times New Roman"/>
              </a:rPr>
              <a:t>.</a:t>
            </a:r>
            <a:endParaRPr sz="1250">
              <a:latin typeface="Times New Roman"/>
              <a:cs typeface="Times New Roman"/>
            </a:endParaRPr>
          </a:p>
        </p:txBody>
      </p:sp>
      <p:grpSp>
        <p:nvGrpSpPr>
          <p:cNvPr id="10" name="object 10"/>
          <p:cNvGrpSpPr/>
          <p:nvPr/>
        </p:nvGrpSpPr>
        <p:grpSpPr>
          <a:xfrm>
            <a:off x="646176" y="1393452"/>
            <a:ext cx="7729855" cy="3187700"/>
            <a:chOff x="646176" y="1393452"/>
            <a:chExt cx="7729855" cy="3187700"/>
          </a:xfrm>
        </p:grpSpPr>
        <p:sp>
          <p:nvSpPr>
            <p:cNvPr id="11" name="object 11"/>
            <p:cNvSpPr/>
            <p:nvPr/>
          </p:nvSpPr>
          <p:spPr>
            <a:xfrm>
              <a:off x="646176" y="1393452"/>
              <a:ext cx="4647869" cy="3187562"/>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2747772" y="1426463"/>
              <a:ext cx="5628640" cy="1256030"/>
            </a:xfrm>
            <a:custGeom>
              <a:avLst/>
              <a:gdLst/>
              <a:ahLst/>
              <a:cxnLst/>
              <a:rect l="l" t="t" r="r" b="b"/>
              <a:pathLst>
                <a:path w="5628640" h="1256030">
                  <a:moveTo>
                    <a:pt x="2939796" y="643128"/>
                  </a:moveTo>
                  <a:lnTo>
                    <a:pt x="2938272" y="626364"/>
                  </a:lnTo>
                  <a:lnTo>
                    <a:pt x="0" y="815340"/>
                  </a:lnTo>
                  <a:lnTo>
                    <a:pt x="1524" y="832104"/>
                  </a:lnTo>
                  <a:lnTo>
                    <a:pt x="2939796" y="643128"/>
                  </a:lnTo>
                  <a:close/>
                </a:path>
                <a:path w="5628640" h="1256030">
                  <a:moveTo>
                    <a:pt x="3070860" y="1120140"/>
                  </a:moveTo>
                  <a:lnTo>
                    <a:pt x="1495044" y="1139952"/>
                  </a:lnTo>
                  <a:lnTo>
                    <a:pt x="1495044" y="1155192"/>
                  </a:lnTo>
                  <a:lnTo>
                    <a:pt x="3070860" y="1136904"/>
                  </a:lnTo>
                  <a:lnTo>
                    <a:pt x="3070860" y="1120140"/>
                  </a:lnTo>
                  <a:close/>
                </a:path>
                <a:path w="5628640" h="1256030">
                  <a:moveTo>
                    <a:pt x="4978908" y="3048"/>
                  </a:moveTo>
                  <a:lnTo>
                    <a:pt x="4975860" y="0"/>
                  </a:lnTo>
                  <a:lnTo>
                    <a:pt x="4963668" y="0"/>
                  </a:lnTo>
                  <a:lnTo>
                    <a:pt x="4963668" y="15240"/>
                  </a:lnTo>
                  <a:lnTo>
                    <a:pt x="4963668" y="252984"/>
                  </a:lnTo>
                  <a:lnTo>
                    <a:pt x="2747772" y="252984"/>
                  </a:lnTo>
                  <a:lnTo>
                    <a:pt x="2747772" y="15240"/>
                  </a:lnTo>
                  <a:lnTo>
                    <a:pt x="4963668" y="15240"/>
                  </a:lnTo>
                  <a:lnTo>
                    <a:pt x="4963668" y="0"/>
                  </a:lnTo>
                  <a:lnTo>
                    <a:pt x="2735580" y="0"/>
                  </a:lnTo>
                  <a:lnTo>
                    <a:pt x="2731008" y="3048"/>
                  </a:lnTo>
                  <a:lnTo>
                    <a:pt x="2731008" y="115824"/>
                  </a:lnTo>
                  <a:lnTo>
                    <a:pt x="335280" y="324612"/>
                  </a:lnTo>
                  <a:lnTo>
                    <a:pt x="336804" y="339852"/>
                  </a:lnTo>
                  <a:lnTo>
                    <a:pt x="2731008" y="132727"/>
                  </a:lnTo>
                  <a:lnTo>
                    <a:pt x="2731008" y="265176"/>
                  </a:lnTo>
                  <a:lnTo>
                    <a:pt x="2735580" y="269748"/>
                  </a:lnTo>
                  <a:lnTo>
                    <a:pt x="4975860" y="269748"/>
                  </a:lnTo>
                  <a:lnTo>
                    <a:pt x="4978908" y="265176"/>
                  </a:lnTo>
                  <a:lnTo>
                    <a:pt x="4978908" y="260604"/>
                  </a:lnTo>
                  <a:lnTo>
                    <a:pt x="4978908" y="252984"/>
                  </a:lnTo>
                  <a:lnTo>
                    <a:pt x="4978908" y="15240"/>
                  </a:lnTo>
                  <a:lnTo>
                    <a:pt x="4978908" y="7620"/>
                  </a:lnTo>
                  <a:lnTo>
                    <a:pt x="4978908" y="3048"/>
                  </a:lnTo>
                  <a:close/>
                </a:path>
                <a:path w="5628640" h="1256030">
                  <a:moveTo>
                    <a:pt x="5582412" y="1022604"/>
                  </a:moveTo>
                  <a:lnTo>
                    <a:pt x="5577840" y="1019556"/>
                  </a:lnTo>
                  <a:lnTo>
                    <a:pt x="5565648" y="1019556"/>
                  </a:lnTo>
                  <a:lnTo>
                    <a:pt x="5565648" y="1034796"/>
                  </a:lnTo>
                  <a:lnTo>
                    <a:pt x="5565648" y="1240536"/>
                  </a:lnTo>
                  <a:lnTo>
                    <a:pt x="3087624" y="1240536"/>
                  </a:lnTo>
                  <a:lnTo>
                    <a:pt x="3087624" y="1034796"/>
                  </a:lnTo>
                  <a:lnTo>
                    <a:pt x="5565648" y="1034796"/>
                  </a:lnTo>
                  <a:lnTo>
                    <a:pt x="5565648" y="1019556"/>
                  </a:lnTo>
                  <a:lnTo>
                    <a:pt x="3075432" y="1019556"/>
                  </a:lnTo>
                  <a:lnTo>
                    <a:pt x="3072384" y="1022604"/>
                  </a:lnTo>
                  <a:lnTo>
                    <a:pt x="3072384" y="1252728"/>
                  </a:lnTo>
                  <a:lnTo>
                    <a:pt x="3075432" y="1255776"/>
                  </a:lnTo>
                  <a:lnTo>
                    <a:pt x="5577840" y="1255776"/>
                  </a:lnTo>
                  <a:lnTo>
                    <a:pt x="5582412" y="1252728"/>
                  </a:lnTo>
                  <a:lnTo>
                    <a:pt x="5582412" y="1248156"/>
                  </a:lnTo>
                  <a:lnTo>
                    <a:pt x="5582412" y="1240536"/>
                  </a:lnTo>
                  <a:lnTo>
                    <a:pt x="5582412" y="1034796"/>
                  </a:lnTo>
                  <a:lnTo>
                    <a:pt x="5582412" y="1027176"/>
                  </a:lnTo>
                  <a:lnTo>
                    <a:pt x="5582412" y="1022604"/>
                  </a:lnTo>
                  <a:close/>
                </a:path>
                <a:path w="5628640" h="1256030">
                  <a:moveTo>
                    <a:pt x="5628132" y="513588"/>
                  </a:moveTo>
                  <a:lnTo>
                    <a:pt x="5623560" y="510540"/>
                  </a:lnTo>
                  <a:lnTo>
                    <a:pt x="5611368" y="510540"/>
                  </a:lnTo>
                  <a:lnTo>
                    <a:pt x="5611368" y="525780"/>
                  </a:lnTo>
                  <a:lnTo>
                    <a:pt x="5611368" y="763524"/>
                  </a:lnTo>
                  <a:lnTo>
                    <a:pt x="2956560" y="763524"/>
                  </a:lnTo>
                  <a:lnTo>
                    <a:pt x="2956560" y="525780"/>
                  </a:lnTo>
                  <a:lnTo>
                    <a:pt x="5611368" y="525780"/>
                  </a:lnTo>
                  <a:lnTo>
                    <a:pt x="5611368" y="510540"/>
                  </a:lnTo>
                  <a:lnTo>
                    <a:pt x="2944368" y="510540"/>
                  </a:lnTo>
                  <a:lnTo>
                    <a:pt x="2941320" y="513588"/>
                  </a:lnTo>
                  <a:lnTo>
                    <a:pt x="2941320" y="777240"/>
                  </a:lnTo>
                  <a:lnTo>
                    <a:pt x="2944368" y="780288"/>
                  </a:lnTo>
                  <a:lnTo>
                    <a:pt x="5623560" y="780288"/>
                  </a:lnTo>
                  <a:lnTo>
                    <a:pt x="5628132" y="777240"/>
                  </a:lnTo>
                  <a:lnTo>
                    <a:pt x="5628132" y="772668"/>
                  </a:lnTo>
                  <a:lnTo>
                    <a:pt x="5628132" y="763524"/>
                  </a:lnTo>
                  <a:lnTo>
                    <a:pt x="5628132" y="525780"/>
                  </a:lnTo>
                  <a:lnTo>
                    <a:pt x="5628132" y="518160"/>
                  </a:lnTo>
                  <a:lnTo>
                    <a:pt x="5628132" y="513588"/>
                  </a:lnTo>
                  <a:close/>
                </a:path>
              </a:pathLst>
            </a:custGeom>
            <a:solidFill>
              <a:srgbClr val="A75F0A"/>
            </a:solidFill>
          </p:spPr>
          <p:txBody>
            <a:bodyPr wrap="square" lIns="0" tIns="0" rIns="0" bIns="0" rtlCol="0"/>
            <a:lstStyle/>
            <a:p>
              <a:endParaRPr/>
            </a:p>
          </p:txBody>
        </p:sp>
      </p:grpSp>
      <p:sp>
        <p:nvSpPr>
          <p:cNvPr id="13" name="object 13"/>
          <p:cNvSpPr txBox="1"/>
          <p:nvPr/>
        </p:nvSpPr>
        <p:spPr>
          <a:xfrm>
            <a:off x="5617032" y="1395476"/>
            <a:ext cx="2602865" cy="13030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rlito"/>
                <a:cs typeface="Carlito"/>
              </a:rPr>
              <a:t>Original </a:t>
            </a:r>
            <a:r>
              <a:rPr sz="1800" spc="-10" dirty="0">
                <a:latin typeface="Carlito"/>
                <a:cs typeface="Carlito"/>
              </a:rPr>
              <a:t>square</a:t>
            </a:r>
            <a:r>
              <a:rPr sz="1800" spc="-5" dirty="0">
                <a:latin typeface="Carlito"/>
                <a:cs typeface="Carlito"/>
              </a:rPr>
              <a:t> </a:t>
            </a:r>
            <a:r>
              <a:rPr sz="1800" spc="-15" dirty="0">
                <a:latin typeface="Carlito"/>
                <a:cs typeface="Carlito"/>
              </a:rPr>
              <a:t>wave</a:t>
            </a:r>
            <a:endParaRPr sz="1800">
              <a:latin typeface="Carlito"/>
              <a:cs typeface="Carlito"/>
            </a:endParaRPr>
          </a:p>
          <a:p>
            <a:pPr marL="467995" marR="5080" indent="-227329">
              <a:lnSpc>
                <a:spcPct val="179500"/>
              </a:lnSpc>
              <a:spcBef>
                <a:spcPts val="140"/>
              </a:spcBef>
            </a:pPr>
            <a:r>
              <a:rPr sz="1800" spc="-5" dirty="0">
                <a:latin typeface="Carlito"/>
                <a:cs typeface="Carlito"/>
              </a:rPr>
              <a:t>Fundamental</a:t>
            </a:r>
            <a:r>
              <a:rPr sz="1800" spc="-75" dirty="0">
                <a:latin typeface="Carlito"/>
                <a:cs typeface="Carlito"/>
              </a:rPr>
              <a:t> </a:t>
            </a:r>
            <a:r>
              <a:rPr sz="1800" spc="-5" dirty="0">
                <a:latin typeface="Carlito"/>
                <a:cs typeface="Carlito"/>
              </a:rPr>
              <a:t>component  </a:t>
            </a:r>
            <a:r>
              <a:rPr sz="1800" spc="-10" dirty="0">
                <a:latin typeface="Carlito"/>
                <a:cs typeface="Carlito"/>
              </a:rPr>
              <a:t>Third order</a:t>
            </a:r>
            <a:r>
              <a:rPr sz="1800" spc="-5" dirty="0">
                <a:latin typeface="Carlito"/>
                <a:cs typeface="Carlito"/>
              </a:rPr>
              <a:t> harmonic</a:t>
            </a:r>
            <a:endParaRPr sz="1800">
              <a:latin typeface="Carlito"/>
              <a:cs typeface="Carlito"/>
            </a:endParaRPr>
          </a:p>
        </p:txBody>
      </p:sp>
      <p:sp>
        <p:nvSpPr>
          <p:cNvPr id="14" name="object 14"/>
          <p:cNvSpPr/>
          <p:nvPr/>
        </p:nvSpPr>
        <p:spPr>
          <a:xfrm>
            <a:off x="3863340" y="3206495"/>
            <a:ext cx="4467225" cy="1530350"/>
          </a:xfrm>
          <a:custGeom>
            <a:avLst/>
            <a:gdLst/>
            <a:ahLst/>
            <a:cxnLst/>
            <a:rect l="l" t="t" r="r" b="b"/>
            <a:pathLst>
              <a:path w="4467225" h="1530350">
                <a:moveTo>
                  <a:pt x="4466844" y="1296924"/>
                </a:moveTo>
                <a:lnTo>
                  <a:pt x="4462272" y="1293876"/>
                </a:lnTo>
                <a:lnTo>
                  <a:pt x="4450080" y="1293876"/>
                </a:lnTo>
                <a:lnTo>
                  <a:pt x="4450080" y="1309116"/>
                </a:lnTo>
                <a:lnTo>
                  <a:pt x="4450080" y="1514856"/>
                </a:lnTo>
                <a:lnTo>
                  <a:pt x="1972056" y="1514856"/>
                </a:lnTo>
                <a:lnTo>
                  <a:pt x="1972056" y="1309116"/>
                </a:lnTo>
                <a:lnTo>
                  <a:pt x="4450080" y="1309116"/>
                </a:lnTo>
                <a:lnTo>
                  <a:pt x="4450080" y="1293876"/>
                </a:lnTo>
                <a:lnTo>
                  <a:pt x="1959864" y="1293876"/>
                </a:lnTo>
                <a:lnTo>
                  <a:pt x="1956816" y="1296924"/>
                </a:lnTo>
                <a:lnTo>
                  <a:pt x="1956816" y="1393812"/>
                </a:lnTo>
                <a:lnTo>
                  <a:pt x="10668" y="0"/>
                </a:lnTo>
                <a:lnTo>
                  <a:pt x="0" y="12192"/>
                </a:lnTo>
                <a:lnTo>
                  <a:pt x="1950720" y="1409700"/>
                </a:lnTo>
                <a:lnTo>
                  <a:pt x="1956816" y="1400556"/>
                </a:lnTo>
                <a:lnTo>
                  <a:pt x="1956816" y="1527048"/>
                </a:lnTo>
                <a:lnTo>
                  <a:pt x="1959864" y="1530096"/>
                </a:lnTo>
                <a:lnTo>
                  <a:pt x="4462272" y="1530096"/>
                </a:lnTo>
                <a:lnTo>
                  <a:pt x="4466844" y="1527048"/>
                </a:lnTo>
                <a:lnTo>
                  <a:pt x="4466844" y="1522476"/>
                </a:lnTo>
                <a:lnTo>
                  <a:pt x="4466844" y="1514856"/>
                </a:lnTo>
                <a:lnTo>
                  <a:pt x="4466844" y="1309116"/>
                </a:lnTo>
                <a:lnTo>
                  <a:pt x="4466844" y="1301496"/>
                </a:lnTo>
                <a:lnTo>
                  <a:pt x="4466844" y="1296924"/>
                </a:lnTo>
                <a:close/>
              </a:path>
              <a:path w="4467225" h="1530350">
                <a:moveTo>
                  <a:pt x="4466844" y="833628"/>
                </a:moveTo>
                <a:lnTo>
                  <a:pt x="4462272" y="830580"/>
                </a:lnTo>
                <a:lnTo>
                  <a:pt x="4450080" y="830580"/>
                </a:lnTo>
                <a:lnTo>
                  <a:pt x="4450080" y="845820"/>
                </a:lnTo>
                <a:lnTo>
                  <a:pt x="4450080" y="1051560"/>
                </a:lnTo>
                <a:lnTo>
                  <a:pt x="1972056" y="1051560"/>
                </a:lnTo>
                <a:lnTo>
                  <a:pt x="1972056" y="845820"/>
                </a:lnTo>
                <a:lnTo>
                  <a:pt x="4450080" y="845820"/>
                </a:lnTo>
                <a:lnTo>
                  <a:pt x="4450080" y="830580"/>
                </a:lnTo>
                <a:lnTo>
                  <a:pt x="1959864" y="830580"/>
                </a:lnTo>
                <a:lnTo>
                  <a:pt x="1956816" y="833628"/>
                </a:lnTo>
                <a:lnTo>
                  <a:pt x="1956816" y="930948"/>
                </a:lnTo>
                <a:lnTo>
                  <a:pt x="382524" y="27432"/>
                </a:lnTo>
                <a:lnTo>
                  <a:pt x="374904" y="41148"/>
                </a:lnTo>
                <a:lnTo>
                  <a:pt x="1952244" y="946404"/>
                </a:lnTo>
                <a:lnTo>
                  <a:pt x="1956816" y="938174"/>
                </a:lnTo>
                <a:lnTo>
                  <a:pt x="1956816" y="1063752"/>
                </a:lnTo>
                <a:lnTo>
                  <a:pt x="1959864" y="1066800"/>
                </a:lnTo>
                <a:lnTo>
                  <a:pt x="4462272" y="1066800"/>
                </a:lnTo>
                <a:lnTo>
                  <a:pt x="4466844" y="1063752"/>
                </a:lnTo>
                <a:lnTo>
                  <a:pt x="4466844" y="1059180"/>
                </a:lnTo>
                <a:lnTo>
                  <a:pt x="4466844" y="1051560"/>
                </a:lnTo>
                <a:lnTo>
                  <a:pt x="4466844" y="845820"/>
                </a:lnTo>
                <a:lnTo>
                  <a:pt x="4466844" y="838200"/>
                </a:lnTo>
                <a:lnTo>
                  <a:pt x="4466844" y="833628"/>
                </a:lnTo>
                <a:close/>
              </a:path>
            </a:pathLst>
          </a:custGeom>
          <a:solidFill>
            <a:srgbClr val="A75F0A"/>
          </a:solidFill>
        </p:spPr>
        <p:txBody>
          <a:bodyPr wrap="square" lIns="0" tIns="0" rIns="0" bIns="0" rtlCol="0"/>
          <a:lstStyle/>
          <a:p>
            <a:endParaRPr/>
          </a:p>
        </p:txBody>
      </p:sp>
      <p:sp>
        <p:nvSpPr>
          <p:cNvPr id="15" name="object 15"/>
          <p:cNvSpPr txBox="1"/>
          <p:nvPr/>
        </p:nvSpPr>
        <p:spPr>
          <a:xfrm>
            <a:off x="5938443" y="3989400"/>
            <a:ext cx="2270760" cy="763270"/>
          </a:xfrm>
          <a:prstGeom prst="rect">
            <a:avLst/>
          </a:prstGeom>
        </p:spPr>
        <p:txBody>
          <a:bodyPr vert="horz" wrap="square" lIns="0" tIns="12700" rIns="0" bIns="0" rtlCol="0">
            <a:spAutoFit/>
          </a:bodyPr>
          <a:lstStyle/>
          <a:p>
            <a:pPr marL="635" algn="ctr">
              <a:lnSpc>
                <a:spcPct val="100000"/>
              </a:lnSpc>
              <a:spcBef>
                <a:spcPts val="100"/>
              </a:spcBef>
            </a:pPr>
            <a:r>
              <a:rPr sz="1800" spc="-5" dirty="0">
                <a:latin typeface="Carlito"/>
                <a:cs typeface="Carlito"/>
              </a:rPr>
              <a:t>Fifth </a:t>
            </a:r>
            <a:r>
              <a:rPr sz="1800" spc="-10" dirty="0">
                <a:latin typeface="Carlito"/>
                <a:cs typeface="Carlito"/>
              </a:rPr>
              <a:t>order</a:t>
            </a:r>
            <a:r>
              <a:rPr sz="1800" spc="-20" dirty="0">
                <a:latin typeface="Carlito"/>
                <a:cs typeface="Carlito"/>
              </a:rPr>
              <a:t> </a:t>
            </a:r>
            <a:r>
              <a:rPr sz="1800" spc="-5" dirty="0">
                <a:latin typeface="Carlito"/>
                <a:cs typeface="Carlito"/>
              </a:rPr>
              <a:t>harmonic</a:t>
            </a:r>
            <a:endParaRPr sz="1800">
              <a:latin typeface="Carlito"/>
              <a:cs typeface="Carlito"/>
            </a:endParaRPr>
          </a:p>
          <a:p>
            <a:pPr algn="ctr">
              <a:lnSpc>
                <a:spcPct val="100000"/>
              </a:lnSpc>
              <a:spcBef>
                <a:spcPts val="1485"/>
              </a:spcBef>
            </a:pPr>
            <a:r>
              <a:rPr sz="1800" spc="-5" dirty="0">
                <a:latin typeface="Carlito"/>
                <a:cs typeface="Carlito"/>
              </a:rPr>
              <a:t>Seventh </a:t>
            </a:r>
            <a:r>
              <a:rPr sz="1800" spc="-10" dirty="0">
                <a:latin typeface="Carlito"/>
                <a:cs typeface="Carlito"/>
              </a:rPr>
              <a:t>order</a:t>
            </a:r>
            <a:r>
              <a:rPr sz="1800" spc="-75" dirty="0">
                <a:latin typeface="Carlito"/>
                <a:cs typeface="Carlito"/>
              </a:rPr>
              <a:t> </a:t>
            </a:r>
            <a:r>
              <a:rPr sz="1800" spc="-5" dirty="0">
                <a:latin typeface="Carlito"/>
                <a:cs typeface="Carlito"/>
              </a:rPr>
              <a:t>harmonic</a:t>
            </a:r>
            <a:endParaRPr sz="1800">
              <a:latin typeface="Carlito"/>
              <a:cs typeface="Carlito"/>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1909445" cy="574040"/>
          </a:xfrm>
          <a:prstGeom prst="rect">
            <a:avLst/>
          </a:prstGeom>
        </p:spPr>
        <p:txBody>
          <a:bodyPr vert="horz" wrap="square" lIns="0" tIns="12700" rIns="0" bIns="0" rtlCol="0">
            <a:spAutoFit/>
          </a:bodyPr>
          <a:lstStyle/>
          <a:p>
            <a:pPr marL="12700">
              <a:lnSpc>
                <a:spcPct val="100000"/>
              </a:lnSpc>
              <a:spcBef>
                <a:spcPts val="100"/>
              </a:spcBef>
            </a:pPr>
            <a:r>
              <a:rPr sz="3600" spc="-305" dirty="0">
                <a:solidFill>
                  <a:srgbClr val="002060"/>
                </a:solidFill>
              </a:rPr>
              <a:t>H</a:t>
            </a:r>
            <a:r>
              <a:rPr sz="3600" spc="-300" dirty="0">
                <a:solidFill>
                  <a:srgbClr val="002060"/>
                </a:solidFill>
              </a:rPr>
              <a:t>a</a:t>
            </a:r>
            <a:r>
              <a:rPr sz="3600" spc="-380" dirty="0">
                <a:solidFill>
                  <a:srgbClr val="002060"/>
                </a:solidFill>
              </a:rPr>
              <a:t>r</a:t>
            </a:r>
            <a:r>
              <a:rPr sz="3600" spc="-365" dirty="0">
                <a:solidFill>
                  <a:srgbClr val="002060"/>
                </a:solidFill>
              </a:rPr>
              <a:t>m</a:t>
            </a:r>
            <a:r>
              <a:rPr sz="3600" spc="-250" dirty="0">
                <a:solidFill>
                  <a:srgbClr val="002060"/>
                </a:solidFill>
              </a:rPr>
              <a:t>o</a:t>
            </a:r>
            <a:r>
              <a:rPr sz="3600" spc="-340" dirty="0">
                <a:solidFill>
                  <a:srgbClr val="002060"/>
                </a:solidFill>
              </a:rPr>
              <a:t>n</a:t>
            </a:r>
            <a:r>
              <a:rPr sz="3600" spc="-345" dirty="0">
                <a:solidFill>
                  <a:srgbClr val="002060"/>
                </a:solidFill>
              </a:rPr>
              <a:t>i</a:t>
            </a:r>
            <a:r>
              <a:rPr sz="3600" spc="-395" dirty="0">
                <a:solidFill>
                  <a:srgbClr val="002060"/>
                </a:solidFill>
              </a:rPr>
              <a:t>c</a:t>
            </a:r>
            <a:r>
              <a:rPr sz="3600" spc="-160" dirty="0">
                <a:solidFill>
                  <a:srgbClr val="002060"/>
                </a:solidFill>
              </a:rPr>
              <a:t>s</a:t>
            </a:r>
            <a:endParaRPr sz="3600"/>
          </a:p>
        </p:txBody>
      </p:sp>
      <p:grpSp>
        <p:nvGrpSpPr>
          <p:cNvPr id="4" name="object 4"/>
          <p:cNvGrpSpPr/>
          <p:nvPr/>
        </p:nvGrpSpPr>
        <p:grpSpPr>
          <a:xfrm>
            <a:off x="6541007" y="1397508"/>
            <a:ext cx="2047239" cy="1940560"/>
            <a:chOff x="6541007" y="1397508"/>
            <a:chExt cx="2047239" cy="1940560"/>
          </a:xfrm>
        </p:grpSpPr>
        <p:sp>
          <p:nvSpPr>
            <p:cNvPr id="5" name="object 5"/>
            <p:cNvSpPr/>
            <p:nvPr/>
          </p:nvSpPr>
          <p:spPr>
            <a:xfrm>
              <a:off x="7450836" y="2296667"/>
              <a:ext cx="916305" cy="1041400"/>
            </a:xfrm>
            <a:custGeom>
              <a:avLst/>
              <a:gdLst/>
              <a:ahLst/>
              <a:cxnLst/>
              <a:rect l="l" t="t" r="r" b="b"/>
              <a:pathLst>
                <a:path w="916304" h="1041400">
                  <a:moveTo>
                    <a:pt x="12192" y="1039368"/>
                  </a:moveTo>
                  <a:lnTo>
                    <a:pt x="9144" y="1036320"/>
                  </a:lnTo>
                  <a:lnTo>
                    <a:pt x="3048" y="1036320"/>
                  </a:lnTo>
                  <a:lnTo>
                    <a:pt x="0" y="1039368"/>
                  </a:lnTo>
                  <a:lnTo>
                    <a:pt x="0" y="1040892"/>
                  </a:lnTo>
                  <a:lnTo>
                    <a:pt x="12192" y="1040892"/>
                  </a:lnTo>
                  <a:lnTo>
                    <a:pt x="12192" y="1039368"/>
                  </a:lnTo>
                  <a:close/>
                </a:path>
                <a:path w="916304" h="1041400">
                  <a:moveTo>
                    <a:pt x="12192" y="969264"/>
                  </a:moveTo>
                  <a:lnTo>
                    <a:pt x="9144" y="967740"/>
                  </a:lnTo>
                  <a:lnTo>
                    <a:pt x="3048" y="967740"/>
                  </a:lnTo>
                  <a:lnTo>
                    <a:pt x="0" y="969264"/>
                  </a:lnTo>
                  <a:lnTo>
                    <a:pt x="0" y="1010412"/>
                  </a:lnTo>
                  <a:lnTo>
                    <a:pt x="3048" y="1013460"/>
                  </a:lnTo>
                  <a:lnTo>
                    <a:pt x="9144" y="1013460"/>
                  </a:lnTo>
                  <a:lnTo>
                    <a:pt x="12192" y="1010412"/>
                  </a:lnTo>
                  <a:lnTo>
                    <a:pt x="12192" y="969264"/>
                  </a:lnTo>
                  <a:close/>
                </a:path>
                <a:path w="916304" h="1041400">
                  <a:moveTo>
                    <a:pt x="12192" y="900684"/>
                  </a:moveTo>
                  <a:lnTo>
                    <a:pt x="9144" y="897636"/>
                  </a:lnTo>
                  <a:lnTo>
                    <a:pt x="3048" y="897636"/>
                  </a:lnTo>
                  <a:lnTo>
                    <a:pt x="0" y="900684"/>
                  </a:lnTo>
                  <a:lnTo>
                    <a:pt x="0" y="941832"/>
                  </a:lnTo>
                  <a:lnTo>
                    <a:pt x="3048" y="944880"/>
                  </a:lnTo>
                  <a:lnTo>
                    <a:pt x="9144" y="944880"/>
                  </a:lnTo>
                  <a:lnTo>
                    <a:pt x="12192" y="941832"/>
                  </a:lnTo>
                  <a:lnTo>
                    <a:pt x="12192" y="900684"/>
                  </a:lnTo>
                  <a:close/>
                </a:path>
                <a:path w="916304" h="1041400">
                  <a:moveTo>
                    <a:pt x="12192" y="832104"/>
                  </a:moveTo>
                  <a:lnTo>
                    <a:pt x="9144" y="829056"/>
                  </a:lnTo>
                  <a:lnTo>
                    <a:pt x="3048" y="829056"/>
                  </a:lnTo>
                  <a:lnTo>
                    <a:pt x="0" y="832104"/>
                  </a:lnTo>
                  <a:lnTo>
                    <a:pt x="0" y="873252"/>
                  </a:lnTo>
                  <a:lnTo>
                    <a:pt x="3048" y="874776"/>
                  </a:lnTo>
                  <a:lnTo>
                    <a:pt x="9144" y="874776"/>
                  </a:lnTo>
                  <a:lnTo>
                    <a:pt x="12192" y="873252"/>
                  </a:lnTo>
                  <a:lnTo>
                    <a:pt x="12192" y="832104"/>
                  </a:lnTo>
                  <a:close/>
                </a:path>
                <a:path w="916304" h="1041400">
                  <a:moveTo>
                    <a:pt x="12192" y="762000"/>
                  </a:moveTo>
                  <a:lnTo>
                    <a:pt x="9144" y="760476"/>
                  </a:lnTo>
                  <a:lnTo>
                    <a:pt x="3048" y="760476"/>
                  </a:lnTo>
                  <a:lnTo>
                    <a:pt x="0" y="762000"/>
                  </a:lnTo>
                  <a:lnTo>
                    <a:pt x="0" y="803148"/>
                  </a:lnTo>
                  <a:lnTo>
                    <a:pt x="3048" y="806196"/>
                  </a:lnTo>
                  <a:lnTo>
                    <a:pt x="9144" y="806196"/>
                  </a:lnTo>
                  <a:lnTo>
                    <a:pt x="12192" y="803148"/>
                  </a:lnTo>
                  <a:lnTo>
                    <a:pt x="12192" y="762000"/>
                  </a:lnTo>
                  <a:close/>
                </a:path>
                <a:path w="916304" h="1041400">
                  <a:moveTo>
                    <a:pt x="12192" y="693420"/>
                  </a:moveTo>
                  <a:lnTo>
                    <a:pt x="9144" y="690372"/>
                  </a:lnTo>
                  <a:lnTo>
                    <a:pt x="3048" y="690372"/>
                  </a:lnTo>
                  <a:lnTo>
                    <a:pt x="0" y="693420"/>
                  </a:lnTo>
                  <a:lnTo>
                    <a:pt x="0" y="734568"/>
                  </a:lnTo>
                  <a:lnTo>
                    <a:pt x="3048" y="737616"/>
                  </a:lnTo>
                  <a:lnTo>
                    <a:pt x="9144" y="737616"/>
                  </a:lnTo>
                  <a:lnTo>
                    <a:pt x="12192" y="734568"/>
                  </a:lnTo>
                  <a:lnTo>
                    <a:pt x="12192" y="693420"/>
                  </a:lnTo>
                  <a:close/>
                </a:path>
                <a:path w="916304" h="1041400">
                  <a:moveTo>
                    <a:pt x="12192" y="624840"/>
                  </a:moveTo>
                  <a:lnTo>
                    <a:pt x="9144" y="621792"/>
                  </a:lnTo>
                  <a:lnTo>
                    <a:pt x="3048" y="621792"/>
                  </a:lnTo>
                  <a:lnTo>
                    <a:pt x="0" y="624840"/>
                  </a:lnTo>
                  <a:lnTo>
                    <a:pt x="0" y="665988"/>
                  </a:lnTo>
                  <a:lnTo>
                    <a:pt x="3048" y="667512"/>
                  </a:lnTo>
                  <a:lnTo>
                    <a:pt x="9144" y="667512"/>
                  </a:lnTo>
                  <a:lnTo>
                    <a:pt x="12192" y="665988"/>
                  </a:lnTo>
                  <a:lnTo>
                    <a:pt x="12192" y="624840"/>
                  </a:lnTo>
                  <a:close/>
                </a:path>
                <a:path w="916304" h="1041400">
                  <a:moveTo>
                    <a:pt x="12192" y="554736"/>
                  </a:moveTo>
                  <a:lnTo>
                    <a:pt x="9144" y="553212"/>
                  </a:lnTo>
                  <a:lnTo>
                    <a:pt x="3048" y="553212"/>
                  </a:lnTo>
                  <a:lnTo>
                    <a:pt x="0" y="554736"/>
                  </a:lnTo>
                  <a:lnTo>
                    <a:pt x="0" y="595884"/>
                  </a:lnTo>
                  <a:lnTo>
                    <a:pt x="3048" y="598932"/>
                  </a:lnTo>
                  <a:lnTo>
                    <a:pt x="9144" y="598932"/>
                  </a:lnTo>
                  <a:lnTo>
                    <a:pt x="12192" y="595884"/>
                  </a:lnTo>
                  <a:lnTo>
                    <a:pt x="12192" y="554736"/>
                  </a:lnTo>
                  <a:close/>
                </a:path>
                <a:path w="916304" h="1041400">
                  <a:moveTo>
                    <a:pt x="12192" y="486156"/>
                  </a:moveTo>
                  <a:lnTo>
                    <a:pt x="9144" y="483108"/>
                  </a:lnTo>
                  <a:lnTo>
                    <a:pt x="3048" y="483108"/>
                  </a:lnTo>
                  <a:lnTo>
                    <a:pt x="0" y="486156"/>
                  </a:lnTo>
                  <a:lnTo>
                    <a:pt x="0" y="527304"/>
                  </a:lnTo>
                  <a:lnTo>
                    <a:pt x="3048" y="530352"/>
                  </a:lnTo>
                  <a:lnTo>
                    <a:pt x="9144" y="530352"/>
                  </a:lnTo>
                  <a:lnTo>
                    <a:pt x="12192" y="527304"/>
                  </a:lnTo>
                  <a:lnTo>
                    <a:pt x="12192" y="486156"/>
                  </a:lnTo>
                  <a:close/>
                </a:path>
                <a:path w="916304" h="1041400">
                  <a:moveTo>
                    <a:pt x="12192" y="417576"/>
                  </a:moveTo>
                  <a:lnTo>
                    <a:pt x="9144" y="414528"/>
                  </a:lnTo>
                  <a:lnTo>
                    <a:pt x="3048" y="414528"/>
                  </a:lnTo>
                  <a:lnTo>
                    <a:pt x="0" y="417576"/>
                  </a:lnTo>
                  <a:lnTo>
                    <a:pt x="0" y="457200"/>
                  </a:lnTo>
                  <a:lnTo>
                    <a:pt x="3048" y="460248"/>
                  </a:lnTo>
                  <a:lnTo>
                    <a:pt x="9144" y="460248"/>
                  </a:lnTo>
                  <a:lnTo>
                    <a:pt x="12192" y="457200"/>
                  </a:lnTo>
                  <a:lnTo>
                    <a:pt x="12192" y="417576"/>
                  </a:lnTo>
                  <a:close/>
                </a:path>
                <a:path w="916304" h="1041400">
                  <a:moveTo>
                    <a:pt x="12192" y="347472"/>
                  </a:moveTo>
                  <a:lnTo>
                    <a:pt x="9144" y="345948"/>
                  </a:lnTo>
                  <a:lnTo>
                    <a:pt x="3048" y="345948"/>
                  </a:lnTo>
                  <a:lnTo>
                    <a:pt x="0" y="347472"/>
                  </a:lnTo>
                  <a:lnTo>
                    <a:pt x="0" y="388620"/>
                  </a:lnTo>
                  <a:lnTo>
                    <a:pt x="3048" y="391668"/>
                  </a:lnTo>
                  <a:lnTo>
                    <a:pt x="9144" y="391668"/>
                  </a:lnTo>
                  <a:lnTo>
                    <a:pt x="12192" y="388620"/>
                  </a:lnTo>
                  <a:lnTo>
                    <a:pt x="12192" y="347472"/>
                  </a:lnTo>
                  <a:close/>
                </a:path>
                <a:path w="916304" h="1041400">
                  <a:moveTo>
                    <a:pt x="12192" y="278892"/>
                  </a:moveTo>
                  <a:lnTo>
                    <a:pt x="9144" y="275844"/>
                  </a:lnTo>
                  <a:lnTo>
                    <a:pt x="3048" y="275844"/>
                  </a:lnTo>
                  <a:lnTo>
                    <a:pt x="0" y="278892"/>
                  </a:lnTo>
                  <a:lnTo>
                    <a:pt x="0" y="320040"/>
                  </a:lnTo>
                  <a:lnTo>
                    <a:pt x="3048" y="321564"/>
                  </a:lnTo>
                  <a:lnTo>
                    <a:pt x="9144" y="321564"/>
                  </a:lnTo>
                  <a:lnTo>
                    <a:pt x="12192" y="320040"/>
                  </a:lnTo>
                  <a:lnTo>
                    <a:pt x="12192" y="278892"/>
                  </a:lnTo>
                  <a:close/>
                </a:path>
                <a:path w="916304" h="1041400">
                  <a:moveTo>
                    <a:pt x="12192" y="210312"/>
                  </a:moveTo>
                  <a:lnTo>
                    <a:pt x="9144" y="207264"/>
                  </a:lnTo>
                  <a:lnTo>
                    <a:pt x="3048" y="207264"/>
                  </a:lnTo>
                  <a:lnTo>
                    <a:pt x="0" y="210312"/>
                  </a:lnTo>
                  <a:lnTo>
                    <a:pt x="0" y="249936"/>
                  </a:lnTo>
                  <a:lnTo>
                    <a:pt x="3048" y="252984"/>
                  </a:lnTo>
                  <a:lnTo>
                    <a:pt x="9144" y="252984"/>
                  </a:lnTo>
                  <a:lnTo>
                    <a:pt x="12192" y="249936"/>
                  </a:lnTo>
                  <a:lnTo>
                    <a:pt x="12192" y="210312"/>
                  </a:lnTo>
                  <a:close/>
                </a:path>
                <a:path w="916304" h="1041400">
                  <a:moveTo>
                    <a:pt x="12192" y="140208"/>
                  </a:moveTo>
                  <a:lnTo>
                    <a:pt x="9144" y="138684"/>
                  </a:lnTo>
                  <a:lnTo>
                    <a:pt x="3048" y="138684"/>
                  </a:lnTo>
                  <a:lnTo>
                    <a:pt x="0" y="140208"/>
                  </a:lnTo>
                  <a:lnTo>
                    <a:pt x="0" y="181356"/>
                  </a:lnTo>
                  <a:lnTo>
                    <a:pt x="3048" y="184404"/>
                  </a:lnTo>
                  <a:lnTo>
                    <a:pt x="9144" y="184404"/>
                  </a:lnTo>
                  <a:lnTo>
                    <a:pt x="12192" y="181356"/>
                  </a:lnTo>
                  <a:lnTo>
                    <a:pt x="12192" y="140208"/>
                  </a:lnTo>
                  <a:close/>
                </a:path>
                <a:path w="916304" h="1041400">
                  <a:moveTo>
                    <a:pt x="12192" y="71628"/>
                  </a:moveTo>
                  <a:lnTo>
                    <a:pt x="9144" y="68580"/>
                  </a:lnTo>
                  <a:lnTo>
                    <a:pt x="3048" y="68580"/>
                  </a:lnTo>
                  <a:lnTo>
                    <a:pt x="0" y="71628"/>
                  </a:lnTo>
                  <a:lnTo>
                    <a:pt x="0" y="112776"/>
                  </a:lnTo>
                  <a:lnTo>
                    <a:pt x="3048" y="114300"/>
                  </a:lnTo>
                  <a:lnTo>
                    <a:pt x="9144" y="114300"/>
                  </a:lnTo>
                  <a:lnTo>
                    <a:pt x="12192" y="112776"/>
                  </a:lnTo>
                  <a:lnTo>
                    <a:pt x="12192" y="71628"/>
                  </a:lnTo>
                  <a:close/>
                </a:path>
                <a:path w="916304" h="1041400">
                  <a:moveTo>
                    <a:pt x="12192" y="3048"/>
                  </a:moveTo>
                  <a:lnTo>
                    <a:pt x="9144" y="0"/>
                  </a:lnTo>
                  <a:lnTo>
                    <a:pt x="3048" y="0"/>
                  </a:lnTo>
                  <a:lnTo>
                    <a:pt x="0" y="3048"/>
                  </a:lnTo>
                  <a:lnTo>
                    <a:pt x="0" y="42672"/>
                  </a:lnTo>
                  <a:lnTo>
                    <a:pt x="3048" y="45720"/>
                  </a:lnTo>
                  <a:lnTo>
                    <a:pt x="9144" y="45720"/>
                  </a:lnTo>
                  <a:lnTo>
                    <a:pt x="12192" y="42672"/>
                  </a:lnTo>
                  <a:lnTo>
                    <a:pt x="12192" y="3048"/>
                  </a:lnTo>
                  <a:close/>
                </a:path>
                <a:path w="916304" h="1041400">
                  <a:moveTo>
                    <a:pt x="464820" y="1039368"/>
                  </a:moveTo>
                  <a:lnTo>
                    <a:pt x="461772" y="1036320"/>
                  </a:lnTo>
                  <a:lnTo>
                    <a:pt x="455676" y="1036320"/>
                  </a:lnTo>
                  <a:lnTo>
                    <a:pt x="452628" y="1039368"/>
                  </a:lnTo>
                  <a:lnTo>
                    <a:pt x="452628" y="1040892"/>
                  </a:lnTo>
                  <a:lnTo>
                    <a:pt x="464820" y="1040892"/>
                  </a:lnTo>
                  <a:lnTo>
                    <a:pt x="464820" y="1039368"/>
                  </a:lnTo>
                  <a:close/>
                </a:path>
                <a:path w="916304" h="1041400">
                  <a:moveTo>
                    <a:pt x="464820" y="969264"/>
                  </a:moveTo>
                  <a:lnTo>
                    <a:pt x="461772" y="967740"/>
                  </a:lnTo>
                  <a:lnTo>
                    <a:pt x="455676" y="967740"/>
                  </a:lnTo>
                  <a:lnTo>
                    <a:pt x="452628" y="969264"/>
                  </a:lnTo>
                  <a:lnTo>
                    <a:pt x="452628" y="1010412"/>
                  </a:lnTo>
                  <a:lnTo>
                    <a:pt x="455676" y="1013460"/>
                  </a:lnTo>
                  <a:lnTo>
                    <a:pt x="461772" y="1013460"/>
                  </a:lnTo>
                  <a:lnTo>
                    <a:pt x="464820" y="1010412"/>
                  </a:lnTo>
                  <a:lnTo>
                    <a:pt x="464820" y="969264"/>
                  </a:lnTo>
                  <a:close/>
                </a:path>
                <a:path w="916304" h="1041400">
                  <a:moveTo>
                    <a:pt x="464820" y="900684"/>
                  </a:moveTo>
                  <a:lnTo>
                    <a:pt x="461772" y="897636"/>
                  </a:lnTo>
                  <a:lnTo>
                    <a:pt x="455676" y="897636"/>
                  </a:lnTo>
                  <a:lnTo>
                    <a:pt x="452628" y="900684"/>
                  </a:lnTo>
                  <a:lnTo>
                    <a:pt x="452628" y="941832"/>
                  </a:lnTo>
                  <a:lnTo>
                    <a:pt x="455676" y="944880"/>
                  </a:lnTo>
                  <a:lnTo>
                    <a:pt x="461772" y="944880"/>
                  </a:lnTo>
                  <a:lnTo>
                    <a:pt x="464820" y="941832"/>
                  </a:lnTo>
                  <a:lnTo>
                    <a:pt x="464820" y="900684"/>
                  </a:lnTo>
                  <a:close/>
                </a:path>
                <a:path w="916304" h="1041400">
                  <a:moveTo>
                    <a:pt x="464820" y="832104"/>
                  </a:moveTo>
                  <a:lnTo>
                    <a:pt x="461772" y="829056"/>
                  </a:lnTo>
                  <a:lnTo>
                    <a:pt x="455676" y="829056"/>
                  </a:lnTo>
                  <a:lnTo>
                    <a:pt x="452628" y="832104"/>
                  </a:lnTo>
                  <a:lnTo>
                    <a:pt x="452628" y="873252"/>
                  </a:lnTo>
                  <a:lnTo>
                    <a:pt x="455676" y="874776"/>
                  </a:lnTo>
                  <a:lnTo>
                    <a:pt x="461772" y="874776"/>
                  </a:lnTo>
                  <a:lnTo>
                    <a:pt x="464820" y="873252"/>
                  </a:lnTo>
                  <a:lnTo>
                    <a:pt x="464820" y="832104"/>
                  </a:lnTo>
                  <a:close/>
                </a:path>
                <a:path w="916304" h="1041400">
                  <a:moveTo>
                    <a:pt x="464820" y="762000"/>
                  </a:moveTo>
                  <a:lnTo>
                    <a:pt x="461772" y="760476"/>
                  </a:lnTo>
                  <a:lnTo>
                    <a:pt x="455676" y="760476"/>
                  </a:lnTo>
                  <a:lnTo>
                    <a:pt x="452628" y="762000"/>
                  </a:lnTo>
                  <a:lnTo>
                    <a:pt x="452628" y="803148"/>
                  </a:lnTo>
                  <a:lnTo>
                    <a:pt x="455676" y="806196"/>
                  </a:lnTo>
                  <a:lnTo>
                    <a:pt x="461772" y="806196"/>
                  </a:lnTo>
                  <a:lnTo>
                    <a:pt x="464820" y="803148"/>
                  </a:lnTo>
                  <a:lnTo>
                    <a:pt x="464820" y="762000"/>
                  </a:lnTo>
                  <a:close/>
                </a:path>
                <a:path w="916304" h="1041400">
                  <a:moveTo>
                    <a:pt x="464820" y="693420"/>
                  </a:moveTo>
                  <a:lnTo>
                    <a:pt x="461772" y="690372"/>
                  </a:lnTo>
                  <a:lnTo>
                    <a:pt x="455676" y="690372"/>
                  </a:lnTo>
                  <a:lnTo>
                    <a:pt x="452628" y="693420"/>
                  </a:lnTo>
                  <a:lnTo>
                    <a:pt x="452628" y="734568"/>
                  </a:lnTo>
                  <a:lnTo>
                    <a:pt x="455676" y="737616"/>
                  </a:lnTo>
                  <a:lnTo>
                    <a:pt x="461772" y="737616"/>
                  </a:lnTo>
                  <a:lnTo>
                    <a:pt x="464820" y="734568"/>
                  </a:lnTo>
                  <a:lnTo>
                    <a:pt x="464820" y="693420"/>
                  </a:lnTo>
                  <a:close/>
                </a:path>
                <a:path w="916304" h="1041400">
                  <a:moveTo>
                    <a:pt x="464820" y="624840"/>
                  </a:moveTo>
                  <a:lnTo>
                    <a:pt x="461772" y="621792"/>
                  </a:lnTo>
                  <a:lnTo>
                    <a:pt x="455676" y="621792"/>
                  </a:lnTo>
                  <a:lnTo>
                    <a:pt x="452628" y="624840"/>
                  </a:lnTo>
                  <a:lnTo>
                    <a:pt x="452628" y="665988"/>
                  </a:lnTo>
                  <a:lnTo>
                    <a:pt x="455676" y="667512"/>
                  </a:lnTo>
                  <a:lnTo>
                    <a:pt x="461772" y="667512"/>
                  </a:lnTo>
                  <a:lnTo>
                    <a:pt x="464820" y="665988"/>
                  </a:lnTo>
                  <a:lnTo>
                    <a:pt x="464820" y="624840"/>
                  </a:lnTo>
                  <a:close/>
                </a:path>
                <a:path w="916304" h="1041400">
                  <a:moveTo>
                    <a:pt x="464820" y="554736"/>
                  </a:moveTo>
                  <a:lnTo>
                    <a:pt x="461772" y="553212"/>
                  </a:lnTo>
                  <a:lnTo>
                    <a:pt x="455676" y="553212"/>
                  </a:lnTo>
                  <a:lnTo>
                    <a:pt x="452628" y="554736"/>
                  </a:lnTo>
                  <a:lnTo>
                    <a:pt x="452628" y="595884"/>
                  </a:lnTo>
                  <a:lnTo>
                    <a:pt x="455676" y="598932"/>
                  </a:lnTo>
                  <a:lnTo>
                    <a:pt x="461772" y="598932"/>
                  </a:lnTo>
                  <a:lnTo>
                    <a:pt x="464820" y="595884"/>
                  </a:lnTo>
                  <a:lnTo>
                    <a:pt x="464820" y="554736"/>
                  </a:lnTo>
                  <a:close/>
                </a:path>
                <a:path w="916304" h="1041400">
                  <a:moveTo>
                    <a:pt x="464820" y="486156"/>
                  </a:moveTo>
                  <a:lnTo>
                    <a:pt x="461772" y="483108"/>
                  </a:lnTo>
                  <a:lnTo>
                    <a:pt x="455676" y="483108"/>
                  </a:lnTo>
                  <a:lnTo>
                    <a:pt x="452628" y="486156"/>
                  </a:lnTo>
                  <a:lnTo>
                    <a:pt x="452628" y="527304"/>
                  </a:lnTo>
                  <a:lnTo>
                    <a:pt x="455676" y="530352"/>
                  </a:lnTo>
                  <a:lnTo>
                    <a:pt x="461772" y="530352"/>
                  </a:lnTo>
                  <a:lnTo>
                    <a:pt x="464820" y="527304"/>
                  </a:lnTo>
                  <a:lnTo>
                    <a:pt x="464820" y="486156"/>
                  </a:lnTo>
                  <a:close/>
                </a:path>
                <a:path w="916304" h="1041400">
                  <a:moveTo>
                    <a:pt x="464820" y="417576"/>
                  </a:moveTo>
                  <a:lnTo>
                    <a:pt x="461772" y="414528"/>
                  </a:lnTo>
                  <a:lnTo>
                    <a:pt x="455676" y="414528"/>
                  </a:lnTo>
                  <a:lnTo>
                    <a:pt x="452628" y="417576"/>
                  </a:lnTo>
                  <a:lnTo>
                    <a:pt x="452628" y="457200"/>
                  </a:lnTo>
                  <a:lnTo>
                    <a:pt x="455676" y="460248"/>
                  </a:lnTo>
                  <a:lnTo>
                    <a:pt x="461772" y="460248"/>
                  </a:lnTo>
                  <a:lnTo>
                    <a:pt x="464820" y="457200"/>
                  </a:lnTo>
                  <a:lnTo>
                    <a:pt x="464820" y="417576"/>
                  </a:lnTo>
                  <a:close/>
                </a:path>
                <a:path w="916304" h="1041400">
                  <a:moveTo>
                    <a:pt x="464820" y="347472"/>
                  </a:moveTo>
                  <a:lnTo>
                    <a:pt x="461772" y="345948"/>
                  </a:lnTo>
                  <a:lnTo>
                    <a:pt x="455676" y="345948"/>
                  </a:lnTo>
                  <a:lnTo>
                    <a:pt x="452628" y="347472"/>
                  </a:lnTo>
                  <a:lnTo>
                    <a:pt x="452628" y="388620"/>
                  </a:lnTo>
                  <a:lnTo>
                    <a:pt x="455676" y="391668"/>
                  </a:lnTo>
                  <a:lnTo>
                    <a:pt x="461772" y="391668"/>
                  </a:lnTo>
                  <a:lnTo>
                    <a:pt x="464820" y="388620"/>
                  </a:lnTo>
                  <a:lnTo>
                    <a:pt x="464820" y="347472"/>
                  </a:lnTo>
                  <a:close/>
                </a:path>
                <a:path w="916304" h="1041400">
                  <a:moveTo>
                    <a:pt x="464820" y="278892"/>
                  </a:moveTo>
                  <a:lnTo>
                    <a:pt x="461772" y="275844"/>
                  </a:lnTo>
                  <a:lnTo>
                    <a:pt x="455676" y="275844"/>
                  </a:lnTo>
                  <a:lnTo>
                    <a:pt x="452628" y="278892"/>
                  </a:lnTo>
                  <a:lnTo>
                    <a:pt x="452628" y="320040"/>
                  </a:lnTo>
                  <a:lnTo>
                    <a:pt x="455676" y="321564"/>
                  </a:lnTo>
                  <a:lnTo>
                    <a:pt x="461772" y="321564"/>
                  </a:lnTo>
                  <a:lnTo>
                    <a:pt x="464820" y="320040"/>
                  </a:lnTo>
                  <a:lnTo>
                    <a:pt x="464820" y="278892"/>
                  </a:lnTo>
                  <a:close/>
                </a:path>
                <a:path w="916304" h="1041400">
                  <a:moveTo>
                    <a:pt x="464820" y="210312"/>
                  </a:moveTo>
                  <a:lnTo>
                    <a:pt x="461772" y="207264"/>
                  </a:lnTo>
                  <a:lnTo>
                    <a:pt x="455676" y="207264"/>
                  </a:lnTo>
                  <a:lnTo>
                    <a:pt x="452628" y="210312"/>
                  </a:lnTo>
                  <a:lnTo>
                    <a:pt x="452628" y="249936"/>
                  </a:lnTo>
                  <a:lnTo>
                    <a:pt x="455676" y="252984"/>
                  </a:lnTo>
                  <a:lnTo>
                    <a:pt x="461772" y="252984"/>
                  </a:lnTo>
                  <a:lnTo>
                    <a:pt x="464820" y="249936"/>
                  </a:lnTo>
                  <a:lnTo>
                    <a:pt x="464820" y="210312"/>
                  </a:lnTo>
                  <a:close/>
                </a:path>
                <a:path w="916304" h="1041400">
                  <a:moveTo>
                    <a:pt x="464820" y="140208"/>
                  </a:moveTo>
                  <a:lnTo>
                    <a:pt x="461772" y="138684"/>
                  </a:lnTo>
                  <a:lnTo>
                    <a:pt x="455676" y="138684"/>
                  </a:lnTo>
                  <a:lnTo>
                    <a:pt x="452628" y="140208"/>
                  </a:lnTo>
                  <a:lnTo>
                    <a:pt x="452628" y="181356"/>
                  </a:lnTo>
                  <a:lnTo>
                    <a:pt x="455676" y="184404"/>
                  </a:lnTo>
                  <a:lnTo>
                    <a:pt x="461772" y="184404"/>
                  </a:lnTo>
                  <a:lnTo>
                    <a:pt x="464820" y="181356"/>
                  </a:lnTo>
                  <a:lnTo>
                    <a:pt x="464820" y="140208"/>
                  </a:lnTo>
                  <a:close/>
                </a:path>
                <a:path w="916304" h="1041400">
                  <a:moveTo>
                    <a:pt x="464820" y="71628"/>
                  </a:moveTo>
                  <a:lnTo>
                    <a:pt x="461772" y="68580"/>
                  </a:lnTo>
                  <a:lnTo>
                    <a:pt x="455676" y="68580"/>
                  </a:lnTo>
                  <a:lnTo>
                    <a:pt x="452628" y="71628"/>
                  </a:lnTo>
                  <a:lnTo>
                    <a:pt x="452628" y="112776"/>
                  </a:lnTo>
                  <a:lnTo>
                    <a:pt x="455676" y="114300"/>
                  </a:lnTo>
                  <a:lnTo>
                    <a:pt x="461772" y="114300"/>
                  </a:lnTo>
                  <a:lnTo>
                    <a:pt x="464820" y="112776"/>
                  </a:lnTo>
                  <a:lnTo>
                    <a:pt x="464820" y="71628"/>
                  </a:lnTo>
                  <a:close/>
                </a:path>
                <a:path w="916304" h="1041400">
                  <a:moveTo>
                    <a:pt x="464820" y="3048"/>
                  </a:moveTo>
                  <a:lnTo>
                    <a:pt x="461772" y="0"/>
                  </a:lnTo>
                  <a:lnTo>
                    <a:pt x="455676" y="0"/>
                  </a:lnTo>
                  <a:lnTo>
                    <a:pt x="452628" y="3048"/>
                  </a:lnTo>
                  <a:lnTo>
                    <a:pt x="452628" y="42672"/>
                  </a:lnTo>
                  <a:lnTo>
                    <a:pt x="455676" y="45720"/>
                  </a:lnTo>
                  <a:lnTo>
                    <a:pt x="461772" y="45720"/>
                  </a:lnTo>
                  <a:lnTo>
                    <a:pt x="464820" y="42672"/>
                  </a:lnTo>
                  <a:lnTo>
                    <a:pt x="464820" y="3048"/>
                  </a:lnTo>
                  <a:close/>
                </a:path>
                <a:path w="916304" h="1041400">
                  <a:moveTo>
                    <a:pt x="915924" y="1039368"/>
                  </a:moveTo>
                  <a:lnTo>
                    <a:pt x="914400" y="1036320"/>
                  </a:lnTo>
                  <a:lnTo>
                    <a:pt x="908304" y="1036320"/>
                  </a:lnTo>
                  <a:lnTo>
                    <a:pt x="905256" y="1039368"/>
                  </a:lnTo>
                  <a:lnTo>
                    <a:pt x="905256" y="1040892"/>
                  </a:lnTo>
                  <a:lnTo>
                    <a:pt x="915924" y="1040892"/>
                  </a:lnTo>
                  <a:lnTo>
                    <a:pt x="915924" y="1039368"/>
                  </a:lnTo>
                  <a:close/>
                </a:path>
                <a:path w="916304" h="1041400">
                  <a:moveTo>
                    <a:pt x="915924" y="969264"/>
                  </a:moveTo>
                  <a:lnTo>
                    <a:pt x="914400" y="967740"/>
                  </a:lnTo>
                  <a:lnTo>
                    <a:pt x="908304" y="967740"/>
                  </a:lnTo>
                  <a:lnTo>
                    <a:pt x="905256" y="969264"/>
                  </a:lnTo>
                  <a:lnTo>
                    <a:pt x="905256" y="1010412"/>
                  </a:lnTo>
                  <a:lnTo>
                    <a:pt x="908304" y="1013460"/>
                  </a:lnTo>
                  <a:lnTo>
                    <a:pt x="914400" y="1013460"/>
                  </a:lnTo>
                  <a:lnTo>
                    <a:pt x="915924" y="1010412"/>
                  </a:lnTo>
                  <a:lnTo>
                    <a:pt x="915924" y="969264"/>
                  </a:lnTo>
                  <a:close/>
                </a:path>
                <a:path w="916304" h="1041400">
                  <a:moveTo>
                    <a:pt x="915924" y="900684"/>
                  </a:moveTo>
                  <a:lnTo>
                    <a:pt x="914400" y="897636"/>
                  </a:lnTo>
                  <a:lnTo>
                    <a:pt x="908304" y="897636"/>
                  </a:lnTo>
                  <a:lnTo>
                    <a:pt x="905256" y="900684"/>
                  </a:lnTo>
                  <a:lnTo>
                    <a:pt x="905256" y="941832"/>
                  </a:lnTo>
                  <a:lnTo>
                    <a:pt x="908304" y="944880"/>
                  </a:lnTo>
                  <a:lnTo>
                    <a:pt x="914400" y="944880"/>
                  </a:lnTo>
                  <a:lnTo>
                    <a:pt x="915924" y="941832"/>
                  </a:lnTo>
                  <a:lnTo>
                    <a:pt x="915924" y="900684"/>
                  </a:lnTo>
                  <a:close/>
                </a:path>
                <a:path w="916304" h="1041400">
                  <a:moveTo>
                    <a:pt x="915924" y="832104"/>
                  </a:moveTo>
                  <a:lnTo>
                    <a:pt x="914400" y="829056"/>
                  </a:lnTo>
                  <a:lnTo>
                    <a:pt x="908304" y="829056"/>
                  </a:lnTo>
                  <a:lnTo>
                    <a:pt x="905256" y="832104"/>
                  </a:lnTo>
                  <a:lnTo>
                    <a:pt x="905256" y="873252"/>
                  </a:lnTo>
                  <a:lnTo>
                    <a:pt x="908304" y="874776"/>
                  </a:lnTo>
                  <a:lnTo>
                    <a:pt x="914400" y="874776"/>
                  </a:lnTo>
                  <a:lnTo>
                    <a:pt x="915924" y="873252"/>
                  </a:lnTo>
                  <a:lnTo>
                    <a:pt x="915924" y="832104"/>
                  </a:lnTo>
                  <a:close/>
                </a:path>
                <a:path w="916304" h="1041400">
                  <a:moveTo>
                    <a:pt x="915924" y="762000"/>
                  </a:moveTo>
                  <a:lnTo>
                    <a:pt x="914400" y="760476"/>
                  </a:lnTo>
                  <a:lnTo>
                    <a:pt x="908304" y="760476"/>
                  </a:lnTo>
                  <a:lnTo>
                    <a:pt x="905256" y="762000"/>
                  </a:lnTo>
                  <a:lnTo>
                    <a:pt x="905256" y="803148"/>
                  </a:lnTo>
                  <a:lnTo>
                    <a:pt x="908304" y="806196"/>
                  </a:lnTo>
                  <a:lnTo>
                    <a:pt x="914400" y="806196"/>
                  </a:lnTo>
                  <a:lnTo>
                    <a:pt x="915924" y="803148"/>
                  </a:lnTo>
                  <a:lnTo>
                    <a:pt x="915924" y="762000"/>
                  </a:lnTo>
                  <a:close/>
                </a:path>
                <a:path w="916304" h="1041400">
                  <a:moveTo>
                    <a:pt x="915924" y="693420"/>
                  </a:moveTo>
                  <a:lnTo>
                    <a:pt x="914400" y="690372"/>
                  </a:lnTo>
                  <a:lnTo>
                    <a:pt x="908304" y="690372"/>
                  </a:lnTo>
                  <a:lnTo>
                    <a:pt x="905256" y="693420"/>
                  </a:lnTo>
                  <a:lnTo>
                    <a:pt x="905256" y="734568"/>
                  </a:lnTo>
                  <a:lnTo>
                    <a:pt x="908304" y="737616"/>
                  </a:lnTo>
                  <a:lnTo>
                    <a:pt x="914400" y="737616"/>
                  </a:lnTo>
                  <a:lnTo>
                    <a:pt x="915924" y="734568"/>
                  </a:lnTo>
                  <a:lnTo>
                    <a:pt x="915924" y="693420"/>
                  </a:lnTo>
                  <a:close/>
                </a:path>
                <a:path w="916304" h="1041400">
                  <a:moveTo>
                    <a:pt x="915924" y="624840"/>
                  </a:moveTo>
                  <a:lnTo>
                    <a:pt x="914400" y="621792"/>
                  </a:lnTo>
                  <a:lnTo>
                    <a:pt x="908304" y="621792"/>
                  </a:lnTo>
                  <a:lnTo>
                    <a:pt x="905256" y="624840"/>
                  </a:lnTo>
                  <a:lnTo>
                    <a:pt x="905256" y="665988"/>
                  </a:lnTo>
                  <a:lnTo>
                    <a:pt x="908304" y="667512"/>
                  </a:lnTo>
                  <a:lnTo>
                    <a:pt x="914400" y="667512"/>
                  </a:lnTo>
                  <a:lnTo>
                    <a:pt x="915924" y="665988"/>
                  </a:lnTo>
                  <a:lnTo>
                    <a:pt x="915924" y="624840"/>
                  </a:lnTo>
                  <a:close/>
                </a:path>
                <a:path w="916304" h="1041400">
                  <a:moveTo>
                    <a:pt x="915924" y="554736"/>
                  </a:moveTo>
                  <a:lnTo>
                    <a:pt x="914400" y="553212"/>
                  </a:lnTo>
                  <a:lnTo>
                    <a:pt x="908304" y="553212"/>
                  </a:lnTo>
                  <a:lnTo>
                    <a:pt x="905256" y="554736"/>
                  </a:lnTo>
                  <a:lnTo>
                    <a:pt x="905256" y="595884"/>
                  </a:lnTo>
                  <a:lnTo>
                    <a:pt x="908304" y="598932"/>
                  </a:lnTo>
                  <a:lnTo>
                    <a:pt x="914400" y="598932"/>
                  </a:lnTo>
                  <a:lnTo>
                    <a:pt x="915924" y="595884"/>
                  </a:lnTo>
                  <a:lnTo>
                    <a:pt x="915924" y="554736"/>
                  </a:lnTo>
                  <a:close/>
                </a:path>
                <a:path w="916304" h="1041400">
                  <a:moveTo>
                    <a:pt x="915924" y="486156"/>
                  </a:moveTo>
                  <a:lnTo>
                    <a:pt x="914400" y="483108"/>
                  </a:lnTo>
                  <a:lnTo>
                    <a:pt x="908304" y="483108"/>
                  </a:lnTo>
                  <a:lnTo>
                    <a:pt x="905256" y="486156"/>
                  </a:lnTo>
                  <a:lnTo>
                    <a:pt x="905256" y="527304"/>
                  </a:lnTo>
                  <a:lnTo>
                    <a:pt x="908304" y="530352"/>
                  </a:lnTo>
                  <a:lnTo>
                    <a:pt x="914400" y="530352"/>
                  </a:lnTo>
                  <a:lnTo>
                    <a:pt x="915924" y="527304"/>
                  </a:lnTo>
                  <a:lnTo>
                    <a:pt x="915924" y="486156"/>
                  </a:lnTo>
                  <a:close/>
                </a:path>
                <a:path w="916304" h="1041400">
                  <a:moveTo>
                    <a:pt x="915924" y="417576"/>
                  </a:moveTo>
                  <a:lnTo>
                    <a:pt x="914400" y="414528"/>
                  </a:lnTo>
                  <a:lnTo>
                    <a:pt x="908304" y="414528"/>
                  </a:lnTo>
                  <a:lnTo>
                    <a:pt x="905256" y="417576"/>
                  </a:lnTo>
                  <a:lnTo>
                    <a:pt x="905256" y="457200"/>
                  </a:lnTo>
                  <a:lnTo>
                    <a:pt x="908304" y="460248"/>
                  </a:lnTo>
                  <a:lnTo>
                    <a:pt x="914400" y="460248"/>
                  </a:lnTo>
                  <a:lnTo>
                    <a:pt x="915924" y="457200"/>
                  </a:lnTo>
                  <a:lnTo>
                    <a:pt x="915924" y="417576"/>
                  </a:lnTo>
                  <a:close/>
                </a:path>
                <a:path w="916304" h="1041400">
                  <a:moveTo>
                    <a:pt x="915924" y="347472"/>
                  </a:moveTo>
                  <a:lnTo>
                    <a:pt x="914400" y="345948"/>
                  </a:lnTo>
                  <a:lnTo>
                    <a:pt x="908304" y="345948"/>
                  </a:lnTo>
                  <a:lnTo>
                    <a:pt x="905256" y="347472"/>
                  </a:lnTo>
                  <a:lnTo>
                    <a:pt x="905256" y="388620"/>
                  </a:lnTo>
                  <a:lnTo>
                    <a:pt x="908304" y="391668"/>
                  </a:lnTo>
                  <a:lnTo>
                    <a:pt x="914400" y="391668"/>
                  </a:lnTo>
                  <a:lnTo>
                    <a:pt x="915924" y="388620"/>
                  </a:lnTo>
                  <a:lnTo>
                    <a:pt x="915924" y="347472"/>
                  </a:lnTo>
                  <a:close/>
                </a:path>
                <a:path w="916304" h="1041400">
                  <a:moveTo>
                    <a:pt x="915924" y="278892"/>
                  </a:moveTo>
                  <a:lnTo>
                    <a:pt x="914400" y="275844"/>
                  </a:lnTo>
                  <a:lnTo>
                    <a:pt x="908304" y="275844"/>
                  </a:lnTo>
                  <a:lnTo>
                    <a:pt x="905256" y="278892"/>
                  </a:lnTo>
                  <a:lnTo>
                    <a:pt x="905256" y="320040"/>
                  </a:lnTo>
                  <a:lnTo>
                    <a:pt x="908304" y="321564"/>
                  </a:lnTo>
                  <a:lnTo>
                    <a:pt x="914400" y="321564"/>
                  </a:lnTo>
                  <a:lnTo>
                    <a:pt x="915924" y="320040"/>
                  </a:lnTo>
                  <a:lnTo>
                    <a:pt x="915924" y="278892"/>
                  </a:lnTo>
                  <a:close/>
                </a:path>
                <a:path w="916304" h="1041400">
                  <a:moveTo>
                    <a:pt x="915924" y="210312"/>
                  </a:moveTo>
                  <a:lnTo>
                    <a:pt x="914400" y="207264"/>
                  </a:lnTo>
                  <a:lnTo>
                    <a:pt x="908304" y="207264"/>
                  </a:lnTo>
                  <a:lnTo>
                    <a:pt x="905256" y="210312"/>
                  </a:lnTo>
                  <a:lnTo>
                    <a:pt x="905256" y="249936"/>
                  </a:lnTo>
                  <a:lnTo>
                    <a:pt x="908304" y="252984"/>
                  </a:lnTo>
                  <a:lnTo>
                    <a:pt x="914400" y="252984"/>
                  </a:lnTo>
                  <a:lnTo>
                    <a:pt x="915924" y="249936"/>
                  </a:lnTo>
                  <a:lnTo>
                    <a:pt x="915924" y="210312"/>
                  </a:lnTo>
                  <a:close/>
                </a:path>
                <a:path w="916304" h="1041400">
                  <a:moveTo>
                    <a:pt x="915924" y="140208"/>
                  </a:moveTo>
                  <a:lnTo>
                    <a:pt x="914400" y="138684"/>
                  </a:lnTo>
                  <a:lnTo>
                    <a:pt x="908304" y="138684"/>
                  </a:lnTo>
                  <a:lnTo>
                    <a:pt x="905256" y="140208"/>
                  </a:lnTo>
                  <a:lnTo>
                    <a:pt x="905256" y="181356"/>
                  </a:lnTo>
                  <a:lnTo>
                    <a:pt x="908304" y="184404"/>
                  </a:lnTo>
                  <a:lnTo>
                    <a:pt x="914400" y="184404"/>
                  </a:lnTo>
                  <a:lnTo>
                    <a:pt x="915924" y="181356"/>
                  </a:lnTo>
                  <a:lnTo>
                    <a:pt x="915924" y="140208"/>
                  </a:lnTo>
                  <a:close/>
                </a:path>
                <a:path w="916304" h="1041400">
                  <a:moveTo>
                    <a:pt x="915924" y="71628"/>
                  </a:moveTo>
                  <a:lnTo>
                    <a:pt x="914400" y="68580"/>
                  </a:lnTo>
                  <a:lnTo>
                    <a:pt x="908304" y="68580"/>
                  </a:lnTo>
                  <a:lnTo>
                    <a:pt x="905256" y="71628"/>
                  </a:lnTo>
                  <a:lnTo>
                    <a:pt x="905256" y="112776"/>
                  </a:lnTo>
                  <a:lnTo>
                    <a:pt x="908304" y="114300"/>
                  </a:lnTo>
                  <a:lnTo>
                    <a:pt x="914400" y="114300"/>
                  </a:lnTo>
                  <a:lnTo>
                    <a:pt x="915924" y="112776"/>
                  </a:lnTo>
                  <a:lnTo>
                    <a:pt x="915924" y="71628"/>
                  </a:lnTo>
                  <a:close/>
                </a:path>
                <a:path w="916304" h="1041400">
                  <a:moveTo>
                    <a:pt x="915924" y="3048"/>
                  </a:moveTo>
                  <a:lnTo>
                    <a:pt x="914400" y="0"/>
                  </a:lnTo>
                  <a:lnTo>
                    <a:pt x="908304" y="0"/>
                  </a:lnTo>
                  <a:lnTo>
                    <a:pt x="905256" y="3048"/>
                  </a:lnTo>
                  <a:lnTo>
                    <a:pt x="905256" y="42672"/>
                  </a:lnTo>
                  <a:lnTo>
                    <a:pt x="908304" y="45720"/>
                  </a:lnTo>
                  <a:lnTo>
                    <a:pt x="914400" y="45720"/>
                  </a:lnTo>
                  <a:lnTo>
                    <a:pt x="915924" y="42672"/>
                  </a:lnTo>
                  <a:lnTo>
                    <a:pt x="915924" y="3048"/>
                  </a:lnTo>
                  <a:close/>
                </a:path>
              </a:pathLst>
            </a:custGeom>
            <a:solidFill>
              <a:srgbClr val="9A9A9A"/>
            </a:solidFill>
          </p:spPr>
          <p:txBody>
            <a:bodyPr wrap="square" lIns="0" tIns="0" rIns="0" bIns="0" rtlCol="0"/>
            <a:lstStyle/>
            <a:p>
              <a:endParaRPr/>
            </a:p>
          </p:txBody>
        </p:sp>
        <p:sp>
          <p:nvSpPr>
            <p:cNvPr id="6" name="object 6"/>
            <p:cNvSpPr/>
            <p:nvPr/>
          </p:nvSpPr>
          <p:spPr>
            <a:xfrm>
              <a:off x="6547104" y="1397508"/>
              <a:ext cx="12700" cy="1940560"/>
            </a:xfrm>
            <a:custGeom>
              <a:avLst/>
              <a:gdLst/>
              <a:ahLst/>
              <a:cxnLst/>
              <a:rect l="l" t="t" r="r" b="b"/>
              <a:pathLst>
                <a:path w="12700" h="1940560">
                  <a:moveTo>
                    <a:pt x="0" y="0"/>
                  </a:moveTo>
                  <a:lnTo>
                    <a:pt x="12192" y="0"/>
                  </a:lnTo>
                  <a:lnTo>
                    <a:pt x="12192" y="1940051"/>
                  </a:lnTo>
                  <a:lnTo>
                    <a:pt x="0" y="1940051"/>
                  </a:lnTo>
                  <a:lnTo>
                    <a:pt x="0" y="0"/>
                  </a:lnTo>
                  <a:close/>
                </a:path>
              </a:pathLst>
            </a:custGeom>
            <a:solidFill>
              <a:srgbClr val="000000"/>
            </a:solidFill>
          </p:spPr>
          <p:txBody>
            <a:bodyPr wrap="square" lIns="0" tIns="0" rIns="0" bIns="0" rtlCol="0"/>
            <a:lstStyle/>
            <a:p>
              <a:endParaRPr/>
            </a:p>
          </p:txBody>
        </p:sp>
        <p:sp>
          <p:nvSpPr>
            <p:cNvPr id="7" name="object 7"/>
            <p:cNvSpPr/>
            <p:nvPr/>
          </p:nvSpPr>
          <p:spPr>
            <a:xfrm>
              <a:off x="6553199" y="1962911"/>
              <a:ext cx="2034539" cy="0"/>
            </a:xfrm>
            <a:custGeom>
              <a:avLst/>
              <a:gdLst/>
              <a:ahLst/>
              <a:cxnLst/>
              <a:rect l="l" t="t" r="r" b="b"/>
              <a:pathLst>
                <a:path w="2034540">
                  <a:moveTo>
                    <a:pt x="0" y="0"/>
                  </a:moveTo>
                  <a:lnTo>
                    <a:pt x="2034539" y="0"/>
                  </a:lnTo>
                </a:path>
              </a:pathLst>
            </a:custGeom>
            <a:ln w="12191">
              <a:solidFill>
                <a:srgbClr val="000000"/>
              </a:solidFill>
            </a:ln>
          </p:spPr>
          <p:txBody>
            <a:bodyPr wrap="square" lIns="0" tIns="0" rIns="0" bIns="0" rtlCol="0"/>
            <a:lstStyle/>
            <a:p>
              <a:endParaRPr/>
            </a:p>
          </p:txBody>
        </p:sp>
        <p:sp>
          <p:nvSpPr>
            <p:cNvPr id="8" name="object 8"/>
            <p:cNvSpPr/>
            <p:nvPr/>
          </p:nvSpPr>
          <p:spPr>
            <a:xfrm>
              <a:off x="6999731" y="2296667"/>
              <a:ext cx="10795" cy="1041400"/>
            </a:xfrm>
            <a:custGeom>
              <a:avLst/>
              <a:gdLst/>
              <a:ahLst/>
              <a:cxnLst/>
              <a:rect l="l" t="t" r="r" b="b"/>
              <a:pathLst>
                <a:path w="10795" h="1041400">
                  <a:moveTo>
                    <a:pt x="9144" y="0"/>
                  </a:moveTo>
                  <a:lnTo>
                    <a:pt x="1524" y="0"/>
                  </a:lnTo>
                  <a:lnTo>
                    <a:pt x="0" y="3048"/>
                  </a:lnTo>
                  <a:lnTo>
                    <a:pt x="0" y="42672"/>
                  </a:lnTo>
                  <a:lnTo>
                    <a:pt x="1524" y="45720"/>
                  </a:lnTo>
                  <a:lnTo>
                    <a:pt x="9144" y="45720"/>
                  </a:lnTo>
                  <a:lnTo>
                    <a:pt x="10668" y="42672"/>
                  </a:lnTo>
                  <a:lnTo>
                    <a:pt x="10668" y="3048"/>
                  </a:lnTo>
                  <a:lnTo>
                    <a:pt x="9144" y="0"/>
                  </a:lnTo>
                  <a:close/>
                </a:path>
                <a:path w="10795" h="1041400">
                  <a:moveTo>
                    <a:pt x="9144" y="68580"/>
                  </a:moveTo>
                  <a:lnTo>
                    <a:pt x="1524" y="68580"/>
                  </a:lnTo>
                  <a:lnTo>
                    <a:pt x="0" y="71628"/>
                  </a:lnTo>
                  <a:lnTo>
                    <a:pt x="0" y="112776"/>
                  </a:lnTo>
                  <a:lnTo>
                    <a:pt x="1524" y="114300"/>
                  </a:lnTo>
                  <a:lnTo>
                    <a:pt x="9144" y="114300"/>
                  </a:lnTo>
                  <a:lnTo>
                    <a:pt x="10668" y="112776"/>
                  </a:lnTo>
                  <a:lnTo>
                    <a:pt x="10668" y="71628"/>
                  </a:lnTo>
                  <a:lnTo>
                    <a:pt x="9144" y="68580"/>
                  </a:lnTo>
                  <a:close/>
                </a:path>
                <a:path w="10795" h="1041400">
                  <a:moveTo>
                    <a:pt x="9144" y="138684"/>
                  </a:moveTo>
                  <a:lnTo>
                    <a:pt x="1524" y="138684"/>
                  </a:lnTo>
                  <a:lnTo>
                    <a:pt x="0" y="140208"/>
                  </a:lnTo>
                  <a:lnTo>
                    <a:pt x="0" y="181356"/>
                  </a:lnTo>
                  <a:lnTo>
                    <a:pt x="1524" y="184404"/>
                  </a:lnTo>
                  <a:lnTo>
                    <a:pt x="9144" y="184404"/>
                  </a:lnTo>
                  <a:lnTo>
                    <a:pt x="10668" y="181356"/>
                  </a:lnTo>
                  <a:lnTo>
                    <a:pt x="10668" y="140208"/>
                  </a:lnTo>
                  <a:lnTo>
                    <a:pt x="9144" y="138684"/>
                  </a:lnTo>
                  <a:close/>
                </a:path>
                <a:path w="10795" h="1041400">
                  <a:moveTo>
                    <a:pt x="9144" y="207264"/>
                  </a:moveTo>
                  <a:lnTo>
                    <a:pt x="1524" y="207264"/>
                  </a:lnTo>
                  <a:lnTo>
                    <a:pt x="0" y="210312"/>
                  </a:lnTo>
                  <a:lnTo>
                    <a:pt x="0" y="249936"/>
                  </a:lnTo>
                  <a:lnTo>
                    <a:pt x="1524" y="252984"/>
                  </a:lnTo>
                  <a:lnTo>
                    <a:pt x="9144" y="252984"/>
                  </a:lnTo>
                  <a:lnTo>
                    <a:pt x="10668" y="249936"/>
                  </a:lnTo>
                  <a:lnTo>
                    <a:pt x="10668" y="210312"/>
                  </a:lnTo>
                  <a:lnTo>
                    <a:pt x="9144" y="207264"/>
                  </a:lnTo>
                  <a:close/>
                </a:path>
                <a:path w="10795" h="1041400">
                  <a:moveTo>
                    <a:pt x="9144" y="275844"/>
                  </a:moveTo>
                  <a:lnTo>
                    <a:pt x="1524" y="275844"/>
                  </a:lnTo>
                  <a:lnTo>
                    <a:pt x="0" y="278892"/>
                  </a:lnTo>
                  <a:lnTo>
                    <a:pt x="0" y="320040"/>
                  </a:lnTo>
                  <a:lnTo>
                    <a:pt x="1524" y="321564"/>
                  </a:lnTo>
                  <a:lnTo>
                    <a:pt x="9144" y="321564"/>
                  </a:lnTo>
                  <a:lnTo>
                    <a:pt x="10668" y="320040"/>
                  </a:lnTo>
                  <a:lnTo>
                    <a:pt x="10668" y="278892"/>
                  </a:lnTo>
                  <a:lnTo>
                    <a:pt x="9144" y="275844"/>
                  </a:lnTo>
                  <a:close/>
                </a:path>
                <a:path w="10795" h="1041400">
                  <a:moveTo>
                    <a:pt x="9144" y="345948"/>
                  </a:moveTo>
                  <a:lnTo>
                    <a:pt x="1524" y="345948"/>
                  </a:lnTo>
                  <a:lnTo>
                    <a:pt x="0" y="347472"/>
                  </a:lnTo>
                  <a:lnTo>
                    <a:pt x="0" y="388620"/>
                  </a:lnTo>
                  <a:lnTo>
                    <a:pt x="1524" y="391668"/>
                  </a:lnTo>
                  <a:lnTo>
                    <a:pt x="9144" y="391668"/>
                  </a:lnTo>
                  <a:lnTo>
                    <a:pt x="10668" y="388620"/>
                  </a:lnTo>
                  <a:lnTo>
                    <a:pt x="10668" y="347472"/>
                  </a:lnTo>
                  <a:lnTo>
                    <a:pt x="9144" y="345948"/>
                  </a:lnTo>
                  <a:close/>
                </a:path>
                <a:path w="10795" h="1041400">
                  <a:moveTo>
                    <a:pt x="9144" y="414528"/>
                  </a:moveTo>
                  <a:lnTo>
                    <a:pt x="1524" y="414528"/>
                  </a:lnTo>
                  <a:lnTo>
                    <a:pt x="0" y="417576"/>
                  </a:lnTo>
                  <a:lnTo>
                    <a:pt x="0" y="457200"/>
                  </a:lnTo>
                  <a:lnTo>
                    <a:pt x="1524" y="460248"/>
                  </a:lnTo>
                  <a:lnTo>
                    <a:pt x="9144" y="460248"/>
                  </a:lnTo>
                  <a:lnTo>
                    <a:pt x="10668" y="457200"/>
                  </a:lnTo>
                  <a:lnTo>
                    <a:pt x="10668" y="417576"/>
                  </a:lnTo>
                  <a:lnTo>
                    <a:pt x="9144" y="414528"/>
                  </a:lnTo>
                  <a:close/>
                </a:path>
                <a:path w="10795" h="1041400">
                  <a:moveTo>
                    <a:pt x="9144" y="483108"/>
                  </a:moveTo>
                  <a:lnTo>
                    <a:pt x="1524" y="483108"/>
                  </a:lnTo>
                  <a:lnTo>
                    <a:pt x="0" y="486156"/>
                  </a:lnTo>
                  <a:lnTo>
                    <a:pt x="0" y="527304"/>
                  </a:lnTo>
                  <a:lnTo>
                    <a:pt x="1524" y="530352"/>
                  </a:lnTo>
                  <a:lnTo>
                    <a:pt x="9144" y="530352"/>
                  </a:lnTo>
                  <a:lnTo>
                    <a:pt x="10668" y="527304"/>
                  </a:lnTo>
                  <a:lnTo>
                    <a:pt x="10668" y="486156"/>
                  </a:lnTo>
                  <a:lnTo>
                    <a:pt x="9144" y="483108"/>
                  </a:lnTo>
                  <a:close/>
                </a:path>
                <a:path w="10795" h="1041400">
                  <a:moveTo>
                    <a:pt x="9144" y="553212"/>
                  </a:moveTo>
                  <a:lnTo>
                    <a:pt x="1524" y="553212"/>
                  </a:lnTo>
                  <a:lnTo>
                    <a:pt x="0" y="554736"/>
                  </a:lnTo>
                  <a:lnTo>
                    <a:pt x="0" y="595884"/>
                  </a:lnTo>
                  <a:lnTo>
                    <a:pt x="1524" y="598932"/>
                  </a:lnTo>
                  <a:lnTo>
                    <a:pt x="9144" y="598932"/>
                  </a:lnTo>
                  <a:lnTo>
                    <a:pt x="10668" y="595884"/>
                  </a:lnTo>
                  <a:lnTo>
                    <a:pt x="10668" y="554736"/>
                  </a:lnTo>
                  <a:lnTo>
                    <a:pt x="9144" y="553212"/>
                  </a:lnTo>
                  <a:close/>
                </a:path>
                <a:path w="10795" h="1041400">
                  <a:moveTo>
                    <a:pt x="9144" y="621792"/>
                  </a:moveTo>
                  <a:lnTo>
                    <a:pt x="1524" y="621792"/>
                  </a:lnTo>
                  <a:lnTo>
                    <a:pt x="0" y="624840"/>
                  </a:lnTo>
                  <a:lnTo>
                    <a:pt x="0" y="665988"/>
                  </a:lnTo>
                  <a:lnTo>
                    <a:pt x="1524" y="667512"/>
                  </a:lnTo>
                  <a:lnTo>
                    <a:pt x="9144" y="667512"/>
                  </a:lnTo>
                  <a:lnTo>
                    <a:pt x="10668" y="665988"/>
                  </a:lnTo>
                  <a:lnTo>
                    <a:pt x="10668" y="624840"/>
                  </a:lnTo>
                  <a:lnTo>
                    <a:pt x="9144" y="621792"/>
                  </a:lnTo>
                  <a:close/>
                </a:path>
                <a:path w="10795" h="1041400">
                  <a:moveTo>
                    <a:pt x="9144" y="690372"/>
                  </a:moveTo>
                  <a:lnTo>
                    <a:pt x="1524" y="690372"/>
                  </a:lnTo>
                  <a:lnTo>
                    <a:pt x="0" y="693420"/>
                  </a:lnTo>
                  <a:lnTo>
                    <a:pt x="0" y="734568"/>
                  </a:lnTo>
                  <a:lnTo>
                    <a:pt x="1524" y="737616"/>
                  </a:lnTo>
                  <a:lnTo>
                    <a:pt x="9144" y="737616"/>
                  </a:lnTo>
                  <a:lnTo>
                    <a:pt x="10668" y="734568"/>
                  </a:lnTo>
                  <a:lnTo>
                    <a:pt x="10668" y="693420"/>
                  </a:lnTo>
                  <a:lnTo>
                    <a:pt x="9144" y="690372"/>
                  </a:lnTo>
                  <a:close/>
                </a:path>
                <a:path w="10795" h="1041400">
                  <a:moveTo>
                    <a:pt x="9144" y="760476"/>
                  </a:moveTo>
                  <a:lnTo>
                    <a:pt x="1524" y="760476"/>
                  </a:lnTo>
                  <a:lnTo>
                    <a:pt x="0" y="762000"/>
                  </a:lnTo>
                  <a:lnTo>
                    <a:pt x="0" y="803148"/>
                  </a:lnTo>
                  <a:lnTo>
                    <a:pt x="1524" y="806196"/>
                  </a:lnTo>
                  <a:lnTo>
                    <a:pt x="9144" y="806196"/>
                  </a:lnTo>
                  <a:lnTo>
                    <a:pt x="10668" y="803148"/>
                  </a:lnTo>
                  <a:lnTo>
                    <a:pt x="10668" y="762000"/>
                  </a:lnTo>
                  <a:lnTo>
                    <a:pt x="9144" y="760476"/>
                  </a:lnTo>
                  <a:close/>
                </a:path>
                <a:path w="10795" h="1041400">
                  <a:moveTo>
                    <a:pt x="9144" y="829056"/>
                  </a:moveTo>
                  <a:lnTo>
                    <a:pt x="1524" y="829056"/>
                  </a:lnTo>
                  <a:lnTo>
                    <a:pt x="0" y="832104"/>
                  </a:lnTo>
                  <a:lnTo>
                    <a:pt x="0" y="873252"/>
                  </a:lnTo>
                  <a:lnTo>
                    <a:pt x="1524" y="874776"/>
                  </a:lnTo>
                  <a:lnTo>
                    <a:pt x="9144" y="874776"/>
                  </a:lnTo>
                  <a:lnTo>
                    <a:pt x="10668" y="873252"/>
                  </a:lnTo>
                  <a:lnTo>
                    <a:pt x="10668" y="832104"/>
                  </a:lnTo>
                  <a:lnTo>
                    <a:pt x="9144" y="829056"/>
                  </a:lnTo>
                  <a:close/>
                </a:path>
                <a:path w="10795" h="1041400">
                  <a:moveTo>
                    <a:pt x="9144" y="897636"/>
                  </a:moveTo>
                  <a:lnTo>
                    <a:pt x="1524" y="897636"/>
                  </a:lnTo>
                  <a:lnTo>
                    <a:pt x="0" y="900684"/>
                  </a:lnTo>
                  <a:lnTo>
                    <a:pt x="0" y="941832"/>
                  </a:lnTo>
                  <a:lnTo>
                    <a:pt x="1524" y="944880"/>
                  </a:lnTo>
                  <a:lnTo>
                    <a:pt x="9144" y="944880"/>
                  </a:lnTo>
                  <a:lnTo>
                    <a:pt x="10668" y="941832"/>
                  </a:lnTo>
                  <a:lnTo>
                    <a:pt x="10668" y="900684"/>
                  </a:lnTo>
                  <a:lnTo>
                    <a:pt x="9144" y="897636"/>
                  </a:lnTo>
                  <a:close/>
                </a:path>
                <a:path w="10795" h="1041400">
                  <a:moveTo>
                    <a:pt x="9144" y="967740"/>
                  </a:moveTo>
                  <a:lnTo>
                    <a:pt x="1524" y="967740"/>
                  </a:lnTo>
                  <a:lnTo>
                    <a:pt x="0" y="969264"/>
                  </a:lnTo>
                  <a:lnTo>
                    <a:pt x="0" y="1010412"/>
                  </a:lnTo>
                  <a:lnTo>
                    <a:pt x="1524" y="1013460"/>
                  </a:lnTo>
                  <a:lnTo>
                    <a:pt x="9144" y="1013460"/>
                  </a:lnTo>
                  <a:lnTo>
                    <a:pt x="10668" y="1010412"/>
                  </a:lnTo>
                  <a:lnTo>
                    <a:pt x="10668" y="969264"/>
                  </a:lnTo>
                  <a:lnTo>
                    <a:pt x="9144" y="967740"/>
                  </a:lnTo>
                  <a:close/>
                </a:path>
                <a:path w="10795" h="1041400">
                  <a:moveTo>
                    <a:pt x="9144" y="1036320"/>
                  </a:moveTo>
                  <a:lnTo>
                    <a:pt x="1524" y="1036320"/>
                  </a:lnTo>
                  <a:lnTo>
                    <a:pt x="0" y="1039368"/>
                  </a:lnTo>
                  <a:lnTo>
                    <a:pt x="0" y="1040892"/>
                  </a:lnTo>
                  <a:lnTo>
                    <a:pt x="10668" y="1040892"/>
                  </a:lnTo>
                  <a:lnTo>
                    <a:pt x="10668" y="1039368"/>
                  </a:lnTo>
                  <a:lnTo>
                    <a:pt x="9144" y="1036320"/>
                  </a:lnTo>
                  <a:close/>
                </a:path>
              </a:pathLst>
            </a:custGeom>
            <a:solidFill>
              <a:srgbClr val="9A9A9A"/>
            </a:solidFill>
          </p:spPr>
          <p:txBody>
            <a:bodyPr wrap="square" lIns="0" tIns="0" rIns="0" bIns="0" rtlCol="0"/>
            <a:lstStyle/>
            <a:p>
              <a:endParaRPr/>
            </a:p>
          </p:txBody>
        </p:sp>
        <p:sp>
          <p:nvSpPr>
            <p:cNvPr id="9" name="object 9"/>
            <p:cNvSpPr/>
            <p:nvPr/>
          </p:nvSpPr>
          <p:spPr>
            <a:xfrm>
              <a:off x="6553199" y="1623059"/>
              <a:ext cx="1809114" cy="680085"/>
            </a:xfrm>
            <a:custGeom>
              <a:avLst/>
              <a:gdLst/>
              <a:ahLst/>
              <a:cxnLst/>
              <a:rect l="l" t="t" r="r" b="b"/>
              <a:pathLst>
                <a:path w="1809115" h="680085">
                  <a:moveTo>
                    <a:pt x="0" y="339851"/>
                  </a:moveTo>
                  <a:lnTo>
                    <a:pt x="0" y="0"/>
                  </a:lnTo>
                  <a:lnTo>
                    <a:pt x="452627" y="0"/>
                  </a:lnTo>
                  <a:lnTo>
                    <a:pt x="452627" y="339851"/>
                  </a:lnTo>
                </a:path>
                <a:path w="1809115" h="680085">
                  <a:moveTo>
                    <a:pt x="452627" y="339851"/>
                  </a:moveTo>
                  <a:lnTo>
                    <a:pt x="452627" y="679703"/>
                  </a:lnTo>
                  <a:lnTo>
                    <a:pt x="903731" y="679703"/>
                  </a:lnTo>
                  <a:lnTo>
                    <a:pt x="903731" y="339851"/>
                  </a:lnTo>
                </a:path>
                <a:path w="1809115" h="680085">
                  <a:moveTo>
                    <a:pt x="903731" y="339851"/>
                  </a:moveTo>
                  <a:lnTo>
                    <a:pt x="903731" y="0"/>
                  </a:lnTo>
                  <a:lnTo>
                    <a:pt x="1356359" y="0"/>
                  </a:lnTo>
                  <a:lnTo>
                    <a:pt x="1356359" y="339851"/>
                  </a:lnTo>
                </a:path>
                <a:path w="1809115" h="680085">
                  <a:moveTo>
                    <a:pt x="1356359" y="339851"/>
                  </a:moveTo>
                  <a:lnTo>
                    <a:pt x="1356359" y="679703"/>
                  </a:lnTo>
                  <a:lnTo>
                    <a:pt x="1808987" y="679703"/>
                  </a:lnTo>
                  <a:lnTo>
                    <a:pt x="1808987" y="339851"/>
                  </a:lnTo>
                </a:path>
              </a:pathLst>
            </a:custGeom>
            <a:ln w="24383">
              <a:solidFill>
                <a:srgbClr val="000080"/>
              </a:solidFill>
            </a:ln>
          </p:spPr>
          <p:txBody>
            <a:bodyPr wrap="square" lIns="0" tIns="0" rIns="0" bIns="0" rtlCol="0"/>
            <a:lstStyle/>
            <a:p>
              <a:endParaRPr/>
            </a:p>
          </p:txBody>
        </p:sp>
        <p:sp>
          <p:nvSpPr>
            <p:cNvPr id="10" name="object 10"/>
            <p:cNvSpPr/>
            <p:nvPr/>
          </p:nvSpPr>
          <p:spPr>
            <a:xfrm>
              <a:off x="6566915" y="2868167"/>
              <a:ext cx="2021205" cy="0"/>
            </a:xfrm>
            <a:custGeom>
              <a:avLst/>
              <a:gdLst/>
              <a:ahLst/>
              <a:cxnLst/>
              <a:rect l="l" t="t" r="r" b="b"/>
              <a:pathLst>
                <a:path w="2021204">
                  <a:moveTo>
                    <a:pt x="0" y="0"/>
                  </a:moveTo>
                  <a:lnTo>
                    <a:pt x="2020823" y="0"/>
                  </a:lnTo>
                </a:path>
              </a:pathLst>
            </a:custGeom>
            <a:ln w="12191">
              <a:solidFill>
                <a:srgbClr val="000000"/>
              </a:solidFill>
            </a:ln>
          </p:spPr>
          <p:txBody>
            <a:bodyPr wrap="square" lIns="0" tIns="0" rIns="0" bIns="0" rtlCol="0"/>
            <a:lstStyle/>
            <a:p>
              <a:endParaRPr/>
            </a:p>
          </p:txBody>
        </p:sp>
        <p:sp>
          <p:nvSpPr>
            <p:cNvPr id="11" name="object 11"/>
            <p:cNvSpPr/>
            <p:nvPr/>
          </p:nvSpPr>
          <p:spPr>
            <a:xfrm>
              <a:off x="6553199" y="2596895"/>
              <a:ext cx="1809114" cy="542925"/>
            </a:xfrm>
            <a:custGeom>
              <a:avLst/>
              <a:gdLst/>
              <a:ahLst/>
              <a:cxnLst/>
              <a:rect l="l" t="t" r="r" b="b"/>
              <a:pathLst>
                <a:path w="1809115" h="542925">
                  <a:moveTo>
                    <a:pt x="0" y="271271"/>
                  </a:moveTo>
                  <a:lnTo>
                    <a:pt x="0" y="0"/>
                  </a:lnTo>
                  <a:lnTo>
                    <a:pt x="452627" y="0"/>
                  </a:lnTo>
                  <a:lnTo>
                    <a:pt x="452627" y="271271"/>
                  </a:lnTo>
                </a:path>
                <a:path w="1809115" h="542925">
                  <a:moveTo>
                    <a:pt x="452627" y="271271"/>
                  </a:moveTo>
                  <a:lnTo>
                    <a:pt x="452627" y="542543"/>
                  </a:lnTo>
                  <a:lnTo>
                    <a:pt x="903731" y="542543"/>
                  </a:lnTo>
                  <a:lnTo>
                    <a:pt x="903731" y="271271"/>
                  </a:lnTo>
                </a:path>
                <a:path w="1809115" h="542925">
                  <a:moveTo>
                    <a:pt x="903731" y="271271"/>
                  </a:moveTo>
                  <a:lnTo>
                    <a:pt x="903731" y="0"/>
                  </a:lnTo>
                  <a:lnTo>
                    <a:pt x="1356359" y="0"/>
                  </a:lnTo>
                  <a:lnTo>
                    <a:pt x="1356359" y="271271"/>
                  </a:lnTo>
                </a:path>
                <a:path w="1809115" h="542925">
                  <a:moveTo>
                    <a:pt x="1356359" y="271271"/>
                  </a:moveTo>
                  <a:lnTo>
                    <a:pt x="1356359" y="542543"/>
                  </a:lnTo>
                  <a:lnTo>
                    <a:pt x="1808987" y="542543"/>
                  </a:lnTo>
                  <a:lnTo>
                    <a:pt x="1808987" y="271271"/>
                  </a:lnTo>
                </a:path>
              </a:pathLst>
            </a:custGeom>
            <a:ln w="24383">
              <a:solidFill>
                <a:srgbClr val="000080"/>
              </a:solidFill>
            </a:ln>
          </p:spPr>
          <p:txBody>
            <a:bodyPr wrap="square" lIns="0" tIns="0" rIns="0" bIns="0" rtlCol="0"/>
            <a:lstStyle/>
            <a:p>
              <a:endParaRPr/>
            </a:p>
          </p:txBody>
        </p:sp>
      </p:grpSp>
      <p:sp>
        <p:nvSpPr>
          <p:cNvPr id="12" name="object 12"/>
          <p:cNvSpPr txBox="1"/>
          <p:nvPr/>
        </p:nvSpPr>
        <p:spPr>
          <a:xfrm>
            <a:off x="6244780" y="2669540"/>
            <a:ext cx="79375" cy="255904"/>
          </a:xfrm>
          <a:prstGeom prst="rect">
            <a:avLst/>
          </a:prstGeom>
        </p:spPr>
        <p:txBody>
          <a:bodyPr vert="horz" wrap="square" lIns="0" tIns="13970" rIns="0" bIns="0" rtlCol="0">
            <a:spAutoFit/>
          </a:bodyPr>
          <a:lstStyle/>
          <a:p>
            <a:pPr marL="12700">
              <a:lnSpc>
                <a:spcPct val="100000"/>
              </a:lnSpc>
              <a:spcBef>
                <a:spcPts val="110"/>
              </a:spcBef>
            </a:pPr>
            <a:r>
              <a:rPr sz="1500" i="1" dirty="0">
                <a:latin typeface="Arial"/>
                <a:cs typeface="Arial"/>
              </a:rPr>
              <a:t>I</a:t>
            </a:r>
            <a:endParaRPr sz="1500">
              <a:latin typeface="Arial"/>
              <a:cs typeface="Arial"/>
            </a:endParaRPr>
          </a:p>
        </p:txBody>
      </p:sp>
      <p:sp>
        <p:nvSpPr>
          <p:cNvPr id="13" name="object 13"/>
          <p:cNvSpPr txBox="1"/>
          <p:nvPr/>
        </p:nvSpPr>
        <p:spPr>
          <a:xfrm>
            <a:off x="6298234" y="2797555"/>
            <a:ext cx="97155" cy="179070"/>
          </a:xfrm>
          <a:prstGeom prst="rect">
            <a:avLst/>
          </a:prstGeom>
        </p:spPr>
        <p:txBody>
          <a:bodyPr vert="horz" wrap="square" lIns="0" tIns="13335" rIns="0" bIns="0" rtlCol="0">
            <a:spAutoFit/>
          </a:bodyPr>
          <a:lstStyle/>
          <a:p>
            <a:pPr marL="12700">
              <a:lnSpc>
                <a:spcPct val="100000"/>
              </a:lnSpc>
              <a:spcBef>
                <a:spcPts val="105"/>
              </a:spcBef>
            </a:pPr>
            <a:r>
              <a:rPr sz="1000" i="1" dirty="0">
                <a:latin typeface="Arial"/>
                <a:cs typeface="Arial"/>
              </a:rPr>
              <a:t>L</a:t>
            </a:r>
            <a:endParaRPr sz="1000">
              <a:latin typeface="Arial"/>
              <a:cs typeface="Arial"/>
            </a:endParaRPr>
          </a:p>
        </p:txBody>
      </p:sp>
      <p:sp>
        <p:nvSpPr>
          <p:cNvPr id="14" name="object 14"/>
          <p:cNvSpPr txBox="1"/>
          <p:nvPr/>
        </p:nvSpPr>
        <p:spPr>
          <a:xfrm>
            <a:off x="6149301" y="1764347"/>
            <a:ext cx="275590" cy="255904"/>
          </a:xfrm>
          <a:prstGeom prst="rect">
            <a:avLst/>
          </a:prstGeom>
        </p:spPr>
        <p:txBody>
          <a:bodyPr vert="horz" wrap="square" lIns="0" tIns="13970" rIns="0" bIns="0" rtlCol="0">
            <a:spAutoFit/>
          </a:bodyPr>
          <a:lstStyle/>
          <a:p>
            <a:pPr marL="38100">
              <a:lnSpc>
                <a:spcPct val="100000"/>
              </a:lnSpc>
              <a:spcBef>
                <a:spcPts val="110"/>
              </a:spcBef>
            </a:pPr>
            <a:r>
              <a:rPr sz="1500" i="1" dirty="0">
                <a:latin typeface="Arial"/>
                <a:cs typeface="Arial"/>
              </a:rPr>
              <a:t>V</a:t>
            </a:r>
            <a:r>
              <a:rPr sz="1500" i="1" baseline="-27777" dirty="0">
                <a:latin typeface="Arial"/>
                <a:cs typeface="Arial"/>
              </a:rPr>
              <a:t>L</a:t>
            </a:r>
            <a:endParaRPr sz="1500" baseline="-27777">
              <a:latin typeface="Arial"/>
              <a:cs typeface="Arial"/>
            </a:endParaRPr>
          </a:p>
        </p:txBody>
      </p:sp>
      <p:sp>
        <p:nvSpPr>
          <p:cNvPr id="15" name="object 15"/>
          <p:cNvSpPr/>
          <p:nvPr/>
        </p:nvSpPr>
        <p:spPr>
          <a:xfrm>
            <a:off x="3605692" y="1515617"/>
            <a:ext cx="620395" cy="0"/>
          </a:xfrm>
          <a:custGeom>
            <a:avLst/>
            <a:gdLst/>
            <a:ahLst/>
            <a:cxnLst/>
            <a:rect l="l" t="t" r="r" b="b"/>
            <a:pathLst>
              <a:path w="620395">
                <a:moveTo>
                  <a:pt x="0" y="0"/>
                </a:moveTo>
                <a:lnTo>
                  <a:pt x="619780" y="0"/>
                </a:lnTo>
              </a:path>
            </a:pathLst>
          </a:custGeom>
          <a:ln w="11458">
            <a:solidFill>
              <a:srgbClr val="000000"/>
            </a:solidFill>
          </a:ln>
        </p:spPr>
        <p:txBody>
          <a:bodyPr wrap="square" lIns="0" tIns="0" rIns="0" bIns="0" rtlCol="0"/>
          <a:lstStyle/>
          <a:p>
            <a:endParaRPr/>
          </a:p>
        </p:txBody>
      </p:sp>
      <p:sp>
        <p:nvSpPr>
          <p:cNvPr id="16" name="object 16"/>
          <p:cNvSpPr txBox="1"/>
          <p:nvPr/>
        </p:nvSpPr>
        <p:spPr>
          <a:xfrm>
            <a:off x="4586630" y="1209331"/>
            <a:ext cx="678180" cy="461009"/>
          </a:xfrm>
          <a:prstGeom prst="rect">
            <a:avLst/>
          </a:prstGeom>
        </p:spPr>
        <p:txBody>
          <a:bodyPr vert="horz" wrap="square" lIns="0" tIns="13335" rIns="0" bIns="0" rtlCol="0">
            <a:spAutoFit/>
          </a:bodyPr>
          <a:lstStyle/>
          <a:p>
            <a:pPr marL="12700">
              <a:lnSpc>
                <a:spcPct val="100000"/>
              </a:lnSpc>
              <a:spcBef>
                <a:spcPts val="105"/>
              </a:spcBef>
              <a:tabLst>
                <a:tab pos="281940" algn="l"/>
              </a:tabLst>
            </a:pPr>
            <a:r>
              <a:rPr sz="2850" spc="-240" dirty="0">
                <a:latin typeface="Symbol"/>
                <a:cs typeface="Symbol"/>
              </a:rPr>
              <a:t></a:t>
            </a:r>
            <a:r>
              <a:rPr sz="2850" spc="-240" dirty="0">
                <a:latin typeface="Times New Roman"/>
                <a:cs typeface="Times New Roman"/>
              </a:rPr>
              <a:t>	</a:t>
            </a:r>
            <a:r>
              <a:rPr sz="2250" i="1" spc="-30" dirty="0">
                <a:latin typeface="Symbol"/>
                <a:cs typeface="Symbol"/>
              </a:rPr>
              <a:t></a:t>
            </a:r>
            <a:r>
              <a:rPr sz="2150" i="1" spc="-30" dirty="0">
                <a:latin typeface="Times New Roman"/>
                <a:cs typeface="Times New Roman"/>
              </a:rPr>
              <a:t>t</a:t>
            </a:r>
            <a:r>
              <a:rPr sz="2150" i="1" spc="-390" dirty="0">
                <a:latin typeface="Times New Roman"/>
                <a:cs typeface="Times New Roman"/>
              </a:rPr>
              <a:t> </a:t>
            </a:r>
            <a:r>
              <a:rPr sz="2850" spc="-240" dirty="0">
                <a:latin typeface="Symbol"/>
                <a:cs typeface="Symbol"/>
              </a:rPr>
              <a:t></a:t>
            </a:r>
            <a:endParaRPr sz="2850">
              <a:latin typeface="Symbol"/>
              <a:cs typeface="Symbol"/>
            </a:endParaRPr>
          </a:p>
        </p:txBody>
      </p:sp>
      <p:sp>
        <p:nvSpPr>
          <p:cNvPr id="17" name="object 17"/>
          <p:cNvSpPr txBox="1"/>
          <p:nvPr/>
        </p:nvSpPr>
        <p:spPr>
          <a:xfrm>
            <a:off x="4265532" y="1297368"/>
            <a:ext cx="583565" cy="355600"/>
          </a:xfrm>
          <a:prstGeom prst="rect">
            <a:avLst/>
          </a:prstGeom>
        </p:spPr>
        <p:txBody>
          <a:bodyPr vert="horz" wrap="square" lIns="0" tIns="14605" rIns="0" bIns="0" rtlCol="0">
            <a:spAutoFit/>
          </a:bodyPr>
          <a:lstStyle/>
          <a:p>
            <a:pPr marL="12700">
              <a:lnSpc>
                <a:spcPct val="100000"/>
              </a:lnSpc>
              <a:spcBef>
                <a:spcPts val="115"/>
              </a:spcBef>
            </a:pPr>
            <a:r>
              <a:rPr sz="2150" spc="-5">
                <a:latin typeface="Times New Roman"/>
                <a:cs typeface="Times New Roman"/>
              </a:rPr>
              <a:t>sin</a:t>
            </a:r>
            <a:r>
              <a:rPr sz="2150" spc="180">
                <a:latin typeface="Times New Roman"/>
                <a:cs typeface="Times New Roman"/>
              </a:rPr>
              <a:t> </a:t>
            </a:r>
            <a:r>
              <a:rPr sz="2150" i="1" smtClean="0">
                <a:latin typeface="Times New Roman"/>
                <a:cs typeface="Times New Roman"/>
              </a:rPr>
              <a:t>n</a:t>
            </a:r>
            <a:endParaRPr sz="2150">
              <a:latin typeface="Times New Roman"/>
              <a:cs typeface="Times New Roman"/>
            </a:endParaRPr>
          </a:p>
        </p:txBody>
      </p:sp>
      <p:sp>
        <p:nvSpPr>
          <p:cNvPr id="18" name="object 18"/>
          <p:cNvSpPr txBox="1"/>
          <p:nvPr/>
        </p:nvSpPr>
        <p:spPr>
          <a:xfrm>
            <a:off x="3585997" y="1081330"/>
            <a:ext cx="626110" cy="788035"/>
          </a:xfrm>
          <a:prstGeom prst="rect">
            <a:avLst/>
          </a:prstGeom>
        </p:spPr>
        <p:txBody>
          <a:bodyPr vert="horz" wrap="square" lIns="0" tIns="55244" rIns="0" bIns="0" rtlCol="0">
            <a:spAutoFit/>
          </a:bodyPr>
          <a:lstStyle/>
          <a:p>
            <a:pPr marL="38100">
              <a:lnSpc>
                <a:spcPct val="100000"/>
              </a:lnSpc>
              <a:spcBef>
                <a:spcPts val="434"/>
              </a:spcBef>
            </a:pPr>
            <a:r>
              <a:rPr sz="2150" spc="45" dirty="0">
                <a:latin typeface="Times New Roman"/>
                <a:cs typeface="Times New Roman"/>
              </a:rPr>
              <a:t>4</a:t>
            </a:r>
            <a:r>
              <a:rPr sz="2150" i="1" spc="45" dirty="0">
                <a:latin typeface="Times New Roman"/>
                <a:cs typeface="Times New Roman"/>
              </a:rPr>
              <a:t>E</a:t>
            </a:r>
            <a:r>
              <a:rPr sz="1875" i="1" spc="67" baseline="-24444" dirty="0">
                <a:latin typeface="Times New Roman"/>
                <a:cs typeface="Times New Roman"/>
              </a:rPr>
              <a:t>DC</a:t>
            </a:r>
            <a:endParaRPr sz="1875" baseline="-24444">
              <a:latin typeface="Times New Roman"/>
              <a:cs typeface="Times New Roman"/>
            </a:endParaRPr>
          </a:p>
          <a:p>
            <a:pPr marL="167005">
              <a:lnSpc>
                <a:spcPct val="100000"/>
              </a:lnSpc>
              <a:spcBef>
                <a:spcPts val="380"/>
              </a:spcBef>
            </a:pPr>
            <a:r>
              <a:rPr sz="2150" i="1" spc="-20" dirty="0">
                <a:latin typeface="Times New Roman"/>
                <a:cs typeface="Times New Roman"/>
              </a:rPr>
              <a:t>n</a:t>
            </a:r>
            <a:r>
              <a:rPr sz="2250" i="1" spc="-20" dirty="0">
                <a:latin typeface="Symbol"/>
                <a:cs typeface="Symbol"/>
              </a:rPr>
              <a:t></a:t>
            </a:r>
            <a:endParaRPr sz="2250">
              <a:latin typeface="Symbol"/>
              <a:cs typeface="Symbol"/>
            </a:endParaRPr>
          </a:p>
        </p:txBody>
      </p:sp>
      <p:sp>
        <p:nvSpPr>
          <p:cNvPr id="19" name="object 19"/>
          <p:cNvSpPr txBox="1"/>
          <p:nvPr/>
        </p:nvSpPr>
        <p:spPr>
          <a:xfrm>
            <a:off x="773741" y="1297368"/>
            <a:ext cx="2117725" cy="355600"/>
          </a:xfrm>
          <a:prstGeom prst="rect">
            <a:avLst/>
          </a:prstGeom>
        </p:spPr>
        <p:txBody>
          <a:bodyPr vert="horz" wrap="square" lIns="0" tIns="14605" rIns="0" bIns="0" rtlCol="0">
            <a:spAutoFit/>
          </a:bodyPr>
          <a:lstStyle/>
          <a:p>
            <a:pPr marL="12700">
              <a:lnSpc>
                <a:spcPct val="100000"/>
              </a:lnSpc>
              <a:spcBef>
                <a:spcPts val="115"/>
              </a:spcBef>
              <a:tabLst>
                <a:tab pos="1953895" algn="l"/>
              </a:tabLst>
            </a:pPr>
            <a:r>
              <a:rPr sz="2150" spc="-5" dirty="0">
                <a:latin typeface="Times New Roman"/>
                <a:cs typeface="Times New Roman"/>
              </a:rPr>
              <a:t>Fourie</a:t>
            </a:r>
            <a:r>
              <a:rPr sz="2150" dirty="0">
                <a:latin typeface="Times New Roman"/>
                <a:cs typeface="Times New Roman"/>
              </a:rPr>
              <a:t>r</a:t>
            </a:r>
            <a:r>
              <a:rPr sz="2150" spc="-90" dirty="0">
                <a:latin typeface="Times New Roman"/>
                <a:cs typeface="Times New Roman"/>
              </a:rPr>
              <a:t> </a:t>
            </a:r>
            <a:r>
              <a:rPr sz="2150" spc="-5" dirty="0">
                <a:latin typeface="Times New Roman"/>
                <a:cs typeface="Times New Roman"/>
              </a:rPr>
              <a:t>Serie</a:t>
            </a:r>
            <a:r>
              <a:rPr sz="2150" spc="5" dirty="0">
                <a:latin typeface="Times New Roman"/>
                <a:cs typeface="Times New Roman"/>
              </a:rPr>
              <a:t>s</a:t>
            </a:r>
            <a:r>
              <a:rPr sz="2150" dirty="0">
                <a:latin typeface="Times New Roman"/>
                <a:cs typeface="Times New Roman"/>
              </a:rPr>
              <a:t>,</a:t>
            </a:r>
            <a:r>
              <a:rPr sz="2150" spc="-95" dirty="0">
                <a:latin typeface="Times New Roman"/>
                <a:cs typeface="Times New Roman"/>
              </a:rPr>
              <a:t> </a:t>
            </a:r>
            <a:r>
              <a:rPr sz="2150" i="1" dirty="0">
                <a:latin typeface="Times New Roman"/>
                <a:cs typeface="Times New Roman"/>
              </a:rPr>
              <a:t>e	</a:t>
            </a:r>
            <a:r>
              <a:rPr sz="2150" dirty="0">
                <a:latin typeface="Symbol"/>
                <a:cs typeface="Symbol"/>
              </a:rPr>
              <a:t></a:t>
            </a:r>
            <a:endParaRPr sz="2150">
              <a:latin typeface="Symbol"/>
              <a:cs typeface="Symbol"/>
            </a:endParaRPr>
          </a:p>
        </p:txBody>
      </p:sp>
      <p:sp>
        <p:nvSpPr>
          <p:cNvPr id="20" name="object 20"/>
          <p:cNvSpPr txBox="1"/>
          <p:nvPr/>
        </p:nvSpPr>
        <p:spPr>
          <a:xfrm>
            <a:off x="2931642" y="1131481"/>
            <a:ext cx="650240" cy="760730"/>
          </a:xfrm>
          <a:prstGeom prst="rect">
            <a:avLst/>
          </a:prstGeom>
        </p:spPr>
        <p:txBody>
          <a:bodyPr vert="horz" wrap="square" lIns="0" tIns="13970" rIns="0" bIns="0" rtlCol="0">
            <a:spAutoFit/>
          </a:bodyPr>
          <a:lstStyle/>
          <a:p>
            <a:pPr marL="260985">
              <a:lnSpc>
                <a:spcPts val="1100"/>
              </a:lnSpc>
              <a:spcBef>
                <a:spcPts val="110"/>
              </a:spcBef>
            </a:pPr>
            <a:r>
              <a:rPr sz="1250" spc="5" dirty="0">
                <a:latin typeface="Symbol"/>
                <a:cs typeface="Symbol"/>
              </a:rPr>
              <a:t></a:t>
            </a:r>
            <a:endParaRPr sz="1250">
              <a:latin typeface="Symbol"/>
              <a:cs typeface="Symbol"/>
            </a:endParaRPr>
          </a:p>
          <a:p>
            <a:pPr marL="173990">
              <a:lnSpc>
                <a:spcPts val="3335"/>
              </a:lnSpc>
            </a:pPr>
            <a:r>
              <a:rPr sz="3250" spc="-1639" dirty="0">
                <a:latin typeface="Symbol"/>
                <a:cs typeface="Symbol"/>
              </a:rPr>
              <a:t></a:t>
            </a:r>
            <a:endParaRPr sz="3250">
              <a:latin typeface="Symbol"/>
              <a:cs typeface="Symbol"/>
            </a:endParaRPr>
          </a:p>
          <a:p>
            <a:pPr marL="12700">
              <a:lnSpc>
                <a:spcPts val="1335"/>
              </a:lnSpc>
            </a:pPr>
            <a:r>
              <a:rPr sz="1250" i="1" spc="90" dirty="0">
                <a:latin typeface="Times New Roman"/>
                <a:cs typeface="Times New Roman"/>
              </a:rPr>
              <a:t>n</a:t>
            </a:r>
            <a:r>
              <a:rPr sz="1250" spc="-65" dirty="0">
                <a:latin typeface="Symbol"/>
                <a:cs typeface="Symbol"/>
              </a:rPr>
              <a:t></a:t>
            </a:r>
            <a:r>
              <a:rPr sz="1250" spc="-45" dirty="0">
                <a:latin typeface="Times New Roman"/>
                <a:cs typeface="Times New Roman"/>
              </a:rPr>
              <a:t>1</a:t>
            </a:r>
            <a:r>
              <a:rPr sz="1250" spc="45" dirty="0">
                <a:latin typeface="Times New Roman"/>
                <a:cs typeface="Times New Roman"/>
              </a:rPr>
              <a:t>,</a:t>
            </a:r>
            <a:r>
              <a:rPr sz="1250" spc="15" dirty="0">
                <a:latin typeface="Times New Roman"/>
                <a:cs typeface="Times New Roman"/>
              </a:rPr>
              <a:t>3</a:t>
            </a:r>
            <a:r>
              <a:rPr sz="1250" spc="55" dirty="0">
                <a:latin typeface="Times New Roman"/>
                <a:cs typeface="Times New Roman"/>
              </a:rPr>
              <a:t>,</a:t>
            </a:r>
            <a:r>
              <a:rPr sz="1250" spc="30" dirty="0">
                <a:latin typeface="Times New Roman"/>
                <a:cs typeface="Times New Roman"/>
              </a:rPr>
              <a:t>5</a:t>
            </a:r>
            <a:r>
              <a:rPr sz="1250" dirty="0">
                <a:latin typeface="Times New Roman"/>
                <a:cs typeface="Times New Roman"/>
              </a:rPr>
              <a:t>,..</a:t>
            </a:r>
            <a:endParaRPr sz="1250">
              <a:latin typeface="Times New Roman"/>
              <a:cs typeface="Times New Roman"/>
            </a:endParaRPr>
          </a:p>
        </p:txBody>
      </p:sp>
      <p:grpSp>
        <p:nvGrpSpPr>
          <p:cNvPr id="21" name="object 21"/>
          <p:cNvGrpSpPr/>
          <p:nvPr/>
        </p:nvGrpSpPr>
        <p:grpSpPr>
          <a:xfrm>
            <a:off x="4682020" y="2240572"/>
            <a:ext cx="329565" cy="294005"/>
            <a:chOff x="4682020" y="2240572"/>
            <a:chExt cx="329565" cy="294005"/>
          </a:xfrm>
        </p:grpSpPr>
        <p:sp>
          <p:nvSpPr>
            <p:cNvPr id="22" name="object 22"/>
            <p:cNvSpPr/>
            <p:nvPr/>
          </p:nvSpPr>
          <p:spPr>
            <a:xfrm>
              <a:off x="4684105" y="2247046"/>
              <a:ext cx="327660" cy="287020"/>
            </a:xfrm>
            <a:custGeom>
              <a:avLst/>
              <a:gdLst/>
              <a:ahLst/>
              <a:cxnLst/>
              <a:rect l="l" t="t" r="r" b="b"/>
              <a:pathLst>
                <a:path w="327660" h="287019">
                  <a:moveTo>
                    <a:pt x="0" y="193837"/>
                  </a:moveTo>
                  <a:lnTo>
                    <a:pt x="28011" y="178109"/>
                  </a:lnTo>
                </a:path>
                <a:path w="327660" h="287019">
                  <a:moveTo>
                    <a:pt x="28011" y="178109"/>
                  </a:moveTo>
                  <a:lnTo>
                    <a:pt x="94579" y="286801"/>
                  </a:lnTo>
                </a:path>
                <a:path w="327660" h="287019">
                  <a:moveTo>
                    <a:pt x="94579" y="286801"/>
                  </a:moveTo>
                  <a:lnTo>
                    <a:pt x="167639" y="0"/>
                  </a:lnTo>
                </a:path>
                <a:path w="327660" h="287019">
                  <a:moveTo>
                    <a:pt x="167639" y="0"/>
                  </a:moveTo>
                  <a:lnTo>
                    <a:pt x="327477" y="0"/>
                  </a:lnTo>
                </a:path>
              </a:pathLst>
            </a:custGeom>
            <a:ln w="3175">
              <a:solidFill>
                <a:srgbClr val="000000"/>
              </a:solidFill>
            </a:ln>
          </p:spPr>
          <p:txBody>
            <a:bodyPr wrap="square" lIns="0" tIns="0" rIns="0" bIns="0" rtlCol="0"/>
            <a:lstStyle/>
            <a:p>
              <a:endParaRPr/>
            </a:p>
          </p:txBody>
        </p:sp>
        <p:sp>
          <p:nvSpPr>
            <p:cNvPr id="23" name="object 23"/>
            <p:cNvSpPr/>
            <p:nvPr/>
          </p:nvSpPr>
          <p:spPr>
            <a:xfrm>
              <a:off x="4682020" y="2240572"/>
              <a:ext cx="329565" cy="293370"/>
            </a:xfrm>
            <a:custGeom>
              <a:avLst/>
              <a:gdLst/>
              <a:ahLst/>
              <a:cxnLst/>
              <a:rect l="l" t="t" r="r" b="b"/>
              <a:pathLst>
                <a:path w="329564" h="293369">
                  <a:moveTo>
                    <a:pt x="329564" y="0"/>
                  </a:moveTo>
                  <a:lnTo>
                    <a:pt x="164769" y="0"/>
                  </a:lnTo>
                  <a:lnTo>
                    <a:pt x="97434" y="264693"/>
                  </a:lnTo>
                  <a:lnTo>
                    <a:pt x="37896" y="176022"/>
                  </a:lnTo>
                  <a:lnTo>
                    <a:pt x="0" y="196684"/>
                  </a:lnTo>
                  <a:lnTo>
                    <a:pt x="4279" y="204597"/>
                  </a:lnTo>
                  <a:lnTo>
                    <a:pt x="22948" y="193154"/>
                  </a:lnTo>
                  <a:lnTo>
                    <a:pt x="90284" y="293268"/>
                  </a:lnTo>
                  <a:lnTo>
                    <a:pt x="103809" y="293268"/>
                  </a:lnTo>
                  <a:lnTo>
                    <a:pt x="174777" y="13614"/>
                  </a:lnTo>
                  <a:lnTo>
                    <a:pt x="329564" y="13614"/>
                  </a:lnTo>
                  <a:lnTo>
                    <a:pt x="329564" y="0"/>
                  </a:lnTo>
                  <a:close/>
                </a:path>
              </a:pathLst>
            </a:custGeom>
            <a:solidFill>
              <a:srgbClr val="000000"/>
            </a:solidFill>
          </p:spPr>
          <p:txBody>
            <a:bodyPr wrap="square" lIns="0" tIns="0" rIns="0" bIns="0" rtlCol="0"/>
            <a:lstStyle/>
            <a:p>
              <a:endParaRPr/>
            </a:p>
          </p:txBody>
        </p:sp>
      </p:grpSp>
      <p:sp>
        <p:nvSpPr>
          <p:cNvPr id="24" name="object 24"/>
          <p:cNvSpPr/>
          <p:nvPr/>
        </p:nvSpPr>
        <p:spPr>
          <a:xfrm>
            <a:off x="4517227" y="2615366"/>
            <a:ext cx="517525" cy="0"/>
          </a:xfrm>
          <a:custGeom>
            <a:avLst/>
            <a:gdLst/>
            <a:ahLst/>
            <a:cxnLst/>
            <a:rect l="l" t="t" r="r" b="b"/>
            <a:pathLst>
              <a:path w="517525">
                <a:moveTo>
                  <a:pt x="0" y="0"/>
                </a:moveTo>
                <a:lnTo>
                  <a:pt x="517215" y="0"/>
                </a:lnTo>
              </a:path>
            </a:pathLst>
          </a:custGeom>
          <a:ln w="11454">
            <a:solidFill>
              <a:srgbClr val="000000"/>
            </a:solidFill>
          </a:ln>
        </p:spPr>
        <p:txBody>
          <a:bodyPr wrap="square" lIns="0" tIns="0" rIns="0" bIns="0" rtlCol="0"/>
          <a:lstStyle/>
          <a:p>
            <a:endParaRPr/>
          </a:p>
        </p:txBody>
      </p:sp>
      <p:sp>
        <p:nvSpPr>
          <p:cNvPr id="25" name="object 25"/>
          <p:cNvSpPr txBox="1"/>
          <p:nvPr/>
        </p:nvSpPr>
        <p:spPr>
          <a:xfrm>
            <a:off x="4126547" y="2582557"/>
            <a:ext cx="105410" cy="217804"/>
          </a:xfrm>
          <a:prstGeom prst="rect">
            <a:avLst/>
          </a:prstGeom>
        </p:spPr>
        <p:txBody>
          <a:bodyPr vert="horz" wrap="square" lIns="0" tIns="13970" rIns="0" bIns="0" rtlCol="0">
            <a:spAutoFit/>
          </a:bodyPr>
          <a:lstStyle/>
          <a:p>
            <a:pPr marL="12700">
              <a:lnSpc>
                <a:spcPct val="100000"/>
              </a:lnSpc>
              <a:spcBef>
                <a:spcPts val="110"/>
              </a:spcBef>
            </a:pPr>
            <a:r>
              <a:rPr sz="1250" dirty="0">
                <a:latin typeface="Times New Roman"/>
                <a:cs typeface="Times New Roman"/>
              </a:rPr>
              <a:t>1</a:t>
            </a:r>
            <a:endParaRPr sz="1250">
              <a:latin typeface="Times New Roman"/>
              <a:cs typeface="Times New Roman"/>
            </a:endParaRPr>
          </a:p>
        </p:txBody>
      </p:sp>
      <p:sp>
        <p:nvSpPr>
          <p:cNvPr id="26" name="object 26"/>
          <p:cNvSpPr txBox="1"/>
          <p:nvPr/>
        </p:nvSpPr>
        <p:spPr>
          <a:xfrm>
            <a:off x="4826623" y="2224163"/>
            <a:ext cx="469265" cy="355600"/>
          </a:xfrm>
          <a:prstGeom prst="rect">
            <a:avLst/>
          </a:prstGeom>
        </p:spPr>
        <p:txBody>
          <a:bodyPr vert="horz" wrap="square" lIns="0" tIns="13970" rIns="0" bIns="0" rtlCol="0">
            <a:spAutoFit/>
          </a:bodyPr>
          <a:lstStyle/>
          <a:p>
            <a:pPr marL="38100">
              <a:lnSpc>
                <a:spcPct val="100000"/>
              </a:lnSpc>
              <a:spcBef>
                <a:spcPts val="110"/>
              </a:spcBef>
            </a:pPr>
            <a:r>
              <a:rPr sz="2150" dirty="0">
                <a:latin typeface="Times New Roman"/>
                <a:cs typeface="Times New Roman"/>
              </a:rPr>
              <a:t>2</a:t>
            </a:r>
            <a:r>
              <a:rPr sz="2150" spc="90" dirty="0">
                <a:latin typeface="Times New Roman"/>
                <a:cs typeface="Times New Roman"/>
              </a:rPr>
              <a:t> </a:t>
            </a:r>
            <a:r>
              <a:rPr sz="3225" i="1" baseline="-34883" dirty="0">
                <a:latin typeface="Times New Roman"/>
                <a:cs typeface="Times New Roman"/>
              </a:rPr>
              <a:t>E</a:t>
            </a:r>
            <a:endParaRPr sz="3225" baseline="-34883">
              <a:latin typeface="Times New Roman"/>
              <a:cs typeface="Times New Roman"/>
            </a:endParaRPr>
          </a:p>
        </p:txBody>
      </p:sp>
      <p:sp>
        <p:nvSpPr>
          <p:cNvPr id="27" name="object 27"/>
          <p:cNvSpPr txBox="1"/>
          <p:nvPr/>
        </p:nvSpPr>
        <p:spPr>
          <a:xfrm>
            <a:off x="5249646" y="2582557"/>
            <a:ext cx="247650" cy="217804"/>
          </a:xfrm>
          <a:prstGeom prst="rect">
            <a:avLst/>
          </a:prstGeom>
        </p:spPr>
        <p:txBody>
          <a:bodyPr vert="horz" wrap="square" lIns="0" tIns="13970" rIns="0" bIns="0" rtlCol="0">
            <a:spAutoFit/>
          </a:bodyPr>
          <a:lstStyle/>
          <a:p>
            <a:pPr marL="12700">
              <a:lnSpc>
                <a:spcPct val="100000"/>
              </a:lnSpc>
              <a:spcBef>
                <a:spcPts val="110"/>
              </a:spcBef>
            </a:pPr>
            <a:r>
              <a:rPr sz="1250" i="1" dirty="0">
                <a:latin typeface="Times New Roman"/>
                <a:cs typeface="Times New Roman"/>
              </a:rPr>
              <a:t>DC</a:t>
            </a:r>
            <a:endParaRPr sz="1250">
              <a:latin typeface="Times New Roman"/>
              <a:cs typeface="Times New Roman"/>
            </a:endParaRPr>
          </a:p>
        </p:txBody>
      </p:sp>
      <p:sp>
        <p:nvSpPr>
          <p:cNvPr id="28" name="object 28"/>
          <p:cNvSpPr txBox="1"/>
          <p:nvPr/>
        </p:nvSpPr>
        <p:spPr>
          <a:xfrm>
            <a:off x="4663033" y="2595632"/>
            <a:ext cx="175895" cy="374015"/>
          </a:xfrm>
          <a:prstGeom prst="rect">
            <a:avLst/>
          </a:prstGeom>
        </p:spPr>
        <p:txBody>
          <a:bodyPr vert="horz" wrap="square" lIns="0" tIns="17145" rIns="0" bIns="0" rtlCol="0">
            <a:spAutoFit/>
          </a:bodyPr>
          <a:lstStyle/>
          <a:p>
            <a:pPr marL="12700">
              <a:lnSpc>
                <a:spcPct val="100000"/>
              </a:lnSpc>
              <a:spcBef>
                <a:spcPts val="135"/>
              </a:spcBef>
            </a:pPr>
            <a:r>
              <a:rPr sz="2250" i="1" spc="-55" dirty="0">
                <a:latin typeface="Symbol"/>
                <a:cs typeface="Symbol"/>
              </a:rPr>
              <a:t></a:t>
            </a:r>
            <a:endParaRPr sz="2250">
              <a:latin typeface="Symbol"/>
              <a:cs typeface="Symbol"/>
            </a:endParaRPr>
          </a:p>
        </p:txBody>
      </p:sp>
      <p:sp>
        <p:nvSpPr>
          <p:cNvPr id="29" name="object 29"/>
          <p:cNvSpPr txBox="1"/>
          <p:nvPr/>
        </p:nvSpPr>
        <p:spPr>
          <a:xfrm>
            <a:off x="748414" y="2396375"/>
            <a:ext cx="3962400" cy="355600"/>
          </a:xfrm>
          <a:prstGeom prst="rect">
            <a:avLst/>
          </a:prstGeom>
        </p:spPr>
        <p:txBody>
          <a:bodyPr vert="horz" wrap="square" lIns="0" tIns="13970" rIns="0" bIns="0" rtlCol="0">
            <a:spAutoFit/>
          </a:bodyPr>
          <a:lstStyle/>
          <a:p>
            <a:pPr marL="38100">
              <a:lnSpc>
                <a:spcPct val="100000"/>
              </a:lnSpc>
              <a:spcBef>
                <a:spcPts val="110"/>
              </a:spcBef>
              <a:tabLst>
                <a:tab pos="3549015" algn="l"/>
              </a:tabLst>
            </a:pPr>
            <a:r>
              <a:rPr sz="2150" spc="-5" dirty="0">
                <a:latin typeface="Times New Roman"/>
                <a:cs typeface="Times New Roman"/>
              </a:rPr>
              <a:t>Fundamental </a:t>
            </a:r>
            <a:r>
              <a:rPr sz="2150" spc="5" dirty="0">
                <a:latin typeface="Times New Roman"/>
                <a:cs typeface="Times New Roman"/>
              </a:rPr>
              <a:t>output</a:t>
            </a:r>
            <a:r>
              <a:rPr sz="2150" spc="30" dirty="0">
                <a:latin typeface="Times New Roman"/>
                <a:cs typeface="Times New Roman"/>
              </a:rPr>
              <a:t> </a:t>
            </a:r>
            <a:r>
              <a:rPr sz="2150" spc="-10" dirty="0">
                <a:latin typeface="Times New Roman"/>
                <a:cs typeface="Times New Roman"/>
              </a:rPr>
              <a:t>voltage,</a:t>
            </a:r>
            <a:r>
              <a:rPr sz="2150" spc="30" dirty="0">
                <a:latin typeface="Times New Roman"/>
                <a:cs typeface="Times New Roman"/>
              </a:rPr>
              <a:t> </a:t>
            </a:r>
            <a:r>
              <a:rPr sz="2150" i="1" dirty="0">
                <a:latin typeface="Times New Roman"/>
                <a:cs typeface="Times New Roman"/>
              </a:rPr>
              <a:t>E	</a:t>
            </a:r>
            <a:r>
              <a:rPr sz="2150" dirty="0">
                <a:latin typeface="Symbol"/>
                <a:cs typeface="Symbol"/>
              </a:rPr>
              <a:t></a:t>
            </a:r>
            <a:r>
              <a:rPr sz="2150" spc="90" dirty="0">
                <a:latin typeface="Times New Roman"/>
                <a:cs typeface="Times New Roman"/>
              </a:rPr>
              <a:t> </a:t>
            </a:r>
            <a:r>
              <a:rPr sz="3225" baseline="34883" dirty="0">
                <a:latin typeface="Times New Roman"/>
                <a:cs typeface="Times New Roman"/>
              </a:rPr>
              <a:t>2</a:t>
            </a:r>
            <a:endParaRPr sz="3225" baseline="34883">
              <a:latin typeface="Times New Roman"/>
              <a:cs typeface="Times New Roman"/>
            </a:endParaRPr>
          </a:p>
        </p:txBody>
      </p:sp>
      <p:sp>
        <p:nvSpPr>
          <p:cNvPr id="30" name="object 30"/>
          <p:cNvSpPr txBox="1"/>
          <p:nvPr/>
        </p:nvSpPr>
        <p:spPr>
          <a:xfrm>
            <a:off x="3250692" y="2963303"/>
            <a:ext cx="2115185" cy="355600"/>
          </a:xfrm>
          <a:prstGeom prst="rect">
            <a:avLst/>
          </a:prstGeom>
        </p:spPr>
        <p:txBody>
          <a:bodyPr vert="horz" wrap="square" lIns="0" tIns="13970" rIns="0" bIns="0" rtlCol="0">
            <a:spAutoFit/>
          </a:bodyPr>
          <a:lstStyle/>
          <a:p>
            <a:pPr marL="38100">
              <a:lnSpc>
                <a:spcPct val="100000"/>
              </a:lnSpc>
              <a:spcBef>
                <a:spcPts val="110"/>
              </a:spcBef>
              <a:tabLst>
                <a:tab pos="738505" algn="l"/>
              </a:tabLst>
            </a:pPr>
            <a:r>
              <a:rPr sz="2150" i="1" spc="-25" dirty="0">
                <a:latin typeface="Times New Roman"/>
                <a:cs typeface="Times New Roman"/>
              </a:rPr>
              <a:t>ie</a:t>
            </a:r>
            <a:r>
              <a:rPr sz="2150" spc="-25" dirty="0">
                <a:latin typeface="Times New Roman"/>
                <a:cs typeface="Times New Roman"/>
              </a:rPr>
              <a:t>.	</a:t>
            </a:r>
            <a:r>
              <a:rPr sz="2150" i="1" spc="-70" dirty="0">
                <a:latin typeface="Times New Roman"/>
                <a:cs typeface="Times New Roman"/>
              </a:rPr>
              <a:t>E</a:t>
            </a:r>
            <a:r>
              <a:rPr sz="1875" spc="-104" baseline="-24444" dirty="0">
                <a:latin typeface="Times New Roman"/>
                <a:cs typeface="Times New Roman"/>
              </a:rPr>
              <a:t>1 </a:t>
            </a:r>
            <a:r>
              <a:rPr sz="2150" dirty="0">
                <a:latin typeface="Symbol"/>
                <a:cs typeface="Symbol"/>
              </a:rPr>
              <a:t></a:t>
            </a:r>
            <a:r>
              <a:rPr sz="2150" dirty="0">
                <a:latin typeface="Times New Roman"/>
                <a:cs typeface="Times New Roman"/>
              </a:rPr>
              <a:t> </a:t>
            </a:r>
            <a:r>
              <a:rPr sz="2150" spc="5" dirty="0">
                <a:latin typeface="Times New Roman"/>
                <a:cs typeface="Times New Roman"/>
              </a:rPr>
              <a:t>0.9</a:t>
            </a:r>
            <a:r>
              <a:rPr sz="2150" spc="-245" dirty="0">
                <a:latin typeface="Times New Roman"/>
                <a:cs typeface="Times New Roman"/>
              </a:rPr>
              <a:t> </a:t>
            </a:r>
            <a:r>
              <a:rPr sz="2150" i="1" spc="10" dirty="0">
                <a:latin typeface="Times New Roman"/>
                <a:cs typeface="Times New Roman"/>
              </a:rPr>
              <a:t>E</a:t>
            </a:r>
            <a:r>
              <a:rPr sz="1875" i="1" spc="15" baseline="-24444" dirty="0">
                <a:latin typeface="Times New Roman"/>
                <a:cs typeface="Times New Roman"/>
              </a:rPr>
              <a:t>DC</a:t>
            </a:r>
            <a:endParaRPr sz="1875" baseline="-24444">
              <a:latin typeface="Times New Roman"/>
              <a:cs typeface="Times New Roman"/>
            </a:endParaRPr>
          </a:p>
        </p:txBody>
      </p:sp>
      <p:sp>
        <p:nvSpPr>
          <p:cNvPr id="31" name="object 31"/>
          <p:cNvSpPr/>
          <p:nvPr/>
        </p:nvSpPr>
        <p:spPr>
          <a:xfrm>
            <a:off x="4102516" y="4002785"/>
            <a:ext cx="285750" cy="0"/>
          </a:xfrm>
          <a:custGeom>
            <a:avLst/>
            <a:gdLst/>
            <a:ahLst/>
            <a:cxnLst/>
            <a:rect l="l" t="t" r="r" b="b"/>
            <a:pathLst>
              <a:path w="285750">
                <a:moveTo>
                  <a:pt x="0" y="0"/>
                </a:moveTo>
                <a:lnTo>
                  <a:pt x="285749" y="0"/>
                </a:lnTo>
              </a:path>
            </a:pathLst>
          </a:custGeom>
          <a:ln w="11431">
            <a:solidFill>
              <a:srgbClr val="000000"/>
            </a:solidFill>
          </a:ln>
        </p:spPr>
        <p:txBody>
          <a:bodyPr wrap="square" lIns="0" tIns="0" rIns="0" bIns="0" rtlCol="0"/>
          <a:lstStyle/>
          <a:p>
            <a:endParaRPr/>
          </a:p>
        </p:txBody>
      </p:sp>
      <p:sp>
        <p:nvSpPr>
          <p:cNvPr id="32" name="object 32"/>
          <p:cNvSpPr txBox="1"/>
          <p:nvPr/>
        </p:nvSpPr>
        <p:spPr>
          <a:xfrm>
            <a:off x="748174" y="3662248"/>
            <a:ext cx="360680" cy="354330"/>
          </a:xfrm>
          <a:prstGeom prst="rect">
            <a:avLst/>
          </a:prstGeom>
        </p:spPr>
        <p:txBody>
          <a:bodyPr vert="horz" wrap="square" lIns="0" tIns="13335" rIns="0" bIns="0" rtlCol="0">
            <a:spAutoFit/>
          </a:bodyPr>
          <a:lstStyle/>
          <a:p>
            <a:pPr marL="38100">
              <a:lnSpc>
                <a:spcPct val="100000"/>
              </a:lnSpc>
              <a:spcBef>
                <a:spcPts val="105"/>
              </a:spcBef>
            </a:pPr>
            <a:r>
              <a:rPr sz="3225" spc="-7" baseline="-24547" dirty="0">
                <a:latin typeface="Times New Roman"/>
                <a:cs typeface="Times New Roman"/>
              </a:rPr>
              <a:t>n</a:t>
            </a:r>
            <a:r>
              <a:rPr sz="3225" spc="-585" baseline="-24547" dirty="0">
                <a:latin typeface="Times New Roman"/>
                <a:cs typeface="Times New Roman"/>
              </a:rPr>
              <a:t> </a:t>
            </a:r>
            <a:r>
              <a:rPr sz="1250" dirty="0">
                <a:latin typeface="Times New Roman"/>
                <a:cs typeface="Times New Roman"/>
              </a:rPr>
              <a:t>th</a:t>
            </a:r>
            <a:endParaRPr sz="1250">
              <a:latin typeface="Times New Roman"/>
              <a:cs typeface="Times New Roman"/>
            </a:endParaRPr>
          </a:p>
        </p:txBody>
      </p:sp>
      <p:sp>
        <p:nvSpPr>
          <p:cNvPr id="33" name="object 33"/>
          <p:cNvSpPr txBox="1"/>
          <p:nvPr/>
        </p:nvSpPr>
        <p:spPr>
          <a:xfrm>
            <a:off x="3696741" y="3969829"/>
            <a:ext cx="105410" cy="217170"/>
          </a:xfrm>
          <a:prstGeom prst="rect">
            <a:avLst/>
          </a:prstGeom>
        </p:spPr>
        <p:txBody>
          <a:bodyPr vert="horz" wrap="square" lIns="0" tIns="13335" rIns="0" bIns="0" rtlCol="0">
            <a:spAutoFit/>
          </a:bodyPr>
          <a:lstStyle/>
          <a:p>
            <a:pPr marL="12700">
              <a:lnSpc>
                <a:spcPct val="100000"/>
              </a:lnSpc>
              <a:spcBef>
                <a:spcPts val="105"/>
              </a:spcBef>
            </a:pPr>
            <a:r>
              <a:rPr sz="1250" i="1" dirty="0">
                <a:latin typeface="Times New Roman"/>
                <a:cs typeface="Times New Roman"/>
              </a:rPr>
              <a:t>n</a:t>
            </a:r>
            <a:endParaRPr sz="1250">
              <a:latin typeface="Times New Roman"/>
              <a:cs typeface="Times New Roman"/>
            </a:endParaRPr>
          </a:p>
        </p:txBody>
      </p:sp>
      <p:sp>
        <p:nvSpPr>
          <p:cNvPr id="34" name="object 34"/>
          <p:cNvSpPr txBox="1"/>
          <p:nvPr/>
        </p:nvSpPr>
        <p:spPr>
          <a:xfrm>
            <a:off x="4166018" y="3999001"/>
            <a:ext cx="161925" cy="354330"/>
          </a:xfrm>
          <a:prstGeom prst="rect">
            <a:avLst/>
          </a:prstGeom>
        </p:spPr>
        <p:txBody>
          <a:bodyPr vert="horz" wrap="square" lIns="0" tIns="13335" rIns="0" bIns="0" rtlCol="0">
            <a:spAutoFit/>
          </a:bodyPr>
          <a:lstStyle/>
          <a:p>
            <a:pPr marL="12700">
              <a:lnSpc>
                <a:spcPct val="100000"/>
              </a:lnSpc>
              <a:spcBef>
                <a:spcPts val="105"/>
              </a:spcBef>
            </a:pPr>
            <a:r>
              <a:rPr sz="2150" i="1" spc="-5" dirty="0">
                <a:latin typeface="Times New Roman"/>
                <a:cs typeface="Times New Roman"/>
              </a:rPr>
              <a:t>n</a:t>
            </a:r>
            <a:endParaRPr sz="2150">
              <a:latin typeface="Times New Roman"/>
              <a:cs typeface="Times New Roman"/>
            </a:endParaRPr>
          </a:p>
        </p:txBody>
      </p:sp>
      <p:sp>
        <p:nvSpPr>
          <p:cNvPr id="35" name="object 35"/>
          <p:cNvSpPr txBox="1"/>
          <p:nvPr/>
        </p:nvSpPr>
        <p:spPr>
          <a:xfrm>
            <a:off x="1148660" y="3784117"/>
            <a:ext cx="3248660" cy="354330"/>
          </a:xfrm>
          <a:prstGeom prst="rect">
            <a:avLst/>
          </a:prstGeom>
        </p:spPr>
        <p:txBody>
          <a:bodyPr vert="horz" wrap="square" lIns="0" tIns="13335" rIns="0" bIns="0" rtlCol="0">
            <a:spAutoFit/>
          </a:bodyPr>
          <a:lstStyle/>
          <a:p>
            <a:pPr marL="38100">
              <a:lnSpc>
                <a:spcPct val="100000"/>
              </a:lnSpc>
              <a:spcBef>
                <a:spcPts val="105"/>
              </a:spcBef>
              <a:tabLst>
                <a:tab pos="2734310" algn="l"/>
              </a:tabLst>
            </a:pPr>
            <a:r>
              <a:rPr sz="2150" spc="-5" dirty="0">
                <a:latin typeface="Times New Roman"/>
                <a:cs typeface="Times New Roman"/>
              </a:rPr>
              <a:t>order </a:t>
            </a:r>
            <a:r>
              <a:rPr sz="2150" spc="5" dirty="0">
                <a:latin typeface="Times New Roman"/>
                <a:cs typeface="Times New Roman"/>
              </a:rPr>
              <a:t>output</a:t>
            </a:r>
            <a:r>
              <a:rPr sz="2150" spc="10" dirty="0">
                <a:latin typeface="Times New Roman"/>
                <a:cs typeface="Times New Roman"/>
              </a:rPr>
              <a:t> </a:t>
            </a:r>
            <a:r>
              <a:rPr sz="2150" spc="-5" dirty="0">
                <a:latin typeface="Times New Roman"/>
                <a:cs typeface="Times New Roman"/>
              </a:rPr>
              <a:t>voltage,</a:t>
            </a:r>
            <a:r>
              <a:rPr sz="2150" spc="10" dirty="0">
                <a:latin typeface="Times New Roman"/>
                <a:cs typeface="Times New Roman"/>
              </a:rPr>
              <a:t> </a:t>
            </a:r>
            <a:r>
              <a:rPr sz="2150" i="1" spc="-5" dirty="0">
                <a:latin typeface="Times New Roman"/>
                <a:cs typeface="Times New Roman"/>
              </a:rPr>
              <a:t>E	</a:t>
            </a:r>
            <a:r>
              <a:rPr sz="2150" spc="-5" dirty="0">
                <a:latin typeface="Symbol"/>
                <a:cs typeface="Symbol"/>
              </a:rPr>
              <a:t></a:t>
            </a:r>
            <a:r>
              <a:rPr sz="2150" spc="160" dirty="0">
                <a:latin typeface="Times New Roman"/>
                <a:cs typeface="Times New Roman"/>
              </a:rPr>
              <a:t> </a:t>
            </a:r>
            <a:r>
              <a:rPr sz="3225" i="1" spc="-104" baseline="34883" dirty="0">
                <a:latin typeface="Times New Roman"/>
                <a:cs typeface="Times New Roman"/>
              </a:rPr>
              <a:t>E</a:t>
            </a:r>
            <a:r>
              <a:rPr sz="1875" spc="-104" baseline="35555" dirty="0">
                <a:latin typeface="Times New Roman"/>
                <a:cs typeface="Times New Roman"/>
              </a:rPr>
              <a:t>1</a:t>
            </a:r>
            <a:endParaRPr sz="1875" baseline="35555">
              <a:latin typeface="Times New Roman"/>
              <a:cs typeface="Times New Roman"/>
            </a:endParaRPr>
          </a:p>
        </p:txBody>
      </p:sp>
      <p:grpSp>
        <p:nvGrpSpPr>
          <p:cNvPr id="36" name="object 36"/>
          <p:cNvGrpSpPr/>
          <p:nvPr/>
        </p:nvGrpSpPr>
        <p:grpSpPr>
          <a:xfrm>
            <a:off x="2969704" y="4623625"/>
            <a:ext cx="2191385" cy="401320"/>
            <a:chOff x="2969704" y="4623625"/>
            <a:chExt cx="2191385" cy="401320"/>
          </a:xfrm>
        </p:grpSpPr>
        <p:sp>
          <p:nvSpPr>
            <p:cNvPr id="37" name="object 37"/>
            <p:cNvSpPr/>
            <p:nvPr/>
          </p:nvSpPr>
          <p:spPr>
            <a:xfrm>
              <a:off x="2971800" y="4630003"/>
              <a:ext cx="2189480" cy="394335"/>
            </a:xfrm>
            <a:custGeom>
              <a:avLst/>
              <a:gdLst/>
              <a:ahLst/>
              <a:cxnLst/>
              <a:rect l="l" t="t" r="r" b="b"/>
              <a:pathLst>
                <a:path w="2189479" h="394335">
                  <a:moveTo>
                    <a:pt x="0" y="265755"/>
                  </a:moveTo>
                  <a:lnTo>
                    <a:pt x="27995" y="245089"/>
                  </a:lnTo>
                </a:path>
                <a:path w="2189479" h="394335">
                  <a:moveTo>
                    <a:pt x="27995" y="245089"/>
                  </a:moveTo>
                  <a:lnTo>
                    <a:pt x="94487" y="394334"/>
                  </a:lnTo>
                </a:path>
                <a:path w="2189479" h="394335">
                  <a:moveTo>
                    <a:pt x="94487" y="394334"/>
                  </a:moveTo>
                  <a:lnTo>
                    <a:pt x="167548" y="0"/>
                  </a:lnTo>
                </a:path>
                <a:path w="2189479" h="394335">
                  <a:moveTo>
                    <a:pt x="167548" y="0"/>
                  </a:moveTo>
                  <a:lnTo>
                    <a:pt x="2189043" y="0"/>
                  </a:lnTo>
                </a:path>
              </a:pathLst>
            </a:custGeom>
            <a:ln w="3175">
              <a:solidFill>
                <a:srgbClr val="000000"/>
              </a:solidFill>
            </a:ln>
          </p:spPr>
          <p:txBody>
            <a:bodyPr wrap="square" lIns="0" tIns="0" rIns="0" bIns="0" rtlCol="0"/>
            <a:lstStyle/>
            <a:p>
              <a:endParaRPr/>
            </a:p>
          </p:txBody>
        </p:sp>
        <p:sp>
          <p:nvSpPr>
            <p:cNvPr id="38" name="object 38"/>
            <p:cNvSpPr/>
            <p:nvPr/>
          </p:nvSpPr>
          <p:spPr>
            <a:xfrm>
              <a:off x="2969704" y="4623625"/>
              <a:ext cx="2191385" cy="401320"/>
            </a:xfrm>
            <a:custGeom>
              <a:avLst/>
              <a:gdLst/>
              <a:ahLst/>
              <a:cxnLst/>
              <a:rect l="l" t="t" r="r" b="b"/>
              <a:pathLst>
                <a:path w="2191385" h="401320">
                  <a:moveTo>
                    <a:pt x="2191131" y="0"/>
                  </a:moveTo>
                  <a:lnTo>
                    <a:pt x="164591" y="0"/>
                  </a:lnTo>
                  <a:lnTo>
                    <a:pt x="96583" y="365760"/>
                  </a:lnTo>
                  <a:lnTo>
                    <a:pt x="37909" y="240690"/>
                  </a:lnTo>
                  <a:lnTo>
                    <a:pt x="0" y="268605"/>
                  </a:lnTo>
                  <a:lnTo>
                    <a:pt x="5041" y="275742"/>
                  </a:lnTo>
                  <a:lnTo>
                    <a:pt x="22859" y="262128"/>
                  </a:lnTo>
                  <a:lnTo>
                    <a:pt x="90208" y="400723"/>
                  </a:lnTo>
                  <a:lnTo>
                    <a:pt x="103822" y="400723"/>
                  </a:lnTo>
                  <a:lnTo>
                    <a:pt x="175361" y="13525"/>
                  </a:lnTo>
                  <a:lnTo>
                    <a:pt x="2191131" y="13525"/>
                  </a:lnTo>
                  <a:lnTo>
                    <a:pt x="2191131" y="0"/>
                  </a:lnTo>
                  <a:close/>
                </a:path>
              </a:pathLst>
            </a:custGeom>
            <a:solidFill>
              <a:srgbClr val="000000"/>
            </a:solidFill>
          </p:spPr>
          <p:txBody>
            <a:bodyPr wrap="square" lIns="0" tIns="0" rIns="0" bIns="0" rtlCol="0"/>
            <a:lstStyle/>
            <a:p>
              <a:endParaRPr/>
            </a:p>
          </p:txBody>
        </p:sp>
      </p:grpSp>
      <p:sp>
        <p:nvSpPr>
          <p:cNvPr id="39" name="object 39"/>
          <p:cNvSpPr txBox="1"/>
          <p:nvPr/>
        </p:nvSpPr>
        <p:spPr>
          <a:xfrm>
            <a:off x="2271826" y="4826012"/>
            <a:ext cx="398780" cy="217804"/>
          </a:xfrm>
          <a:prstGeom prst="rect">
            <a:avLst/>
          </a:prstGeom>
        </p:spPr>
        <p:txBody>
          <a:bodyPr vert="horz" wrap="square" lIns="0" tIns="13970" rIns="0" bIns="0" rtlCol="0">
            <a:spAutoFit/>
          </a:bodyPr>
          <a:lstStyle/>
          <a:p>
            <a:pPr marL="12700">
              <a:lnSpc>
                <a:spcPct val="100000"/>
              </a:lnSpc>
              <a:spcBef>
                <a:spcPts val="110"/>
              </a:spcBef>
            </a:pPr>
            <a:r>
              <a:rPr sz="1250" spc="25" dirty="0">
                <a:latin typeface="Times New Roman"/>
                <a:cs typeface="Times New Roman"/>
              </a:rPr>
              <a:t>(</a:t>
            </a:r>
            <a:r>
              <a:rPr sz="1250" i="1" spc="25" dirty="0">
                <a:latin typeface="Times New Roman"/>
                <a:cs typeface="Times New Roman"/>
              </a:rPr>
              <a:t>rms</a:t>
            </a:r>
            <a:r>
              <a:rPr sz="1250" i="1" spc="-250" dirty="0">
                <a:latin typeface="Times New Roman"/>
                <a:cs typeface="Times New Roman"/>
              </a:rPr>
              <a:t> </a:t>
            </a:r>
            <a:r>
              <a:rPr sz="1250" dirty="0">
                <a:latin typeface="Times New Roman"/>
                <a:cs typeface="Times New Roman"/>
              </a:rPr>
              <a:t>)</a:t>
            </a:r>
            <a:endParaRPr sz="1250">
              <a:latin typeface="Times New Roman"/>
              <a:cs typeface="Times New Roman"/>
            </a:endParaRPr>
          </a:p>
        </p:txBody>
      </p:sp>
      <p:sp>
        <p:nvSpPr>
          <p:cNvPr id="40" name="object 40"/>
          <p:cNvSpPr txBox="1"/>
          <p:nvPr/>
        </p:nvSpPr>
        <p:spPr>
          <a:xfrm>
            <a:off x="3297484" y="4826012"/>
            <a:ext cx="105410" cy="217804"/>
          </a:xfrm>
          <a:prstGeom prst="rect">
            <a:avLst/>
          </a:prstGeom>
        </p:spPr>
        <p:txBody>
          <a:bodyPr vert="horz" wrap="square" lIns="0" tIns="13970" rIns="0" bIns="0" rtlCol="0">
            <a:spAutoFit/>
          </a:bodyPr>
          <a:lstStyle/>
          <a:p>
            <a:pPr marL="12700">
              <a:lnSpc>
                <a:spcPct val="100000"/>
              </a:lnSpc>
              <a:spcBef>
                <a:spcPts val="110"/>
              </a:spcBef>
            </a:pPr>
            <a:r>
              <a:rPr sz="1250" dirty="0">
                <a:latin typeface="Times New Roman"/>
                <a:cs typeface="Times New Roman"/>
              </a:rPr>
              <a:t>1</a:t>
            </a:r>
            <a:endParaRPr sz="1250">
              <a:latin typeface="Times New Roman"/>
              <a:cs typeface="Times New Roman"/>
            </a:endParaRPr>
          </a:p>
        </p:txBody>
      </p:sp>
      <p:sp>
        <p:nvSpPr>
          <p:cNvPr id="41" name="object 41"/>
          <p:cNvSpPr txBox="1"/>
          <p:nvPr/>
        </p:nvSpPr>
        <p:spPr>
          <a:xfrm>
            <a:off x="3122597" y="4518088"/>
            <a:ext cx="384810" cy="354965"/>
          </a:xfrm>
          <a:prstGeom prst="rect">
            <a:avLst/>
          </a:prstGeom>
        </p:spPr>
        <p:txBody>
          <a:bodyPr vert="horz" wrap="square" lIns="0" tIns="13970" rIns="0" bIns="0" rtlCol="0">
            <a:spAutoFit/>
          </a:bodyPr>
          <a:lstStyle/>
          <a:p>
            <a:pPr marL="38100">
              <a:lnSpc>
                <a:spcPct val="100000"/>
              </a:lnSpc>
              <a:spcBef>
                <a:spcPts val="110"/>
              </a:spcBef>
            </a:pPr>
            <a:r>
              <a:rPr sz="3225" i="1" baseline="-24547" dirty="0">
                <a:latin typeface="Times New Roman"/>
                <a:cs typeface="Times New Roman"/>
              </a:rPr>
              <a:t>E</a:t>
            </a:r>
            <a:r>
              <a:rPr sz="3225" i="1" spc="-172" baseline="-24547" dirty="0">
                <a:latin typeface="Times New Roman"/>
                <a:cs typeface="Times New Roman"/>
              </a:rPr>
              <a:t> </a:t>
            </a:r>
            <a:r>
              <a:rPr sz="1250" dirty="0">
                <a:latin typeface="Times New Roman"/>
                <a:cs typeface="Times New Roman"/>
              </a:rPr>
              <a:t>2</a:t>
            </a:r>
            <a:endParaRPr sz="1250">
              <a:latin typeface="Times New Roman"/>
              <a:cs typeface="Times New Roman"/>
            </a:endParaRPr>
          </a:p>
        </p:txBody>
      </p:sp>
      <p:sp>
        <p:nvSpPr>
          <p:cNvPr id="42" name="object 42"/>
          <p:cNvSpPr txBox="1"/>
          <p:nvPr/>
        </p:nvSpPr>
        <p:spPr>
          <a:xfrm>
            <a:off x="3492399" y="4641684"/>
            <a:ext cx="1721485" cy="401955"/>
          </a:xfrm>
          <a:prstGeom prst="rect">
            <a:avLst/>
          </a:prstGeom>
        </p:spPr>
        <p:txBody>
          <a:bodyPr vert="horz" wrap="square" lIns="0" tIns="13970" rIns="0" bIns="0" rtlCol="0">
            <a:spAutoFit/>
          </a:bodyPr>
          <a:lstStyle/>
          <a:p>
            <a:pPr marL="50800">
              <a:lnSpc>
                <a:spcPts val="2014"/>
              </a:lnSpc>
              <a:spcBef>
                <a:spcPts val="110"/>
              </a:spcBef>
            </a:pPr>
            <a:r>
              <a:rPr sz="2150" dirty="0">
                <a:latin typeface="Symbol"/>
                <a:cs typeface="Symbol"/>
              </a:rPr>
              <a:t></a:t>
            </a:r>
            <a:r>
              <a:rPr sz="2150" dirty="0">
                <a:latin typeface="Times New Roman"/>
                <a:cs typeface="Times New Roman"/>
              </a:rPr>
              <a:t> </a:t>
            </a:r>
            <a:r>
              <a:rPr sz="2150" i="1" dirty="0">
                <a:latin typeface="Times New Roman"/>
                <a:cs typeface="Times New Roman"/>
              </a:rPr>
              <a:t>E </a:t>
            </a:r>
            <a:r>
              <a:rPr sz="1875" baseline="42222" dirty="0">
                <a:latin typeface="Times New Roman"/>
                <a:cs typeface="Times New Roman"/>
              </a:rPr>
              <a:t>2 </a:t>
            </a:r>
            <a:r>
              <a:rPr sz="2150" dirty="0">
                <a:latin typeface="Symbol"/>
                <a:cs typeface="Symbol"/>
              </a:rPr>
              <a:t></a:t>
            </a:r>
            <a:r>
              <a:rPr sz="2150" dirty="0">
                <a:latin typeface="Times New Roman"/>
                <a:cs typeface="Times New Roman"/>
              </a:rPr>
              <a:t> </a:t>
            </a:r>
            <a:r>
              <a:rPr sz="2150" i="1" dirty="0">
                <a:latin typeface="Times New Roman"/>
                <a:cs typeface="Times New Roman"/>
              </a:rPr>
              <a:t>E </a:t>
            </a:r>
            <a:r>
              <a:rPr sz="1875" baseline="42222" dirty="0">
                <a:latin typeface="Times New Roman"/>
                <a:cs typeface="Times New Roman"/>
              </a:rPr>
              <a:t>2 </a:t>
            </a:r>
            <a:r>
              <a:rPr sz="2150" dirty="0">
                <a:latin typeface="Symbol"/>
                <a:cs typeface="Symbol"/>
              </a:rPr>
              <a:t></a:t>
            </a:r>
            <a:r>
              <a:rPr sz="2150" spc="-325" dirty="0">
                <a:latin typeface="Times New Roman"/>
                <a:cs typeface="Times New Roman"/>
              </a:rPr>
              <a:t> </a:t>
            </a:r>
            <a:r>
              <a:rPr sz="2150" dirty="0">
                <a:latin typeface="Times New Roman"/>
                <a:cs typeface="Times New Roman"/>
              </a:rPr>
              <a:t>...</a:t>
            </a:r>
            <a:endParaRPr sz="2150">
              <a:latin typeface="Times New Roman"/>
              <a:cs typeface="Times New Roman"/>
            </a:endParaRPr>
          </a:p>
          <a:p>
            <a:pPr marL="424180">
              <a:lnSpc>
                <a:spcPts val="935"/>
              </a:lnSpc>
              <a:tabLst>
                <a:tab pos="1036319" algn="l"/>
              </a:tabLst>
            </a:pPr>
            <a:r>
              <a:rPr sz="1250" dirty="0">
                <a:latin typeface="Times New Roman"/>
                <a:cs typeface="Times New Roman"/>
              </a:rPr>
              <a:t>3	5</a:t>
            </a:r>
            <a:endParaRPr sz="1250">
              <a:latin typeface="Times New Roman"/>
              <a:cs typeface="Times New Roman"/>
            </a:endParaRPr>
          </a:p>
        </p:txBody>
      </p:sp>
      <p:sp>
        <p:nvSpPr>
          <p:cNvPr id="43" name="object 43"/>
          <p:cNvSpPr txBox="1"/>
          <p:nvPr/>
        </p:nvSpPr>
        <p:spPr>
          <a:xfrm>
            <a:off x="744613" y="4641684"/>
            <a:ext cx="2169160" cy="354965"/>
          </a:xfrm>
          <a:prstGeom prst="rect">
            <a:avLst/>
          </a:prstGeom>
        </p:spPr>
        <p:txBody>
          <a:bodyPr vert="horz" wrap="square" lIns="0" tIns="13970" rIns="0" bIns="0" rtlCol="0">
            <a:spAutoFit/>
          </a:bodyPr>
          <a:lstStyle/>
          <a:p>
            <a:pPr marL="12700">
              <a:lnSpc>
                <a:spcPct val="100000"/>
              </a:lnSpc>
              <a:spcBef>
                <a:spcPts val="110"/>
              </a:spcBef>
              <a:tabLst>
                <a:tab pos="2005964" algn="l"/>
              </a:tabLst>
            </a:pPr>
            <a:r>
              <a:rPr sz="2150" spc="15" dirty="0">
                <a:latin typeface="Times New Roman"/>
                <a:cs typeface="Times New Roman"/>
              </a:rPr>
              <a:t>RM</a:t>
            </a:r>
            <a:r>
              <a:rPr sz="2150" dirty="0">
                <a:latin typeface="Times New Roman"/>
                <a:cs typeface="Times New Roman"/>
              </a:rPr>
              <a:t>S</a:t>
            </a:r>
            <a:r>
              <a:rPr sz="2150" spc="-80" dirty="0">
                <a:latin typeface="Times New Roman"/>
                <a:cs typeface="Times New Roman"/>
              </a:rPr>
              <a:t> </a:t>
            </a:r>
            <a:r>
              <a:rPr sz="2150" spc="-25" dirty="0">
                <a:latin typeface="Times New Roman"/>
                <a:cs typeface="Times New Roman"/>
              </a:rPr>
              <a:t>val</a:t>
            </a:r>
            <a:r>
              <a:rPr sz="2150" spc="10" dirty="0">
                <a:latin typeface="Times New Roman"/>
                <a:cs typeface="Times New Roman"/>
              </a:rPr>
              <a:t>u</a:t>
            </a:r>
            <a:r>
              <a:rPr sz="2150" spc="-25" dirty="0">
                <a:latin typeface="Times New Roman"/>
                <a:cs typeface="Times New Roman"/>
              </a:rPr>
              <a:t>e</a:t>
            </a:r>
            <a:r>
              <a:rPr sz="2150" dirty="0">
                <a:latin typeface="Times New Roman"/>
                <a:cs typeface="Times New Roman"/>
              </a:rPr>
              <a:t>,</a:t>
            </a:r>
            <a:r>
              <a:rPr sz="2150" spc="15" dirty="0">
                <a:latin typeface="Times New Roman"/>
                <a:cs typeface="Times New Roman"/>
              </a:rPr>
              <a:t> </a:t>
            </a:r>
            <a:r>
              <a:rPr sz="2150" i="1" dirty="0">
                <a:latin typeface="Times New Roman"/>
                <a:cs typeface="Times New Roman"/>
              </a:rPr>
              <a:t>E	</a:t>
            </a:r>
            <a:r>
              <a:rPr sz="2150" dirty="0">
                <a:latin typeface="Symbol"/>
                <a:cs typeface="Symbol"/>
              </a:rPr>
              <a:t></a:t>
            </a:r>
            <a:endParaRPr sz="2150">
              <a:latin typeface="Symbol"/>
              <a:cs typeface="Symbol"/>
            </a:endParaRPr>
          </a:p>
        </p:txBody>
      </p:sp>
      <p:sp>
        <p:nvSpPr>
          <p:cNvPr id="44" name="object 44"/>
          <p:cNvSpPr/>
          <p:nvPr/>
        </p:nvSpPr>
        <p:spPr>
          <a:xfrm>
            <a:off x="4618192" y="5282762"/>
            <a:ext cx="175260" cy="245110"/>
          </a:xfrm>
          <a:custGeom>
            <a:avLst/>
            <a:gdLst/>
            <a:ahLst/>
            <a:cxnLst/>
            <a:rect l="l" t="t" r="r" b="b"/>
            <a:pathLst>
              <a:path w="175260" h="245110">
                <a:moveTo>
                  <a:pt x="174787" y="0"/>
                </a:moveTo>
                <a:lnTo>
                  <a:pt x="0" y="245074"/>
                </a:lnTo>
              </a:path>
            </a:pathLst>
          </a:custGeom>
          <a:ln w="5731">
            <a:solidFill>
              <a:srgbClr val="000000"/>
            </a:solidFill>
          </a:ln>
        </p:spPr>
        <p:txBody>
          <a:bodyPr wrap="square" lIns="0" tIns="0" rIns="0" bIns="0" rtlCol="0"/>
          <a:lstStyle/>
          <a:p>
            <a:endParaRPr/>
          </a:p>
        </p:txBody>
      </p:sp>
      <p:sp>
        <p:nvSpPr>
          <p:cNvPr id="45" name="object 45"/>
          <p:cNvSpPr txBox="1"/>
          <p:nvPr/>
        </p:nvSpPr>
        <p:spPr>
          <a:xfrm>
            <a:off x="6116637" y="5413773"/>
            <a:ext cx="116205" cy="554355"/>
          </a:xfrm>
          <a:prstGeom prst="rect">
            <a:avLst/>
          </a:prstGeom>
        </p:spPr>
        <p:txBody>
          <a:bodyPr vert="horz" wrap="square" lIns="0" tIns="15240" rIns="0" bIns="0" rtlCol="0">
            <a:spAutoFit/>
          </a:bodyPr>
          <a:lstStyle/>
          <a:p>
            <a:pPr marL="12700">
              <a:lnSpc>
                <a:spcPct val="100000"/>
              </a:lnSpc>
              <a:spcBef>
                <a:spcPts val="120"/>
              </a:spcBef>
            </a:pPr>
            <a:r>
              <a:rPr sz="3450" spc="-440" dirty="0">
                <a:latin typeface="Symbol"/>
                <a:cs typeface="Symbol"/>
              </a:rPr>
              <a:t></a:t>
            </a:r>
            <a:endParaRPr sz="3450">
              <a:latin typeface="Symbol"/>
              <a:cs typeface="Symbol"/>
            </a:endParaRPr>
          </a:p>
        </p:txBody>
      </p:sp>
      <p:sp>
        <p:nvSpPr>
          <p:cNvPr id="46" name="object 46"/>
          <p:cNvSpPr/>
          <p:nvPr/>
        </p:nvSpPr>
        <p:spPr>
          <a:xfrm>
            <a:off x="6230965" y="5461253"/>
            <a:ext cx="175260" cy="245110"/>
          </a:xfrm>
          <a:custGeom>
            <a:avLst/>
            <a:gdLst/>
            <a:ahLst/>
            <a:cxnLst/>
            <a:rect l="l" t="t" r="r" b="b"/>
            <a:pathLst>
              <a:path w="175260" h="245110">
                <a:moveTo>
                  <a:pt x="174787" y="0"/>
                </a:moveTo>
                <a:lnTo>
                  <a:pt x="0" y="245074"/>
                </a:lnTo>
              </a:path>
            </a:pathLst>
          </a:custGeom>
          <a:ln w="5731">
            <a:solidFill>
              <a:srgbClr val="000000"/>
            </a:solidFill>
          </a:ln>
        </p:spPr>
        <p:txBody>
          <a:bodyPr wrap="square" lIns="0" tIns="0" rIns="0" bIns="0" rtlCol="0"/>
          <a:lstStyle/>
          <a:p>
            <a:endParaRPr/>
          </a:p>
        </p:txBody>
      </p:sp>
      <p:sp>
        <p:nvSpPr>
          <p:cNvPr id="47" name="object 47"/>
          <p:cNvSpPr txBox="1"/>
          <p:nvPr/>
        </p:nvSpPr>
        <p:spPr>
          <a:xfrm>
            <a:off x="4617326" y="5232476"/>
            <a:ext cx="106045" cy="218440"/>
          </a:xfrm>
          <a:prstGeom prst="rect">
            <a:avLst/>
          </a:prstGeom>
        </p:spPr>
        <p:txBody>
          <a:bodyPr vert="horz" wrap="square" lIns="0" tIns="14605" rIns="0" bIns="0" rtlCol="0">
            <a:spAutoFit/>
          </a:bodyPr>
          <a:lstStyle/>
          <a:p>
            <a:pPr marL="12700">
              <a:lnSpc>
                <a:spcPct val="100000"/>
              </a:lnSpc>
              <a:spcBef>
                <a:spcPts val="115"/>
              </a:spcBef>
            </a:pPr>
            <a:r>
              <a:rPr sz="1250" spc="5" dirty="0">
                <a:latin typeface="Times New Roman"/>
                <a:cs typeface="Times New Roman"/>
              </a:rPr>
              <a:t>1</a:t>
            </a:r>
            <a:endParaRPr sz="1250">
              <a:latin typeface="Times New Roman"/>
              <a:cs typeface="Times New Roman"/>
            </a:endParaRPr>
          </a:p>
        </p:txBody>
      </p:sp>
      <p:sp>
        <p:nvSpPr>
          <p:cNvPr id="48" name="object 48"/>
          <p:cNvSpPr txBox="1"/>
          <p:nvPr/>
        </p:nvSpPr>
        <p:spPr>
          <a:xfrm>
            <a:off x="4705705" y="5354320"/>
            <a:ext cx="106045" cy="218440"/>
          </a:xfrm>
          <a:prstGeom prst="rect">
            <a:avLst/>
          </a:prstGeom>
        </p:spPr>
        <p:txBody>
          <a:bodyPr vert="horz" wrap="square" lIns="0" tIns="14605" rIns="0" bIns="0" rtlCol="0">
            <a:spAutoFit/>
          </a:bodyPr>
          <a:lstStyle/>
          <a:p>
            <a:pPr marL="12700">
              <a:lnSpc>
                <a:spcPct val="100000"/>
              </a:lnSpc>
              <a:spcBef>
                <a:spcPts val="115"/>
              </a:spcBef>
            </a:pPr>
            <a:r>
              <a:rPr sz="1250" spc="5" dirty="0">
                <a:latin typeface="Times New Roman"/>
                <a:cs typeface="Times New Roman"/>
              </a:rPr>
              <a:t>2</a:t>
            </a:r>
            <a:endParaRPr sz="1250">
              <a:latin typeface="Times New Roman"/>
              <a:cs typeface="Times New Roman"/>
            </a:endParaRPr>
          </a:p>
        </p:txBody>
      </p:sp>
      <p:sp>
        <p:nvSpPr>
          <p:cNvPr id="49" name="object 49"/>
          <p:cNvSpPr txBox="1"/>
          <p:nvPr/>
        </p:nvSpPr>
        <p:spPr>
          <a:xfrm>
            <a:off x="6231229" y="5410657"/>
            <a:ext cx="106045" cy="218440"/>
          </a:xfrm>
          <a:prstGeom prst="rect">
            <a:avLst/>
          </a:prstGeom>
        </p:spPr>
        <p:txBody>
          <a:bodyPr vert="horz" wrap="square" lIns="0" tIns="14605" rIns="0" bIns="0" rtlCol="0">
            <a:spAutoFit/>
          </a:bodyPr>
          <a:lstStyle/>
          <a:p>
            <a:pPr marL="12700">
              <a:lnSpc>
                <a:spcPct val="100000"/>
              </a:lnSpc>
              <a:spcBef>
                <a:spcPts val="115"/>
              </a:spcBef>
            </a:pPr>
            <a:r>
              <a:rPr sz="1250" spc="5" dirty="0">
                <a:latin typeface="Times New Roman"/>
                <a:cs typeface="Times New Roman"/>
              </a:rPr>
              <a:t>1</a:t>
            </a:r>
            <a:endParaRPr sz="1250">
              <a:latin typeface="Times New Roman"/>
              <a:cs typeface="Times New Roman"/>
            </a:endParaRPr>
          </a:p>
        </p:txBody>
      </p:sp>
      <p:sp>
        <p:nvSpPr>
          <p:cNvPr id="50" name="object 50"/>
          <p:cNvSpPr txBox="1"/>
          <p:nvPr/>
        </p:nvSpPr>
        <p:spPr>
          <a:xfrm>
            <a:off x="4323588" y="5343278"/>
            <a:ext cx="319405" cy="356235"/>
          </a:xfrm>
          <a:prstGeom prst="rect">
            <a:avLst/>
          </a:prstGeom>
        </p:spPr>
        <p:txBody>
          <a:bodyPr vert="horz" wrap="square" lIns="0" tIns="14604" rIns="0" bIns="0" rtlCol="0">
            <a:spAutoFit/>
          </a:bodyPr>
          <a:lstStyle/>
          <a:p>
            <a:pPr marL="38100">
              <a:lnSpc>
                <a:spcPct val="100000"/>
              </a:lnSpc>
              <a:spcBef>
                <a:spcPts val="114"/>
              </a:spcBef>
            </a:pPr>
            <a:r>
              <a:rPr sz="1875" spc="7" baseline="-26666" dirty="0">
                <a:latin typeface="Times New Roman"/>
                <a:cs typeface="Times New Roman"/>
              </a:rPr>
              <a:t>2</a:t>
            </a:r>
            <a:r>
              <a:rPr sz="1875" spc="112" baseline="-26666" dirty="0">
                <a:latin typeface="Times New Roman"/>
                <a:cs typeface="Times New Roman"/>
              </a:rPr>
              <a:t> </a:t>
            </a:r>
            <a:r>
              <a:rPr sz="2150" dirty="0">
                <a:latin typeface="Symbol"/>
                <a:cs typeface="Symbol"/>
              </a:rPr>
              <a:t></a:t>
            </a:r>
            <a:endParaRPr sz="2150">
              <a:latin typeface="Symbol"/>
              <a:cs typeface="Symbol"/>
            </a:endParaRPr>
          </a:p>
        </p:txBody>
      </p:sp>
      <p:sp>
        <p:nvSpPr>
          <p:cNvPr id="51" name="object 51"/>
          <p:cNvSpPr txBox="1"/>
          <p:nvPr/>
        </p:nvSpPr>
        <p:spPr>
          <a:xfrm>
            <a:off x="5402086" y="5531056"/>
            <a:ext cx="106045" cy="218440"/>
          </a:xfrm>
          <a:prstGeom prst="rect">
            <a:avLst/>
          </a:prstGeom>
        </p:spPr>
        <p:txBody>
          <a:bodyPr vert="horz" wrap="square" lIns="0" tIns="14605" rIns="0" bIns="0" rtlCol="0">
            <a:spAutoFit/>
          </a:bodyPr>
          <a:lstStyle/>
          <a:p>
            <a:pPr marL="12700">
              <a:lnSpc>
                <a:spcPct val="100000"/>
              </a:lnSpc>
              <a:spcBef>
                <a:spcPts val="115"/>
              </a:spcBef>
            </a:pPr>
            <a:r>
              <a:rPr sz="1250" spc="5" dirty="0">
                <a:latin typeface="Times New Roman"/>
                <a:cs typeface="Times New Roman"/>
              </a:rPr>
              <a:t>2</a:t>
            </a:r>
            <a:endParaRPr sz="1250">
              <a:latin typeface="Times New Roman"/>
              <a:cs typeface="Times New Roman"/>
            </a:endParaRPr>
          </a:p>
        </p:txBody>
      </p:sp>
      <p:sp>
        <p:nvSpPr>
          <p:cNvPr id="52" name="object 52"/>
          <p:cNvSpPr txBox="1"/>
          <p:nvPr/>
        </p:nvSpPr>
        <p:spPr>
          <a:xfrm>
            <a:off x="5991883" y="5531056"/>
            <a:ext cx="106045" cy="218440"/>
          </a:xfrm>
          <a:prstGeom prst="rect">
            <a:avLst/>
          </a:prstGeom>
        </p:spPr>
        <p:txBody>
          <a:bodyPr vert="horz" wrap="square" lIns="0" tIns="14605" rIns="0" bIns="0" rtlCol="0">
            <a:spAutoFit/>
          </a:bodyPr>
          <a:lstStyle/>
          <a:p>
            <a:pPr marL="12700">
              <a:lnSpc>
                <a:spcPct val="100000"/>
              </a:lnSpc>
              <a:spcBef>
                <a:spcPts val="115"/>
              </a:spcBef>
            </a:pPr>
            <a:r>
              <a:rPr sz="1250" spc="5" dirty="0">
                <a:latin typeface="Times New Roman"/>
                <a:cs typeface="Times New Roman"/>
              </a:rPr>
              <a:t>2</a:t>
            </a:r>
            <a:endParaRPr sz="1250">
              <a:latin typeface="Times New Roman"/>
              <a:cs typeface="Times New Roman"/>
            </a:endParaRPr>
          </a:p>
        </p:txBody>
      </p:sp>
      <p:sp>
        <p:nvSpPr>
          <p:cNvPr id="53" name="object 53"/>
          <p:cNvSpPr txBox="1"/>
          <p:nvPr/>
        </p:nvSpPr>
        <p:spPr>
          <a:xfrm>
            <a:off x="5911164" y="5726098"/>
            <a:ext cx="106045" cy="218440"/>
          </a:xfrm>
          <a:prstGeom prst="rect">
            <a:avLst/>
          </a:prstGeom>
        </p:spPr>
        <p:txBody>
          <a:bodyPr vert="horz" wrap="square" lIns="0" tIns="14605" rIns="0" bIns="0" rtlCol="0">
            <a:spAutoFit/>
          </a:bodyPr>
          <a:lstStyle/>
          <a:p>
            <a:pPr marL="12700">
              <a:lnSpc>
                <a:spcPct val="100000"/>
              </a:lnSpc>
              <a:spcBef>
                <a:spcPts val="115"/>
              </a:spcBef>
            </a:pPr>
            <a:r>
              <a:rPr sz="1250" spc="5" dirty="0">
                <a:latin typeface="Times New Roman"/>
                <a:cs typeface="Times New Roman"/>
              </a:rPr>
              <a:t>1</a:t>
            </a:r>
            <a:endParaRPr sz="1250">
              <a:latin typeface="Times New Roman"/>
              <a:cs typeface="Times New Roman"/>
            </a:endParaRPr>
          </a:p>
        </p:txBody>
      </p:sp>
      <p:sp>
        <p:nvSpPr>
          <p:cNvPr id="54" name="object 54"/>
          <p:cNvSpPr txBox="1"/>
          <p:nvPr/>
        </p:nvSpPr>
        <p:spPr>
          <a:xfrm>
            <a:off x="4882386" y="5374224"/>
            <a:ext cx="1072515" cy="554355"/>
          </a:xfrm>
          <a:prstGeom prst="rect">
            <a:avLst/>
          </a:prstGeom>
        </p:spPr>
        <p:txBody>
          <a:bodyPr vert="horz" wrap="square" lIns="0" tIns="15240" rIns="0" bIns="0" rtlCol="0">
            <a:spAutoFit/>
          </a:bodyPr>
          <a:lstStyle/>
          <a:p>
            <a:pPr marL="12700">
              <a:lnSpc>
                <a:spcPct val="100000"/>
              </a:lnSpc>
              <a:spcBef>
                <a:spcPts val="120"/>
              </a:spcBef>
              <a:tabLst>
                <a:tab pos="685800" algn="l"/>
              </a:tabLst>
            </a:pPr>
            <a:r>
              <a:rPr sz="2150" spc="5" dirty="0">
                <a:latin typeface="Symbol"/>
                <a:cs typeface="Symbol"/>
              </a:rPr>
              <a:t></a:t>
            </a:r>
            <a:r>
              <a:rPr sz="2150" spc="-105" dirty="0">
                <a:latin typeface="Times New Roman"/>
                <a:cs typeface="Times New Roman"/>
              </a:rPr>
              <a:t> </a:t>
            </a:r>
            <a:r>
              <a:rPr sz="5175" spc="-142" baseline="-4830" dirty="0">
                <a:latin typeface="Symbol"/>
                <a:cs typeface="Symbol"/>
              </a:rPr>
              <a:t></a:t>
            </a:r>
            <a:r>
              <a:rPr sz="2150" i="1" spc="-95" dirty="0" smtClean="0">
                <a:latin typeface="Times New Roman"/>
                <a:cs typeface="Times New Roman"/>
              </a:rPr>
              <a:t>E</a:t>
            </a:r>
            <a:r>
              <a:rPr sz="2150" i="1" spc="-95" dirty="0">
                <a:latin typeface="Times New Roman"/>
                <a:cs typeface="Times New Roman"/>
              </a:rPr>
              <a:t>	</a:t>
            </a:r>
            <a:r>
              <a:rPr sz="2150" spc="5" dirty="0">
                <a:latin typeface="Symbol"/>
                <a:cs typeface="Symbol"/>
              </a:rPr>
              <a:t></a:t>
            </a:r>
            <a:r>
              <a:rPr sz="2150" spc="-185" dirty="0">
                <a:latin typeface="Times New Roman"/>
                <a:cs typeface="Times New Roman"/>
              </a:rPr>
              <a:t> </a:t>
            </a:r>
            <a:r>
              <a:rPr sz="2150" i="1" spc="5" dirty="0">
                <a:latin typeface="Times New Roman"/>
                <a:cs typeface="Times New Roman"/>
              </a:rPr>
              <a:t>E</a:t>
            </a:r>
            <a:endParaRPr sz="2150" dirty="0">
              <a:latin typeface="Times New Roman"/>
              <a:cs typeface="Times New Roman"/>
            </a:endParaRPr>
          </a:p>
        </p:txBody>
      </p:sp>
      <p:sp>
        <p:nvSpPr>
          <p:cNvPr id="55" name="object 55"/>
          <p:cNvSpPr txBox="1"/>
          <p:nvPr/>
        </p:nvSpPr>
        <p:spPr>
          <a:xfrm>
            <a:off x="3010954" y="5726098"/>
            <a:ext cx="106045" cy="218440"/>
          </a:xfrm>
          <a:prstGeom prst="rect">
            <a:avLst/>
          </a:prstGeom>
        </p:spPr>
        <p:txBody>
          <a:bodyPr vert="horz" wrap="square" lIns="0" tIns="14605" rIns="0" bIns="0" rtlCol="0">
            <a:spAutoFit/>
          </a:bodyPr>
          <a:lstStyle/>
          <a:p>
            <a:pPr marL="12700">
              <a:lnSpc>
                <a:spcPct val="100000"/>
              </a:lnSpc>
              <a:spcBef>
                <a:spcPts val="115"/>
              </a:spcBef>
            </a:pPr>
            <a:r>
              <a:rPr sz="1250" i="1" spc="5" dirty="0">
                <a:latin typeface="Times New Roman"/>
                <a:cs typeface="Times New Roman"/>
              </a:rPr>
              <a:t>h</a:t>
            </a:r>
            <a:endParaRPr sz="1250">
              <a:latin typeface="Times New Roman"/>
              <a:cs typeface="Times New Roman"/>
            </a:endParaRPr>
          </a:p>
        </p:txBody>
      </p:sp>
      <p:sp>
        <p:nvSpPr>
          <p:cNvPr id="56" name="object 56"/>
          <p:cNvSpPr txBox="1"/>
          <p:nvPr/>
        </p:nvSpPr>
        <p:spPr>
          <a:xfrm>
            <a:off x="4254555" y="5726098"/>
            <a:ext cx="106045" cy="218440"/>
          </a:xfrm>
          <a:prstGeom prst="rect">
            <a:avLst/>
          </a:prstGeom>
        </p:spPr>
        <p:txBody>
          <a:bodyPr vert="horz" wrap="square" lIns="0" tIns="14605" rIns="0" bIns="0" rtlCol="0">
            <a:spAutoFit/>
          </a:bodyPr>
          <a:lstStyle/>
          <a:p>
            <a:pPr marL="12700">
              <a:lnSpc>
                <a:spcPct val="100000"/>
              </a:lnSpc>
              <a:spcBef>
                <a:spcPts val="115"/>
              </a:spcBef>
            </a:pPr>
            <a:r>
              <a:rPr sz="1250" i="1" spc="5" dirty="0">
                <a:latin typeface="Times New Roman"/>
                <a:cs typeface="Times New Roman"/>
              </a:rPr>
              <a:t>n</a:t>
            </a:r>
            <a:endParaRPr sz="1250">
              <a:latin typeface="Times New Roman"/>
              <a:cs typeface="Times New Roman"/>
            </a:endParaRPr>
          </a:p>
        </p:txBody>
      </p:sp>
      <p:sp>
        <p:nvSpPr>
          <p:cNvPr id="57" name="object 57"/>
          <p:cNvSpPr txBox="1"/>
          <p:nvPr/>
        </p:nvSpPr>
        <p:spPr>
          <a:xfrm>
            <a:off x="7703412" y="5726098"/>
            <a:ext cx="247015" cy="218440"/>
          </a:xfrm>
          <a:prstGeom prst="rect">
            <a:avLst/>
          </a:prstGeom>
        </p:spPr>
        <p:txBody>
          <a:bodyPr vert="horz" wrap="square" lIns="0" tIns="14605" rIns="0" bIns="0" rtlCol="0">
            <a:spAutoFit/>
          </a:bodyPr>
          <a:lstStyle/>
          <a:p>
            <a:pPr marL="12700">
              <a:lnSpc>
                <a:spcPct val="100000"/>
              </a:lnSpc>
              <a:spcBef>
                <a:spcPts val="115"/>
              </a:spcBef>
            </a:pPr>
            <a:r>
              <a:rPr sz="1250" i="1" spc="-10" dirty="0">
                <a:latin typeface="Times New Roman"/>
                <a:cs typeface="Times New Roman"/>
              </a:rPr>
              <a:t>D</a:t>
            </a:r>
            <a:r>
              <a:rPr sz="1250" i="1" spc="5" dirty="0">
                <a:latin typeface="Times New Roman"/>
                <a:cs typeface="Times New Roman"/>
              </a:rPr>
              <a:t>C</a:t>
            </a:r>
            <a:endParaRPr sz="1250">
              <a:latin typeface="Times New Roman"/>
              <a:cs typeface="Times New Roman"/>
            </a:endParaRPr>
          </a:p>
        </p:txBody>
      </p:sp>
      <p:sp>
        <p:nvSpPr>
          <p:cNvPr id="58" name="object 58"/>
          <p:cNvSpPr txBox="1"/>
          <p:nvPr/>
        </p:nvSpPr>
        <p:spPr>
          <a:xfrm>
            <a:off x="6292608" y="5539769"/>
            <a:ext cx="1457325" cy="356235"/>
          </a:xfrm>
          <a:prstGeom prst="rect">
            <a:avLst/>
          </a:prstGeom>
        </p:spPr>
        <p:txBody>
          <a:bodyPr vert="horz" wrap="square" lIns="0" tIns="14604" rIns="0" bIns="0" rtlCol="0">
            <a:spAutoFit/>
          </a:bodyPr>
          <a:lstStyle/>
          <a:p>
            <a:pPr marL="38100">
              <a:lnSpc>
                <a:spcPct val="100000"/>
              </a:lnSpc>
              <a:spcBef>
                <a:spcPts val="114"/>
              </a:spcBef>
            </a:pPr>
            <a:r>
              <a:rPr sz="1875" spc="7" baseline="42222" dirty="0">
                <a:latin typeface="Times New Roman"/>
                <a:cs typeface="Times New Roman"/>
              </a:rPr>
              <a:t>2 </a:t>
            </a:r>
            <a:r>
              <a:rPr sz="2150" spc="5" dirty="0">
                <a:latin typeface="Symbol"/>
                <a:cs typeface="Symbol"/>
              </a:rPr>
              <a:t></a:t>
            </a:r>
            <a:r>
              <a:rPr sz="2150" spc="5" dirty="0">
                <a:latin typeface="Times New Roman"/>
                <a:cs typeface="Times New Roman"/>
              </a:rPr>
              <a:t> 0.4352</a:t>
            </a:r>
            <a:r>
              <a:rPr sz="2150" spc="-15" dirty="0">
                <a:latin typeface="Times New Roman"/>
                <a:cs typeface="Times New Roman"/>
              </a:rPr>
              <a:t> </a:t>
            </a:r>
            <a:r>
              <a:rPr sz="2150" i="1" spc="5" dirty="0">
                <a:latin typeface="Times New Roman"/>
                <a:cs typeface="Times New Roman"/>
              </a:rPr>
              <a:t>E</a:t>
            </a:r>
            <a:endParaRPr sz="2150">
              <a:latin typeface="Times New Roman"/>
              <a:cs typeface="Times New Roman"/>
            </a:endParaRPr>
          </a:p>
        </p:txBody>
      </p:sp>
      <p:sp>
        <p:nvSpPr>
          <p:cNvPr id="59" name="object 59"/>
          <p:cNvSpPr txBox="1"/>
          <p:nvPr/>
        </p:nvSpPr>
        <p:spPr>
          <a:xfrm>
            <a:off x="3727284" y="5374055"/>
            <a:ext cx="139700" cy="218440"/>
          </a:xfrm>
          <a:prstGeom prst="rect">
            <a:avLst/>
          </a:prstGeom>
        </p:spPr>
        <p:txBody>
          <a:bodyPr vert="horz" wrap="square" lIns="0" tIns="14605" rIns="0" bIns="0" rtlCol="0">
            <a:spAutoFit/>
          </a:bodyPr>
          <a:lstStyle/>
          <a:p>
            <a:pPr marL="12700">
              <a:lnSpc>
                <a:spcPct val="100000"/>
              </a:lnSpc>
              <a:spcBef>
                <a:spcPts val="115"/>
              </a:spcBef>
            </a:pPr>
            <a:r>
              <a:rPr sz="1250" spc="5" dirty="0">
                <a:latin typeface="Symbol"/>
                <a:cs typeface="Symbol"/>
              </a:rPr>
              <a:t></a:t>
            </a:r>
            <a:endParaRPr sz="1250">
              <a:latin typeface="Symbol"/>
              <a:cs typeface="Symbol"/>
            </a:endParaRPr>
          </a:p>
        </p:txBody>
      </p:sp>
      <p:sp>
        <p:nvSpPr>
          <p:cNvPr id="60" name="object 60"/>
          <p:cNvSpPr txBox="1"/>
          <p:nvPr/>
        </p:nvSpPr>
        <p:spPr>
          <a:xfrm>
            <a:off x="3390481" y="5343278"/>
            <a:ext cx="130810" cy="356235"/>
          </a:xfrm>
          <a:prstGeom prst="rect">
            <a:avLst/>
          </a:prstGeom>
        </p:spPr>
        <p:txBody>
          <a:bodyPr vert="horz" wrap="square" lIns="0" tIns="14604" rIns="0" bIns="0" rtlCol="0">
            <a:spAutoFit/>
          </a:bodyPr>
          <a:lstStyle/>
          <a:p>
            <a:pPr marL="12700">
              <a:lnSpc>
                <a:spcPct val="100000"/>
              </a:lnSpc>
              <a:spcBef>
                <a:spcPts val="114"/>
              </a:spcBef>
            </a:pPr>
            <a:r>
              <a:rPr sz="2150" dirty="0">
                <a:latin typeface="Symbol"/>
                <a:cs typeface="Symbol"/>
              </a:rPr>
              <a:t></a:t>
            </a:r>
            <a:endParaRPr sz="2150">
              <a:latin typeface="Symbol"/>
              <a:cs typeface="Symbol"/>
            </a:endParaRPr>
          </a:p>
        </p:txBody>
      </p:sp>
      <p:sp>
        <p:nvSpPr>
          <p:cNvPr id="61" name="object 61"/>
          <p:cNvSpPr txBox="1"/>
          <p:nvPr/>
        </p:nvSpPr>
        <p:spPr>
          <a:xfrm>
            <a:off x="3365081" y="5801977"/>
            <a:ext cx="730885" cy="356235"/>
          </a:xfrm>
          <a:prstGeom prst="rect">
            <a:avLst/>
          </a:prstGeom>
        </p:spPr>
        <p:txBody>
          <a:bodyPr vert="horz" wrap="square" lIns="0" tIns="14604" rIns="0" bIns="0" rtlCol="0">
            <a:spAutoFit/>
          </a:bodyPr>
          <a:lstStyle/>
          <a:p>
            <a:pPr marL="38100">
              <a:lnSpc>
                <a:spcPct val="100000"/>
              </a:lnSpc>
              <a:spcBef>
                <a:spcPts val="114"/>
              </a:spcBef>
            </a:pPr>
            <a:r>
              <a:rPr sz="3225" baseline="-6459" dirty="0">
                <a:latin typeface="Symbol"/>
                <a:cs typeface="Symbol"/>
              </a:rPr>
              <a:t></a:t>
            </a:r>
            <a:r>
              <a:rPr sz="3225" spc="-390" baseline="-6459" dirty="0">
                <a:latin typeface="Times New Roman"/>
                <a:cs typeface="Times New Roman"/>
              </a:rPr>
              <a:t> </a:t>
            </a:r>
            <a:r>
              <a:rPr sz="1250" i="1" spc="20" dirty="0">
                <a:latin typeface="Times New Roman"/>
                <a:cs typeface="Times New Roman"/>
              </a:rPr>
              <a:t>n</a:t>
            </a:r>
            <a:r>
              <a:rPr sz="1250" spc="20" dirty="0">
                <a:latin typeface="Symbol"/>
                <a:cs typeface="Symbol"/>
              </a:rPr>
              <a:t></a:t>
            </a:r>
            <a:r>
              <a:rPr sz="1250" spc="20" dirty="0">
                <a:latin typeface="Times New Roman"/>
                <a:cs typeface="Times New Roman"/>
              </a:rPr>
              <a:t>3,5,..</a:t>
            </a:r>
            <a:endParaRPr sz="1250">
              <a:latin typeface="Times New Roman"/>
              <a:cs typeface="Times New Roman"/>
            </a:endParaRPr>
          </a:p>
        </p:txBody>
      </p:sp>
      <p:sp>
        <p:nvSpPr>
          <p:cNvPr id="62" name="object 62"/>
          <p:cNvSpPr txBox="1"/>
          <p:nvPr/>
        </p:nvSpPr>
        <p:spPr>
          <a:xfrm>
            <a:off x="719443" y="5402177"/>
            <a:ext cx="3585845" cy="521334"/>
          </a:xfrm>
          <a:prstGeom prst="rect">
            <a:avLst/>
          </a:prstGeom>
        </p:spPr>
        <p:txBody>
          <a:bodyPr vert="horz" wrap="square" lIns="0" tIns="12700" rIns="0" bIns="0" rtlCol="0">
            <a:spAutoFit/>
          </a:bodyPr>
          <a:lstStyle/>
          <a:p>
            <a:pPr marL="38100">
              <a:lnSpc>
                <a:spcPct val="100000"/>
              </a:lnSpc>
              <a:spcBef>
                <a:spcPts val="100"/>
              </a:spcBef>
              <a:tabLst>
                <a:tab pos="2477770" algn="l"/>
                <a:tab pos="2933065" algn="l"/>
              </a:tabLst>
            </a:pPr>
            <a:r>
              <a:rPr sz="2150" dirty="0">
                <a:latin typeface="Times New Roman"/>
                <a:cs typeface="Times New Roman"/>
              </a:rPr>
              <a:t>Harmonic</a:t>
            </a:r>
            <a:r>
              <a:rPr sz="2150" spc="-10" dirty="0">
                <a:latin typeface="Times New Roman"/>
                <a:cs typeface="Times New Roman"/>
              </a:rPr>
              <a:t> </a:t>
            </a:r>
            <a:r>
              <a:rPr sz="2150" spc="-5" dirty="0">
                <a:latin typeface="Times New Roman"/>
                <a:cs typeface="Times New Roman"/>
              </a:rPr>
              <a:t>voltage,</a:t>
            </a:r>
            <a:r>
              <a:rPr sz="2150" dirty="0">
                <a:latin typeface="Times New Roman"/>
                <a:cs typeface="Times New Roman"/>
              </a:rPr>
              <a:t> </a:t>
            </a:r>
            <a:r>
              <a:rPr sz="2150" i="1" spc="5" dirty="0">
                <a:latin typeface="Times New Roman"/>
                <a:cs typeface="Times New Roman"/>
              </a:rPr>
              <a:t>E	</a:t>
            </a:r>
            <a:r>
              <a:rPr sz="2150" spc="5" dirty="0">
                <a:latin typeface="Symbol"/>
                <a:cs typeface="Symbol"/>
              </a:rPr>
              <a:t></a:t>
            </a:r>
            <a:r>
              <a:rPr sz="2150" spc="-105" dirty="0">
                <a:latin typeface="Times New Roman"/>
                <a:cs typeface="Times New Roman"/>
              </a:rPr>
              <a:t> </a:t>
            </a:r>
            <a:r>
              <a:rPr sz="3225" baseline="-11627" dirty="0">
                <a:latin typeface="Symbol"/>
                <a:cs typeface="Symbol"/>
              </a:rPr>
              <a:t></a:t>
            </a:r>
            <a:r>
              <a:rPr sz="3225" baseline="-11627" dirty="0">
                <a:latin typeface="Times New Roman"/>
                <a:cs typeface="Times New Roman"/>
              </a:rPr>
              <a:t>	</a:t>
            </a:r>
            <a:r>
              <a:rPr sz="4875" spc="-15" baseline="-8547" dirty="0">
                <a:latin typeface="Symbol"/>
                <a:cs typeface="Symbol"/>
              </a:rPr>
              <a:t></a:t>
            </a:r>
            <a:r>
              <a:rPr sz="4875" spc="472" baseline="-8547" dirty="0">
                <a:latin typeface="Times New Roman"/>
                <a:cs typeface="Times New Roman"/>
              </a:rPr>
              <a:t> </a:t>
            </a:r>
            <a:r>
              <a:rPr sz="2150" i="1" spc="5" dirty="0">
                <a:latin typeface="Times New Roman"/>
                <a:cs typeface="Times New Roman"/>
              </a:rPr>
              <a:t>E</a:t>
            </a:r>
            <a:endParaRPr sz="2150">
              <a:latin typeface="Times New Roman"/>
              <a:cs typeface="Times New Roman"/>
            </a:endParaRPr>
          </a:p>
        </p:txBody>
      </p:sp>
      <p:sp>
        <p:nvSpPr>
          <p:cNvPr id="63" name="object 63"/>
          <p:cNvSpPr txBox="1"/>
          <p:nvPr/>
        </p:nvSpPr>
        <p:spPr>
          <a:xfrm>
            <a:off x="4486251" y="5596183"/>
            <a:ext cx="130810" cy="356235"/>
          </a:xfrm>
          <a:prstGeom prst="rect">
            <a:avLst/>
          </a:prstGeom>
        </p:spPr>
        <p:txBody>
          <a:bodyPr vert="horz" wrap="square" lIns="0" tIns="14604" rIns="0" bIns="0" rtlCol="0">
            <a:spAutoFit/>
          </a:bodyPr>
          <a:lstStyle/>
          <a:p>
            <a:pPr marL="12700">
              <a:lnSpc>
                <a:spcPct val="100000"/>
              </a:lnSpc>
              <a:spcBef>
                <a:spcPts val="114"/>
              </a:spcBef>
            </a:pPr>
            <a:r>
              <a:rPr sz="2150" dirty="0">
                <a:latin typeface="Symbol"/>
                <a:cs typeface="Symbol"/>
              </a:rPr>
              <a:t></a:t>
            </a:r>
            <a:endParaRPr sz="2150">
              <a:latin typeface="Symbol"/>
              <a:cs typeface="Symbol"/>
            </a:endParaRPr>
          </a:p>
        </p:txBody>
      </p:sp>
      <p:sp>
        <p:nvSpPr>
          <p:cNvPr id="64" name="object 64"/>
          <p:cNvSpPr txBox="1"/>
          <p:nvPr/>
        </p:nvSpPr>
        <p:spPr>
          <a:xfrm>
            <a:off x="4486251" y="5830927"/>
            <a:ext cx="130810" cy="356235"/>
          </a:xfrm>
          <a:prstGeom prst="rect">
            <a:avLst/>
          </a:prstGeom>
        </p:spPr>
        <p:txBody>
          <a:bodyPr vert="horz" wrap="square" lIns="0" tIns="14604" rIns="0" bIns="0" rtlCol="0">
            <a:spAutoFit/>
          </a:bodyPr>
          <a:lstStyle/>
          <a:p>
            <a:pPr marL="12700">
              <a:lnSpc>
                <a:spcPct val="100000"/>
              </a:lnSpc>
              <a:spcBef>
                <a:spcPts val="114"/>
              </a:spcBef>
            </a:pPr>
            <a:r>
              <a:rPr sz="2150" dirty="0">
                <a:latin typeface="Symbol"/>
                <a:cs typeface="Symbol"/>
              </a:rPr>
              <a:t></a:t>
            </a:r>
            <a:endParaRPr sz="2150">
              <a:latin typeface="Symbol"/>
              <a:cs typeface="Symbol"/>
            </a:endParaRPr>
          </a:p>
        </p:txBody>
      </p:sp>
      <p:sp>
        <p:nvSpPr>
          <p:cNvPr id="65" name="object 65"/>
          <p:cNvSpPr txBox="1"/>
          <p:nvPr/>
        </p:nvSpPr>
        <p:spPr>
          <a:xfrm>
            <a:off x="793580" y="2748737"/>
            <a:ext cx="882819" cy="321242"/>
          </a:xfrm>
          <a:prstGeom prst="rect">
            <a:avLst/>
          </a:prstGeom>
        </p:spPr>
        <p:txBody>
          <a:bodyPr vert="horz" wrap="square" lIns="0" tIns="13335" rIns="0" bIns="0" rtlCol="0">
            <a:spAutoFit/>
          </a:bodyPr>
          <a:lstStyle/>
          <a:p>
            <a:pPr marL="12700">
              <a:lnSpc>
                <a:spcPct val="100000"/>
              </a:lnSpc>
              <a:spcBef>
                <a:spcPts val="105"/>
              </a:spcBef>
            </a:pPr>
            <a:r>
              <a:rPr sz="2000" spc="-5" dirty="0">
                <a:solidFill>
                  <a:srgbClr val="BFBFBF"/>
                </a:solidFill>
                <a:latin typeface="Carlito"/>
                <a:cs typeface="Carlito"/>
              </a:rPr>
              <a:t>(rm</a:t>
            </a:r>
            <a:r>
              <a:rPr sz="2000" spc="-10" dirty="0">
                <a:solidFill>
                  <a:srgbClr val="BFBFBF"/>
                </a:solidFill>
                <a:latin typeface="Carlito"/>
                <a:cs typeface="Carlito"/>
              </a:rPr>
              <a:t>s</a:t>
            </a:r>
            <a:r>
              <a:rPr sz="2000" dirty="0">
                <a:solidFill>
                  <a:srgbClr val="BFBFBF"/>
                </a:solidFill>
                <a:latin typeface="Carlito"/>
                <a:cs typeface="Carlito"/>
              </a:rPr>
              <a:t>)</a:t>
            </a:r>
            <a:endParaRPr sz="2000">
              <a:latin typeface="Carlito"/>
              <a:cs typeface="Carlito"/>
            </a:endParaRPr>
          </a:p>
        </p:txBody>
      </p:sp>
      <p:sp>
        <p:nvSpPr>
          <p:cNvPr id="66" name="TextBox 65"/>
          <p:cNvSpPr txBox="1"/>
          <p:nvPr/>
        </p:nvSpPr>
        <p:spPr>
          <a:xfrm>
            <a:off x="6705600" y="4353331"/>
            <a:ext cx="954107" cy="461665"/>
          </a:xfrm>
          <a:prstGeom prst="rect">
            <a:avLst/>
          </a:prstGeom>
          <a:noFill/>
        </p:spPr>
        <p:txBody>
          <a:bodyPr wrap="none" rtlCol="0">
            <a:spAutoFit/>
          </a:bodyPr>
          <a:lstStyle/>
          <a:p>
            <a:r>
              <a:rPr lang="en-US" sz="2400" dirty="0" smtClean="0"/>
              <a:t>E=E</a:t>
            </a:r>
            <a:r>
              <a:rPr lang="en-US" sz="3200" baseline="-25000" dirty="0" smtClean="0"/>
              <a:t>DC</a:t>
            </a:r>
            <a:endParaRPr lang="en-US" sz="2400" baseline="-25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4889500" cy="566822"/>
          </a:xfrm>
          <a:prstGeom prst="rect">
            <a:avLst/>
          </a:prstGeom>
        </p:spPr>
        <p:txBody>
          <a:bodyPr vert="horz" wrap="square" lIns="0" tIns="12700" rIns="0" bIns="0" rtlCol="0">
            <a:spAutoFit/>
          </a:bodyPr>
          <a:lstStyle/>
          <a:p>
            <a:pPr marL="12700">
              <a:lnSpc>
                <a:spcPct val="100000"/>
              </a:lnSpc>
              <a:spcBef>
                <a:spcPts val="100"/>
              </a:spcBef>
            </a:pPr>
            <a:r>
              <a:rPr sz="3600" spc="-325">
                <a:solidFill>
                  <a:srgbClr val="002060"/>
                </a:solidFill>
              </a:rPr>
              <a:t>Harmonic</a:t>
            </a:r>
            <a:r>
              <a:rPr sz="3600" spc="-525">
                <a:solidFill>
                  <a:srgbClr val="002060"/>
                </a:solidFill>
              </a:rPr>
              <a:t> </a:t>
            </a:r>
            <a:r>
              <a:rPr lang="en-US" sz="3600" spc="-525" dirty="0" smtClean="0">
                <a:solidFill>
                  <a:srgbClr val="002060"/>
                </a:solidFill>
              </a:rPr>
              <a:t> </a:t>
            </a:r>
            <a:r>
              <a:rPr sz="3600" spc="-355" smtClean="0">
                <a:solidFill>
                  <a:srgbClr val="002060"/>
                </a:solidFill>
              </a:rPr>
              <a:t>Parameters</a:t>
            </a:r>
            <a:endParaRPr sz="3600"/>
          </a:p>
        </p:txBody>
      </p:sp>
      <p:sp>
        <p:nvSpPr>
          <p:cNvPr id="34" name="object 34"/>
          <p:cNvSpPr/>
          <p:nvPr/>
        </p:nvSpPr>
        <p:spPr>
          <a:xfrm>
            <a:off x="5286085" y="2132838"/>
            <a:ext cx="318770" cy="0"/>
          </a:xfrm>
          <a:custGeom>
            <a:avLst/>
            <a:gdLst/>
            <a:ahLst/>
            <a:cxnLst/>
            <a:rect l="l" t="t" r="r" b="b"/>
            <a:pathLst>
              <a:path w="318770">
                <a:moveTo>
                  <a:pt x="0" y="0"/>
                </a:moveTo>
                <a:lnTo>
                  <a:pt x="318607" y="0"/>
                </a:lnTo>
              </a:path>
            </a:pathLst>
          </a:custGeom>
          <a:ln w="11454">
            <a:solidFill>
              <a:srgbClr val="000000"/>
            </a:solidFill>
          </a:ln>
        </p:spPr>
        <p:txBody>
          <a:bodyPr wrap="square" lIns="0" tIns="0" rIns="0" bIns="0" rtlCol="0"/>
          <a:lstStyle/>
          <a:p>
            <a:endParaRPr/>
          </a:p>
        </p:txBody>
      </p:sp>
      <p:sp>
        <p:nvSpPr>
          <p:cNvPr id="35" name="object 35"/>
          <p:cNvSpPr txBox="1"/>
          <p:nvPr/>
        </p:nvSpPr>
        <p:spPr>
          <a:xfrm>
            <a:off x="5466270" y="2314003"/>
            <a:ext cx="105410" cy="217804"/>
          </a:xfrm>
          <a:prstGeom prst="rect">
            <a:avLst/>
          </a:prstGeom>
        </p:spPr>
        <p:txBody>
          <a:bodyPr vert="horz" wrap="square" lIns="0" tIns="13970" rIns="0" bIns="0" rtlCol="0">
            <a:spAutoFit/>
          </a:bodyPr>
          <a:lstStyle/>
          <a:p>
            <a:pPr marL="12700">
              <a:lnSpc>
                <a:spcPct val="100000"/>
              </a:lnSpc>
              <a:spcBef>
                <a:spcPts val="110"/>
              </a:spcBef>
            </a:pPr>
            <a:r>
              <a:rPr sz="1250" dirty="0">
                <a:latin typeface="Times New Roman"/>
                <a:cs typeface="Times New Roman"/>
              </a:rPr>
              <a:t>1</a:t>
            </a:r>
            <a:endParaRPr sz="1250">
              <a:latin typeface="Times New Roman"/>
              <a:cs typeface="Times New Roman"/>
            </a:endParaRPr>
          </a:p>
        </p:txBody>
      </p:sp>
      <p:sp>
        <p:nvSpPr>
          <p:cNvPr id="36" name="object 36"/>
          <p:cNvSpPr txBox="1"/>
          <p:nvPr/>
        </p:nvSpPr>
        <p:spPr>
          <a:xfrm>
            <a:off x="5467858" y="1923897"/>
            <a:ext cx="105410" cy="217804"/>
          </a:xfrm>
          <a:prstGeom prst="rect">
            <a:avLst/>
          </a:prstGeom>
        </p:spPr>
        <p:txBody>
          <a:bodyPr vert="horz" wrap="square" lIns="0" tIns="13970" rIns="0" bIns="0" rtlCol="0">
            <a:spAutoFit/>
          </a:bodyPr>
          <a:lstStyle/>
          <a:p>
            <a:pPr marL="12700">
              <a:lnSpc>
                <a:spcPct val="100000"/>
              </a:lnSpc>
              <a:spcBef>
                <a:spcPts val="110"/>
              </a:spcBef>
            </a:pPr>
            <a:r>
              <a:rPr sz="1250" i="1" dirty="0">
                <a:latin typeface="Times New Roman"/>
                <a:cs typeface="Times New Roman"/>
              </a:rPr>
              <a:t>n</a:t>
            </a:r>
            <a:endParaRPr sz="1250">
              <a:latin typeface="Times New Roman"/>
              <a:cs typeface="Times New Roman"/>
            </a:endParaRPr>
          </a:p>
        </p:txBody>
      </p:sp>
      <p:sp>
        <p:nvSpPr>
          <p:cNvPr id="37" name="object 37"/>
          <p:cNvSpPr txBox="1"/>
          <p:nvPr/>
        </p:nvSpPr>
        <p:spPr>
          <a:xfrm>
            <a:off x="4880965" y="2099144"/>
            <a:ext cx="105410" cy="217804"/>
          </a:xfrm>
          <a:prstGeom prst="rect">
            <a:avLst/>
          </a:prstGeom>
        </p:spPr>
        <p:txBody>
          <a:bodyPr vert="horz" wrap="square" lIns="0" tIns="13970" rIns="0" bIns="0" rtlCol="0">
            <a:spAutoFit/>
          </a:bodyPr>
          <a:lstStyle/>
          <a:p>
            <a:pPr marL="12700">
              <a:lnSpc>
                <a:spcPct val="100000"/>
              </a:lnSpc>
              <a:spcBef>
                <a:spcPts val="110"/>
              </a:spcBef>
            </a:pPr>
            <a:r>
              <a:rPr sz="1250" i="1" dirty="0">
                <a:latin typeface="Times New Roman"/>
                <a:cs typeface="Times New Roman"/>
              </a:rPr>
              <a:t>n</a:t>
            </a:r>
            <a:endParaRPr sz="1250">
              <a:latin typeface="Times New Roman"/>
              <a:cs typeface="Times New Roman"/>
            </a:endParaRPr>
          </a:p>
        </p:txBody>
      </p:sp>
      <p:sp>
        <p:nvSpPr>
          <p:cNvPr id="38" name="object 38"/>
          <p:cNvSpPr txBox="1"/>
          <p:nvPr/>
        </p:nvSpPr>
        <p:spPr>
          <a:xfrm>
            <a:off x="2534081" y="1914702"/>
            <a:ext cx="2696845" cy="355600"/>
          </a:xfrm>
          <a:prstGeom prst="rect">
            <a:avLst/>
          </a:prstGeom>
        </p:spPr>
        <p:txBody>
          <a:bodyPr vert="horz" wrap="square" lIns="0" tIns="14605" rIns="0" bIns="0" rtlCol="0">
            <a:spAutoFit/>
          </a:bodyPr>
          <a:lstStyle/>
          <a:p>
            <a:pPr marL="12700">
              <a:lnSpc>
                <a:spcPct val="100000"/>
              </a:lnSpc>
              <a:spcBef>
                <a:spcPts val="115"/>
              </a:spcBef>
              <a:tabLst>
                <a:tab pos="2533015" algn="l"/>
              </a:tabLst>
            </a:pPr>
            <a:r>
              <a:rPr sz="2150" dirty="0">
                <a:latin typeface="Times New Roman"/>
                <a:cs typeface="Times New Roman"/>
              </a:rPr>
              <a:t>H</a:t>
            </a:r>
            <a:r>
              <a:rPr sz="2150" spc="-10" dirty="0">
                <a:latin typeface="Times New Roman"/>
                <a:cs typeface="Times New Roman"/>
              </a:rPr>
              <a:t>a</a:t>
            </a:r>
            <a:r>
              <a:rPr sz="2150" spc="-15" dirty="0">
                <a:latin typeface="Times New Roman"/>
                <a:cs typeface="Times New Roman"/>
              </a:rPr>
              <a:t>r</a:t>
            </a:r>
            <a:r>
              <a:rPr sz="2150" spc="-20" dirty="0">
                <a:latin typeface="Times New Roman"/>
                <a:cs typeface="Times New Roman"/>
              </a:rPr>
              <a:t>m</a:t>
            </a:r>
            <a:r>
              <a:rPr sz="2150" dirty="0">
                <a:latin typeface="Times New Roman"/>
                <a:cs typeface="Times New Roman"/>
              </a:rPr>
              <a:t>o</a:t>
            </a:r>
            <a:r>
              <a:rPr sz="2150" spc="10" dirty="0">
                <a:latin typeface="Times New Roman"/>
                <a:cs typeface="Times New Roman"/>
              </a:rPr>
              <a:t>n</a:t>
            </a:r>
            <a:r>
              <a:rPr sz="2150" dirty="0">
                <a:latin typeface="Times New Roman"/>
                <a:cs typeface="Times New Roman"/>
              </a:rPr>
              <a:t>ic</a:t>
            </a:r>
            <a:r>
              <a:rPr sz="2150" spc="-10" dirty="0">
                <a:latin typeface="Times New Roman"/>
                <a:cs typeface="Times New Roman"/>
              </a:rPr>
              <a:t> </a:t>
            </a:r>
            <a:r>
              <a:rPr sz="2150" spc="-15" dirty="0">
                <a:latin typeface="Times New Roman"/>
                <a:cs typeface="Times New Roman"/>
              </a:rPr>
              <a:t>Fac</a:t>
            </a:r>
            <a:r>
              <a:rPr sz="2150" spc="10" dirty="0">
                <a:latin typeface="Times New Roman"/>
                <a:cs typeface="Times New Roman"/>
              </a:rPr>
              <a:t>t</a:t>
            </a:r>
            <a:r>
              <a:rPr sz="2150" dirty="0">
                <a:latin typeface="Times New Roman"/>
                <a:cs typeface="Times New Roman"/>
              </a:rPr>
              <a:t>o</a:t>
            </a:r>
            <a:r>
              <a:rPr sz="2150" spc="60" dirty="0">
                <a:latin typeface="Times New Roman"/>
                <a:cs typeface="Times New Roman"/>
              </a:rPr>
              <a:t>r</a:t>
            </a:r>
            <a:r>
              <a:rPr sz="2150" dirty="0">
                <a:latin typeface="Times New Roman"/>
                <a:cs typeface="Times New Roman"/>
              </a:rPr>
              <a:t>, </a:t>
            </a:r>
            <a:r>
              <a:rPr sz="2150" i="1" dirty="0">
                <a:latin typeface="Times New Roman"/>
                <a:cs typeface="Times New Roman"/>
              </a:rPr>
              <a:t>H</a:t>
            </a:r>
            <a:r>
              <a:rPr sz="2150" i="1" spc="5" dirty="0">
                <a:latin typeface="Times New Roman"/>
                <a:cs typeface="Times New Roman"/>
              </a:rPr>
              <a:t>F</a:t>
            </a:r>
            <a:r>
              <a:rPr sz="2150" i="1" dirty="0">
                <a:latin typeface="Times New Roman"/>
                <a:cs typeface="Times New Roman"/>
              </a:rPr>
              <a:t>	</a:t>
            </a:r>
            <a:r>
              <a:rPr sz="2150" dirty="0">
                <a:latin typeface="Symbol"/>
                <a:cs typeface="Symbol"/>
              </a:rPr>
              <a:t></a:t>
            </a:r>
            <a:endParaRPr sz="2150">
              <a:latin typeface="Symbol"/>
              <a:cs typeface="Symbol"/>
            </a:endParaRPr>
          </a:p>
        </p:txBody>
      </p:sp>
      <p:sp>
        <p:nvSpPr>
          <p:cNvPr id="39" name="object 39"/>
          <p:cNvSpPr txBox="1"/>
          <p:nvPr/>
        </p:nvSpPr>
        <p:spPr>
          <a:xfrm>
            <a:off x="5300179" y="1737969"/>
            <a:ext cx="193040" cy="355600"/>
          </a:xfrm>
          <a:prstGeom prst="rect">
            <a:avLst/>
          </a:prstGeom>
        </p:spPr>
        <p:txBody>
          <a:bodyPr vert="horz" wrap="square" lIns="0" tIns="14605" rIns="0" bIns="0" rtlCol="0">
            <a:spAutoFit/>
          </a:bodyPr>
          <a:lstStyle/>
          <a:p>
            <a:pPr marL="12700">
              <a:lnSpc>
                <a:spcPct val="100000"/>
              </a:lnSpc>
              <a:spcBef>
                <a:spcPts val="115"/>
              </a:spcBef>
            </a:pPr>
            <a:r>
              <a:rPr sz="2150" i="1" spc="5" dirty="0">
                <a:latin typeface="Times New Roman"/>
                <a:cs typeface="Times New Roman"/>
              </a:rPr>
              <a:t>E</a:t>
            </a:r>
            <a:endParaRPr sz="2150">
              <a:latin typeface="Times New Roman"/>
              <a:cs typeface="Times New Roman"/>
            </a:endParaRPr>
          </a:p>
        </p:txBody>
      </p:sp>
      <p:sp>
        <p:nvSpPr>
          <p:cNvPr id="40" name="object 40"/>
          <p:cNvSpPr txBox="1"/>
          <p:nvPr/>
        </p:nvSpPr>
        <p:spPr>
          <a:xfrm>
            <a:off x="5316893" y="2127986"/>
            <a:ext cx="193040" cy="355600"/>
          </a:xfrm>
          <a:prstGeom prst="rect">
            <a:avLst/>
          </a:prstGeom>
        </p:spPr>
        <p:txBody>
          <a:bodyPr vert="horz" wrap="square" lIns="0" tIns="14605" rIns="0" bIns="0" rtlCol="0">
            <a:spAutoFit/>
          </a:bodyPr>
          <a:lstStyle/>
          <a:p>
            <a:pPr marL="12700">
              <a:lnSpc>
                <a:spcPct val="100000"/>
              </a:lnSpc>
              <a:spcBef>
                <a:spcPts val="115"/>
              </a:spcBef>
            </a:pPr>
            <a:r>
              <a:rPr sz="2150" i="1" spc="5" dirty="0">
                <a:latin typeface="Times New Roman"/>
                <a:cs typeface="Times New Roman"/>
              </a:rPr>
              <a:t>E</a:t>
            </a:r>
            <a:endParaRPr sz="2150">
              <a:latin typeface="Times New Roman"/>
              <a:cs typeface="Times New Roman"/>
            </a:endParaRPr>
          </a:p>
        </p:txBody>
      </p:sp>
      <p:sp>
        <p:nvSpPr>
          <p:cNvPr id="41" name="object 41"/>
          <p:cNvSpPr txBox="1"/>
          <p:nvPr/>
        </p:nvSpPr>
        <p:spPr>
          <a:xfrm>
            <a:off x="793887" y="1223213"/>
            <a:ext cx="7012940" cy="636270"/>
          </a:xfrm>
          <a:prstGeom prst="rect">
            <a:avLst/>
          </a:prstGeom>
        </p:spPr>
        <p:txBody>
          <a:bodyPr vert="horz" wrap="square" lIns="0" tIns="13335" rIns="0" bIns="0" rtlCol="0">
            <a:spAutoFit/>
          </a:bodyPr>
          <a:lstStyle/>
          <a:p>
            <a:pPr marL="38100" marR="30480">
              <a:lnSpc>
                <a:spcPct val="100000"/>
              </a:lnSpc>
              <a:spcBef>
                <a:spcPts val="105"/>
              </a:spcBef>
            </a:pPr>
            <a:r>
              <a:rPr sz="2000" spc="-5" dirty="0">
                <a:solidFill>
                  <a:srgbClr val="C00000"/>
                </a:solidFill>
                <a:latin typeface="Carlito"/>
                <a:cs typeface="Carlito"/>
              </a:rPr>
              <a:t>Harmonic </a:t>
            </a:r>
            <a:r>
              <a:rPr sz="2000" spc="-10" dirty="0">
                <a:solidFill>
                  <a:srgbClr val="C00000"/>
                </a:solidFill>
                <a:latin typeface="Carlito"/>
                <a:cs typeface="Carlito"/>
              </a:rPr>
              <a:t>factor </a:t>
            </a:r>
            <a:r>
              <a:rPr sz="2000" spc="-15" dirty="0">
                <a:solidFill>
                  <a:srgbClr val="C00000"/>
                </a:solidFill>
                <a:latin typeface="Carlito"/>
                <a:cs typeface="Carlito"/>
              </a:rPr>
              <a:t>for </a:t>
            </a:r>
            <a:r>
              <a:rPr sz="2000" spc="5" dirty="0">
                <a:solidFill>
                  <a:srgbClr val="C00000"/>
                </a:solidFill>
                <a:latin typeface="Carlito"/>
                <a:cs typeface="Carlito"/>
              </a:rPr>
              <a:t>n</a:t>
            </a:r>
            <a:r>
              <a:rPr sz="1950" spc="7" baseline="25641" dirty="0">
                <a:solidFill>
                  <a:srgbClr val="C00000"/>
                </a:solidFill>
                <a:latin typeface="Carlito"/>
                <a:cs typeface="Carlito"/>
              </a:rPr>
              <a:t>th </a:t>
            </a:r>
            <a:r>
              <a:rPr sz="2000" spc="-5" dirty="0">
                <a:solidFill>
                  <a:srgbClr val="C00000"/>
                </a:solidFill>
                <a:latin typeface="Carlito"/>
                <a:cs typeface="Carlito"/>
              </a:rPr>
              <a:t>harmonic </a:t>
            </a:r>
            <a:r>
              <a:rPr sz="2000" spc="-5" dirty="0">
                <a:latin typeface="Carlito"/>
                <a:cs typeface="Carlito"/>
              </a:rPr>
              <a:t>measures </a:t>
            </a:r>
            <a:r>
              <a:rPr sz="2000" dirty="0">
                <a:latin typeface="Carlito"/>
                <a:cs typeface="Carlito"/>
              </a:rPr>
              <a:t>the </a:t>
            </a:r>
            <a:r>
              <a:rPr sz="2000" spc="-5" dirty="0">
                <a:latin typeface="Carlito"/>
                <a:cs typeface="Carlito"/>
              </a:rPr>
              <a:t>individual harmonic  contribution</a:t>
            </a:r>
            <a:endParaRPr sz="2000">
              <a:latin typeface="Carlito"/>
              <a:cs typeface="Carlito"/>
            </a:endParaRPr>
          </a:p>
        </p:txBody>
      </p:sp>
      <p:sp>
        <p:nvSpPr>
          <p:cNvPr id="42" name="object 42"/>
          <p:cNvSpPr txBox="1"/>
          <p:nvPr/>
        </p:nvSpPr>
        <p:spPr>
          <a:xfrm>
            <a:off x="813432" y="2698597"/>
            <a:ext cx="7087234" cy="635635"/>
          </a:xfrm>
          <a:prstGeom prst="rect">
            <a:avLst/>
          </a:prstGeom>
        </p:spPr>
        <p:txBody>
          <a:bodyPr vert="horz" wrap="square" lIns="0" tIns="13335" rIns="0" bIns="0" rtlCol="0">
            <a:spAutoFit/>
          </a:bodyPr>
          <a:lstStyle/>
          <a:p>
            <a:pPr marL="12700" marR="5080">
              <a:lnSpc>
                <a:spcPct val="100000"/>
              </a:lnSpc>
              <a:spcBef>
                <a:spcPts val="105"/>
              </a:spcBef>
            </a:pPr>
            <a:r>
              <a:rPr sz="2000" spc="-45" dirty="0">
                <a:solidFill>
                  <a:srgbClr val="C00000"/>
                </a:solidFill>
                <a:latin typeface="Carlito"/>
                <a:cs typeface="Carlito"/>
              </a:rPr>
              <a:t>Total </a:t>
            </a:r>
            <a:r>
              <a:rPr sz="2000" spc="-5" dirty="0">
                <a:solidFill>
                  <a:srgbClr val="C00000"/>
                </a:solidFill>
                <a:latin typeface="Carlito"/>
                <a:cs typeface="Carlito"/>
              </a:rPr>
              <a:t>harmonic </a:t>
            </a:r>
            <a:r>
              <a:rPr sz="2000" spc="-10" dirty="0">
                <a:solidFill>
                  <a:srgbClr val="C00000"/>
                </a:solidFill>
                <a:latin typeface="Carlito"/>
                <a:cs typeface="Carlito"/>
              </a:rPr>
              <a:t>distortion </a:t>
            </a:r>
            <a:r>
              <a:rPr sz="2000" spc="-5" dirty="0">
                <a:latin typeface="Carlito"/>
                <a:cs typeface="Carlito"/>
              </a:rPr>
              <a:t>is </a:t>
            </a:r>
            <a:r>
              <a:rPr sz="2000" dirty="0">
                <a:latin typeface="Carlito"/>
                <a:cs typeface="Carlito"/>
              </a:rPr>
              <a:t>a </a:t>
            </a:r>
            <a:r>
              <a:rPr sz="2000" spc="-5" dirty="0">
                <a:latin typeface="Carlito"/>
                <a:cs typeface="Carlito"/>
              </a:rPr>
              <a:t>measures of how </a:t>
            </a:r>
            <a:r>
              <a:rPr sz="2000" spc="-15" dirty="0">
                <a:latin typeface="Carlito"/>
                <a:cs typeface="Carlito"/>
              </a:rPr>
              <a:t>different </a:t>
            </a:r>
            <a:r>
              <a:rPr sz="2000" spc="-5" dirty="0">
                <a:latin typeface="Carlito"/>
                <a:cs typeface="Carlito"/>
              </a:rPr>
              <a:t>is </a:t>
            </a:r>
            <a:r>
              <a:rPr sz="2000" dirty="0">
                <a:latin typeface="Carlito"/>
                <a:cs typeface="Carlito"/>
              </a:rPr>
              <a:t>the actual  </a:t>
            </a:r>
            <a:r>
              <a:rPr sz="2000" spc="-20" dirty="0">
                <a:latin typeface="Carlito"/>
                <a:cs typeface="Carlito"/>
              </a:rPr>
              <a:t>waveform </a:t>
            </a:r>
            <a:r>
              <a:rPr sz="2000" spc="-15" dirty="0">
                <a:latin typeface="Carlito"/>
                <a:cs typeface="Carlito"/>
              </a:rPr>
              <a:t>from </a:t>
            </a:r>
            <a:r>
              <a:rPr sz="2000" spc="-5" dirty="0">
                <a:latin typeface="Carlito"/>
                <a:cs typeface="Carlito"/>
              </a:rPr>
              <a:t>its fundamental</a:t>
            </a:r>
            <a:r>
              <a:rPr sz="2000" spc="25" dirty="0">
                <a:latin typeface="Carlito"/>
                <a:cs typeface="Carlito"/>
              </a:rPr>
              <a:t> </a:t>
            </a:r>
            <a:r>
              <a:rPr sz="2000" spc="-10" dirty="0">
                <a:latin typeface="Carlito"/>
                <a:cs typeface="Carlito"/>
              </a:rPr>
              <a:t>component</a:t>
            </a:r>
            <a:endParaRPr sz="2000">
              <a:latin typeface="Carlito"/>
              <a:cs typeface="Carlito"/>
            </a:endParaRPr>
          </a:p>
        </p:txBody>
      </p:sp>
      <p:sp>
        <p:nvSpPr>
          <p:cNvPr id="43" name="object 43"/>
          <p:cNvSpPr txBox="1"/>
          <p:nvPr/>
        </p:nvSpPr>
        <p:spPr>
          <a:xfrm>
            <a:off x="813432" y="4620133"/>
            <a:ext cx="7127875" cy="636270"/>
          </a:xfrm>
          <a:prstGeom prst="rect">
            <a:avLst/>
          </a:prstGeom>
        </p:spPr>
        <p:txBody>
          <a:bodyPr vert="horz" wrap="square" lIns="0" tIns="12700" rIns="0" bIns="0" rtlCol="0">
            <a:spAutoFit/>
          </a:bodyPr>
          <a:lstStyle/>
          <a:p>
            <a:pPr marL="12700" marR="5080">
              <a:lnSpc>
                <a:spcPct val="100000"/>
              </a:lnSpc>
              <a:spcBef>
                <a:spcPts val="100"/>
              </a:spcBef>
            </a:pPr>
            <a:r>
              <a:rPr sz="2000" spc="-5" dirty="0">
                <a:solidFill>
                  <a:srgbClr val="C00000"/>
                </a:solidFill>
                <a:latin typeface="Carlito"/>
                <a:cs typeface="Carlito"/>
              </a:rPr>
              <a:t>Harmonic </a:t>
            </a:r>
            <a:r>
              <a:rPr sz="2000" spc="-10" dirty="0">
                <a:solidFill>
                  <a:srgbClr val="C00000"/>
                </a:solidFill>
                <a:latin typeface="Carlito"/>
                <a:cs typeface="Carlito"/>
              </a:rPr>
              <a:t>factor </a:t>
            </a:r>
            <a:r>
              <a:rPr sz="2000" spc="-5" dirty="0">
                <a:latin typeface="Carlito"/>
                <a:cs typeface="Carlito"/>
              </a:rPr>
              <a:t>is </a:t>
            </a:r>
            <a:r>
              <a:rPr sz="2000" dirty="0">
                <a:latin typeface="Carlito"/>
                <a:cs typeface="Carlito"/>
              </a:rPr>
              <a:t>a </a:t>
            </a:r>
            <a:r>
              <a:rPr sz="2000" spc="-5" dirty="0">
                <a:latin typeface="Carlito"/>
                <a:cs typeface="Carlito"/>
              </a:rPr>
              <a:t>measures of </a:t>
            </a:r>
            <a:r>
              <a:rPr sz="2000" spc="-10" dirty="0">
                <a:latin typeface="Carlito"/>
                <a:cs typeface="Carlito"/>
              </a:rPr>
              <a:t>effectiveness </a:t>
            </a:r>
            <a:r>
              <a:rPr sz="2000" spc="-5" dirty="0">
                <a:latin typeface="Carlito"/>
                <a:cs typeface="Carlito"/>
              </a:rPr>
              <a:t>in reducing </a:t>
            </a:r>
            <a:r>
              <a:rPr sz="2000" spc="-10" dirty="0">
                <a:latin typeface="Carlito"/>
                <a:cs typeface="Carlito"/>
              </a:rPr>
              <a:t>unwanted  </a:t>
            </a:r>
            <a:r>
              <a:rPr sz="2000" spc="-5" dirty="0">
                <a:latin typeface="Carlito"/>
                <a:cs typeface="Carlito"/>
              </a:rPr>
              <a:t>harmonics using</a:t>
            </a:r>
            <a:r>
              <a:rPr sz="2000" spc="-10" dirty="0">
                <a:latin typeface="Carlito"/>
                <a:cs typeface="Carlito"/>
              </a:rPr>
              <a:t> </a:t>
            </a:r>
            <a:r>
              <a:rPr sz="2000" spc="-15" dirty="0">
                <a:latin typeface="Carlito"/>
                <a:cs typeface="Carlito"/>
              </a:rPr>
              <a:t>filters</a:t>
            </a:r>
            <a:endParaRPr sz="2000" dirty="0">
              <a:latin typeface="Carlito"/>
              <a:cs typeface="Carlito"/>
            </a:endParaRPr>
          </a:p>
        </p:txBody>
      </p:sp>
      <p:pic>
        <p:nvPicPr>
          <p:cNvPr id="1026" name="Picture 2"/>
          <p:cNvPicPr>
            <a:picLocks noChangeAspect="1" noChangeArrowheads="1"/>
          </p:cNvPicPr>
          <p:nvPr/>
        </p:nvPicPr>
        <p:blipFill>
          <a:blip r:embed="rId2"/>
          <a:srcRect/>
          <a:stretch>
            <a:fillRect/>
          </a:stretch>
        </p:blipFill>
        <p:spPr bwMode="auto">
          <a:xfrm>
            <a:off x="1371600" y="3505200"/>
            <a:ext cx="6019800" cy="861419"/>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2057400" y="5257800"/>
            <a:ext cx="4800600" cy="98527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p:nvPr/>
        </p:nvSpPr>
        <p:spPr>
          <a:xfrm>
            <a:off x="5588508" y="1810511"/>
            <a:ext cx="2941320" cy="4257040"/>
          </a:xfrm>
          <a:custGeom>
            <a:avLst/>
            <a:gdLst/>
            <a:ahLst/>
            <a:cxnLst/>
            <a:rect l="l" t="t" r="r" b="b"/>
            <a:pathLst>
              <a:path w="2941320" h="4257040">
                <a:moveTo>
                  <a:pt x="2941319" y="0"/>
                </a:moveTo>
                <a:lnTo>
                  <a:pt x="0" y="0"/>
                </a:lnTo>
                <a:lnTo>
                  <a:pt x="0" y="4256532"/>
                </a:lnTo>
                <a:lnTo>
                  <a:pt x="2941319" y="4256532"/>
                </a:lnTo>
                <a:lnTo>
                  <a:pt x="2941319" y="0"/>
                </a:lnTo>
                <a:close/>
              </a:path>
            </a:pathLst>
          </a:custGeom>
          <a:solidFill>
            <a:srgbClr val="FBE6CE"/>
          </a:solidFill>
        </p:spPr>
        <p:txBody>
          <a:bodyPr wrap="square" lIns="0" tIns="0" rIns="0" bIns="0" rtlCol="0"/>
          <a:lstStyle/>
          <a:p>
            <a:endParaRPr/>
          </a:p>
        </p:txBody>
      </p:sp>
      <p:grpSp>
        <p:nvGrpSpPr>
          <p:cNvPr id="4" name="object 4"/>
          <p:cNvGrpSpPr/>
          <p:nvPr/>
        </p:nvGrpSpPr>
        <p:grpSpPr>
          <a:xfrm>
            <a:off x="2645664" y="1810511"/>
            <a:ext cx="2860675" cy="4257040"/>
            <a:chOff x="2645664" y="1810511"/>
            <a:chExt cx="2860675" cy="4257040"/>
          </a:xfrm>
        </p:grpSpPr>
        <p:sp>
          <p:nvSpPr>
            <p:cNvPr id="5" name="object 5"/>
            <p:cNvSpPr/>
            <p:nvPr/>
          </p:nvSpPr>
          <p:spPr>
            <a:xfrm>
              <a:off x="2645664" y="1810511"/>
              <a:ext cx="2860675" cy="4257040"/>
            </a:xfrm>
            <a:custGeom>
              <a:avLst/>
              <a:gdLst/>
              <a:ahLst/>
              <a:cxnLst/>
              <a:rect l="l" t="t" r="r" b="b"/>
              <a:pathLst>
                <a:path w="2860675" h="4257040">
                  <a:moveTo>
                    <a:pt x="2860548" y="0"/>
                  </a:moveTo>
                  <a:lnTo>
                    <a:pt x="0" y="0"/>
                  </a:lnTo>
                  <a:lnTo>
                    <a:pt x="0" y="4256532"/>
                  </a:lnTo>
                  <a:lnTo>
                    <a:pt x="2860548" y="4256532"/>
                  </a:lnTo>
                  <a:lnTo>
                    <a:pt x="2860548" y="0"/>
                  </a:lnTo>
                  <a:close/>
                </a:path>
              </a:pathLst>
            </a:custGeom>
            <a:solidFill>
              <a:srgbClr val="FBE6CE"/>
            </a:solidFill>
          </p:spPr>
          <p:txBody>
            <a:bodyPr wrap="square" lIns="0" tIns="0" rIns="0" bIns="0" rtlCol="0"/>
            <a:lstStyle/>
            <a:p>
              <a:endParaRPr/>
            </a:p>
          </p:txBody>
        </p:sp>
        <p:sp>
          <p:nvSpPr>
            <p:cNvPr id="6" name="object 6"/>
            <p:cNvSpPr/>
            <p:nvPr/>
          </p:nvSpPr>
          <p:spPr>
            <a:xfrm>
              <a:off x="3465393" y="3091723"/>
              <a:ext cx="327660" cy="287020"/>
            </a:xfrm>
            <a:custGeom>
              <a:avLst/>
              <a:gdLst/>
              <a:ahLst/>
              <a:cxnLst/>
              <a:rect l="l" t="t" r="r" b="b"/>
              <a:pathLst>
                <a:path w="327660" h="287020">
                  <a:moveTo>
                    <a:pt x="0" y="193928"/>
                  </a:moveTo>
                  <a:lnTo>
                    <a:pt x="27904" y="178201"/>
                  </a:lnTo>
                </a:path>
                <a:path w="327660" h="287020">
                  <a:moveTo>
                    <a:pt x="27904" y="178201"/>
                  </a:moveTo>
                  <a:lnTo>
                    <a:pt x="94579" y="286984"/>
                  </a:lnTo>
                </a:path>
                <a:path w="327660" h="287020">
                  <a:moveTo>
                    <a:pt x="94579" y="286984"/>
                  </a:moveTo>
                  <a:lnTo>
                    <a:pt x="167639" y="0"/>
                  </a:lnTo>
                </a:path>
                <a:path w="327660" h="287020">
                  <a:moveTo>
                    <a:pt x="167639" y="0"/>
                  </a:moveTo>
                  <a:lnTo>
                    <a:pt x="327370" y="0"/>
                  </a:lnTo>
                </a:path>
              </a:pathLst>
            </a:custGeom>
            <a:ln w="3175">
              <a:solidFill>
                <a:srgbClr val="000000"/>
              </a:solidFill>
            </a:ln>
          </p:spPr>
          <p:txBody>
            <a:bodyPr wrap="square" lIns="0" tIns="0" rIns="0" bIns="0" rtlCol="0"/>
            <a:lstStyle/>
            <a:p>
              <a:endParaRPr/>
            </a:p>
          </p:txBody>
        </p:sp>
        <p:sp>
          <p:nvSpPr>
            <p:cNvPr id="7" name="object 7"/>
            <p:cNvSpPr/>
            <p:nvPr/>
          </p:nvSpPr>
          <p:spPr>
            <a:xfrm>
              <a:off x="3463201" y="3085236"/>
              <a:ext cx="329565" cy="294005"/>
            </a:xfrm>
            <a:custGeom>
              <a:avLst/>
              <a:gdLst/>
              <a:ahLst/>
              <a:cxnLst/>
              <a:rect l="l" t="t" r="r" b="b"/>
              <a:pathLst>
                <a:path w="329564" h="294004">
                  <a:moveTo>
                    <a:pt x="329552" y="0"/>
                  </a:moveTo>
                  <a:lnTo>
                    <a:pt x="164782" y="0"/>
                  </a:lnTo>
                  <a:lnTo>
                    <a:pt x="97434" y="264896"/>
                  </a:lnTo>
                  <a:lnTo>
                    <a:pt x="37998" y="176123"/>
                  </a:lnTo>
                  <a:lnTo>
                    <a:pt x="0" y="196888"/>
                  </a:lnTo>
                  <a:lnTo>
                    <a:pt x="4279" y="204698"/>
                  </a:lnTo>
                  <a:lnTo>
                    <a:pt x="22948" y="193268"/>
                  </a:lnTo>
                  <a:lnTo>
                    <a:pt x="90297" y="293471"/>
                  </a:lnTo>
                  <a:lnTo>
                    <a:pt x="103911" y="293471"/>
                  </a:lnTo>
                  <a:lnTo>
                    <a:pt x="174777" y="13627"/>
                  </a:lnTo>
                  <a:lnTo>
                    <a:pt x="329552" y="13627"/>
                  </a:lnTo>
                  <a:lnTo>
                    <a:pt x="329552" y="0"/>
                  </a:lnTo>
                  <a:close/>
                </a:path>
              </a:pathLst>
            </a:custGeom>
            <a:solidFill>
              <a:srgbClr val="000000"/>
            </a:solidFill>
          </p:spPr>
          <p:txBody>
            <a:bodyPr wrap="square" lIns="0" tIns="0" rIns="0" bIns="0" rtlCol="0"/>
            <a:lstStyle/>
            <a:p>
              <a:endParaRPr/>
            </a:p>
          </p:txBody>
        </p:sp>
        <p:sp>
          <p:nvSpPr>
            <p:cNvPr id="8" name="object 8"/>
            <p:cNvSpPr/>
            <p:nvPr/>
          </p:nvSpPr>
          <p:spPr>
            <a:xfrm>
              <a:off x="3298408" y="3460333"/>
              <a:ext cx="517525" cy="0"/>
            </a:xfrm>
            <a:custGeom>
              <a:avLst/>
              <a:gdLst/>
              <a:ahLst/>
              <a:cxnLst/>
              <a:rect l="l" t="t" r="r" b="b"/>
              <a:pathLst>
                <a:path w="517525">
                  <a:moveTo>
                    <a:pt x="0" y="0"/>
                  </a:moveTo>
                  <a:lnTo>
                    <a:pt x="517306" y="0"/>
                  </a:lnTo>
                </a:path>
              </a:pathLst>
            </a:custGeom>
            <a:ln w="11457">
              <a:solidFill>
                <a:srgbClr val="000000"/>
              </a:solidFill>
            </a:ln>
          </p:spPr>
          <p:txBody>
            <a:bodyPr wrap="square" lIns="0" tIns="0" rIns="0" bIns="0" rtlCol="0"/>
            <a:lstStyle/>
            <a:p>
              <a:endParaRPr/>
            </a:p>
          </p:txBody>
        </p:sp>
      </p:grpSp>
      <p:sp>
        <p:nvSpPr>
          <p:cNvPr id="9" name="object 9"/>
          <p:cNvSpPr txBox="1">
            <a:spLocks noGrp="1"/>
          </p:cNvSpPr>
          <p:nvPr>
            <p:ph type="title"/>
          </p:nvPr>
        </p:nvSpPr>
        <p:spPr>
          <a:xfrm>
            <a:off x="903081" y="121272"/>
            <a:ext cx="4823460" cy="814705"/>
          </a:xfrm>
          <a:prstGeom prst="rect">
            <a:avLst/>
          </a:prstGeom>
        </p:spPr>
        <p:txBody>
          <a:bodyPr vert="horz" wrap="square" lIns="0" tIns="12065" rIns="0" bIns="0" rtlCol="0">
            <a:spAutoFit/>
          </a:bodyPr>
          <a:lstStyle/>
          <a:p>
            <a:pPr marL="12700">
              <a:lnSpc>
                <a:spcPts val="3110"/>
              </a:lnSpc>
              <a:spcBef>
                <a:spcPts val="95"/>
              </a:spcBef>
            </a:pPr>
            <a:r>
              <a:rPr sz="2800" spc="-245" dirty="0">
                <a:solidFill>
                  <a:srgbClr val="002060"/>
                </a:solidFill>
              </a:rPr>
              <a:t>Comparison </a:t>
            </a:r>
            <a:r>
              <a:rPr sz="2800" spc="-200" dirty="0">
                <a:solidFill>
                  <a:srgbClr val="002060"/>
                </a:solidFill>
              </a:rPr>
              <a:t>of </a:t>
            </a:r>
            <a:r>
              <a:rPr sz="2800" spc="-280" dirty="0">
                <a:solidFill>
                  <a:srgbClr val="002060"/>
                </a:solidFill>
              </a:rPr>
              <a:t>parameters</a:t>
            </a:r>
            <a:r>
              <a:rPr sz="2800" spc="-650" dirty="0">
                <a:solidFill>
                  <a:srgbClr val="002060"/>
                </a:solidFill>
              </a:rPr>
              <a:t> </a:t>
            </a:r>
            <a:r>
              <a:rPr sz="2800" spc="-235" dirty="0">
                <a:solidFill>
                  <a:srgbClr val="002060"/>
                </a:solidFill>
              </a:rPr>
              <a:t>in</a:t>
            </a:r>
            <a:endParaRPr sz="2800"/>
          </a:p>
          <a:p>
            <a:pPr marL="12700">
              <a:lnSpc>
                <a:spcPts val="3110"/>
              </a:lnSpc>
            </a:pPr>
            <a:r>
              <a:rPr sz="2800" spc="-240" dirty="0">
                <a:solidFill>
                  <a:srgbClr val="002060"/>
                </a:solidFill>
              </a:rPr>
              <a:t>Half</a:t>
            </a:r>
            <a:r>
              <a:rPr sz="2800" spc="-365" dirty="0">
                <a:solidFill>
                  <a:srgbClr val="002060"/>
                </a:solidFill>
              </a:rPr>
              <a:t> </a:t>
            </a:r>
            <a:r>
              <a:rPr sz="2800" spc="-245" dirty="0">
                <a:solidFill>
                  <a:srgbClr val="002060"/>
                </a:solidFill>
              </a:rPr>
              <a:t>Bridge</a:t>
            </a:r>
            <a:r>
              <a:rPr sz="2800" spc="-385" dirty="0">
                <a:solidFill>
                  <a:srgbClr val="002060"/>
                </a:solidFill>
              </a:rPr>
              <a:t> </a:t>
            </a:r>
            <a:r>
              <a:rPr sz="2800" spc="-229" dirty="0">
                <a:solidFill>
                  <a:srgbClr val="002060"/>
                </a:solidFill>
              </a:rPr>
              <a:t>and</a:t>
            </a:r>
            <a:r>
              <a:rPr sz="2800" spc="-380" dirty="0">
                <a:solidFill>
                  <a:srgbClr val="002060"/>
                </a:solidFill>
              </a:rPr>
              <a:t> </a:t>
            </a:r>
            <a:r>
              <a:rPr sz="2800" spc="-290" dirty="0">
                <a:solidFill>
                  <a:srgbClr val="002060"/>
                </a:solidFill>
              </a:rPr>
              <a:t>Full</a:t>
            </a:r>
            <a:r>
              <a:rPr sz="2800" spc="-375" dirty="0">
                <a:solidFill>
                  <a:srgbClr val="002060"/>
                </a:solidFill>
              </a:rPr>
              <a:t> </a:t>
            </a:r>
            <a:r>
              <a:rPr sz="2800" spc="-245" dirty="0">
                <a:solidFill>
                  <a:srgbClr val="002060"/>
                </a:solidFill>
              </a:rPr>
              <a:t>Bridge</a:t>
            </a:r>
            <a:r>
              <a:rPr sz="2800" spc="-380" dirty="0">
                <a:solidFill>
                  <a:srgbClr val="002060"/>
                </a:solidFill>
              </a:rPr>
              <a:t> </a:t>
            </a:r>
            <a:r>
              <a:rPr sz="2800" spc="-275" dirty="0">
                <a:solidFill>
                  <a:srgbClr val="002060"/>
                </a:solidFill>
              </a:rPr>
              <a:t>Inverters</a:t>
            </a:r>
            <a:endParaRPr sz="2800"/>
          </a:p>
        </p:txBody>
      </p:sp>
      <p:sp>
        <p:nvSpPr>
          <p:cNvPr id="10" name="object 10"/>
          <p:cNvSpPr txBox="1"/>
          <p:nvPr/>
        </p:nvSpPr>
        <p:spPr>
          <a:xfrm>
            <a:off x="2907410" y="3426586"/>
            <a:ext cx="105410" cy="217804"/>
          </a:xfrm>
          <a:prstGeom prst="rect">
            <a:avLst/>
          </a:prstGeom>
        </p:spPr>
        <p:txBody>
          <a:bodyPr vert="horz" wrap="square" lIns="0" tIns="13970" rIns="0" bIns="0" rtlCol="0">
            <a:spAutoFit/>
          </a:bodyPr>
          <a:lstStyle/>
          <a:p>
            <a:pPr marL="12700">
              <a:lnSpc>
                <a:spcPct val="100000"/>
              </a:lnSpc>
              <a:spcBef>
                <a:spcPts val="110"/>
              </a:spcBef>
            </a:pPr>
            <a:r>
              <a:rPr sz="1250" dirty="0">
                <a:latin typeface="Times New Roman"/>
                <a:cs typeface="Times New Roman"/>
              </a:rPr>
              <a:t>1</a:t>
            </a:r>
            <a:endParaRPr sz="1250">
              <a:latin typeface="Times New Roman"/>
              <a:cs typeface="Times New Roman"/>
            </a:endParaRPr>
          </a:p>
        </p:txBody>
      </p:sp>
      <p:sp>
        <p:nvSpPr>
          <p:cNvPr id="11" name="object 11"/>
          <p:cNvSpPr txBox="1"/>
          <p:nvPr/>
        </p:nvSpPr>
        <p:spPr>
          <a:xfrm>
            <a:off x="3443668" y="3441352"/>
            <a:ext cx="175895" cy="374015"/>
          </a:xfrm>
          <a:prstGeom prst="rect">
            <a:avLst/>
          </a:prstGeom>
        </p:spPr>
        <p:txBody>
          <a:bodyPr vert="horz" wrap="square" lIns="0" tIns="17145" rIns="0" bIns="0" rtlCol="0">
            <a:spAutoFit/>
          </a:bodyPr>
          <a:lstStyle/>
          <a:p>
            <a:pPr marL="12700">
              <a:lnSpc>
                <a:spcPct val="100000"/>
              </a:lnSpc>
              <a:spcBef>
                <a:spcPts val="135"/>
              </a:spcBef>
            </a:pPr>
            <a:r>
              <a:rPr sz="2250" i="1" spc="-55" dirty="0">
                <a:latin typeface="Symbol"/>
                <a:cs typeface="Symbol"/>
              </a:rPr>
              <a:t></a:t>
            </a:r>
            <a:endParaRPr sz="2250">
              <a:latin typeface="Symbol"/>
              <a:cs typeface="Symbol"/>
            </a:endParaRPr>
          </a:p>
        </p:txBody>
      </p:sp>
      <p:sp>
        <p:nvSpPr>
          <p:cNvPr id="12" name="object 12"/>
          <p:cNvSpPr txBox="1"/>
          <p:nvPr/>
        </p:nvSpPr>
        <p:spPr>
          <a:xfrm>
            <a:off x="4030675" y="3426586"/>
            <a:ext cx="247650" cy="217804"/>
          </a:xfrm>
          <a:prstGeom prst="rect">
            <a:avLst/>
          </a:prstGeom>
        </p:spPr>
        <p:txBody>
          <a:bodyPr vert="horz" wrap="square" lIns="0" tIns="13970" rIns="0" bIns="0" rtlCol="0">
            <a:spAutoFit/>
          </a:bodyPr>
          <a:lstStyle/>
          <a:p>
            <a:pPr marL="12700">
              <a:lnSpc>
                <a:spcPct val="100000"/>
              </a:lnSpc>
              <a:spcBef>
                <a:spcPts val="110"/>
              </a:spcBef>
            </a:pPr>
            <a:r>
              <a:rPr sz="1250" i="1" dirty="0">
                <a:latin typeface="Times New Roman"/>
                <a:cs typeface="Times New Roman"/>
              </a:rPr>
              <a:t>DC</a:t>
            </a:r>
            <a:endParaRPr sz="1250">
              <a:latin typeface="Times New Roman"/>
              <a:cs typeface="Times New Roman"/>
            </a:endParaRPr>
          </a:p>
        </p:txBody>
      </p:sp>
      <p:sp>
        <p:nvSpPr>
          <p:cNvPr id="13" name="object 13"/>
          <p:cNvSpPr txBox="1"/>
          <p:nvPr/>
        </p:nvSpPr>
        <p:spPr>
          <a:xfrm>
            <a:off x="5150825" y="3426586"/>
            <a:ext cx="247650" cy="217804"/>
          </a:xfrm>
          <a:prstGeom prst="rect">
            <a:avLst/>
          </a:prstGeom>
        </p:spPr>
        <p:txBody>
          <a:bodyPr vert="horz" wrap="square" lIns="0" tIns="13970" rIns="0" bIns="0" rtlCol="0">
            <a:spAutoFit/>
          </a:bodyPr>
          <a:lstStyle/>
          <a:p>
            <a:pPr marL="12700">
              <a:lnSpc>
                <a:spcPct val="100000"/>
              </a:lnSpc>
              <a:spcBef>
                <a:spcPts val="110"/>
              </a:spcBef>
            </a:pPr>
            <a:r>
              <a:rPr sz="1250" i="1" dirty="0">
                <a:latin typeface="Times New Roman"/>
                <a:cs typeface="Times New Roman"/>
              </a:rPr>
              <a:t>DC</a:t>
            </a:r>
            <a:endParaRPr sz="1250">
              <a:latin typeface="Times New Roman"/>
              <a:cs typeface="Times New Roman"/>
            </a:endParaRPr>
          </a:p>
        </p:txBody>
      </p:sp>
      <p:sp>
        <p:nvSpPr>
          <p:cNvPr id="14" name="object 14"/>
          <p:cNvSpPr txBox="1"/>
          <p:nvPr/>
        </p:nvSpPr>
        <p:spPr>
          <a:xfrm>
            <a:off x="2732658" y="3241967"/>
            <a:ext cx="760730" cy="355600"/>
          </a:xfrm>
          <a:prstGeom prst="rect">
            <a:avLst/>
          </a:prstGeom>
        </p:spPr>
        <p:txBody>
          <a:bodyPr vert="horz" wrap="square" lIns="0" tIns="14605" rIns="0" bIns="0" rtlCol="0">
            <a:spAutoFit/>
          </a:bodyPr>
          <a:lstStyle/>
          <a:p>
            <a:pPr marL="38100">
              <a:lnSpc>
                <a:spcPct val="100000"/>
              </a:lnSpc>
              <a:spcBef>
                <a:spcPts val="115"/>
              </a:spcBef>
              <a:tabLst>
                <a:tab pos="346710" algn="l"/>
              </a:tabLst>
            </a:pPr>
            <a:r>
              <a:rPr sz="2150" i="1" spc="5" dirty="0">
                <a:latin typeface="Times New Roman"/>
                <a:cs typeface="Times New Roman"/>
              </a:rPr>
              <a:t>E	</a:t>
            </a:r>
            <a:r>
              <a:rPr sz="2150" dirty="0">
                <a:latin typeface="Symbol"/>
                <a:cs typeface="Symbol"/>
              </a:rPr>
              <a:t></a:t>
            </a:r>
            <a:r>
              <a:rPr sz="2150" spc="85" dirty="0">
                <a:latin typeface="Times New Roman"/>
                <a:cs typeface="Times New Roman"/>
              </a:rPr>
              <a:t> </a:t>
            </a:r>
            <a:r>
              <a:rPr sz="3225" baseline="34883" dirty="0">
                <a:latin typeface="Times New Roman"/>
                <a:cs typeface="Times New Roman"/>
              </a:rPr>
              <a:t>2</a:t>
            </a:r>
            <a:endParaRPr sz="3225" baseline="34883">
              <a:latin typeface="Times New Roman"/>
              <a:cs typeface="Times New Roman"/>
            </a:endParaRPr>
          </a:p>
        </p:txBody>
      </p:sp>
      <p:sp>
        <p:nvSpPr>
          <p:cNvPr id="15" name="object 15"/>
          <p:cNvSpPr txBox="1"/>
          <p:nvPr/>
        </p:nvSpPr>
        <p:spPr>
          <a:xfrm>
            <a:off x="3607505" y="3068269"/>
            <a:ext cx="469265" cy="355600"/>
          </a:xfrm>
          <a:prstGeom prst="rect">
            <a:avLst/>
          </a:prstGeom>
        </p:spPr>
        <p:txBody>
          <a:bodyPr vert="horz" wrap="square" lIns="0" tIns="14605" rIns="0" bIns="0" rtlCol="0">
            <a:spAutoFit/>
          </a:bodyPr>
          <a:lstStyle/>
          <a:p>
            <a:pPr marL="38100">
              <a:lnSpc>
                <a:spcPct val="100000"/>
              </a:lnSpc>
              <a:spcBef>
                <a:spcPts val="115"/>
              </a:spcBef>
            </a:pPr>
            <a:r>
              <a:rPr sz="2150" dirty="0">
                <a:latin typeface="Times New Roman"/>
                <a:cs typeface="Times New Roman"/>
              </a:rPr>
              <a:t>2</a:t>
            </a:r>
            <a:r>
              <a:rPr sz="2150" spc="85" dirty="0">
                <a:latin typeface="Times New Roman"/>
                <a:cs typeface="Times New Roman"/>
              </a:rPr>
              <a:t> </a:t>
            </a:r>
            <a:r>
              <a:rPr sz="3225" i="1" spc="7" baseline="-34883" dirty="0">
                <a:latin typeface="Times New Roman"/>
                <a:cs typeface="Times New Roman"/>
              </a:rPr>
              <a:t>E</a:t>
            </a:r>
            <a:endParaRPr sz="3225" baseline="-34883">
              <a:latin typeface="Times New Roman"/>
              <a:cs typeface="Times New Roman"/>
            </a:endParaRPr>
          </a:p>
        </p:txBody>
      </p:sp>
      <p:sp>
        <p:nvSpPr>
          <p:cNvPr id="16" name="object 16"/>
          <p:cNvSpPr txBox="1"/>
          <p:nvPr/>
        </p:nvSpPr>
        <p:spPr>
          <a:xfrm>
            <a:off x="4355098" y="3241967"/>
            <a:ext cx="816610" cy="355600"/>
          </a:xfrm>
          <a:prstGeom prst="rect">
            <a:avLst/>
          </a:prstGeom>
        </p:spPr>
        <p:txBody>
          <a:bodyPr vert="horz" wrap="square" lIns="0" tIns="14605" rIns="0" bIns="0" rtlCol="0">
            <a:spAutoFit/>
          </a:bodyPr>
          <a:lstStyle/>
          <a:p>
            <a:pPr marL="12700">
              <a:lnSpc>
                <a:spcPct val="100000"/>
              </a:lnSpc>
              <a:spcBef>
                <a:spcPts val="115"/>
              </a:spcBef>
            </a:pPr>
            <a:r>
              <a:rPr sz="2150" dirty="0">
                <a:latin typeface="Symbol"/>
                <a:cs typeface="Symbol"/>
              </a:rPr>
              <a:t></a:t>
            </a:r>
            <a:r>
              <a:rPr sz="2150" dirty="0">
                <a:latin typeface="Times New Roman"/>
                <a:cs typeface="Times New Roman"/>
              </a:rPr>
              <a:t> </a:t>
            </a:r>
            <a:r>
              <a:rPr sz="2150" spc="5" dirty="0">
                <a:latin typeface="Times New Roman"/>
                <a:cs typeface="Times New Roman"/>
              </a:rPr>
              <a:t>0.9</a:t>
            </a:r>
            <a:r>
              <a:rPr sz="2150" spc="-155" dirty="0">
                <a:latin typeface="Times New Roman"/>
                <a:cs typeface="Times New Roman"/>
              </a:rPr>
              <a:t> </a:t>
            </a:r>
            <a:r>
              <a:rPr sz="2150" i="1" spc="5" dirty="0">
                <a:latin typeface="Times New Roman"/>
                <a:cs typeface="Times New Roman"/>
              </a:rPr>
              <a:t>E</a:t>
            </a:r>
            <a:endParaRPr sz="2150">
              <a:latin typeface="Times New Roman"/>
              <a:cs typeface="Times New Roman"/>
            </a:endParaRPr>
          </a:p>
        </p:txBody>
      </p:sp>
      <p:grpSp>
        <p:nvGrpSpPr>
          <p:cNvPr id="17" name="object 17"/>
          <p:cNvGrpSpPr/>
          <p:nvPr/>
        </p:nvGrpSpPr>
        <p:grpSpPr>
          <a:xfrm>
            <a:off x="6162829" y="3064001"/>
            <a:ext cx="1083310" cy="382270"/>
            <a:chOff x="6162829" y="3064001"/>
            <a:chExt cx="1083310" cy="382270"/>
          </a:xfrm>
        </p:grpSpPr>
        <p:sp>
          <p:nvSpPr>
            <p:cNvPr id="18" name="object 18"/>
            <p:cNvSpPr/>
            <p:nvPr/>
          </p:nvSpPr>
          <p:spPr>
            <a:xfrm>
              <a:off x="6340312" y="3249076"/>
              <a:ext cx="29209" cy="15875"/>
            </a:xfrm>
            <a:custGeom>
              <a:avLst/>
              <a:gdLst/>
              <a:ahLst/>
              <a:cxnLst/>
              <a:rect l="l" t="t" r="r" b="b"/>
              <a:pathLst>
                <a:path w="29210" h="15875">
                  <a:moveTo>
                    <a:pt x="0" y="15803"/>
                  </a:moveTo>
                  <a:lnTo>
                    <a:pt x="28773" y="0"/>
                  </a:lnTo>
                </a:path>
              </a:pathLst>
            </a:custGeom>
            <a:ln w="3175">
              <a:solidFill>
                <a:srgbClr val="000000"/>
              </a:solidFill>
            </a:ln>
          </p:spPr>
          <p:txBody>
            <a:bodyPr wrap="square" lIns="0" tIns="0" rIns="0" bIns="0" rtlCol="0"/>
            <a:lstStyle/>
            <a:p>
              <a:endParaRPr/>
            </a:p>
          </p:txBody>
        </p:sp>
        <p:sp>
          <p:nvSpPr>
            <p:cNvPr id="19" name="object 19"/>
            <p:cNvSpPr/>
            <p:nvPr/>
          </p:nvSpPr>
          <p:spPr>
            <a:xfrm>
              <a:off x="6369085" y="3070478"/>
              <a:ext cx="307975" cy="287655"/>
            </a:xfrm>
            <a:custGeom>
              <a:avLst/>
              <a:gdLst/>
              <a:ahLst/>
              <a:cxnLst/>
              <a:rect l="l" t="t" r="r" b="b"/>
              <a:pathLst>
                <a:path w="307975" h="287654">
                  <a:moveTo>
                    <a:pt x="0" y="178597"/>
                  </a:moveTo>
                  <a:lnTo>
                    <a:pt x="68488" y="287654"/>
                  </a:lnTo>
                </a:path>
                <a:path w="307975" h="287654">
                  <a:moveTo>
                    <a:pt x="68488" y="287654"/>
                  </a:moveTo>
                  <a:lnTo>
                    <a:pt x="143530" y="0"/>
                  </a:lnTo>
                </a:path>
                <a:path w="307975" h="287654">
                  <a:moveTo>
                    <a:pt x="143530" y="0"/>
                  </a:moveTo>
                  <a:lnTo>
                    <a:pt x="307649" y="0"/>
                  </a:lnTo>
                </a:path>
              </a:pathLst>
            </a:custGeom>
            <a:ln w="3175">
              <a:solidFill>
                <a:srgbClr val="000000"/>
              </a:solidFill>
            </a:ln>
          </p:spPr>
          <p:txBody>
            <a:bodyPr wrap="square" lIns="0" tIns="0" rIns="0" bIns="0" rtlCol="0"/>
            <a:lstStyle/>
            <a:p>
              <a:endParaRPr/>
            </a:p>
          </p:txBody>
        </p:sp>
        <p:sp>
          <p:nvSpPr>
            <p:cNvPr id="20" name="object 20"/>
            <p:cNvSpPr/>
            <p:nvPr/>
          </p:nvSpPr>
          <p:spPr>
            <a:xfrm>
              <a:off x="6338125" y="3064001"/>
              <a:ext cx="339090" cy="294640"/>
            </a:xfrm>
            <a:custGeom>
              <a:avLst/>
              <a:gdLst/>
              <a:ahLst/>
              <a:cxnLst/>
              <a:rect l="l" t="t" r="r" b="b"/>
              <a:pathLst>
                <a:path w="339090" h="294639">
                  <a:moveTo>
                    <a:pt x="338607" y="0"/>
                  </a:moveTo>
                  <a:lnTo>
                    <a:pt x="169354" y="0"/>
                  </a:lnTo>
                  <a:lnTo>
                    <a:pt x="100101" y="265366"/>
                  </a:lnTo>
                  <a:lnTo>
                    <a:pt x="39052" y="176504"/>
                  </a:lnTo>
                  <a:lnTo>
                    <a:pt x="0" y="197269"/>
                  </a:lnTo>
                  <a:lnTo>
                    <a:pt x="4483" y="205168"/>
                  </a:lnTo>
                  <a:lnTo>
                    <a:pt x="23622" y="193636"/>
                  </a:lnTo>
                  <a:lnTo>
                    <a:pt x="92773" y="294132"/>
                  </a:lnTo>
                  <a:lnTo>
                    <a:pt x="106781" y="294132"/>
                  </a:lnTo>
                  <a:lnTo>
                    <a:pt x="179641" y="13715"/>
                  </a:lnTo>
                  <a:lnTo>
                    <a:pt x="338607" y="13715"/>
                  </a:lnTo>
                  <a:lnTo>
                    <a:pt x="338607" y="0"/>
                  </a:lnTo>
                  <a:close/>
                </a:path>
              </a:pathLst>
            </a:custGeom>
            <a:solidFill>
              <a:srgbClr val="000000"/>
            </a:solidFill>
          </p:spPr>
          <p:txBody>
            <a:bodyPr wrap="square" lIns="0" tIns="0" rIns="0" bIns="0" rtlCol="0"/>
            <a:lstStyle/>
            <a:p>
              <a:endParaRPr/>
            </a:p>
          </p:txBody>
        </p:sp>
        <p:sp>
          <p:nvSpPr>
            <p:cNvPr id="21" name="object 21"/>
            <p:cNvSpPr/>
            <p:nvPr/>
          </p:nvSpPr>
          <p:spPr>
            <a:xfrm>
              <a:off x="6168862" y="3439850"/>
              <a:ext cx="1071245" cy="0"/>
            </a:xfrm>
            <a:custGeom>
              <a:avLst/>
              <a:gdLst/>
              <a:ahLst/>
              <a:cxnLst/>
              <a:rect l="l" t="t" r="r" b="b"/>
              <a:pathLst>
                <a:path w="1071245">
                  <a:moveTo>
                    <a:pt x="0" y="0"/>
                  </a:moveTo>
                  <a:lnTo>
                    <a:pt x="531494" y="0"/>
                  </a:lnTo>
                </a:path>
                <a:path w="1071245">
                  <a:moveTo>
                    <a:pt x="584453" y="0"/>
                  </a:moveTo>
                  <a:lnTo>
                    <a:pt x="1071097" y="0"/>
                  </a:lnTo>
                </a:path>
              </a:pathLst>
            </a:custGeom>
            <a:ln w="11626">
              <a:solidFill>
                <a:srgbClr val="000000"/>
              </a:solidFill>
            </a:ln>
          </p:spPr>
          <p:txBody>
            <a:bodyPr wrap="square" lIns="0" tIns="0" rIns="0" bIns="0" rtlCol="0"/>
            <a:lstStyle/>
            <a:p>
              <a:endParaRPr/>
            </a:p>
          </p:txBody>
        </p:sp>
      </p:grpSp>
      <p:sp>
        <p:nvSpPr>
          <p:cNvPr id="22" name="object 22"/>
          <p:cNvSpPr txBox="1"/>
          <p:nvPr/>
        </p:nvSpPr>
        <p:spPr>
          <a:xfrm>
            <a:off x="5767666" y="3406597"/>
            <a:ext cx="106045" cy="218440"/>
          </a:xfrm>
          <a:prstGeom prst="rect">
            <a:avLst/>
          </a:prstGeom>
        </p:spPr>
        <p:txBody>
          <a:bodyPr vert="horz" wrap="square" lIns="0" tIns="14605" rIns="0" bIns="0" rtlCol="0">
            <a:spAutoFit/>
          </a:bodyPr>
          <a:lstStyle/>
          <a:p>
            <a:pPr marL="12700">
              <a:lnSpc>
                <a:spcPct val="100000"/>
              </a:lnSpc>
              <a:spcBef>
                <a:spcPts val="115"/>
              </a:spcBef>
            </a:pPr>
            <a:r>
              <a:rPr sz="1250" spc="5" dirty="0">
                <a:latin typeface="Times New Roman"/>
                <a:cs typeface="Times New Roman"/>
              </a:rPr>
              <a:t>1</a:t>
            </a:r>
            <a:endParaRPr sz="1250">
              <a:latin typeface="Times New Roman"/>
              <a:cs typeface="Times New Roman"/>
            </a:endParaRPr>
          </a:p>
        </p:txBody>
      </p:sp>
      <p:sp>
        <p:nvSpPr>
          <p:cNvPr id="23" name="object 23"/>
          <p:cNvSpPr txBox="1"/>
          <p:nvPr/>
        </p:nvSpPr>
        <p:spPr>
          <a:xfrm>
            <a:off x="6318135" y="3420822"/>
            <a:ext cx="762000" cy="374650"/>
          </a:xfrm>
          <a:prstGeom prst="rect">
            <a:avLst/>
          </a:prstGeom>
        </p:spPr>
        <p:txBody>
          <a:bodyPr vert="horz" wrap="square" lIns="0" tIns="11430" rIns="0" bIns="0" rtlCol="0">
            <a:spAutoFit/>
          </a:bodyPr>
          <a:lstStyle/>
          <a:p>
            <a:pPr marL="12700">
              <a:lnSpc>
                <a:spcPct val="100000"/>
              </a:lnSpc>
              <a:spcBef>
                <a:spcPts val="90"/>
              </a:spcBef>
              <a:tabLst>
                <a:tab pos="611505" algn="l"/>
              </a:tabLst>
            </a:pPr>
            <a:r>
              <a:rPr sz="2300" i="1" spc="-80" dirty="0">
                <a:latin typeface="Symbol"/>
                <a:cs typeface="Symbol"/>
              </a:rPr>
              <a:t></a:t>
            </a:r>
            <a:r>
              <a:rPr sz="2300" spc="-80" dirty="0">
                <a:latin typeface="Times New Roman"/>
                <a:cs typeface="Times New Roman"/>
              </a:rPr>
              <a:t>	</a:t>
            </a:r>
            <a:r>
              <a:rPr sz="2150" spc="5" dirty="0">
                <a:latin typeface="Times New Roman"/>
                <a:cs typeface="Times New Roman"/>
              </a:rPr>
              <a:t>2</a:t>
            </a:r>
            <a:endParaRPr sz="2150">
              <a:latin typeface="Times New Roman"/>
              <a:cs typeface="Times New Roman"/>
            </a:endParaRPr>
          </a:p>
        </p:txBody>
      </p:sp>
      <p:sp>
        <p:nvSpPr>
          <p:cNvPr id="24" name="object 24"/>
          <p:cNvSpPr txBox="1"/>
          <p:nvPr/>
        </p:nvSpPr>
        <p:spPr>
          <a:xfrm>
            <a:off x="8256422" y="3406597"/>
            <a:ext cx="251460" cy="218440"/>
          </a:xfrm>
          <a:prstGeom prst="rect">
            <a:avLst/>
          </a:prstGeom>
        </p:spPr>
        <p:txBody>
          <a:bodyPr vert="horz" wrap="square" lIns="0" tIns="14605" rIns="0" bIns="0" rtlCol="0">
            <a:spAutoFit/>
          </a:bodyPr>
          <a:lstStyle/>
          <a:p>
            <a:pPr marL="12700">
              <a:lnSpc>
                <a:spcPct val="100000"/>
              </a:lnSpc>
              <a:spcBef>
                <a:spcPts val="115"/>
              </a:spcBef>
            </a:pPr>
            <a:r>
              <a:rPr sz="1250" i="1" spc="25" dirty="0">
                <a:latin typeface="Times New Roman"/>
                <a:cs typeface="Times New Roman"/>
              </a:rPr>
              <a:t>D</a:t>
            </a:r>
            <a:r>
              <a:rPr sz="1250" i="1" spc="5" dirty="0">
                <a:latin typeface="Times New Roman"/>
                <a:cs typeface="Times New Roman"/>
              </a:rPr>
              <a:t>C</a:t>
            </a:r>
            <a:endParaRPr sz="1250">
              <a:latin typeface="Times New Roman"/>
              <a:cs typeface="Times New Roman"/>
            </a:endParaRPr>
          </a:p>
        </p:txBody>
      </p:sp>
      <p:sp>
        <p:nvSpPr>
          <p:cNvPr id="25" name="object 25"/>
          <p:cNvSpPr txBox="1"/>
          <p:nvPr/>
        </p:nvSpPr>
        <p:spPr>
          <a:xfrm>
            <a:off x="6487848" y="3115132"/>
            <a:ext cx="733425" cy="356235"/>
          </a:xfrm>
          <a:prstGeom prst="rect">
            <a:avLst/>
          </a:prstGeom>
        </p:spPr>
        <p:txBody>
          <a:bodyPr vert="horz" wrap="square" lIns="0" tIns="14604" rIns="0" bIns="0" rtlCol="0">
            <a:spAutoFit/>
          </a:bodyPr>
          <a:lstStyle/>
          <a:p>
            <a:pPr marL="38100">
              <a:lnSpc>
                <a:spcPct val="100000"/>
              </a:lnSpc>
              <a:spcBef>
                <a:spcPts val="114"/>
              </a:spcBef>
            </a:pPr>
            <a:r>
              <a:rPr sz="3225" spc="7" baseline="14211" dirty="0">
                <a:latin typeface="Times New Roman"/>
                <a:cs typeface="Times New Roman"/>
              </a:rPr>
              <a:t>2</a:t>
            </a:r>
            <a:r>
              <a:rPr sz="3225" spc="487" baseline="14211" dirty="0">
                <a:latin typeface="Times New Roman"/>
                <a:cs typeface="Times New Roman"/>
              </a:rPr>
              <a:t> </a:t>
            </a:r>
            <a:r>
              <a:rPr sz="3225" i="1" spc="44" baseline="14211" dirty="0">
                <a:latin typeface="Times New Roman"/>
                <a:cs typeface="Times New Roman"/>
              </a:rPr>
              <a:t>E</a:t>
            </a:r>
            <a:r>
              <a:rPr sz="1250" i="1" spc="30" dirty="0">
                <a:latin typeface="Times New Roman"/>
                <a:cs typeface="Times New Roman"/>
              </a:rPr>
              <a:t>DC</a:t>
            </a:r>
            <a:endParaRPr sz="1250">
              <a:latin typeface="Times New Roman"/>
              <a:cs typeface="Times New Roman"/>
            </a:endParaRPr>
          </a:p>
        </p:txBody>
      </p:sp>
      <p:sp>
        <p:nvSpPr>
          <p:cNvPr id="26" name="object 26"/>
          <p:cNvSpPr txBox="1"/>
          <p:nvPr/>
        </p:nvSpPr>
        <p:spPr>
          <a:xfrm>
            <a:off x="5588634" y="3220211"/>
            <a:ext cx="774700" cy="356235"/>
          </a:xfrm>
          <a:prstGeom prst="rect">
            <a:avLst/>
          </a:prstGeom>
        </p:spPr>
        <p:txBody>
          <a:bodyPr vert="horz" wrap="square" lIns="0" tIns="14604" rIns="0" bIns="0" rtlCol="0">
            <a:spAutoFit/>
          </a:bodyPr>
          <a:lstStyle/>
          <a:p>
            <a:pPr marL="38100">
              <a:lnSpc>
                <a:spcPct val="100000"/>
              </a:lnSpc>
              <a:spcBef>
                <a:spcPts val="114"/>
              </a:spcBef>
              <a:tabLst>
                <a:tab pos="354965" algn="l"/>
              </a:tabLst>
            </a:pPr>
            <a:r>
              <a:rPr sz="2150" i="1" spc="5" dirty="0">
                <a:latin typeface="Times New Roman"/>
                <a:cs typeface="Times New Roman"/>
              </a:rPr>
              <a:t>E	</a:t>
            </a:r>
            <a:r>
              <a:rPr sz="2150" spc="5" dirty="0">
                <a:latin typeface="Symbol"/>
                <a:cs typeface="Symbol"/>
              </a:rPr>
              <a:t></a:t>
            </a:r>
            <a:r>
              <a:rPr sz="2150" spc="125" dirty="0">
                <a:latin typeface="Times New Roman"/>
                <a:cs typeface="Times New Roman"/>
              </a:rPr>
              <a:t> </a:t>
            </a:r>
            <a:r>
              <a:rPr sz="3225" spc="7" baseline="34883" dirty="0">
                <a:latin typeface="Times New Roman"/>
                <a:cs typeface="Times New Roman"/>
              </a:rPr>
              <a:t>2</a:t>
            </a:r>
            <a:endParaRPr sz="3225" baseline="34883">
              <a:latin typeface="Times New Roman"/>
              <a:cs typeface="Times New Roman"/>
            </a:endParaRPr>
          </a:p>
        </p:txBody>
      </p:sp>
      <p:sp>
        <p:nvSpPr>
          <p:cNvPr id="27" name="object 27"/>
          <p:cNvSpPr txBox="1"/>
          <p:nvPr/>
        </p:nvSpPr>
        <p:spPr>
          <a:xfrm>
            <a:off x="7302613" y="3220211"/>
            <a:ext cx="970915" cy="356235"/>
          </a:xfrm>
          <a:prstGeom prst="rect">
            <a:avLst/>
          </a:prstGeom>
        </p:spPr>
        <p:txBody>
          <a:bodyPr vert="horz" wrap="square" lIns="0" tIns="14604" rIns="0" bIns="0" rtlCol="0">
            <a:spAutoFit/>
          </a:bodyPr>
          <a:lstStyle/>
          <a:p>
            <a:pPr marL="12700">
              <a:lnSpc>
                <a:spcPct val="100000"/>
              </a:lnSpc>
              <a:spcBef>
                <a:spcPts val="114"/>
              </a:spcBef>
            </a:pPr>
            <a:r>
              <a:rPr sz="2150" spc="5" dirty="0">
                <a:latin typeface="Symbol"/>
                <a:cs typeface="Symbol"/>
              </a:rPr>
              <a:t></a:t>
            </a:r>
            <a:r>
              <a:rPr sz="2150" spc="5" dirty="0">
                <a:latin typeface="Times New Roman"/>
                <a:cs typeface="Times New Roman"/>
              </a:rPr>
              <a:t> </a:t>
            </a:r>
            <a:r>
              <a:rPr sz="2150" spc="20" dirty="0">
                <a:latin typeface="Times New Roman"/>
                <a:cs typeface="Times New Roman"/>
              </a:rPr>
              <a:t>0.45</a:t>
            </a:r>
            <a:r>
              <a:rPr sz="2150" spc="-95" dirty="0">
                <a:latin typeface="Times New Roman"/>
                <a:cs typeface="Times New Roman"/>
              </a:rPr>
              <a:t> </a:t>
            </a:r>
            <a:r>
              <a:rPr sz="2150" i="1" spc="5" dirty="0">
                <a:latin typeface="Times New Roman"/>
                <a:cs typeface="Times New Roman"/>
              </a:rPr>
              <a:t>E</a:t>
            </a:r>
            <a:endParaRPr sz="2150">
              <a:latin typeface="Times New Roman"/>
              <a:cs typeface="Times New Roman"/>
            </a:endParaRPr>
          </a:p>
        </p:txBody>
      </p:sp>
      <p:sp>
        <p:nvSpPr>
          <p:cNvPr id="28" name="object 28"/>
          <p:cNvSpPr txBox="1"/>
          <p:nvPr/>
        </p:nvSpPr>
        <p:spPr>
          <a:xfrm>
            <a:off x="3742359" y="2175040"/>
            <a:ext cx="141605" cy="218440"/>
          </a:xfrm>
          <a:prstGeom prst="rect">
            <a:avLst/>
          </a:prstGeom>
        </p:spPr>
        <p:txBody>
          <a:bodyPr vert="horz" wrap="square" lIns="0" tIns="14605" rIns="0" bIns="0" rtlCol="0">
            <a:spAutoFit/>
          </a:bodyPr>
          <a:lstStyle/>
          <a:p>
            <a:pPr marL="12700">
              <a:lnSpc>
                <a:spcPct val="100000"/>
              </a:lnSpc>
              <a:spcBef>
                <a:spcPts val="115"/>
              </a:spcBef>
            </a:pPr>
            <a:r>
              <a:rPr sz="1250" i="1" spc="5" dirty="0">
                <a:latin typeface="Times New Roman"/>
                <a:cs typeface="Times New Roman"/>
              </a:rPr>
              <a:t>O</a:t>
            </a:r>
            <a:endParaRPr sz="1250">
              <a:latin typeface="Times New Roman"/>
              <a:cs typeface="Times New Roman"/>
            </a:endParaRPr>
          </a:p>
        </p:txBody>
      </p:sp>
      <p:sp>
        <p:nvSpPr>
          <p:cNvPr id="29" name="object 29"/>
          <p:cNvSpPr txBox="1"/>
          <p:nvPr/>
        </p:nvSpPr>
        <p:spPr>
          <a:xfrm>
            <a:off x="4348889" y="2175040"/>
            <a:ext cx="247015" cy="218440"/>
          </a:xfrm>
          <a:prstGeom prst="rect">
            <a:avLst/>
          </a:prstGeom>
        </p:spPr>
        <p:txBody>
          <a:bodyPr vert="horz" wrap="square" lIns="0" tIns="14605" rIns="0" bIns="0" rtlCol="0">
            <a:spAutoFit/>
          </a:bodyPr>
          <a:lstStyle/>
          <a:p>
            <a:pPr marL="12700">
              <a:lnSpc>
                <a:spcPct val="100000"/>
              </a:lnSpc>
              <a:spcBef>
                <a:spcPts val="115"/>
              </a:spcBef>
            </a:pPr>
            <a:r>
              <a:rPr sz="1250" i="1" spc="-10" dirty="0">
                <a:latin typeface="Times New Roman"/>
                <a:cs typeface="Times New Roman"/>
              </a:rPr>
              <a:t>D</a:t>
            </a:r>
            <a:r>
              <a:rPr sz="1250" i="1" spc="5" dirty="0">
                <a:latin typeface="Times New Roman"/>
                <a:cs typeface="Times New Roman"/>
              </a:rPr>
              <a:t>C</a:t>
            </a:r>
            <a:endParaRPr sz="1250">
              <a:latin typeface="Times New Roman"/>
              <a:cs typeface="Times New Roman"/>
            </a:endParaRPr>
          </a:p>
        </p:txBody>
      </p:sp>
      <p:sp>
        <p:nvSpPr>
          <p:cNvPr id="30" name="object 30"/>
          <p:cNvSpPr txBox="1"/>
          <p:nvPr/>
        </p:nvSpPr>
        <p:spPr>
          <a:xfrm>
            <a:off x="3579228" y="1990306"/>
            <a:ext cx="790575" cy="356235"/>
          </a:xfrm>
          <a:prstGeom prst="rect">
            <a:avLst/>
          </a:prstGeom>
        </p:spPr>
        <p:txBody>
          <a:bodyPr vert="horz" wrap="square" lIns="0" tIns="14604" rIns="0" bIns="0" rtlCol="0">
            <a:spAutoFit/>
          </a:bodyPr>
          <a:lstStyle/>
          <a:p>
            <a:pPr marL="12700">
              <a:lnSpc>
                <a:spcPct val="100000"/>
              </a:lnSpc>
              <a:spcBef>
                <a:spcPts val="114"/>
              </a:spcBef>
              <a:tabLst>
                <a:tab pos="386080" algn="l"/>
              </a:tabLst>
            </a:pPr>
            <a:r>
              <a:rPr sz="2150" i="1" spc="5" dirty="0">
                <a:latin typeface="Times New Roman"/>
                <a:cs typeface="Times New Roman"/>
              </a:rPr>
              <a:t>E	</a:t>
            </a:r>
            <a:r>
              <a:rPr sz="2150" spc="5" dirty="0">
                <a:latin typeface="Symbol"/>
                <a:cs typeface="Symbol"/>
              </a:rPr>
              <a:t></a:t>
            </a:r>
            <a:r>
              <a:rPr sz="2150" spc="-50" dirty="0">
                <a:latin typeface="Times New Roman"/>
                <a:cs typeface="Times New Roman"/>
              </a:rPr>
              <a:t> </a:t>
            </a:r>
            <a:r>
              <a:rPr sz="2150" i="1" spc="5" dirty="0">
                <a:latin typeface="Times New Roman"/>
                <a:cs typeface="Times New Roman"/>
              </a:rPr>
              <a:t>E</a:t>
            </a:r>
            <a:endParaRPr sz="2150">
              <a:latin typeface="Times New Roman"/>
              <a:cs typeface="Times New Roman"/>
            </a:endParaRPr>
          </a:p>
        </p:txBody>
      </p:sp>
      <p:sp>
        <p:nvSpPr>
          <p:cNvPr id="31" name="object 31"/>
          <p:cNvSpPr/>
          <p:nvPr/>
        </p:nvSpPr>
        <p:spPr>
          <a:xfrm>
            <a:off x="7014301" y="2247138"/>
            <a:ext cx="487045" cy="0"/>
          </a:xfrm>
          <a:custGeom>
            <a:avLst/>
            <a:gdLst/>
            <a:ahLst/>
            <a:cxnLst/>
            <a:rect l="l" t="t" r="r" b="b"/>
            <a:pathLst>
              <a:path w="487045">
                <a:moveTo>
                  <a:pt x="0" y="0"/>
                </a:moveTo>
                <a:lnTo>
                  <a:pt x="486445" y="0"/>
                </a:lnTo>
              </a:path>
            </a:pathLst>
          </a:custGeom>
          <a:ln w="11614">
            <a:solidFill>
              <a:srgbClr val="000000"/>
            </a:solidFill>
          </a:ln>
        </p:spPr>
        <p:txBody>
          <a:bodyPr wrap="square" lIns="0" tIns="0" rIns="0" bIns="0" rtlCol="0"/>
          <a:lstStyle/>
          <a:p>
            <a:endParaRPr/>
          </a:p>
        </p:txBody>
      </p:sp>
      <p:sp>
        <p:nvSpPr>
          <p:cNvPr id="32" name="object 32"/>
          <p:cNvSpPr txBox="1"/>
          <p:nvPr/>
        </p:nvSpPr>
        <p:spPr>
          <a:xfrm>
            <a:off x="7179106" y="2243950"/>
            <a:ext cx="162560" cy="355600"/>
          </a:xfrm>
          <a:prstGeom prst="rect">
            <a:avLst/>
          </a:prstGeom>
        </p:spPr>
        <p:txBody>
          <a:bodyPr vert="horz" wrap="square" lIns="0" tIns="14605" rIns="0" bIns="0" rtlCol="0">
            <a:spAutoFit/>
          </a:bodyPr>
          <a:lstStyle/>
          <a:p>
            <a:pPr marL="12700">
              <a:lnSpc>
                <a:spcPct val="100000"/>
              </a:lnSpc>
              <a:spcBef>
                <a:spcPts val="115"/>
              </a:spcBef>
            </a:pPr>
            <a:r>
              <a:rPr sz="2150" dirty="0">
                <a:latin typeface="Times New Roman"/>
                <a:cs typeface="Times New Roman"/>
              </a:rPr>
              <a:t>2</a:t>
            </a:r>
            <a:endParaRPr sz="2150">
              <a:latin typeface="Times New Roman"/>
              <a:cs typeface="Times New Roman"/>
            </a:endParaRPr>
          </a:p>
        </p:txBody>
      </p:sp>
      <p:sp>
        <p:nvSpPr>
          <p:cNvPr id="33" name="object 33"/>
          <p:cNvSpPr txBox="1"/>
          <p:nvPr/>
        </p:nvSpPr>
        <p:spPr>
          <a:xfrm>
            <a:off x="6558750" y="2213533"/>
            <a:ext cx="140970" cy="218440"/>
          </a:xfrm>
          <a:prstGeom prst="rect">
            <a:avLst/>
          </a:prstGeom>
        </p:spPr>
        <p:txBody>
          <a:bodyPr vert="horz" wrap="square" lIns="0" tIns="13970" rIns="0" bIns="0" rtlCol="0">
            <a:spAutoFit/>
          </a:bodyPr>
          <a:lstStyle/>
          <a:p>
            <a:pPr marL="12700">
              <a:lnSpc>
                <a:spcPct val="100000"/>
              </a:lnSpc>
              <a:spcBef>
                <a:spcPts val="110"/>
              </a:spcBef>
            </a:pPr>
            <a:r>
              <a:rPr sz="1250" i="1" spc="5" dirty="0">
                <a:latin typeface="Times New Roman"/>
                <a:cs typeface="Times New Roman"/>
              </a:rPr>
              <a:t>O</a:t>
            </a:r>
            <a:endParaRPr sz="1250">
              <a:latin typeface="Times New Roman"/>
              <a:cs typeface="Times New Roman"/>
            </a:endParaRPr>
          </a:p>
        </p:txBody>
      </p:sp>
      <p:sp>
        <p:nvSpPr>
          <p:cNvPr id="34" name="object 34"/>
          <p:cNvSpPr txBox="1"/>
          <p:nvPr/>
        </p:nvSpPr>
        <p:spPr>
          <a:xfrm>
            <a:off x="6751472" y="1923719"/>
            <a:ext cx="731520" cy="355600"/>
          </a:xfrm>
          <a:prstGeom prst="rect">
            <a:avLst/>
          </a:prstGeom>
        </p:spPr>
        <p:txBody>
          <a:bodyPr vert="horz" wrap="square" lIns="0" tIns="14605" rIns="0" bIns="0" rtlCol="0">
            <a:spAutoFit/>
          </a:bodyPr>
          <a:lstStyle/>
          <a:p>
            <a:pPr marL="38100">
              <a:lnSpc>
                <a:spcPct val="100000"/>
              </a:lnSpc>
              <a:spcBef>
                <a:spcPts val="115"/>
              </a:spcBef>
            </a:pPr>
            <a:r>
              <a:rPr sz="3225" baseline="-21963" dirty="0">
                <a:latin typeface="Symbol"/>
                <a:cs typeface="Symbol"/>
              </a:rPr>
              <a:t></a:t>
            </a:r>
            <a:r>
              <a:rPr sz="3225" spc="300" baseline="-21963" dirty="0">
                <a:latin typeface="Times New Roman"/>
                <a:cs typeface="Times New Roman"/>
              </a:rPr>
              <a:t> </a:t>
            </a:r>
            <a:r>
              <a:rPr sz="3225" i="1" spc="52" baseline="14211" dirty="0">
                <a:latin typeface="Times New Roman"/>
                <a:cs typeface="Times New Roman"/>
              </a:rPr>
              <a:t>E</a:t>
            </a:r>
            <a:r>
              <a:rPr sz="1250" i="1" spc="35" dirty="0">
                <a:latin typeface="Times New Roman"/>
                <a:cs typeface="Times New Roman"/>
              </a:rPr>
              <a:t>DC</a:t>
            </a:r>
            <a:endParaRPr sz="1250">
              <a:latin typeface="Times New Roman"/>
              <a:cs typeface="Times New Roman"/>
            </a:endParaRPr>
          </a:p>
        </p:txBody>
      </p:sp>
      <p:sp>
        <p:nvSpPr>
          <p:cNvPr id="35" name="object 35"/>
          <p:cNvSpPr txBox="1"/>
          <p:nvPr/>
        </p:nvSpPr>
        <p:spPr>
          <a:xfrm>
            <a:off x="6392722" y="2028977"/>
            <a:ext cx="193040" cy="355600"/>
          </a:xfrm>
          <a:prstGeom prst="rect">
            <a:avLst/>
          </a:prstGeom>
        </p:spPr>
        <p:txBody>
          <a:bodyPr vert="horz" wrap="square" lIns="0" tIns="14605" rIns="0" bIns="0" rtlCol="0">
            <a:spAutoFit/>
          </a:bodyPr>
          <a:lstStyle/>
          <a:p>
            <a:pPr marL="12700">
              <a:lnSpc>
                <a:spcPct val="100000"/>
              </a:lnSpc>
              <a:spcBef>
                <a:spcPts val="115"/>
              </a:spcBef>
            </a:pPr>
            <a:r>
              <a:rPr sz="2150" i="1" spc="5" dirty="0">
                <a:latin typeface="Times New Roman"/>
                <a:cs typeface="Times New Roman"/>
              </a:rPr>
              <a:t>E</a:t>
            </a:r>
            <a:endParaRPr sz="2150">
              <a:latin typeface="Times New Roman"/>
              <a:cs typeface="Times New Roman"/>
            </a:endParaRPr>
          </a:p>
        </p:txBody>
      </p:sp>
      <p:sp>
        <p:nvSpPr>
          <p:cNvPr id="36" name="object 36"/>
          <p:cNvSpPr txBox="1"/>
          <p:nvPr/>
        </p:nvSpPr>
        <p:spPr>
          <a:xfrm>
            <a:off x="3631145" y="5495051"/>
            <a:ext cx="220979" cy="217804"/>
          </a:xfrm>
          <a:prstGeom prst="rect">
            <a:avLst/>
          </a:prstGeom>
        </p:spPr>
        <p:txBody>
          <a:bodyPr vert="horz" wrap="square" lIns="0" tIns="13970" rIns="0" bIns="0" rtlCol="0">
            <a:spAutoFit/>
          </a:bodyPr>
          <a:lstStyle/>
          <a:p>
            <a:pPr marL="12700">
              <a:lnSpc>
                <a:spcPct val="100000"/>
              </a:lnSpc>
              <a:spcBef>
                <a:spcPts val="110"/>
              </a:spcBef>
            </a:pPr>
            <a:r>
              <a:rPr sz="1250" i="1" dirty="0">
                <a:latin typeface="Times New Roman"/>
                <a:cs typeface="Times New Roman"/>
              </a:rPr>
              <a:t>BR</a:t>
            </a:r>
            <a:endParaRPr sz="1250">
              <a:latin typeface="Times New Roman"/>
              <a:cs typeface="Times New Roman"/>
            </a:endParaRPr>
          </a:p>
        </p:txBody>
      </p:sp>
      <p:sp>
        <p:nvSpPr>
          <p:cNvPr id="37" name="object 37"/>
          <p:cNvSpPr txBox="1"/>
          <p:nvPr/>
        </p:nvSpPr>
        <p:spPr>
          <a:xfrm>
            <a:off x="4316949" y="5495051"/>
            <a:ext cx="247650" cy="217804"/>
          </a:xfrm>
          <a:prstGeom prst="rect">
            <a:avLst/>
          </a:prstGeom>
        </p:spPr>
        <p:txBody>
          <a:bodyPr vert="horz" wrap="square" lIns="0" tIns="13970" rIns="0" bIns="0" rtlCol="0">
            <a:spAutoFit/>
          </a:bodyPr>
          <a:lstStyle/>
          <a:p>
            <a:pPr marL="12700">
              <a:lnSpc>
                <a:spcPct val="100000"/>
              </a:lnSpc>
              <a:spcBef>
                <a:spcPts val="110"/>
              </a:spcBef>
            </a:pPr>
            <a:r>
              <a:rPr sz="1250" i="1" spc="-5" dirty="0">
                <a:latin typeface="Times New Roman"/>
                <a:cs typeface="Times New Roman"/>
              </a:rPr>
              <a:t>DC</a:t>
            </a:r>
            <a:endParaRPr sz="1250">
              <a:latin typeface="Times New Roman"/>
              <a:cs typeface="Times New Roman"/>
            </a:endParaRPr>
          </a:p>
        </p:txBody>
      </p:sp>
      <p:sp>
        <p:nvSpPr>
          <p:cNvPr id="38" name="object 38"/>
          <p:cNvSpPr txBox="1"/>
          <p:nvPr/>
        </p:nvSpPr>
        <p:spPr>
          <a:xfrm>
            <a:off x="3458959" y="5310753"/>
            <a:ext cx="880110" cy="354965"/>
          </a:xfrm>
          <a:prstGeom prst="rect">
            <a:avLst/>
          </a:prstGeom>
        </p:spPr>
        <p:txBody>
          <a:bodyPr vert="horz" wrap="square" lIns="0" tIns="13970" rIns="0" bIns="0" rtlCol="0">
            <a:spAutoFit/>
          </a:bodyPr>
          <a:lstStyle/>
          <a:p>
            <a:pPr marL="12700">
              <a:lnSpc>
                <a:spcPct val="100000"/>
              </a:lnSpc>
              <a:spcBef>
                <a:spcPts val="110"/>
              </a:spcBef>
              <a:tabLst>
                <a:tab pos="475615" algn="l"/>
              </a:tabLst>
            </a:pPr>
            <a:r>
              <a:rPr sz="2150" i="1" dirty="0">
                <a:latin typeface="Times New Roman"/>
                <a:cs typeface="Times New Roman"/>
              </a:rPr>
              <a:t>E	</a:t>
            </a:r>
            <a:r>
              <a:rPr sz="2150" dirty="0">
                <a:latin typeface="Symbol"/>
                <a:cs typeface="Symbol"/>
              </a:rPr>
              <a:t></a:t>
            </a:r>
            <a:r>
              <a:rPr sz="2150" spc="-40" dirty="0">
                <a:latin typeface="Times New Roman"/>
                <a:cs typeface="Times New Roman"/>
              </a:rPr>
              <a:t> </a:t>
            </a:r>
            <a:r>
              <a:rPr sz="2150" i="1" dirty="0">
                <a:latin typeface="Times New Roman"/>
                <a:cs typeface="Times New Roman"/>
              </a:rPr>
              <a:t>E</a:t>
            </a:r>
            <a:endParaRPr sz="2150">
              <a:latin typeface="Times New Roman"/>
              <a:cs typeface="Times New Roman"/>
            </a:endParaRPr>
          </a:p>
        </p:txBody>
      </p:sp>
      <p:sp>
        <p:nvSpPr>
          <p:cNvPr id="39" name="object 39"/>
          <p:cNvSpPr txBox="1"/>
          <p:nvPr/>
        </p:nvSpPr>
        <p:spPr>
          <a:xfrm>
            <a:off x="6512762" y="5534023"/>
            <a:ext cx="222885" cy="218440"/>
          </a:xfrm>
          <a:prstGeom prst="rect">
            <a:avLst/>
          </a:prstGeom>
        </p:spPr>
        <p:txBody>
          <a:bodyPr vert="horz" wrap="square" lIns="0" tIns="14605" rIns="0" bIns="0" rtlCol="0">
            <a:spAutoFit/>
          </a:bodyPr>
          <a:lstStyle/>
          <a:p>
            <a:pPr marL="12700">
              <a:lnSpc>
                <a:spcPct val="100000"/>
              </a:lnSpc>
              <a:spcBef>
                <a:spcPts val="115"/>
              </a:spcBef>
            </a:pPr>
            <a:r>
              <a:rPr sz="1250" i="1" spc="10" dirty="0">
                <a:latin typeface="Times New Roman"/>
                <a:cs typeface="Times New Roman"/>
              </a:rPr>
              <a:t>B</a:t>
            </a:r>
            <a:r>
              <a:rPr sz="1250" i="1" spc="5" dirty="0">
                <a:latin typeface="Times New Roman"/>
                <a:cs typeface="Times New Roman"/>
              </a:rPr>
              <a:t>R</a:t>
            </a:r>
            <a:endParaRPr sz="1250">
              <a:latin typeface="Times New Roman"/>
              <a:cs typeface="Times New Roman"/>
            </a:endParaRPr>
          </a:p>
        </p:txBody>
      </p:sp>
      <p:sp>
        <p:nvSpPr>
          <p:cNvPr id="40" name="object 40"/>
          <p:cNvSpPr txBox="1"/>
          <p:nvPr/>
        </p:nvSpPr>
        <p:spPr>
          <a:xfrm>
            <a:off x="7216823" y="5534023"/>
            <a:ext cx="251460" cy="218440"/>
          </a:xfrm>
          <a:prstGeom prst="rect">
            <a:avLst/>
          </a:prstGeom>
        </p:spPr>
        <p:txBody>
          <a:bodyPr vert="horz" wrap="square" lIns="0" tIns="14605" rIns="0" bIns="0" rtlCol="0">
            <a:spAutoFit/>
          </a:bodyPr>
          <a:lstStyle/>
          <a:p>
            <a:pPr marL="12700">
              <a:lnSpc>
                <a:spcPct val="100000"/>
              </a:lnSpc>
              <a:spcBef>
                <a:spcPts val="115"/>
              </a:spcBef>
            </a:pPr>
            <a:r>
              <a:rPr sz="1250" i="1" spc="30" dirty="0">
                <a:latin typeface="Times New Roman"/>
                <a:cs typeface="Times New Roman"/>
              </a:rPr>
              <a:t>D</a:t>
            </a:r>
            <a:r>
              <a:rPr sz="1250" i="1" spc="5" dirty="0">
                <a:latin typeface="Times New Roman"/>
                <a:cs typeface="Times New Roman"/>
              </a:rPr>
              <a:t>C</a:t>
            </a:r>
            <a:endParaRPr sz="1250">
              <a:latin typeface="Times New Roman"/>
              <a:cs typeface="Times New Roman"/>
            </a:endParaRPr>
          </a:p>
        </p:txBody>
      </p:sp>
      <p:sp>
        <p:nvSpPr>
          <p:cNvPr id="41" name="object 41"/>
          <p:cNvSpPr txBox="1"/>
          <p:nvPr/>
        </p:nvSpPr>
        <p:spPr>
          <a:xfrm>
            <a:off x="6336334" y="5349124"/>
            <a:ext cx="899160" cy="356235"/>
          </a:xfrm>
          <a:prstGeom prst="rect">
            <a:avLst/>
          </a:prstGeom>
        </p:spPr>
        <p:txBody>
          <a:bodyPr vert="horz" wrap="square" lIns="0" tIns="14604" rIns="0" bIns="0" rtlCol="0">
            <a:spAutoFit/>
          </a:bodyPr>
          <a:lstStyle/>
          <a:p>
            <a:pPr marL="12700">
              <a:lnSpc>
                <a:spcPct val="100000"/>
              </a:lnSpc>
              <a:spcBef>
                <a:spcPts val="114"/>
              </a:spcBef>
              <a:tabLst>
                <a:tab pos="487680" algn="l"/>
              </a:tabLst>
            </a:pPr>
            <a:r>
              <a:rPr sz="2150" i="1" spc="5" dirty="0">
                <a:latin typeface="Times New Roman"/>
                <a:cs typeface="Times New Roman"/>
              </a:rPr>
              <a:t>E	</a:t>
            </a:r>
            <a:r>
              <a:rPr sz="2150" spc="5" dirty="0">
                <a:latin typeface="Symbol"/>
                <a:cs typeface="Symbol"/>
              </a:rPr>
              <a:t></a:t>
            </a:r>
            <a:r>
              <a:rPr sz="2150" dirty="0">
                <a:latin typeface="Times New Roman"/>
                <a:cs typeface="Times New Roman"/>
              </a:rPr>
              <a:t> </a:t>
            </a:r>
            <a:r>
              <a:rPr sz="2150" i="1" spc="5" dirty="0">
                <a:latin typeface="Times New Roman"/>
                <a:cs typeface="Times New Roman"/>
              </a:rPr>
              <a:t>E</a:t>
            </a:r>
            <a:endParaRPr sz="2150">
              <a:latin typeface="Times New Roman"/>
              <a:cs typeface="Times New Roman"/>
            </a:endParaRPr>
          </a:p>
        </p:txBody>
      </p:sp>
      <p:sp>
        <p:nvSpPr>
          <p:cNvPr id="42" name="object 42"/>
          <p:cNvSpPr txBox="1"/>
          <p:nvPr/>
        </p:nvSpPr>
        <p:spPr>
          <a:xfrm>
            <a:off x="3326472" y="4573015"/>
            <a:ext cx="105410" cy="217804"/>
          </a:xfrm>
          <a:prstGeom prst="rect">
            <a:avLst/>
          </a:prstGeom>
        </p:spPr>
        <p:txBody>
          <a:bodyPr vert="horz" wrap="square" lIns="0" tIns="13970" rIns="0" bIns="0" rtlCol="0">
            <a:spAutoFit/>
          </a:bodyPr>
          <a:lstStyle/>
          <a:p>
            <a:pPr marL="12700">
              <a:lnSpc>
                <a:spcPct val="100000"/>
              </a:lnSpc>
              <a:spcBef>
                <a:spcPts val="110"/>
              </a:spcBef>
            </a:pPr>
            <a:r>
              <a:rPr sz="1250" i="1" dirty="0">
                <a:latin typeface="Times New Roman"/>
                <a:cs typeface="Times New Roman"/>
              </a:rPr>
              <a:t>h</a:t>
            </a:r>
            <a:endParaRPr sz="1250">
              <a:latin typeface="Times New Roman"/>
              <a:cs typeface="Times New Roman"/>
            </a:endParaRPr>
          </a:p>
        </p:txBody>
      </p:sp>
      <p:sp>
        <p:nvSpPr>
          <p:cNvPr id="43" name="object 43"/>
          <p:cNvSpPr txBox="1"/>
          <p:nvPr/>
        </p:nvSpPr>
        <p:spPr>
          <a:xfrm>
            <a:off x="4707225" y="4573015"/>
            <a:ext cx="247650" cy="217804"/>
          </a:xfrm>
          <a:prstGeom prst="rect">
            <a:avLst/>
          </a:prstGeom>
        </p:spPr>
        <p:txBody>
          <a:bodyPr vert="horz" wrap="square" lIns="0" tIns="13970" rIns="0" bIns="0" rtlCol="0">
            <a:spAutoFit/>
          </a:bodyPr>
          <a:lstStyle/>
          <a:p>
            <a:pPr marL="12700">
              <a:lnSpc>
                <a:spcPct val="100000"/>
              </a:lnSpc>
              <a:spcBef>
                <a:spcPts val="110"/>
              </a:spcBef>
            </a:pPr>
            <a:r>
              <a:rPr sz="1250" i="1" spc="-5" dirty="0">
                <a:latin typeface="Times New Roman"/>
                <a:cs typeface="Times New Roman"/>
              </a:rPr>
              <a:t>DC</a:t>
            </a:r>
            <a:endParaRPr sz="1250">
              <a:latin typeface="Times New Roman"/>
              <a:cs typeface="Times New Roman"/>
            </a:endParaRPr>
          </a:p>
        </p:txBody>
      </p:sp>
      <p:sp>
        <p:nvSpPr>
          <p:cNvPr id="44" name="object 44"/>
          <p:cNvSpPr txBox="1"/>
          <p:nvPr/>
        </p:nvSpPr>
        <p:spPr>
          <a:xfrm>
            <a:off x="3158820" y="4388484"/>
            <a:ext cx="1570355" cy="354965"/>
          </a:xfrm>
          <a:prstGeom prst="rect">
            <a:avLst/>
          </a:prstGeom>
        </p:spPr>
        <p:txBody>
          <a:bodyPr vert="horz" wrap="square" lIns="0" tIns="13970" rIns="0" bIns="0" rtlCol="0">
            <a:spAutoFit/>
          </a:bodyPr>
          <a:lstStyle/>
          <a:p>
            <a:pPr marL="12700">
              <a:lnSpc>
                <a:spcPct val="100000"/>
              </a:lnSpc>
              <a:spcBef>
                <a:spcPts val="110"/>
              </a:spcBef>
              <a:tabLst>
                <a:tab pos="353695" algn="l"/>
              </a:tabLst>
            </a:pPr>
            <a:r>
              <a:rPr sz="2150" i="1" dirty="0">
                <a:latin typeface="Times New Roman"/>
                <a:cs typeface="Times New Roman"/>
              </a:rPr>
              <a:t>E	</a:t>
            </a:r>
            <a:r>
              <a:rPr sz="2150" dirty="0">
                <a:latin typeface="Symbol"/>
                <a:cs typeface="Symbol"/>
              </a:rPr>
              <a:t></a:t>
            </a:r>
            <a:r>
              <a:rPr sz="2150" dirty="0">
                <a:latin typeface="Times New Roman"/>
                <a:cs typeface="Times New Roman"/>
              </a:rPr>
              <a:t> </a:t>
            </a:r>
            <a:r>
              <a:rPr sz="2150" spc="5" dirty="0">
                <a:latin typeface="Times New Roman"/>
                <a:cs typeface="Times New Roman"/>
              </a:rPr>
              <a:t>0.4352</a:t>
            </a:r>
            <a:r>
              <a:rPr sz="2150" spc="-135" dirty="0">
                <a:latin typeface="Times New Roman"/>
                <a:cs typeface="Times New Roman"/>
              </a:rPr>
              <a:t> </a:t>
            </a:r>
            <a:r>
              <a:rPr sz="2150" i="1" dirty="0">
                <a:latin typeface="Times New Roman"/>
                <a:cs typeface="Times New Roman"/>
              </a:rPr>
              <a:t>E</a:t>
            </a:r>
            <a:endParaRPr sz="2150">
              <a:latin typeface="Times New Roman"/>
              <a:cs typeface="Times New Roman"/>
            </a:endParaRPr>
          </a:p>
        </p:txBody>
      </p:sp>
      <p:sp>
        <p:nvSpPr>
          <p:cNvPr id="45" name="object 45"/>
          <p:cNvSpPr txBox="1"/>
          <p:nvPr/>
        </p:nvSpPr>
        <p:spPr>
          <a:xfrm>
            <a:off x="6266154" y="4566932"/>
            <a:ext cx="105410" cy="217804"/>
          </a:xfrm>
          <a:prstGeom prst="rect">
            <a:avLst/>
          </a:prstGeom>
        </p:spPr>
        <p:txBody>
          <a:bodyPr vert="horz" wrap="square" lIns="0" tIns="13970" rIns="0" bIns="0" rtlCol="0">
            <a:spAutoFit/>
          </a:bodyPr>
          <a:lstStyle/>
          <a:p>
            <a:pPr marL="12700">
              <a:lnSpc>
                <a:spcPct val="100000"/>
              </a:lnSpc>
              <a:spcBef>
                <a:spcPts val="110"/>
              </a:spcBef>
            </a:pPr>
            <a:r>
              <a:rPr sz="1250" i="1" dirty="0">
                <a:latin typeface="Times New Roman"/>
                <a:cs typeface="Times New Roman"/>
              </a:rPr>
              <a:t>h</a:t>
            </a:r>
            <a:endParaRPr sz="1250">
              <a:latin typeface="Times New Roman"/>
              <a:cs typeface="Times New Roman"/>
            </a:endParaRPr>
          </a:p>
        </p:txBody>
      </p:sp>
      <p:sp>
        <p:nvSpPr>
          <p:cNvPr id="46" name="object 46"/>
          <p:cNvSpPr txBox="1"/>
          <p:nvPr/>
        </p:nvSpPr>
        <p:spPr>
          <a:xfrm>
            <a:off x="7686530" y="4566932"/>
            <a:ext cx="250825" cy="217804"/>
          </a:xfrm>
          <a:prstGeom prst="rect">
            <a:avLst/>
          </a:prstGeom>
        </p:spPr>
        <p:txBody>
          <a:bodyPr vert="horz" wrap="square" lIns="0" tIns="13970" rIns="0" bIns="0" rtlCol="0">
            <a:spAutoFit/>
          </a:bodyPr>
          <a:lstStyle/>
          <a:p>
            <a:pPr marL="12700">
              <a:lnSpc>
                <a:spcPct val="100000"/>
              </a:lnSpc>
              <a:spcBef>
                <a:spcPts val="110"/>
              </a:spcBef>
            </a:pPr>
            <a:r>
              <a:rPr sz="1250" i="1" spc="25" dirty="0">
                <a:latin typeface="Times New Roman"/>
                <a:cs typeface="Times New Roman"/>
              </a:rPr>
              <a:t>D</a:t>
            </a:r>
            <a:r>
              <a:rPr sz="1250" i="1" dirty="0">
                <a:latin typeface="Times New Roman"/>
                <a:cs typeface="Times New Roman"/>
              </a:rPr>
              <a:t>C</a:t>
            </a:r>
            <a:endParaRPr sz="1250">
              <a:latin typeface="Times New Roman"/>
              <a:cs typeface="Times New Roman"/>
            </a:endParaRPr>
          </a:p>
        </p:txBody>
      </p:sp>
      <p:sp>
        <p:nvSpPr>
          <p:cNvPr id="47" name="object 47"/>
          <p:cNvSpPr txBox="1"/>
          <p:nvPr/>
        </p:nvSpPr>
        <p:spPr>
          <a:xfrm>
            <a:off x="6093967" y="4382452"/>
            <a:ext cx="1608455" cy="354965"/>
          </a:xfrm>
          <a:prstGeom prst="rect">
            <a:avLst/>
          </a:prstGeom>
        </p:spPr>
        <p:txBody>
          <a:bodyPr vert="horz" wrap="square" lIns="0" tIns="13970" rIns="0" bIns="0" rtlCol="0">
            <a:spAutoFit/>
          </a:bodyPr>
          <a:lstStyle/>
          <a:p>
            <a:pPr marL="12700">
              <a:lnSpc>
                <a:spcPct val="100000"/>
              </a:lnSpc>
              <a:spcBef>
                <a:spcPts val="110"/>
              </a:spcBef>
              <a:tabLst>
                <a:tab pos="362585" algn="l"/>
              </a:tabLst>
            </a:pPr>
            <a:r>
              <a:rPr sz="2150" i="1" dirty="0">
                <a:latin typeface="Times New Roman"/>
                <a:cs typeface="Times New Roman"/>
              </a:rPr>
              <a:t>E	</a:t>
            </a:r>
            <a:r>
              <a:rPr sz="2150" dirty="0">
                <a:latin typeface="Symbol"/>
                <a:cs typeface="Symbol"/>
              </a:rPr>
              <a:t></a:t>
            </a:r>
            <a:r>
              <a:rPr sz="2150" dirty="0">
                <a:latin typeface="Times New Roman"/>
                <a:cs typeface="Times New Roman"/>
              </a:rPr>
              <a:t> </a:t>
            </a:r>
            <a:r>
              <a:rPr sz="2150" spc="25" dirty="0">
                <a:latin typeface="Times New Roman"/>
                <a:cs typeface="Times New Roman"/>
              </a:rPr>
              <a:t>0.2176</a:t>
            </a:r>
            <a:r>
              <a:rPr sz="2150" spc="-45" dirty="0">
                <a:latin typeface="Times New Roman"/>
                <a:cs typeface="Times New Roman"/>
              </a:rPr>
              <a:t> </a:t>
            </a:r>
            <a:r>
              <a:rPr sz="2150" i="1" dirty="0">
                <a:latin typeface="Times New Roman"/>
                <a:cs typeface="Times New Roman"/>
              </a:rPr>
              <a:t>E</a:t>
            </a:r>
            <a:endParaRPr sz="2150">
              <a:latin typeface="Times New Roman"/>
              <a:cs typeface="Times New Roman"/>
            </a:endParaRPr>
          </a:p>
        </p:txBody>
      </p:sp>
      <p:sp>
        <p:nvSpPr>
          <p:cNvPr id="48" name="object 48"/>
          <p:cNvSpPr txBox="1"/>
          <p:nvPr/>
        </p:nvSpPr>
        <p:spPr>
          <a:xfrm>
            <a:off x="791972" y="2049271"/>
            <a:ext cx="14217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C00000"/>
                </a:solidFill>
                <a:latin typeface="Carlito"/>
                <a:cs typeface="Carlito"/>
              </a:rPr>
              <a:t>Output</a:t>
            </a:r>
            <a:r>
              <a:rPr sz="1800" spc="-50" dirty="0">
                <a:solidFill>
                  <a:srgbClr val="C00000"/>
                </a:solidFill>
                <a:latin typeface="Carlito"/>
                <a:cs typeface="Carlito"/>
              </a:rPr>
              <a:t> </a:t>
            </a:r>
            <a:r>
              <a:rPr sz="1800" spc="-10" dirty="0">
                <a:solidFill>
                  <a:srgbClr val="C00000"/>
                </a:solidFill>
                <a:latin typeface="Carlito"/>
                <a:cs typeface="Carlito"/>
              </a:rPr>
              <a:t>voltage</a:t>
            </a:r>
            <a:endParaRPr sz="1800">
              <a:latin typeface="Carlito"/>
              <a:cs typeface="Carlito"/>
            </a:endParaRPr>
          </a:p>
        </p:txBody>
      </p:sp>
      <p:sp>
        <p:nvSpPr>
          <p:cNvPr id="49" name="object 49"/>
          <p:cNvSpPr txBox="1"/>
          <p:nvPr/>
        </p:nvSpPr>
        <p:spPr>
          <a:xfrm>
            <a:off x="791972" y="3042996"/>
            <a:ext cx="1494028" cy="843821"/>
          </a:xfrm>
          <a:prstGeom prst="rect">
            <a:avLst/>
          </a:prstGeom>
        </p:spPr>
        <p:txBody>
          <a:bodyPr vert="horz" wrap="square" lIns="0" tIns="12700" rIns="0" bIns="0" rtlCol="0">
            <a:spAutoFit/>
          </a:bodyPr>
          <a:lstStyle/>
          <a:p>
            <a:pPr marL="12700" marR="5080">
              <a:lnSpc>
                <a:spcPct val="100000"/>
              </a:lnSpc>
              <a:spcBef>
                <a:spcPts val="100"/>
              </a:spcBef>
            </a:pPr>
            <a:r>
              <a:rPr sz="1800" spc="-5" dirty="0">
                <a:solidFill>
                  <a:srgbClr val="C00000"/>
                </a:solidFill>
                <a:latin typeface="Carlito"/>
                <a:cs typeface="Carlito"/>
              </a:rPr>
              <a:t>Fundamental  output</a:t>
            </a:r>
            <a:r>
              <a:rPr sz="1800" spc="-65" dirty="0">
                <a:solidFill>
                  <a:srgbClr val="C00000"/>
                </a:solidFill>
                <a:latin typeface="Carlito"/>
                <a:cs typeface="Carlito"/>
              </a:rPr>
              <a:t> </a:t>
            </a:r>
            <a:r>
              <a:rPr sz="1800" spc="-10" dirty="0">
                <a:solidFill>
                  <a:srgbClr val="C00000"/>
                </a:solidFill>
                <a:latin typeface="Carlito"/>
                <a:cs typeface="Carlito"/>
              </a:rPr>
              <a:t>voltage</a:t>
            </a:r>
            <a:endParaRPr sz="1800">
              <a:latin typeface="Carlito"/>
              <a:cs typeface="Carlito"/>
            </a:endParaRPr>
          </a:p>
        </p:txBody>
      </p:sp>
      <p:sp>
        <p:nvSpPr>
          <p:cNvPr id="50" name="object 50"/>
          <p:cNvSpPr txBox="1"/>
          <p:nvPr/>
        </p:nvSpPr>
        <p:spPr>
          <a:xfrm>
            <a:off x="791972" y="4266692"/>
            <a:ext cx="1390650"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solidFill>
                  <a:srgbClr val="C00000"/>
                </a:solidFill>
                <a:latin typeface="Carlito"/>
                <a:cs typeface="Carlito"/>
              </a:rPr>
              <a:t>Harmonic  output</a:t>
            </a:r>
            <a:r>
              <a:rPr sz="1800" spc="-65" dirty="0">
                <a:solidFill>
                  <a:srgbClr val="C00000"/>
                </a:solidFill>
                <a:latin typeface="Carlito"/>
                <a:cs typeface="Carlito"/>
              </a:rPr>
              <a:t> </a:t>
            </a:r>
            <a:r>
              <a:rPr sz="1800" spc="-10" dirty="0">
                <a:solidFill>
                  <a:srgbClr val="C00000"/>
                </a:solidFill>
                <a:latin typeface="Carlito"/>
                <a:cs typeface="Carlito"/>
              </a:rPr>
              <a:t>voltage</a:t>
            </a:r>
            <a:endParaRPr sz="1800">
              <a:latin typeface="Carlito"/>
              <a:cs typeface="Carlito"/>
            </a:endParaRPr>
          </a:p>
        </p:txBody>
      </p:sp>
      <p:sp>
        <p:nvSpPr>
          <p:cNvPr id="51" name="object 51"/>
          <p:cNvSpPr txBox="1"/>
          <p:nvPr/>
        </p:nvSpPr>
        <p:spPr>
          <a:xfrm>
            <a:off x="776655" y="5219268"/>
            <a:ext cx="1793875" cy="574040"/>
          </a:xfrm>
          <a:prstGeom prst="rect">
            <a:avLst/>
          </a:prstGeom>
        </p:spPr>
        <p:txBody>
          <a:bodyPr vert="horz" wrap="square" lIns="0" tIns="12700" rIns="0" bIns="0" rtlCol="0">
            <a:spAutoFit/>
          </a:bodyPr>
          <a:lstStyle/>
          <a:p>
            <a:pPr marL="12700" marR="5080">
              <a:lnSpc>
                <a:spcPct val="100000"/>
              </a:lnSpc>
              <a:spcBef>
                <a:spcPts val="100"/>
              </a:spcBef>
            </a:pPr>
            <a:r>
              <a:rPr sz="1800" spc="-15" dirty="0">
                <a:solidFill>
                  <a:srgbClr val="C00000"/>
                </a:solidFill>
                <a:latin typeface="Carlito"/>
                <a:cs typeface="Carlito"/>
              </a:rPr>
              <a:t>Peak </a:t>
            </a:r>
            <a:r>
              <a:rPr sz="1800" spc="-5" dirty="0">
                <a:solidFill>
                  <a:srgbClr val="C00000"/>
                </a:solidFill>
                <a:latin typeface="Carlito"/>
                <a:cs typeface="Carlito"/>
              </a:rPr>
              <a:t>breaking  </a:t>
            </a:r>
            <a:r>
              <a:rPr sz="1800" spc="-10" dirty="0">
                <a:solidFill>
                  <a:srgbClr val="C00000"/>
                </a:solidFill>
                <a:latin typeface="Carlito"/>
                <a:cs typeface="Carlito"/>
              </a:rPr>
              <a:t>voltage </a:t>
            </a:r>
            <a:r>
              <a:rPr sz="1800" spc="-5" dirty="0">
                <a:solidFill>
                  <a:srgbClr val="C00000"/>
                </a:solidFill>
                <a:latin typeface="Carlito"/>
                <a:cs typeface="Carlito"/>
              </a:rPr>
              <a:t>of</a:t>
            </a:r>
            <a:r>
              <a:rPr sz="1800" spc="-55" dirty="0">
                <a:solidFill>
                  <a:srgbClr val="C00000"/>
                </a:solidFill>
                <a:latin typeface="Carlito"/>
                <a:cs typeface="Carlito"/>
              </a:rPr>
              <a:t> </a:t>
            </a:r>
            <a:r>
              <a:rPr sz="1800" spc="-10" dirty="0">
                <a:solidFill>
                  <a:srgbClr val="C00000"/>
                </a:solidFill>
                <a:latin typeface="Carlito"/>
                <a:cs typeface="Carlito"/>
              </a:rPr>
              <a:t>switches</a:t>
            </a:r>
            <a:endParaRPr sz="1800">
              <a:latin typeface="Carlito"/>
              <a:cs typeface="Carlito"/>
            </a:endParaRPr>
          </a:p>
        </p:txBody>
      </p:sp>
      <p:sp>
        <p:nvSpPr>
          <p:cNvPr id="52" name="object 52"/>
          <p:cNvSpPr/>
          <p:nvPr/>
        </p:nvSpPr>
        <p:spPr>
          <a:xfrm>
            <a:off x="2645664" y="1289303"/>
            <a:ext cx="2860675" cy="462280"/>
          </a:xfrm>
          <a:custGeom>
            <a:avLst/>
            <a:gdLst/>
            <a:ahLst/>
            <a:cxnLst/>
            <a:rect l="l" t="t" r="r" b="b"/>
            <a:pathLst>
              <a:path w="2860675" h="462280">
                <a:moveTo>
                  <a:pt x="2860548" y="0"/>
                </a:moveTo>
                <a:lnTo>
                  <a:pt x="0" y="0"/>
                </a:lnTo>
                <a:lnTo>
                  <a:pt x="0" y="461772"/>
                </a:lnTo>
                <a:lnTo>
                  <a:pt x="2860548" y="461772"/>
                </a:lnTo>
                <a:lnTo>
                  <a:pt x="2860548" y="0"/>
                </a:lnTo>
                <a:close/>
              </a:path>
            </a:pathLst>
          </a:custGeom>
          <a:solidFill>
            <a:srgbClr val="BEE395"/>
          </a:solidFill>
        </p:spPr>
        <p:txBody>
          <a:bodyPr wrap="square" lIns="0" tIns="0" rIns="0" bIns="0" rtlCol="0"/>
          <a:lstStyle/>
          <a:p>
            <a:endParaRPr/>
          </a:p>
        </p:txBody>
      </p:sp>
      <p:sp>
        <p:nvSpPr>
          <p:cNvPr id="53" name="object 53"/>
          <p:cNvSpPr txBox="1"/>
          <p:nvPr/>
        </p:nvSpPr>
        <p:spPr>
          <a:xfrm>
            <a:off x="3411728" y="1302511"/>
            <a:ext cx="175998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rlito"/>
                <a:cs typeface="Carlito"/>
              </a:rPr>
              <a:t>Full</a:t>
            </a:r>
            <a:r>
              <a:rPr sz="2400" spc="-90" dirty="0">
                <a:latin typeface="Carlito"/>
                <a:cs typeface="Carlito"/>
              </a:rPr>
              <a:t> </a:t>
            </a:r>
            <a:r>
              <a:rPr sz="2400" spc="-5" dirty="0">
                <a:latin typeface="Carlito"/>
                <a:cs typeface="Carlito"/>
              </a:rPr>
              <a:t>Bridge</a:t>
            </a:r>
            <a:endParaRPr sz="2400" dirty="0">
              <a:latin typeface="Carlito"/>
              <a:cs typeface="Carlito"/>
            </a:endParaRPr>
          </a:p>
        </p:txBody>
      </p:sp>
      <p:sp>
        <p:nvSpPr>
          <p:cNvPr id="54" name="object 54"/>
          <p:cNvSpPr/>
          <p:nvPr/>
        </p:nvSpPr>
        <p:spPr>
          <a:xfrm>
            <a:off x="5588508" y="1293875"/>
            <a:ext cx="2941320" cy="462280"/>
          </a:xfrm>
          <a:custGeom>
            <a:avLst/>
            <a:gdLst/>
            <a:ahLst/>
            <a:cxnLst/>
            <a:rect l="l" t="t" r="r" b="b"/>
            <a:pathLst>
              <a:path w="2941320" h="462280">
                <a:moveTo>
                  <a:pt x="2941319" y="0"/>
                </a:moveTo>
                <a:lnTo>
                  <a:pt x="0" y="0"/>
                </a:lnTo>
                <a:lnTo>
                  <a:pt x="0" y="461772"/>
                </a:lnTo>
                <a:lnTo>
                  <a:pt x="2941319" y="461772"/>
                </a:lnTo>
                <a:lnTo>
                  <a:pt x="2941319" y="0"/>
                </a:lnTo>
                <a:close/>
              </a:path>
            </a:pathLst>
          </a:custGeom>
          <a:solidFill>
            <a:srgbClr val="BEE395"/>
          </a:solidFill>
        </p:spPr>
        <p:txBody>
          <a:bodyPr wrap="square" lIns="0" tIns="0" rIns="0" bIns="0" rtlCol="0"/>
          <a:lstStyle/>
          <a:p>
            <a:endParaRPr/>
          </a:p>
        </p:txBody>
      </p:sp>
      <p:sp>
        <p:nvSpPr>
          <p:cNvPr id="55" name="object 55"/>
          <p:cNvSpPr txBox="1"/>
          <p:nvPr/>
        </p:nvSpPr>
        <p:spPr>
          <a:xfrm>
            <a:off x="6365240" y="1361440"/>
            <a:ext cx="178816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rlito"/>
                <a:cs typeface="Carlito"/>
              </a:rPr>
              <a:t>Half</a:t>
            </a:r>
            <a:r>
              <a:rPr sz="2400" spc="-75" dirty="0">
                <a:latin typeface="Carlito"/>
                <a:cs typeface="Carlito"/>
              </a:rPr>
              <a:t> </a:t>
            </a:r>
            <a:r>
              <a:rPr sz="2400" spc="-5" dirty="0">
                <a:latin typeface="Carlito"/>
                <a:cs typeface="Carlito"/>
              </a:rPr>
              <a:t>Bridge</a:t>
            </a:r>
            <a:endParaRPr sz="2400" dirty="0">
              <a:latin typeface="Carlito"/>
              <a:cs typeface="Carlito"/>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p:nvPr/>
        </p:nvSpPr>
        <p:spPr>
          <a:xfrm>
            <a:off x="6057900" y="2819400"/>
            <a:ext cx="2352040" cy="3545204"/>
          </a:xfrm>
          <a:custGeom>
            <a:avLst/>
            <a:gdLst/>
            <a:ahLst/>
            <a:cxnLst/>
            <a:rect l="l" t="t" r="r" b="b"/>
            <a:pathLst>
              <a:path w="2352040" h="3545204">
                <a:moveTo>
                  <a:pt x="2351531" y="0"/>
                </a:moveTo>
                <a:lnTo>
                  <a:pt x="0" y="0"/>
                </a:lnTo>
                <a:lnTo>
                  <a:pt x="0" y="3544824"/>
                </a:lnTo>
                <a:lnTo>
                  <a:pt x="2351531" y="3544824"/>
                </a:lnTo>
                <a:lnTo>
                  <a:pt x="2351531" y="0"/>
                </a:lnTo>
                <a:close/>
              </a:path>
            </a:pathLst>
          </a:custGeom>
          <a:solidFill>
            <a:srgbClr val="FFE1E1"/>
          </a:solidFill>
        </p:spPr>
        <p:txBody>
          <a:bodyPr wrap="square" lIns="0" tIns="0" rIns="0" bIns="0" rtlCol="0"/>
          <a:lstStyle/>
          <a:p>
            <a:endParaRPr/>
          </a:p>
        </p:txBody>
      </p:sp>
      <p:sp>
        <p:nvSpPr>
          <p:cNvPr id="4" name="object 4"/>
          <p:cNvSpPr/>
          <p:nvPr/>
        </p:nvSpPr>
        <p:spPr>
          <a:xfrm>
            <a:off x="964691" y="3774947"/>
            <a:ext cx="4983480" cy="2429510"/>
          </a:xfrm>
          <a:custGeom>
            <a:avLst/>
            <a:gdLst/>
            <a:ahLst/>
            <a:cxnLst/>
            <a:rect l="l" t="t" r="r" b="b"/>
            <a:pathLst>
              <a:path w="4983480" h="2429510">
                <a:moveTo>
                  <a:pt x="4983480" y="0"/>
                </a:moveTo>
                <a:lnTo>
                  <a:pt x="0" y="0"/>
                </a:lnTo>
                <a:lnTo>
                  <a:pt x="0" y="2429256"/>
                </a:lnTo>
                <a:lnTo>
                  <a:pt x="4983480" y="2429256"/>
                </a:lnTo>
                <a:lnTo>
                  <a:pt x="4983480" y="0"/>
                </a:lnTo>
                <a:close/>
              </a:path>
            </a:pathLst>
          </a:custGeom>
          <a:solidFill>
            <a:srgbClr val="FDF3E9"/>
          </a:solidFill>
        </p:spPr>
        <p:txBody>
          <a:bodyPr wrap="square" lIns="0" tIns="0" rIns="0" bIns="0" rtlCol="0"/>
          <a:lstStyle/>
          <a:p>
            <a:endParaRPr/>
          </a:p>
        </p:txBody>
      </p:sp>
      <p:grpSp>
        <p:nvGrpSpPr>
          <p:cNvPr id="5" name="object 5"/>
          <p:cNvGrpSpPr/>
          <p:nvPr/>
        </p:nvGrpSpPr>
        <p:grpSpPr>
          <a:xfrm>
            <a:off x="964691" y="2659379"/>
            <a:ext cx="4983480" cy="1022985"/>
            <a:chOff x="964691" y="2659379"/>
            <a:chExt cx="4983480" cy="1022985"/>
          </a:xfrm>
        </p:grpSpPr>
        <p:sp>
          <p:nvSpPr>
            <p:cNvPr id="6" name="object 6"/>
            <p:cNvSpPr/>
            <p:nvPr/>
          </p:nvSpPr>
          <p:spPr>
            <a:xfrm>
              <a:off x="964691" y="2659379"/>
              <a:ext cx="4983480" cy="1022985"/>
            </a:xfrm>
            <a:custGeom>
              <a:avLst/>
              <a:gdLst/>
              <a:ahLst/>
              <a:cxnLst/>
              <a:rect l="l" t="t" r="r" b="b"/>
              <a:pathLst>
                <a:path w="4983480" h="1022985">
                  <a:moveTo>
                    <a:pt x="4983480" y="0"/>
                  </a:moveTo>
                  <a:lnTo>
                    <a:pt x="0" y="0"/>
                  </a:lnTo>
                  <a:lnTo>
                    <a:pt x="0" y="1022604"/>
                  </a:lnTo>
                  <a:lnTo>
                    <a:pt x="4983480" y="1022604"/>
                  </a:lnTo>
                  <a:lnTo>
                    <a:pt x="4983480" y="0"/>
                  </a:lnTo>
                  <a:close/>
                </a:path>
              </a:pathLst>
            </a:custGeom>
            <a:solidFill>
              <a:srgbClr val="E1EBF3"/>
            </a:solidFill>
          </p:spPr>
          <p:txBody>
            <a:bodyPr wrap="square" lIns="0" tIns="0" rIns="0" bIns="0" rtlCol="0"/>
            <a:lstStyle/>
            <a:p>
              <a:endParaRPr/>
            </a:p>
          </p:txBody>
        </p:sp>
        <p:sp>
          <p:nvSpPr>
            <p:cNvPr id="7" name="object 7"/>
            <p:cNvSpPr/>
            <p:nvPr/>
          </p:nvSpPr>
          <p:spPr>
            <a:xfrm>
              <a:off x="3165165" y="3164677"/>
              <a:ext cx="1049655" cy="0"/>
            </a:xfrm>
            <a:custGeom>
              <a:avLst/>
              <a:gdLst/>
              <a:ahLst/>
              <a:cxnLst/>
              <a:rect l="l" t="t" r="r" b="b"/>
              <a:pathLst>
                <a:path w="1049654">
                  <a:moveTo>
                    <a:pt x="0" y="0"/>
                  </a:moveTo>
                  <a:lnTo>
                    <a:pt x="339653" y="0"/>
                  </a:lnTo>
                </a:path>
                <a:path w="1049654">
                  <a:moveTo>
                    <a:pt x="631972" y="0"/>
                  </a:moveTo>
                  <a:lnTo>
                    <a:pt x="1049075" y="0"/>
                  </a:lnTo>
                </a:path>
              </a:pathLst>
            </a:custGeom>
            <a:ln w="11458">
              <a:solidFill>
                <a:srgbClr val="000000"/>
              </a:solidFill>
            </a:ln>
          </p:spPr>
          <p:txBody>
            <a:bodyPr wrap="square" lIns="0" tIns="0" rIns="0" bIns="0" rtlCol="0"/>
            <a:lstStyle/>
            <a:p>
              <a:endParaRPr/>
            </a:p>
          </p:txBody>
        </p:sp>
      </p:grpSp>
      <p:sp>
        <p:nvSpPr>
          <p:cNvPr id="8" name="object 8"/>
          <p:cNvSpPr txBox="1">
            <a:spLocks noGrp="1"/>
          </p:cNvSpPr>
          <p:nvPr>
            <p:ph type="title"/>
          </p:nvPr>
        </p:nvSpPr>
        <p:spPr>
          <a:xfrm>
            <a:off x="901700" y="353059"/>
            <a:ext cx="1511935" cy="574040"/>
          </a:xfrm>
          <a:prstGeom prst="rect">
            <a:avLst/>
          </a:prstGeom>
        </p:spPr>
        <p:txBody>
          <a:bodyPr vert="horz" wrap="square" lIns="0" tIns="12700" rIns="0" bIns="0" rtlCol="0">
            <a:spAutoFit/>
          </a:bodyPr>
          <a:lstStyle/>
          <a:p>
            <a:pPr marL="12700">
              <a:lnSpc>
                <a:spcPct val="100000"/>
              </a:lnSpc>
              <a:spcBef>
                <a:spcPts val="100"/>
              </a:spcBef>
            </a:pPr>
            <a:r>
              <a:rPr sz="3600" spc="-360" dirty="0">
                <a:solidFill>
                  <a:srgbClr val="002060"/>
                </a:solidFill>
              </a:rPr>
              <a:t>E</a:t>
            </a:r>
            <a:r>
              <a:rPr sz="3600" spc="-625" dirty="0">
                <a:solidFill>
                  <a:srgbClr val="002060"/>
                </a:solidFill>
              </a:rPr>
              <a:t>x</a:t>
            </a:r>
            <a:r>
              <a:rPr sz="3600" spc="-300" dirty="0">
                <a:solidFill>
                  <a:srgbClr val="002060"/>
                </a:solidFill>
              </a:rPr>
              <a:t>a</a:t>
            </a:r>
            <a:r>
              <a:rPr sz="3600" spc="-365" dirty="0">
                <a:solidFill>
                  <a:srgbClr val="002060"/>
                </a:solidFill>
              </a:rPr>
              <a:t>m</a:t>
            </a:r>
            <a:r>
              <a:rPr sz="3600" spc="-315" dirty="0">
                <a:solidFill>
                  <a:srgbClr val="002060"/>
                </a:solidFill>
              </a:rPr>
              <a:t>p</a:t>
            </a:r>
            <a:r>
              <a:rPr sz="3600" spc="-345" dirty="0">
                <a:solidFill>
                  <a:srgbClr val="002060"/>
                </a:solidFill>
              </a:rPr>
              <a:t>l</a:t>
            </a:r>
            <a:r>
              <a:rPr sz="3600" spc="-290" dirty="0">
                <a:solidFill>
                  <a:srgbClr val="002060"/>
                </a:solidFill>
              </a:rPr>
              <a:t>e</a:t>
            </a:r>
            <a:endParaRPr sz="3600"/>
          </a:p>
        </p:txBody>
      </p:sp>
      <p:sp>
        <p:nvSpPr>
          <p:cNvPr id="9" name="object 9"/>
          <p:cNvSpPr txBox="1"/>
          <p:nvPr/>
        </p:nvSpPr>
        <p:spPr>
          <a:xfrm>
            <a:off x="901746" y="1137958"/>
            <a:ext cx="7478395" cy="1481816"/>
          </a:xfrm>
          <a:prstGeom prst="rect">
            <a:avLst/>
          </a:prstGeom>
        </p:spPr>
        <p:txBody>
          <a:bodyPr vert="horz" wrap="square" lIns="0" tIns="47625" rIns="0" bIns="0" rtlCol="0">
            <a:spAutoFit/>
          </a:bodyPr>
          <a:lstStyle/>
          <a:p>
            <a:pPr marL="12700" marR="5080" algn="just">
              <a:lnSpc>
                <a:spcPts val="2160"/>
              </a:lnSpc>
              <a:spcBef>
                <a:spcPts val="375"/>
              </a:spcBef>
            </a:pPr>
            <a:r>
              <a:rPr sz="2000" dirty="0">
                <a:solidFill>
                  <a:srgbClr val="404040"/>
                </a:solidFill>
                <a:latin typeface="Carlito"/>
                <a:cs typeface="Carlito"/>
              </a:rPr>
              <a:t>A </a:t>
            </a:r>
            <a:r>
              <a:rPr sz="2000" spc="-5" dirty="0">
                <a:solidFill>
                  <a:srgbClr val="404040"/>
                </a:solidFill>
                <a:latin typeface="Carlito"/>
                <a:cs typeface="Carlito"/>
              </a:rPr>
              <a:t>single </a:t>
            </a:r>
            <a:r>
              <a:rPr sz="2000" dirty="0">
                <a:solidFill>
                  <a:srgbClr val="404040"/>
                </a:solidFill>
                <a:latin typeface="Carlito"/>
                <a:cs typeface="Carlito"/>
              </a:rPr>
              <a:t>phase </a:t>
            </a:r>
            <a:r>
              <a:rPr sz="2000" spc="-5" dirty="0">
                <a:solidFill>
                  <a:srgbClr val="404040"/>
                </a:solidFill>
                <a:latin typeface="Carlito"/>
                <a:cs typeface="Carlito"/>
              </a:rPr>
              <a:t>full bridge </a:t>
            </a:r>
            <a:r>
              <a:rPr sz="2000" spc="-15" dirty="0">
                <a:solidFill>
                  <a:srgbClr val="404040"/>
                </a:solidFill>
                <a:latin typeface="Carlito"/>
                <a:cs typeface="Carlito"/>
              </a:rPr>
              <a:t>inverter </a:t>
            </a:r>
            <a:r>
              <a:rPr sz="2000" spc="-5" dirty="0">
                <a:solidFill>
                  <a:srgbClr val="404040"/>
                </a:solidFill>
                <a:latin typeface="Carlito"/>
                <a:cs typeface="Carlito"/>
              </a:rPr>
              <a:t>is </a:t>
            </a:r>
            <a:r>
              <a:rPr sz="2000" spc="-15" dirty="0">
                <a:solidFill>
                  <a:srgbClr val="404040"/>
                </a:solidFill>
                <a:latin typeface="Carlito"/>
                <a:cs typeface="Carlito"/>
              </a:rPr>
              <a:t>operated </a:t>
            </a:r>
            <a:r>
              <a:rPr sz="2000" spc="-10" dirty="0">
                <a:solidFill>
                  <a:srgbClr val="404040"/>
                </a:solidFill>
                <a:latin typeface="Carlito"/>
                <a:cs typeface="Carlito"/>
              </a:rPr>
              <a:t>from </a:t>
            </a:r>
            <a:r>
              <a:rPr sz="2000" dirty="0">
                <a:solidFill>
                  <a:srgbClr val="404040"/>
                </a:solidFill>
                <a:latin typeface="Carlito"/>
                <a:cs typeface="Carlito"/>
              </a:rPr>
              <a:t>48 V </a:t>
            </a:r>
            <a:r>
              <a:rPr sz="2000" spc="-10" dirty="0">
                <a:solidFill>
                  <a:srgbClr val="404040"/>
                </a:solidFill>
                <a:latin typeface="Carlito"/>
                <a:cs typeface="Carlito"/>
              </a:rPr>
              <a:t>battery </a:t>
            </a:r>
            <a:r>
              <a:rPr sz="2000" dirty="0">
                <a:solidFill>
                  <a:srgbClr val="404040"/>
                </a:solidFill>
                <a:latin typeface="Carlito"/>
                <a:cs typeface="Carlito"/>
              </a:rPr>
              <a:t>and  </a:t>
            </a:r>
            <a:r>
              <a:rPr sz="2000" spc="-5" dirty="0">
                <a:solidFill>
                  <a:srgbClr val="404040"/>
                </a:solidFill>
                <a:latin typeface="Carlito"/>
                <a:cs typeface="Carlito"/>
              </a:rPr>
              <a:t>supplying </a:t>
            </a:r>
            <a:r>
              <a:rPr sz="2000" spc="-10" dirty="0">
                <a:solidFill>
                  <a:srgbClr val="404040"/>
                </a:solidFill>
                <a:latin typeface="Carlito"/>
                <a:cs typeface="Carlito"/>
              </a:rPr>
              <a:t>power </a:t>
            </a:r>
            <a:r>
              <a:rPr sz="2000" spc="-15" dirty="0">
                <a:solidFill>
                  <a:srgbClr val="404040"/>
                </a:solidFill>
                <a:latin typeface="Carlito"/>
                <a:cs typeface="Carlito"/>
              </a:rPr>
              <a:t>to </a:t>
            </a:r>
            <a:r>
              <a:rPr sz="2000" dirty="0">
                <a:solidFill>
                  <a:srgbClr val="404040"/>
                </a:solidFill>
                <a:latin typeface="Carlito"/>
                <a:cs typeface="Carlito"/>
              </a:rPr>
              <a:t>a </a:t>
            </a:r>
            <a:r>
              <a:rPr sz="2000" spc="-5" dirty="0">
                <a:solidFill>
                  <a:srgbClr val="404040"/>
                </a:solidFill>
                <a:latin typeface="Carlito"/>
                <a:cs typeface="Carlito"/>
              </a:rPr>
              <a:t>24 </a:t>
            </a:r>
            <a:r>
              <a:rPr sz="2000" spc="-10" dirty="0">
                <a:solidFill>
                  <a:srgbClr val="404040"/>
                </a:solidFill>
                <a:latin typeface="Carlito"/>
                <a:cs typeface="Carlito"/>
              </a:rPr>
              <a:t>ohm </a:t>
            </a:r>
            <a:r>
              <a:rPr sz="2000" spc="-5" dirty="0">
                <a:solidFill>
                  <a:srgbClr val="404040"/>
                </a:solidFill>
                <a:latin typeface="Carlito"/>
                <a:cs typeface="Carlito"/>
              </a:rPr>
              <a:t>load. </a:t>
            </a:r>
            <a:r>
              <a:rPr sz="2000" spc="-10" dirty="0">
                <a:solidFill>
                  <a:srgbClr val="404040"/>
                </a:solidFill>
                <a:latin typeface="Carlito"/>
                <a:cs typeface="Carlito"/>
              </a:rPr>
              <a:t>Determine </a:t>
            </a:r>
            <a:r>
              <a:rPr sz="2000" spc="-5" dirty="0">
                <a:solidFill>
                  <a:srgbClr val="404040"/>
                </a:solidFill>
                <a:latin typeface="Carlito"/>
                <a:cs typeface="Carlito"/>
              </a:rPr>
              <a:t>output </a:t>
            </a:r>
            <a:r>
              <a:rPr sz="2000" spc="-5" dirty="0" smtClean="0">
                <a:solidFill>
                  <a:srgbClr val="404040"/>
                </a:solidFill>
                <a:latin typeface="Carlito"/>
                <a:cs typeface="Carlito"/>
              </a:rPr>
              <a:t>power</a:t>
            </a:r>
            <a:r>
              <a:rPr lang="en-US" sz="2000" spc="-5" dirty="0" smtClean="0">
                <a:solidFill>
                  <a:srgbClr val="404040"/>
                </a:solidFill>
                <a:latin typeface="Carlito"/>
                <a:cs typeface="Carlito"/>
              </a:rPr>
              <a:t>,</a:t>
            </a:r>
            <a:r>
              <a:rPr sz="2000" spc="-5" dirty="0" smtClean="0">
                <a:solidFill>
                  <a:srgbClr val="404040"/>
                </a:solidFill>
                <a:latin typeface="Carlito"/>
                <a:cs typeface="Carlito"/>
              </a:rPr>
              <a:t> </a:t>
            </a:r>
            <a:r>
              <a:rPr sz="2000" spc="-10" dirty="0">
                <a:solidFill>
                  <a:srgbClr val="404040"/>
                </a:solidFill>
                <a:latin typeface="Carlito"/>
                <a:cs typeface="Carlito"/>
              </a:rPr>
              <a:t>THD </a:t>
            </a:r>
            <a:r>
              <a:rPr sz="2000" spc="-5" dirty="0">
                <a:solidFill>
                  <a:srgbClr val="404040"/>
                </a:solidFill>
                <a:latin typeface="Carlito"/>
                <a:cs typeface="Carlito"/>
              </a:rPr>
              <a:t>of  output </a:t>
            </a:r>
            <a:r>
              <a:rPr sz="2000" dirty="0">
                <a:solidFill>
                  <a:srgbClr val="404040"/>
                </a:solidFill>
                <a:latin typeface="Carlito"/>
                <a:cs typeface="Carlito"/>
              </a:rPr>
              <a:t>and </a:t>
            </a:r>
            <a:r>
              <a:rPr sz="2000" spc="-10" dirty="0">
                <a:solidFill>
                  <a:srgbClr val="404040"/>
                </a:solidFill>
                <a:latin typeface="Carlito"/>
                <a:cs typeface="Carlito"/>
              </a:rPr>
              <a:t>transistor ratings.</a:t>
            </a:r>
            <a:endParaRPr sz="2000" dirty="0">
              <a:latin typeface="Carlito"/>
              <a:cs typeface="Carlito"/>
            </a:endParaRPr>
          </a:p>
          <a:p>
            <a:pPr marL="18415">
              <a:lnSpc>
                <a:spcPct val="100000"/>
              </a:lnSpc>
              <a:spcBef>
                <a:spcPts val="1689"/>
              </a:spcBef>
            </a:pPr>
            <a:r>
              <a:rPr sz="2400" b="1" spc="-5" dirty="0">
                <a:latin typeface="Carlito"/>
                <a:cs typeface="Carlito"/>
              </a:rPr>
              <a:t>Solution:</a:t>
            </a:r>
            <a:endParaRPr sz="2400" dirty="0">
              <a:latin typeface="Carlito"/>
              <a:cs typeface="Carlito"/>
            </a:endParaRPr>
          </a:p>
        </p:txBody>
      </p:sp>
      <p:sp>
        <p:nvSpPr>
          <p:cNvPr id="10" name="object 10"/>
          <p:cNvSpPr txBox="1"/>
          <p:nvPr/>
        </p:nvSpPr>
        <p:spPr>
          <a:xfrm>
            <a:off x="3154705" y="2713606"/>
            <a:ext cx="1069975" cy="803275"/>
          </a:xfrm>
          <a:prstGeom prst="rect">
            <a:avLst/>
          </a:prstGeom>
        </p:spPr>
        <p:txBody>
          <a:bodyPr vert="horz" wrap="square" lIns="0" tIns="73025" rIns="0" bIns="0" rtlCol="0">
            <a:spAutoFit/>
          </a:bodyPr>
          <a:lstStyle/>
          <a:p>
            <a:pPr marL="38100">
              <a:lnSpc>
                <a:spcPct val="100000"/>
              </a:lnSpc>
              <a:spcBef>
                <a:spcPts val="575"/>
              </a:spcBef>
              <a:tabLst>
                <a:tab pos="661035" algn="l"/>
              </a:tabLst>
            </a:pPr>
            <a:r>
              <a:rPr sz="2150" i="1" spc="95" dirty="0">
                <a:latin typeface="Times New Roman"/>
                <a:cs typeface="Times New Roman"/>
              </a:rPr>
              <a:t>E</a:t>
            </a:r>
            <a:r>
              <a:rPr sz="1875" spc="142" baseline="42222" dirty="0">
                <a:latin typeface="Times New Roman"/>
                <a:cs typeface="Times New Roman"/>
              </a:rPr>
              <a:t>2	</a:t>
            </a:r>
            <a:r>
              <a:rPr sz="2150" spc="10" dirty="0">
                <a:latin typeface="Times New Roman"/>
                <a:cs typeface="Times New Roman"/>
              </a:rPr>
              <a:t>48</a:t>
            </a:r>
            <a:r>
              <a:rPr sz="1875" spc="15" baseline="42222" dirty="0">
                <a:latin typeface="Times New Roman"/>
                <a:cs typeface="Times New Roman"/>
              </a:rPr>
              <a:t>2</a:t>
            </a:r>
            <a:endParaRPr sz="1875" baseline="42222">
              <a:latin typeface="Times New Roman"/>
              <a:cs typeface="Times New Roman"/>
            </a:endParaRPr>
          </a:p>
          <a:p>
            <a:pPr marL="100330">
              <a:lnSpc>
                <a:spcPct val="100000"/>
              </a:lnSpc>
              <a:spcBef>
                <a:spcPts val="480"/>
              </a:spcBef>
              <a:tabLst>
                <a:tab pos="717550" algn="l"/>
              </a:tabLst>
            </a:pPr>
            <a:r>
              <a:rPr sz="2150" i="1" spc="5" dirty="0">
                <a:latin typeface="Times New Roman"/>
                <a:cs typeface="Times New Roman"/>
              </a:rPr>
              <a:t>R	</a:t>
            </a:r>
            <a:r>
              <a:rPr sz="2150" dirty="0">
                <a:latin typeface="Times New Roman"/>
                <a:cs typeface="Times New Roman"/>
              </a:rPr>
              <a:t>24</a:t>
            </a:r>
            <a:endParaRPr sz="2150">
              <a:latin typeface="Times New Roman"/>
              <a:cs typeface="Times New Roman"/>
            </a:endParaRPr>
          </a:p>
        </p:txBody>
      </p:sp>
      <p:sp>
        <p:nvSpPr>
          <p:cNvPr id="11" name="object 11"/>
          <p:cNvSpPr txBox="1"/>
          <p:nvPr/>
        </p:nvSpPr>
        <p:spPr>
          <a:xfrm>
            <a:off x="1208474" y="2946425"/>
            <a:ext cx="1900555" cy="355600"/>
          </a:xfrm>
          <a:prstGeom prst="rect">
            <a:avLst/>
          </a:prstGeom>
        </p:spPr>
        <p:txBody>
          <a:bodyPr vert="horz" wrap="square" lIns="0" tIns="14605" rIns="0" bIns="0" rtlCol="0">
            <a:spAutoFit/>
          </a:bodyPr>
          <a:lstStyle/>
          <a:p>
            <a:pPr>
              <a:lnSpc>
                <a:spcPct val="100000"/>
              </a:lnSpc>
              <a:spcBef>
                <a:spcPts val="115"/>
              </a:spcBef>
            </a:pPr>
            <a:r>
              <a:rPr sz="2150" spc="10" dirty="0">
                <a:latin typeface="Times New Roman"/>
                <a:cs typeface="Times New Roman"/>
              </a:rPr>
              <a:t>RMS </a:t>
            </a:r>
            <a:r>
              <a:rPr sz="2150" spc="15" dirty="0">
                <a:latin typeface="Times New Roman"/>
                <a:cs typeface="Times New Roman"/>
              </a:rPr>
              <a:t>Power, </a:t>
            </a:r>
            <a:r>
              <a:rPr sz="2150" i="1" spc="5" dirty="0">
                <a:latin typeface="Times New Roman"/>
                <a:cs typeface="Times New Roman"/>
              </a:rPr>
              <a:t>P</a:t>
            </a:r>
            <a:r>
              <a:rPr sz="2150" i="1" spc="-85" dirty="0">
                <a:latin typeface="Times New Roman"/>
                <a:cs typeface="Times New Roman"/>
              </a:rPr>
              <a:t> </a:t>
            </a:r>
            <a:r>
              <a:rPr sz="2150" dirty="0">
                <a:latin typeface="Symbol"/>
                <a:cs typeface="Symbol"/>
              </a:rPr>
              <a:t></a:t>
            </a:r>
            <a:endParaRPr sz="2150">
              <a:latin typeface="Symbol"/>
              <a:cs typeface="Symbol"/>
            </a:endParaRPr>
          </a:p>
        </p:txBody>
      </p:sp>
      <p:sp>
        <p:nvSpPr>
          <p:cNvPr id="12" name="object 12"/>
          <p:cNvSpPr txBox="1"/>
          <p:nvPr/>
        </p:nvSpPr>
        <p:spPr>
          <a:xfrm>
            <a:off x="3578254" y="2946425"/>
            <a:ext cx="1525905" cy="355600"/>
          </a:xfrm>
          <a:prstGeom prst="rect">
            <a:avLst/>
          </a:prstGeom>
        </p:spPr>
        <p:txBody>
          <a:bodyPr vert="horz" wrap="square" lIns="0" tIns="14605" rIns="0" bIns="0" rtlCol="0">
            <a:spAutoFit/>
          </a:bodyPr>
          <a:lstStyle/>
          <a:p>
            <a:pPr>
              <a:lnSpc>
                <a:spcPct val="100000"/>
              </a:lnSpc>
              <a:spcBef>
                <a:spcPts val="115"/>
              </a:spcBef>
              <a:tabLst>
                <a:tab pos="708025" algn="l"/>
              </a:tabLst>
            </a:pPr>
            <a:r>
              <a:rPr sz="2150" dirty="0">
                <a:latin typeface="Symbol"/>
                <a:cs typeface="Symbol"/>
              </a:rPr>
              <a:t></a:t>
            </a:r>
            <a:r>
              <a:rPr sz="2150" dirty="0">
                <a:latin typeface="Times New Roman"/>
                <a:cs typeface="Times New Roman"/>
              </a:rPr>
              <a:t>	</a:t>
            </a:r>
            <a:r>
              <a:rPr sz="2150" dirty="0">
                <a:latin typeface="Symbol"/>
                <a:cs typeface="Symbol"/>
              </a:rPr>
              <a:t></a:t>
            </a:r>
            <a:r>
              <a:rPr sz="2150" dirty="0">
                <a:latin typeface="Times New Roman"/>
                <a:cs typeface="Times New Roman"/>
              </a:rPr>
              <a:t> 96</a:t>
            </a:r>
            <a:r>
              <a:rPr sz="2150" spc="-200" dirty="0">
                <a:latin typeface="Times New Roman"/>
                <a:cs typeface="Times New Roman"/>
              </a:rPr>
              <a:t> </a:t>
            </a:r>
            <a:r>
              <a:rPr sz="2150" spc="5" dirty="0">
                <a:latin typeface="Times New Roman"/>
                <a:cs typeface="Times New Roman"/>
              </a:rPr>
              <a:t>W</a:t>
            </a:r>
            <a:endParaRPr sz="2150">
              <a:latin typeface="Times New Roman"/>
              <a:cs typeface="Times New Roman"/>
            </a:endParaRPr>
          </a:p>
        </p:txBody>
      </p:sp>
      <p:sp>
        <p:nvSpPr>
          <p:cNvPr id="13" name="object 13"/>
          <p:cNvSpPr txBox="1"/>
          <p:nvPr/>
        </p:nvSpPr>
        <p:spPr>
          <a:xfrm>
            <a:off x="6652806" y="3416300"/>
            <a:ext cx="1264285" cy="354965"/>
          </a:xfrm>
          <a:prstGeom prst="rect">
            <a:avLst/>
          </a:prstGeom>
        </p:spPr>
        <p:txBody>
          <a:bodyPr vert="horz" wrap="square" lIns="0" tIns="13970" rIns="0" bIns="0" rtlCol="0">
            <a:spAutoFit/>
          </a:bodyPr>
          <a:lstStyle/>
          <a:p>
            <a:pPr marL="25400">
              <a:lnSpc>
                <a:spcPct val="100000"/>
              </a:lnSpc>
              <a:spcBef>
                <a:spcPts val="110"/>
              </a:spcBef>
            </a:pPr>
            <a:r>
              <a:rPr sz="2150" i="1" spc="-30" dirty="0">
                <a:latin typeface="Times New Roman"/>
                <a:cs typeface="Times New Roman"/>
              </a:rPr>
              <a:t>V</a:t>
            </a:r>
            <a:r>
              <a:rPr sz="1875" i="1" spc="-44" baseline="-24444" dirty="0">
                <a:latin typeface="Times New Roman"/>
                <a:cs typeface="Times New Roman"/>
              </a:rPr>
              <a:t>CE </a:t>
            </a:r>
            <a:r>
              <a:rPr sz="2150" dirty="0">
                <a:latin typeface="Symbol"/>
                <a:cs typeface="Symbol"/>
              </a:rPr>
              <a:t></a:t>
            </a:r>
            <a:r>
              <a:rPr sz="2150" dirty="0">
                <a:latin typeface="Times New Roman"/>
                <a:cs typeface="Times New Roman"/>
              </a:rPr>
              <a:t> 48</a:t>
            </a:r>
            <a:r>
              <a:rPr sz="2150" spc="-275" dirty="0">
                <a:latin typeface="Times New Roman"/>
                <a:cs typeface="Times New Roman"/>
              </a:rPr>
              <a:t> </a:t>
            </a:r>
            <a:r>
              <a:rPr sz="2150" dirty="0">
                <a:latin typeface="Times New Roman"/>
                <a:cs typeface="Times New Roman"/>
              </a:rPr>
              <a:t>V</a:t>
            </a:r>
            <a:endParaRPr sz="2150">
              <a:latin typeface="Times New Roman"/>
              <a:cs typeface="Times New Roman"/>
            </a:endParaRPr>
          </a:p>
        </p:txBody>
      </p:sp>
      <p:sp>
        <p:nvSpPr>
          <p:cNvPr id="14" name="object 14"/>
          <p:cNvSpPr/>
          <p:nvPr/>
        </p:nvSpPr>
        <p:spPr>
          <a:xfrm>
            <a:off x="7326721" y="4775926"/>
            <a:ext cx="473709" cy="0"/>
          </a:xfrm>
          <a:custGeom>
            <a:avLst/>
            <a:gdLst/>
            <a:ahLst/>
            <a:cxnLst/>
            <a:rect l="l" t="t" r="r" b="b"/>
            <a:pathLst>
              <a:path w="473709">
                <a:moveTo>
                  <a:pt x="0" y="0"/>
                </a:moveTo>
                <a:lnTo>
                  <a:pt x="473308" y="0"/>
                </a:lnTo>
              </a:path>
            </a:pathLst>
          </a:custGeom>
          <a:ln w="11454">
            <a:solidFill>
              <a:srgbClr val="000000"/>
            </a:solidFill>
          </a:ln>
        </p:spPr>
        <p:txBody>
          <a:bodyPr wrap="square" lIns="0" tIns="0" rIns="0" bIns="0" rtlCol="0"/>
          <a:lstStyle/>
          <a:p>
            <a:endParaRPr/>
          </a:p>
        </p:txBody>
      </p:sp>
      <p:sp>
        <p:nvSpPr>
          <p:cNvPr id="15" name="object 15"/>
          <p:cNvSpPr/>
          <p:nvPr/>
        </p:nvSpPr>
        <p:spPr>
          <a:xfrm>
            <a:off x="7326721" y="5511835"/>
            <a:ext cx="304165" cy="0"/>
          </a:xfrm>
          <a:custGeom>
            <a:avLst/>
            <a:gdLst/>
            <a:ahLst/>
            <a:cxnLst/>
            <a:rect l="l" t="t" r="r" b="b"/>
            <a:pathLst>
              <a:path w="304165">
                <a:moveTo>
                  <a:pt x="0" y="0"/>
                </a:moveTo>
                <a:lnTo>
                  <a:pt x="303656" y="0"/>
                </a:lnTo>
              </a:path>
            </a:pathLst>
          </a:custGeom>
          <a:ln w="11454">
            <a:solidFill>
              <a:srgbClr val="000000"/>
            </a:solidFill>
          </a:ln>
        </p:spPr>
        <p:txBody>
          <a:bodyPr wrap="square" lIns="0" tIns="0" rIns="0" bIns="0" rtlCol="0"/>
          <a:lstStyle/>
          <a:p>
            <a:endParaRPr/>
          </a:p>
        </p:txBody>
      </p:sp>
      <p:sp>
        <p:nvSpPr>
          <p:cNvPr id="16" name="object 16"/>
          <p:cNvSpPr txBox="1"/>
          <p:nvPr/>
        </p:nvSpPr>
        <p:spPr>
          <a:xfrm>
            <a:off x="6432753" y="4741824"/>
            <a:ext cx="594995" cy="218440"/>
          </a:xfrm>
          <a:prstGeom prst="rect">
            <a:avLst/>
          </a:prstGeom>
        </p:spPr>
        <p:txBody>
          <a:bodyPr vert="horz" wrap="square" lIns="0" tIns="13970" rIns="0" bIns="0" rtlCol="0">
            <a:spAutoFit/>
          </a:bodyPr>
          <a:lstStyle/>
          <a:p>
            <a:pPr>
              <a:lnSpc>
                <a:spcPct val="100000"/>
              </a:lnSpc>
              <a:spcBef>
                <a:spcPts val="110"/>
              </a:spcBef>
            </a:pPr>
            <a:r>
              <a:rPr sz="1250" i="1" spc="5" dirty="0">
                <a:latin typeface="Times New Roman"/>
                <a:cs typeface="Times New Roman"/>
              </a:rPr>
              <a:t>T</a:t>
            </a:r>
            <a:r>
              <a:rPr sz="1250" i="1" spc="-105" dirty="0">
                <a:latin typeface="Times New Roman"/>
                <a:cs typeface="Times New Roman"/>
              </a:rPr>
              <a:t> </a:t>
            </a:r>
            <a:r>
              <a:rPr sz="1250" dirty="0">
                <a:latin typeface="Times New Roman"/>
                <a:cs typeface="Times New Roman"/>
              </a:rPr>
              <a:t>(</a:t>
            </a:r>
            <a:r>
              <a:rPr sz="1250" spc="-90" dirty="0">
                <a:latin typeface="Times New Roman"/>
                <a:cs typeface="Times New Roman"/>
              </a:rPr>
              <a:t> </a:t>
            </a:r>
            <a:r>
              <a:rPr sz="1250" i="1" dirty="0">
                <a:latin typeface="Times New Roman"/>
                <a:cs typeface="Times New Roman"/>
              </a:rPr>
              <a:t>peak</a:t>
            </a:r>
            <a:r>
              <a:rPr sz="1250" i="1" spc="-150" dirty="0">
                <a:latin typeface="Times New Roman"/>
                <a:cs typeface="Times New Roman"/>
              </a:rPr>
              <a:t> </a:t>
            </a:r>
            <a:r>
              <a:rPr sz="1250" dirty="0">
                <a:latin typeface="Times New Roman"/>
                <a:cs typeface="Times New Roman"/>
              </a:rPr>
              <a:t>)</a:t>
            </a:r>
            <a:endParaRPr sz="1250">
              <a:latin typeface="Times New Roman"/>
              <a:cs typeface="Times New Roman"/>
            </a:endParaRPr>
          </a:p>
        </p:txBody>
      </p:sp>
      <p:sp>
        <p:nvSpPr>
          <p:cNvPr id="17" name="object 17"/>
          <p:cNvSpPr txBox="1"/>
          <p:nvPr/>
        </p:nvSpPr>
        <p:spPr>
          <a:xfrm>
            <a:off x="6335191" y="4557102"/>
            <a:ext cx="104139" cy="355600"/>
          </a:xfrm>
          <a:prstGeom prst="rect">
            <a:avLst/>
          </a:prstGeom>
        </p:spPr>
        <p:txBody>
          <a:bodyPr vert="horz" wrap="square" lIns="0" tIns="14605" rIns="0" bIns="0" rtlCol="0">
            <a:spAutoFit/>
          </a:bodyPr>
          <a:lstStyle/>
          <a:p>
            <a:pPr>
              <a:lnSpc>
                <a:spcPct val="100000"/>
              </a:lnSpc>
              <a:spcBef>
                <a:spcPts val="115"/>
              </a:spcBef>
            </a:pPr>
            <a:r>
              <a:rPr sz="2150" i="1" dirty="0">
                <a:latin typeface="Times New Roman"/>
                <a:cs typeface="Times New Roman"/>
              </a:rPr>
              <a:t>I</a:t>
            </a:r>
            <a:endParaRPr sz="2150">
              <a:latin typeface="Times New Roman"/>
              <a:cs typeface="Times New Roman"/>
            </a:endParaRPr>
          </a:p>
        </p:txBody>
      </p:sp>
      <p:sp>
        <p:nvSpPr>
          <p:cNvPr id="18" name="object 18"/>
          <p:cNvSpPr txBox="1"/>
          <p:nvPr/>
        </p:nvSpPr>
        <p:spPr>
          <a:xfrm>
            <a:off x="7082396" y="4452023"/>
            <a:ext cx="1214120" cy="1411605"/>
          </a:xfrm>
          <a:prstGeom prst="rect">
            <a:avLst/>
          </a:prstGeom>
        </p:spPr>
        <p:txBody>
          <a:bodyPr vert="horz" wrap="square" lIns="0" tIns="14605" rIns="0" bIns="0" rtlCol="0">
            <a:spAutoFit/>
          </a:bodyPr>
          <a:lstStyle/>
          <a:p>
            <a:pPr marL="25400">
              <a:lnSpc>
                <a:spcPts val="2550"/>
              </a:lnSpc>
              <a:spcBef>
                <a:spcPts val="115"/>
              </a:spcBef>
            </a:pPr>
            <a:r>
              <a:rPr sz="3225" baseline="-21963" dirty="0">
                <a:latin typeface="Symbol"/>
                <a:cs typeface="Symbol"/>
              </a:rPr>
              <a:t></a:t>
            </a:r>
            <a:r>
              <a:rPr sz="3225" spc="284" baseline="-21963" dirty="0">
                <a:latin typeface="Times New Roman"/>
                <a:cs typeface="Times New Roman"/>
              </a:rPr>
              <a:t> </a:t>
            </a:r>
            <a:r>
              <a:rPr sz="3225" i="1" spc="15" baseline="14211" dirty="0">
                <a:latin typeface="Times New Roman"/>
                <a:cs typeface="Times New Roman"/>
              </a:rPr>
              <a:t>E</a:t>
            </a:r>
            <a:r>
              <a:rPr sz="1250" i="1" spc="10" dirty="0">
                <a:latin typeface="Times New Roman"/>
                <a:cs typeface="Times New Roman"/>
              </a:rPr>
              <a:t>DC</a:t>
            </a:r>
            <a:endParaRPr sz="1250">
              <a:latin typeface="Times New Roman"/>
              <a:cs typeface="Times New Roman"/>
            </a:endParaRPr>
          </a:p>
          <a:p>
            <a:pPr marL="401320">
              <a:lnSpc>
                <a:spcPts val="2550"/>
              </a:lnSpc>
            </a:pPr>
            <a:r>
              <a:rPr sz="2150" i="1" spc="5" dirty="0">
                <a:latin typeface="Times New Roman"/>
                <a:cs typeface="Times New Roman"/>
              </a:rPr>
              <a:t>R</a:t>
            </a:r>
            <a:endParaRPr sz="2150">
              <a:latin typeface="Times New Roman"/>
              <a:cs typeface="Times New Roman"/>
            </a:endParaRPr>
          </a:p>
          <a:p>
            <a:pPr>
              <a:lnSpc>
                <a:spcPct val="100000"/>
              </a:lnSpc>
              <a:spcBef>
                <a:spcPts val="50"/>
              </a:spcBef>
            </a:pPr>
            <a:endParaRPr sz="2050">
              <a:latin typeface="Times New Roman"/>
              <a:cs typeface="Times New Roman"/>
            </a:endParaRPr>
          </a:p>
          <a:p>
            <a:pPr marL="262890" marR="30480" indent="-238125">
              <a:lnSpc>
                <a:spcPct val="65600"/>
              </a:lnSpc>
            </a:pPr>
            <a:r>
              <a:rPr sz="2150" dirty="0">
                <a:latin typeface="Symbol"/>
                <a:cs typeface="Symbol"/>
              </a:rPr>
              <a:t></a:t>
            </a:r>
            <a:r>
              <a:rPr sz="2150" dirty="0">
                <a:latin typeface="Times New Roman"/>
                <a:cs typeface="Times New Roman"/>
              </a:rPr>
              <a:t> </a:t>
            </a:r>
            <a:r>
              <a:rPr sz="3225" baseline="34883" dirty="0">
                <a:latin typeface="Times New Roman"/>
                <a:cs typeface="Times New Roman"/>
              </a:rPr>
              <a:t>48 </a:t>
            </a:r>
            <a:r>
              <a:rPr sz="2150" dirty="0">
                <a:latin typeface="Symbol"/>
                <a:cs typeface="Symbol"/>
              </a:rPr>
              <a:t></a:t>
            </a:r>
            <a:r>
              <a:rPr sz="2150" dirty="0">
                <a:latin typeface="Times New Roman"/>
                <a:cs typeface="Times New Roman"/>
              </a:rPr>
              <a:t> </a:t>
            </a:r>
            <a:r>
              <a:rPr sz="2150" spc="20" dirty="0">
                <a:latin typeface="Times New Roman"/>
                <a:cs typeface="Times New Roman"/>
              </a:rPr>
              <a:t>2A  </a:t>
            </a:r>
            <a:r>
              <a:rPr sz="2150" dirty="0">
                <a:latin typeface="Times New Roman"/>
                <a:cs typeface="Times New Roman"/>
              </a:rPr>
              <a:t>24</a:t>
            </a:r>
            <a:endParaRPr sz="2150">
              <a:latin typeface="Times New Roman"/>
              <a:cs typeface="Times New Roman"/>
            </a:endParaRPr>
          </a:p>
        </p:txBody>
      </p:sp>
      <p:sp>
        <p:nvSpPr>
          <p:cNvPr id="19" name="object 19"/>
          <p:cNvSpPr txBox="1"/>
          <p:nvPr/>
        </p:nvSpPr>
        <p:spPr>
          <a:xfrm>
            <a:off x="1192376" y="3835463"/>
            <a:ext cx="3545204" cy="354965"/>
          </a:xfrm>
          <a:prstGeom prst="rect">
            <a:avLst/>
          </a:prstGeom>
        </p:spPr>
        <p:txBody>
          <a:bodyPr vert="horz" wrap="square" lIns="0" tIns="13970" rIns="0" bIns="0" rtlCol="0">
            <a:spAutoFit/>
          </a:bodyPr>
          <a:lstStyle/>
          <a:p>
            <a:pPr marL="25400">
              <a:lnSpc>
                <a:spcPct val="100000"/>
              </a:lnSpc>
              <a:spcBef>
                <a:spcPts val="110"/>
              </a:spcBef>
            </a:pPr>
            <a:r>
              <a:rPr sz="2150" i="1" spc="-70" dirty="0">
                <a:latin typeface="Times New Roman"/>
                <a:cs typeface="Times New Roman"/>
              </a:rPr>
              <a:t>E</a:t>
            </a:r>
            <a:r>
              <a:rPr sz="1875" spc="-104" baseline="-24444" dirty="0">
                <a:latin typeface="Times New Roman"/>
                <a:cs typeface="Times New Roman"/>
              </a:rPr>
              <a:t>1</a:t>
            </a:r>
            <a:r>
              <a:rPr sz="1875" spc="82" baseline="-24444" dirty="0">
                <a:latin typeface="Times New Roman"/>
                <a:cs typeface="Times New Roman"/>
              </a:rPr>
              <a:t> </a:t>
            </a:r>
            <a:r>
              <a:rPr sz="2150" dirty="0">
                <a:latin typeface="Symbol"/>
                <a:cs typeface="Symbol"/>
              </a:rPr>
              <a:t></a:t>
            </a:r>
            <a:r>
              <a:rPr sz="2150" spc="-55" dirty="0">
                <a:latin typeface="Times New Roman"/>
                <a:cs typeface="Times New Roman"/>
              </a:rPr>
              <a:t> </a:t>
            </a:r>
            <a:r>
              <a:rPr sz="2150" dirty="0">
                <a:latin typeface="Times New Roman"/>
                <a:cs typeface="Times New Roman"/>
              </a:rPr>
              <a:t>0.9</a:t>
            </a:r>
            <a:r>
              <a:rPr sz="2150" spc="5" dirty="0">
                <a:latin typeface="Times New Roman"/>
                <a:cs typeface="Times New Roman"/>
              </a:rPr>
              <a:t> </a:t>
            </a:r>
            <a:r>
              <a:rPr sz="2150" i="1" spc="10" dirty="0">
                <a:latin typeface="Times New Roman"/>
                <a:cs typeface="Times New Roman"/>
              </a:rPr>
              <a:t>E</a:t>
            </a:r>
            <a:r>
              <a:rPr sz="1875" i="1" spc="15" baseline="-24444" dirty="0">
                <a:latin typeface="Times New Roman"/>
                <a:cs typeface="Times New Roman"/>
              </a:rPr>
              <a:t>DC</a:t>
            </a:r>
            <a:r>
              <a:rPr sz="1875" i="1" spc="247" baseline="-24444" dirty="0">
                <a:latin typeface="Times New Roman"/>
                <a:cs typeface="Times New Roman"/>
              </a:rPr>
              <a:t> </a:t>
            </a:r>
            <a:r>
              <a:rPr sz="2150" dirty="0">
                <a:latin typeface="Symbol"/>
                <a:cs typeface="Symbol"/>
              </a:rPr>
              <a:t></a:t>
            </a:r>
            <a:r>
              <a:rPr sz="2150" spc="-70" dirty="0">
                <a:latin typeface="Times New Roman"/>
                <a:cs typeface="Times New Roman"/>
              </a:rPr>
              <a:t> </a:t>
            </a:r>
            <a:r>
              <a:rPr sz="2150" spc="5" dirty="0">
                <a:latin typeface="Times New Roman"/>
                <a:cs typeface="Times New Roman"/>
              </a:rPr>
              <a:t>0.9</a:t>
            </a:r>
            <a:r>
              <a:rPr sz="2150" spc="-340" dirty="0">
                <a:latin typeface="Times New Roman"/>
                <a:cs typeface="Times New Roman"/>
              </a:rPr>
              <a:t> </a:t>
            </a:r>
            <a:r>
              <a:rPr sz="2150" dirty="0">
                <a:latin typeface="Symbol"/>
                <a:cs typeface="Symbol"/>
              </a:rPr>
              <a:t></a:t>
            </a:r>
            <a:r>
              <a:rPr sz="2150" spc="-235" dirty="0">
                <a:latin typeface="Times New Roman"/>
                <a:cs typeface="Times New Roman"/>
              </a:rPr>
              <a:t> </a:t>
            </a:r>
            <a:r>
              <a:rPr sz="2150" dirty="0">
                <a:latin typeface="Times New Roman"/>
                <a:cs typeface="Times New Roman"/>
              </a:rPr>
              <a:t>48</a:t>
            </a:r>
            <a:r>
              <a:rPr sz="2150" spc="-95" dirty="0">
                <a:latin typeface="Times New Roman"/>
                <a:cs typeface="Times New Roman"/>
              </a:rPr>
              <a:t> </a:t>
            </a:r>
            <a:r>
              <a:rPr sz="2150" dirty="0">
                <a:latin typeface="Symbol"/>
                <a:cs typeface="Symbol"/>
              </a:rPr>
              <a:t></a:t>
            </a:r>
            <a:r>
              <a:rPr sz="2150" spc="-35" dirty="0">
                <a:latin typeface="Times New Roman"/>
                <a:cs typeface="Times New Roman"/>
              </a:rPr>
              <a:t> </a:t>
            </a:r>
            <a:r>
              <a:rPr sz="2150" dirty="0">
                <a:latin typeface="Times New Roman"/>
                <a:cs typeface="Times New Roman"/>
              </a:rPr>
              <a:t>43.2</a:t>
            </a:r>
            <a:r>
              <a:rPr sz="2150" spc="-60" dirty="0">
                <a:latin typeface="Times New Roman"/>
                <a:cs typeface="Times New Roman"/>
              </a:rPr>
              <a:t> </a:t>
            </a:r>
            <a:r>
              <a:rPr sz="2150" dirty="0">
                <a:latin typeface="Times New Roman"/>
                <a:cs typeface="Times New Roman"/>
              </a:rPr>
              <a:t>V</a:t>
            </a:r>
            <a:endParaRPr sz="2150">
              <a:latin typeface="Times New Roman"/>
              <a:cs typeface="Times New Roman"/>
            </a:endParaRPr>
          </a:p>
        </p:txBody>
      </p:sp>
      <p:sp>
        <p:nvSpPr>
          <p:cNvPr id="20" name="object 20"/>
          <p:cNvSpPr txBox="1"/>
          <p:nvPr/>
        </p:nvSpPr>
        <p:spPr>
          <a:xfrm>
            <a:off x="1192230" y="4570476"/>
            <a:ext cx="4544695" cy="356235"/>
          </a:xfrm>
          <a:prstGeom prst="rect">
            <a:avLst/>
          </a:prstGeom>
        </p:spPr>
        <p:txBody>
          <a:bodyPr vert="horz" wrap="square" lIns="0" tIns="14604" rIns="0" bIns="0" rtlCol="0">
            <a:spAutoFit/>
          </a:bodyPr>
          <a:lstStyle/>
          <a:p>
            <a:pPr marL="25400">
              <a:lnSpc>
                <a:spcPct val="100000"/>
              </a:lnSpc>
              <a:spcBef>
                <a:spcPts val="114"/>
              </a:spcBef>
            </a:pPr>
            <a:r>
              <a:rPr sz="2150" i="1" dirty="0">
                <a:latin typeface="Times New Roman"/>
                <a:cs typeface="Times New Roman"/>
              </a:rPr>
              <a:t>E</a:t>
            </a:r>
            <a:r>
              <a:rPr sz="1875" i="1" baseline="-24444" dirty="0">
                <a:latin typeface="Times New Roman"/>
                <a:cs typeface="Times New Roman"/>
              </a:rPr>
              <a:t>h</a:t>
            </a:r>
            <a:r>
              <a:rPr sz="1875" i="1" spc="150" baseline="-24444" dirty="0">
                <a:latin typeface="Times New Roman"/>
                <a:cs typeface="Times New Roman"/>
              </a:rPr>
              <a:t> </a:t>
            </a:r>
            <a:r>
              <a:rPr sz="2150" spc="5" dirty="0">
                <a:latin typeface="Symbol"/>
                <a:cs typeface="Symbol"/>
              </a:rPr>
              <a:t></a:t>
            </a:r>
            <a:r>
              <a:rPr sz="2150" spc="-70" dirty="0">
                <a:latin typeface="Times New Roman"/>
                <a:cs typeface="Times New Roman"/>
              </a:rPr>
              <a:t> </a:t>
            </a:r>
            <a:r>
              <a:rPr sz="2150" spc="5" dirty="0">
                <a:latin typeface="Times New Roman"/>
                <a:cs typeface="Times New Roman"/>
              </a:rPr>
              <a:t>0.4352</a:t>
            </a:r>
            <a:r>
              <a:rPr sz="2150" spc="-5" dirty="0">
                <a:latin typeface="Times New Roman"/>
                <a:cs typeface="Times New Roman"/>
              </a:rPr>
              <a:t> </a:t>
            </a:r>
            <a:r>
              <a:rPr sz="2150" i="1" spc="15" dirty="0">
                <a:latin typeface="Times New Roman"/>
                <a:cs typeface="Times New Roman"/>
              </a:rPr>
              <a:t>E</a:t>
            </a:r>
            <a:r>
              <a:rPr sz="1875" i="1" spc="22" baseline="-24444" dirty="0">
                <a:latin typeface="Times New Roman"/>
                <a:cs typeface="Times New Roman"/>
              </a:rPr>
              <a:t>DC</a:t>
            </a:r>
            <a:r>
              <a:rPr sz="1875" i="1" spc="232" baseline="-24444" dirty="0">
                <a:latin typeface="Times New Roman"/>
                <a:cs typeface="Times New Roman"/>
              </a:rPr>
              <a:t> </a:t>
            </a:r>
            <a:r>
              <a:rPr sz="2150" spc="5" dirty="0">
                <a:latin typeface="Symbol"/>
                <a:cs typeface="Symbol"/>
              </a:rPr>
              <a:t></a:t>
            </a:r>
            <a:r>
              <a:rPr sz="2150" spc="-75" dirty="0">
                <a:latin typeface="Times New Roman"/>
                <a:cs typeface="Times New Roman"/>
              </a:rPr>
              <a:t> </a:t>
            </a:r>
            <a:r>
              <a:rPr sz="2150" spc="5" dirty="0">
                <a:latin typeface="Times New Roman"/>
                <a:cs typeface="Times New Roman"/>
              </a:rPr>
              <a:t>0.4352</a:t>
            </a:r>
            <a:r>
              <a:rPr sz="2150" spc="-330" dirty="0">
                <a:latin typeface="Times New Roman"/>
                <a:cs typeface="Times New Roman"/>
              </a:rPr>
              <a:t> </a:t>
            </a:r>
            <a:r>
              <a:rPr sz="2150" spc="5" dirty="0">
                <a:latin typeface="Symbol"/>
                <a:cs typeface="Symbol"/>
              </a:rPr>
              <a:t></a:t>
            </a:r>
            <a:r>
              <a:rPr sz="2150" spc="-240" dirty="0">
                <a:latin typeface="Times New Roman"/>
                <a:cs typeface="Times New Roman"/>
              </a:rPr>
              <a:t> </a:t>
            </a:r>
            <a:r>
              <a:rPr sz="2150" spc="5" dirty="0">
                <a:latin typeface="Times New Roman"/>
                <a:cs typeface="Times New Roman"/>
              </a:rPr>
              <a:t>48</a:t>
            </a:r>
            <a:r>
              <a:rPr sz="2150" spc="-105" dirty="0">
                <a:latin typeface="Times New Roman"/>
                <a:cs typeface="Times New Roman"/>
              </a:rPr>
              <a:t> </a:t>
            </a:r>
            <a:r>
              <a:rPr sz="2150" spc="5" dirty="0">
                <a:latin typeface="Symbol"/>
                <a:cs typeface="Symbol"/>
              </a:rPr>
              <a:t></a:t>
            </a:r>
            <a:r>
              <a:rPr sz="2150" spc="-40" dirty="0">
                <a:latin typeface="Times New Roman"/>
                <a:cs typeface="Times New Roman"/>
              </a:rPr>
              <a:t> </a:t>
            </a:r>
            <a:r>
              <a:rPr sz="2150" spc="5" dirty="0">
                <a:latin typeface="Times New Roman"/>
                <a:cs typeface="Times New Roman"/>
              </a:rPr>
              <a:t>20.89</a:t>
            </a:r>
            <a:r>
              <a:rPr sz="2150" spc="-60" dirty="0">
                <a:latin typeface="Times New Roman"/>
                <a:cs typeface="Times New Roman"/>
              </a:rPr>
              <a:t> </a:t>
            </a:r>
            <a:r>
              <a:rPr sz="2150" spc="5" dirty="0">
                <a:latin typeface="Times New Roman"/>
                <a:cs typeface="Times New Roman"/>
              </a:rPr>
              <a:t>V</a:t>
            </a:r>
            <a:endParaRPr sz="2150">
              <a:latin typeface="Times New Roman"/>
              <a:cs typeface="Times New Roman"/>
            </a:endParaRPr>
          </a:p>
        </p:txBody>
      </p:sp>
      <p:sp>
        <p:nvSpPr>
          <p:cNvPr id="21" name="object 21"/>
          <p:cNvSpPr/>
          <p:nvPr/>
        </p:nvSpPr>
        <p:spPr>
          <a:xfrm>
            <a:off x="2574234" y="5684702"/>
            <a:ext cx="618490" cy="0"/>
          </a:xfrm>
          <a:custGeom>
            <a:avLst/>
            <a:gdLst/>
            <a:ahLst/>
            <a:cxnLst/>
            <a:rect l="l" t="t" r="r" b="b"/>
            <a:pathLst>
              <a:path w="618489">
                <a:moveTo>
                  <a:pt x="0" y="0"/>
                </a:moveTo>
                <a:lnTo>
                  <a:pt x="618256" y="0"/>
                </a:lnTo>
              </a:path>
            </a:pathLst>
          </a:custGeom>
          <a:ln w="10951">
            <a:solidFill>
              <a:srgbClr val="000000"/>
            </a:solidFill>
          </a:ln>
        </p:spPr>
        <p:txBody>
          <a:bodyPr wrap="square" lIns="0" tIns="0" rIns="0" bIns="0" rtlCol="0"/>
          <a:lstStyle/>
          <a:p>
            <a:endParaRPr/>
          </a:p>
        </p:txBody>
      </p:sp>
      <p:sp>
        <p:nvSpPr>
          <p:cNvPr id="22" name="object 22"/>
          <p:cNvSpPr txBox="1"/>
          <p:nvPr/>
        </p:nvSpPr>
        <p:spPr>
          <a:xfrm>
            <a:off x="1152097" y="5474389"/>
            <a:ext cx="3228975" cy="546735"/>
          </a:xfrm>
          <a:prstGeom prst="rect">
            <a:avLst/>
          </a:prstGeom>
        </p:spPr>
        <p:txBody>
          <a:bodyPr vert="horz" wrap="square" lIns="0" tIns="15240" rIns="0" bIns="0" rtlCol="0">
            <a:spAutoFit/>
          </a:bodyPr>
          <a:lstStyle/>
          <a:p>
            <a:pPr marL="38100">
              <a:lnSpc>
                <a:spcPts val="2039"/>
              </a:lnSpc>
              <a:spcBef>
                <a:spcPts val="120"/>
              </a:spcBef>
            </a:pPr>
            <a:r>
              <a:rPr sz="2050" i="1" spc="10" dirty="0">
                <a:latin typeface="Times New Roman"/>
                <a:cs typeface="Times New Roman"/>
              </a:rPr>
              <a:t>THD </a:t>
            </a:r>
            <a:r>
              <a:rPr sz="2050" spc="5" dirty="0">
                <a:latin typeface="Symbol"/>
                <a:cs typeface="Symbol"/>
              </a:rPr>
              <a:t></a:t>
            </a:r>
            <a:r>
              <a:rPr sz="3075" u="sng" spc="7" baseline="21680" dirty="0">
                <a:uFill>
                  <a:solidFill>
                    <a:srgbClr val="000000"/>
                  </a:solidFill>
                </a:uFill>
                <a:latin typeface="Times New Roman"/>
                <a:cs typeface="Times New Roman"/>
              </a:rPr>
              <a:t> </a:t>
            </a:r>
            <a:r>
              <a:rPr sz="3075" i="1" baseline="35230" dirty="0">
                <a:latin typeface="Times New Roman"/>
                <a:cs typeface="Times New Roman"/>
              </a:rPr>
              <a:t>E</a:t>
            </a:r>
            <a:r>
              <a:rPr sz="1800" i="1" u="sng" baseline="37037" dirty="0">
                <a:uFill>
                  <a:solidFill>
                    <a:srgbClr val="000000"/>
                  </a:solidFill>
                </a:uFill>
                <a:latin typeface="Times New Roman"/>
                <a:cs typeface="Times New Roman"/>
              </a:rPr>
              <a:t>h</a:t>
            </a:r>
            <a:r>
              <a:rPr sz="1800" i="1" baseline="37037" dirty="0">
                <a:latin typeface="Times New Roman"/>
                <a:cs typeface="Times New Roman"/>
              </a:rPr>
              <a:t> </a:t>
            </a:r>
            <a:r>
              <a:rPr sz="2050" spc="5" dirty="0">
                <a:latin typeface="Symbol"/>
                <a:cs typeface="Symbol"/>
              </a:rPr>
              <a:t></a:t>
            </a:r>
            <a:r>
              <a:rPr sz="2050" spc="5" dirty="0">
                <a:latin typeface="Times New Roman"/>
                <a:cs typeface="Times New Roman"/>
              </a:rPr>
              <a:t> </a:t>
            </a:r>
            <a:r>
              <a:rPr sz="3075" spc="7" baseline="35230" dirty="0">
                <a:latin typeface="Times New Roman"/>
                <a:cs typeface="Times New Roman"/>
              </a:rPr>
              <a:t>20.89 </a:t>
            </a:r>
            <a:r>
              <a:rPr sz="2050" spc="5" dirty="0">
                <a:latin typeface="Symbol"/>
                <a:cs typeface="Symbol"/>
              </a:rPr>
              <a:t></a:t>
            </a:r>
            <a:r>
              <a:rPr sz="2050" spc="5" dirty="0">
                <a:latin typeface="Times New Roman"/>
                <a:cs typeface="Times New Roman"/>
              </a:rPr>
              <a:t> 48.36</a:t>
            </a:r>
            <a:r>
              <a:rPr sz="2050" spc="-290" dirty="0">
                <a:latin typeface="Times New Roman"/>
                <a:cs typeface="Times New Roman"/>
              </a:rPr>
              <a:t> </a:t>
            </a:r>
            <a:r>
              <a:rPr sz="2050" spc="10" dirty="0">
                <a:latin typeface="Times New Roman"/>
                <a:cs typeface="Times New Roman"/>
              </a:rPr>
              <a:t>%</a:t>
            </a:r>
            <a:endParaRPr sz="2050">
              <a:latin typeface="Times New Roman"/>
              <a:cs typeface="Times New Roman"/>
            </a:endParaRPr>
          </a:p>
          <a:p>
            <a:pPr marL="880744">
              <a:lnSpc>
                <a:spcPts val="2039"/>
              </a:lnSpc>
              <a:tabLst>
                <a:tab pos="1505585" algn="l"/>
              </a:tabLst>
            </a:pPr>
            <a:r>
              <a:rPr sz="2050" i="1" spc="-65" dirty="0">
                <a:latin typeface="Times New Roman"/>
                <a:cs typeface="Times New Roman"/>
              </a:rPr>
              <a:t>E</a:t>
            </a:r>
            <a:r>
              <a:rPr sz="1800" spc="-97" baseline="-25462" dirty="0">
                <a:latin typeface="Times New Roman"/>
                <a:cs typeface="Times New Roman"/>
              </a:rPr>
              <a:t>1	</a:t>
            </a:r>
            <a:r>
              <a:rPr sz="2050" spc="5" dirty="0">
                <a:latin typeface="Times New Roman"/>
                <a:cs typeface="Times New Roman"/>
              </a:rPr>
              <a:t>43.2</a:t>
            </a:r>
            <a:endParaRPr sz="2050">
              <a:latin typeface="Times New Roman"/>
              <a:cs typeface="Times New Roman"/>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7404100" cy="574040"/>
          </a:xfrm>
          <a:prstGeom prst="rect">
            <a:avLst/>
          </a:prstGeom>
        </p:spPr>
        <p:txBody>
          <a:bodyPr vert="horz" wrap="square" lIns="0" tIns="12700" rIns="0" bIns="0" rtlCol="0">
            <a:spAutoFit/>
          </a:bodyPr>
          <a:lstStyle/>
          <a:p>
            <a:pPr marL="12700">
              <a:lnSpc>
                <a:spcPct val="100000"/>
              </a:lnSpc>
              <a:spcBef>
                <a:spcPts val="100"/>
              </a:spcBef>
            </a:pPr>
            <a:r>
              <a:rPr sz="3600" spc="-290" dirty="0">
                <a:solidFill>
                  <a:srgbClr val="002060"/>
                </a:solidFill>
              </a:rPr>
              <a:t>Cross</a:t>
            </a:r>
            <a:r>
              <a:rPr sz="3600" spc="-459" dirty="0">
                <a:solidFill>
                  <a:srgbClr val="002060"/>
                </a:solidFill>
              </a:rPr>
              <a:t> </a:t>
            </a:r>
            <a:r>
              <a:rPr sz="3600" spc="-315">
                <a:solidFill>
                  <a:srgbClr val="002060"/>
                </a:solidFill>
              </a:rPr>
              <a:t>Conduction</a:t>
            </a:r>
            <a:r>
              <a:rPr sz="3600" spc="-455">
                <a:solidFill>
                  <a:srgbClr val="002060"/>
                </a:solidFill>
              </a:rPr>
              <a:t> </a:t>
            </a:r>
            <a:r>
              <a:rPr lang="en-US" sz="3600" spc="-455" dirty="0" smtClean="0">
                <a:solidFill>
                  <a:srgbClr val="002060"/>
                </a:solidFill>
              </a:rPr>
              <a:t> </a:t>
            </a:r>
            <a:r>
              <a:rPr sz="3600" spc="-265" smtClean="0">
                <a:solidFill>
                  <a:srgbClr val="002060"/>
                </a:solidFill>
              </a:rPr>
              <a:t>or</a:t>
            </a:r>
            <a:r>
              <a:rPr lang="en-US" sz="3600" spc="-265" dirty="0" smtClean="0">
                <a:solidFill>
                  <a:srgbClr val="002060"/>
                </a:solidFill>
              </a:rPr>
              <a:t> </a:t>
            </a:r>
            <a:r>
              <a:rPr sz="3600" spc="-275" smtClean="0">
                <a:solidFill>
                  <a:srgbClr val="002060"/>
                </a:solidFill>
              </a:rPr>
              <a:t>Shoot</a:t>
            </a:r>
            <a:r>
              <a:rPr sz="3600" spc="-450" smtClean="0">
                <a:solidFill>
                  <a:srgbClr val="002060"/>
                </a:solidFill>
              </a:rPr>
              <a:t> </a:t>
            </a:r>
            <a:r>
              <a:rPr sz="3600" spc="-340" dirty="0">
                <a:solidFill>
                  <a:srgbClr val="002060"/>
                </a:solidFill>
              </a:rPr>
              <a:t>Through</a:t>
            </a:r>
            <a:r>
              <a:rPr sz="3600" spc="-465" dirty="0">
                <a:solidFill>
                  <a:srgbClr val="002060"/>
                </a:solidFill>
              </a:rPr>
              <a:t> </a:t>
            </a:r>
            <a:r>
              <a:rPr sz="3600" spc="-365" dirty="0">
                <a:solidFill>
                  <a:srgbClr val="002060"/>
                </a:solidFill>
              </a:rPr>
              <a:t>Fault</a:t>
            </a:r>
            <a:endParaRPr sz="3600"/>
          </a:p>
        </p:txBody>
      </p:sp>
      <p:sp>
        <p:nvSpPr>
          <p:cNvPr id="4" name="object 4"/>
          <p:cNvSpPr txBox="1"/>
          <p:nvPr/>
        </p:nvSpPr>
        <p:spPr>
          <a:xfrm>
            <a:off x="4513579" y="1380236"/>
            <a:ext cx="4071620" cy="4217035"/>
          </a:xfrm>
          <a:prstGeom prst="rect">
            <a:avLst/>
          </a:prstGeom>
        </p:spPr>
        <p:txBody>
          <a:bodyPr vert="horz" wrap="square" lIns="0" tIns="13335" rIns="0" bIns="0" rtlCol="0">
            <a:spAutoFit/>
          </a:bodyPr>
          <a:lstStyle/>
          <a:p>
            <a:pPr marL="355600" marR="5080" indent="-343535" algn="just">
              <a:lnSpc>
                <a:spcPct val="100000"/>
              </a:lnSpc>
              <a:spcBef>
                <a:spcPts val="105"/>
              </a:spcBef>
              <a:buClr>
                <a:srgbClr val="E48312"/>
              </a:buClr>
              <a:buSzPct val="75000"/>
              <a:buFont typeface="Wingdings"/>
              <a:buChar char=""/>
              <a:tabLst>
                <a:tab pos="356235" algn="l"/>
              </a:tabLst>
            </a:pPr>
            <a:r>
              <a:rPr sz="2000" dirty="0">
                <a:latin typeface="Carlito"/>
                <a:cs typeface="Carlito"/>
              </a:rPr>
              <a:t>Normally the </a:t>
            </a:r>
            <a:r>
              <a:rPr sz="2000" spc="-5" dirty="0">
                <a:latin typeface="Carlito"/>
                <a:cs typeface="Carlito"/>
              </a:rPr>
              <a:t>switches in </a:t>
            </a:r>
            <a:r>
              <a:rPr sz="2000" dirty="0">
                <a:latin typeface="Carlito"/>
                <a:cs typeface="Carlito"/>
              </a:rPr>
              <a:t>the </a:t>
            </a:r>
            <a:r>
              <a:rPr sz="2000" spc="-5" dirty="0">
                <a:latin typeface="Carlito"/>
                <a:cs typeface="Carlito"/>
              </a:rPr>
              <a:t>bridge  </a:t>
            </a:r>
            <a:r>
              <a:rPr sz="2000" spc="-10" dirty="0">
                <a:latin typeface="Carlito"/>
                <a:cs typeface="Carlito"/>
              </a:rPr>
              <a:t>switch </a:t>
            </a:r>
            <a:r>
              <a:rPr sz="2000" spc="-5" dirty="0">
                <a:latin typeface="Carlito"/>
                <a:cs typeface="Carlito"/>
              </a:rPr>
              <a:t>on in </a:t>
            </a:r>
            <a:r>
              <a:rPr sz="2000" spc="-10" dirty="0">
                <a:latin typeface="Carlito"/>
                <a:cs typeface="Carlito"/>
              </a:rPr>
              <a:t>pairs </a:t>
            </a:r>
            <a:r>
              <a:rPr sz="2000" dirty="0">
                <a:latin typeface="Carlito"/>
                <a:cs typeface="Carlito"/>
              </a:rPr>
              <a:t>– S1-S2 </a:t>
            </a:r>
            <a:r>
              <a:rPr sz="2000" spc="-5" dirty="0">
                <a:latin typeface="Carlito"/>
                <a:cs typeface="Carlito"/>
              </a:rPr>
              <a:t>turn </a:t>
            </a:r>
            <a:r>
              <a:rPr sz="2000" spc="-10" dirty="0">
                <a:latin typeface="Carlito"/>
                <a:cs typeface="Carlito"/>
              </a:rPr>
              <a:t>on  </a:t>
            </a:r>
            <a:r>
              <a:rPr sz="2000" spc="-15" dirty="0">
                <a:latin typeface="Carlito"/>
                <a:cs typeface="Carlito"/>
              </a:rPr>
              <a:t>first </a:t>
            </a:r>
            <a:r>
              <a:rPr sz="2000" dirty="0">
                <a:latin typeface="Carlito"/>
                <a:cs typeface="Carlito"/>
              </a:rPr>
              <a:t>and </a:t>
            </a:r>
            <a:r>
              <a:rPr sz="2000" spc="-10" dirty="0">
                <a:latin typeface="Carlito"/>
                <a:cs typeface="Carlito"/>
              </a:rPr>
              <a:t>after </a:t>
            </a:r>
            <a:r>
              <a:rPr sz="2000" spc="-5" dirty="0">
                <a:latin typeface="Carlito"/>
                <a:cs typeface="Carlito"/>
              </a:rPr>
              <a:t>they </a:t>
            </a:r>
            <a:r>
              <a:rPr sz="2000" spc="-10" dirty="0">
                <a:latin typeface="Carlito"/>
                <a:cs typeface="Carlito"/>
              </a:rPr>
              <a:t>are </a:t>
            </a:r>
            <a:r>
              <a:rPr sz="2000" spc="-40" dirty="0">
                <a:latin typeface="Carlito"/>
                <a:cs typeface="Carlito"/>
              </a:rPr>
              <a:t>off, </a:t>
            </a:r>
            <a:r>
              <a:rPr sz="2000" spc="-5" dirty="0">
                <a:latin typeface="Carlito"/>
                <a:cs typeface="Carlito"/>
              </a:rPr>
              <a:t>S3-S4  </a:t>
            </a:r>
            <a:r>
              <a:rPr sz="2000" dirty="0">
                <a:latin typeface="Carlito"/>
                <a:cs typeface="Carlito"/>
              </a:rPr>
              <a:t>turn</a:t>
            </a:r>
            <a:r>
              <a:rPr sz="2000" spc="-10" dirty="0">
                <a:latin typeface="Carlito"/>
                <a:cs typeface="Carlito"/>
              </a:rPr>
              <a:t> </a:t>
            </a:r>
            <a:r>
              <a:rPr sz="2000" spc="-5" dirty="0">
                <a:latin typeface="Carlito"/>
                <a:cs typeface="Carlito"/>
              </a:rPr>
              <a:t>on</a:t>
            </a:r>
            <a:endParaRPr sz="2000">
              <a:latin typeface="Carlito"/>
              <a:cs typeface="Carlito"/>
            </a:endParaRPr>
          </a:p>
          <a:p>
            <a:pPr marL="355600" marR="5080" indent="-343535" algn="just">
              <a:lnSpc>
                <a:spcPct val="100000"/>
              </a:lnSpc>
              <a:spcBef>
                <a:spcPts val="600"/>
              </a:spcBef>
              <a:buClr>
                <a:srgbClr val="E48312"/>
              </a:buClr>
              <a:buSzPct val="75000"/>
              <a:buFont typeface="Wingdings"/>
              <a:buChar char=""/>
              <a:tabLst>
                <a:tab pos="356235" algn="l"/>
              </a:tabLst>
            </a:pPr>
            <a:r>
              <a:rPr sz="2000" spc="-15" dirty="0">
                <a:latin typeface="Carlito"/>
                <a:cs typeface="Carlito"/>
              </a:rPr>
              <a:t>Therefore </a:t>
            </a:r>
            <a:r>
              <a:rPr sz="2000" dirty="0">
                <a:latin typeface="Carlito"/>
                <a:cs typeface="Carlito"/>
              </a:rPr>
              <a:t>the </a:t>
            </a:r>
            <a:r>
              <a:rPr sz="2000" spc="-5" dirty="0">
                <a:latin typeface="Carlito"/>
                <a:cs typeface="Carlito"/>
              </a:rPr>
              <a:t>switches in </a:t>
            </a:r>
            <a:r>
              <a:rPr sz="2000" dirty="0">
                <a:latin typeface="Carlito"/>
                <a:cs typeface="Carlito"/>
              </a:rPr>
              <a:t>the </a:t>
            </a:r>
            <a:r>
              <a:rPr sz="2000" spc="-5" dirty="0">
                <a:latin typeface="Carlito"/>
                <a:cs typeface="Carlito"/>
              </a:rPr>
              <a:t>same  leg </a:t>
            </a:r>
            <a:r>
              <a:rPr sz="2000" spc="-15" dirty="0">
                <a:latin typeface="Carlito"/>
                <a:cs typeface="Carlito"/>
              </a:rPr>
              <a:t>(say </a:t>
            </a:r>
            <a:r>
              <a:rPr sz="2000" dirty="0">
                <a:latin typeface="Carlito"/>
                <a:cs typeface="Carlito"/>
              </a:rPr>
              <a:t>S1 and S4) </a:t>
            </a:r>
            <a:r>
              <a:rPr sz="2000" spc="-20" dirty="0">
                <a:latin typeface="Carlito"/>
                <a:cs typeface="Carlito"/>
              </a:rPr>
              <a:t>may </a:t>
            </a:r>
            <a:r>
              <a:rPr sz="2000" spc="-5" dirty="0">
                <a:latin typeface="Carlito"/>
                <a:cs typeface="Carlito"/>
              </a:rPr>
              <a:t>not turn </a:t>
            </a:r>
            <a:r>
              <a:rPr sz="2000" spc="-10" dirty="0">
                <a:latin typeface="Carlito"/>
                <a:cs typeface="Carlito"/>
              </a:rPr>
              <a:t>on  </a:t>
            </a:r>
            <a:r>
              <a:rPr sz="2000" spc="-15" dirty="0">
                <a:latin typeface="Carlito"/>
                <a:cs typeface="Carlito"/>
              </a:rPr>
              <a:t>at </a:t>
            </a:r>
            <a:r>
              <a:rPr sz="2000" dirty="0">
                <a:latin typeface="Carlito"/>
                <a:cs typeface="Carlito"/>
              </a:rPr>
              <a:t>the </a:t>
            </a:r>
            <a:r>
              <a:rPr sz="2000" spc="-5" dirty="0">
                <a:latin typeface="Carlito"/>
                <a:cs typeface="Carlito"/>
              </a:rPr>
              <a:t>same</a:t>
            </a:r>
            <a:r>
              <a:rPr sz="2000" spc="30" dirty="0">
                <a:latin typeface="Carlito"/>
                <a:cs typeface="Carlito"/>
              </a:rPr>
              <a:t> </a:t>
            </a:r>
            <a:r>
              <a:rPr sz="2000" spc="-5" dirty="0">
                <a:latin typeface="Carlito"/>
                <a:cs typeface="Carlito"/>
              </a:rPr>
              <a:t>time</a:t>
            </a:r>
            <a:endParaRPr sz="2000">
              <a:latin typeface="Carlito"/>
              <a:cs typeface="Carlito"/>
            </a:endParaRPr>
          </a:p>
          <a:p>
            <a:pPr marL="355600" marR="5080" indent="-343535" algn="just">
              <a:lnSpc>
                <a:spcPct val="100000"/>
              </a:lnSpc>
              <a:spcBef>
                <a:spcPts val="600"/>
              </a:spcBef>
              <a:buClr>
                <a:srgbClr val="E48312"/>
              </a:buClr>
              <a:buSzPct val="75000"/>
              <a:buFont typeface="Wingdings"/>
              <a:buChar char=""/>
              <a:tabLst>
                <a:tab pos="356235" algn="l"/>
              </a:tabLst>
            </a:pPr>
            <a:r>
              <a:rPr sz="2000" dirty="0">
                <a:latin typeface="Carlito"/>
                <a:cs typeface="Carlito"/>
              </a:rPr>
              <a:t>Due </a:t>
            </a:r>
            <a:r>
              <a:rPr sz="2000" spc="-15" dirty="0">
                <a:latin typeface="Carlito"/>
                <a:cs typeface="Carlito"/>
              </a:rPr>
              <a:t>to </a:t>
            </a:r>
            <a:r>
              <a:rPr sz="2000" dirty="0">
                <a:latin typeface="Carlito"/>
                <a:cs typeface="Carlito"/>
              </a:rPr>
              <a:t>turn </a:t>
            </a:r>
            <a:r>
              <a:rPr sz="2000" spc="-10" dirty="0">
                <a:latin typeface="Carlito"/>
                <a:cs typeface="Carlito"/>
              </a:rPr>
              <a:t>off </a:t>
            </a:r>
            <a:r>
              <a:rPr sz="2000" spc="-35" dirty="0">
                <a:latin typeface="Carlito"/>
                <a:cs typeface="Carlito"/>
              </a:rPr>
              <a:t>delay, </a:t>
            </a:r>
            <a:r>
              <a:rPr sz="2000" spc="-10" dirty="0">
                <a:latin typeface="Carlito"/>
                <a:cs typeface="Carlito"/>
              </a:rPr>
              <a:t>incoming  </a:t>
            </a:r>
            <a:r>
              <a:rPr sz="2000" spc="-5" dirty="0">
                <a:latin typeface="Carlito"/>
                <a:cs typeface="Carlito"/>
              </a:rPr>
              <a:t>device </a:t>
            </a:r>
            <a:r>
              <a:rPr sz="2000" dirty="0">
                <a:latin typeface="Carlito"/>
                <a:cs typeface="Carlito"/>
              </a:rPr>
              <a:t>and </a:t>
            </a:r>
            <a:r>
              <a:rPr sz="2000" spc="-10" dirty="0">
                <a:latin typeface="Carlito"/>
                <a:cs typeface="Carlito"/>
              </a:rPr>
              <a:t>outgoing </a:t>
            </a:r>
            <a:r>
              <a:rPr sz="2000" spc="-5" dirty="0">
                <a:latin typeface="Carlito"/>
                <a:cs typeface="Carlito"/>
              </a:rPr>
              <a:t>device of </a:t>
            </a:r>
            <a:r>
              <a:rPr sz="2000" dirty="0">
                <a:latin typeface="Carlito"/>
                <a:cs typeface="Carlito"/>
              </a:rPr>
              <a:t>the  </a:t>
            </a:r>
            <a:r>
              <a:rPr sz="2000" spc="-5" dirty="0">
                <a:latin typeface="Carlito"/>
                <a:cs typeface="Carlito"/>
              </a:rPr>
              <a:t>same leg in </a:t>
            </a:r>
            <a:r>
              <a:rPr sz="2000" dirty="0">
                <a:latin typeface="Carlito"/>
                <a:cs typeface="Carlito"/>
              </a:rPr>
              <a:t>the </a:t>
            </a:r>
            <a:r>
              <a:rPr sz="2000" spc="-5" dirty="0">
                <a:latin typeface="Carlito"/>
                <a:cs typeface="Carlito"/>
              </a:rPr>
              <a:t>bridge conduct </a:t>
            </a:r>
            <a:r>
              <a:rPr sz="2000" spc="-15" dirty="0">
                <a:latin typeface="Carlito"/>
                <a:cs typeface="Carlito"/>
              </a:rPr>
              <a:t>at  </a:t>
            </a:r>
            <a:r>
              <a:rPr sz="2000" dirty="0">
                <a:latin typeface="Carlito"/>
                <a:cs typeface="Carlito"/>
              </a:rPr>
              <a:t>the </a:t>
            </a:r>
            <a:r>
              <a:rPr sz="2000" spc="-5" dirty="0">
                <a:latin typeface="Carlito"/>
                <a:cs typeface="Carlito"/>
              </a:rPr>
              <a:t>same </a:t>
            </a:r>
            <a:r>
              <a:rPr sz="2000" spc="-10" dirty="0">
                <a:latin typeface="Carlito"/>
                <a:cs typeface="Carlito"/>
              </a:rPr>
              <a:t>instant </a:t>
            </a:r>
            <a:r>
              <a:rPr sz="2000" dirty="0">
                <a:latin typeface="Carlito"/>
                <a:cs typeface="Carlito"/>
              </a:rPr>
              <a:t>and </a:t>
            </a:r>
            <a:r>
              <a:rPr sz="2000" spc="-5" dirty="0">
                <a:latin typeface="Carlito"/>
                <a:cs typeface="Carlito"/>
              </a:rPr>
              <a:t>short circuits  </a:t>
            </a:r>
            <a:r>
              <a:rPr sz="2000" dirty="0">
                <a:latin typeface="Carlito"/>
                <a:cs typeface="Carlito"/>
              </a:rPr>
              <a:t>the </a:t>
            </a:r>
            <a:r>
              <a:rPr sz="2000" spc="-5" dirty="0">
                <a:latin typeface="Carlito"/>
                <a:cs typeface="Carlito"/>
              </a:rPr>
              <a:t>DC</a:t>
            </a:r>
            <a:r>
              <a:rPr sz="2000" spc="-20" dirty="0">
                <a:latin typeface="Carlito"/>
                <a:cs typeface="Carlito"/>
              </a:rPr>
              <a:t> </a:t>
            </a:r>
            <a:r>
              <a:rPr sz="2000" spc="-5" dirty="0">
                <a:latin typeface="Carlito"/>
                <a:cs typeface="Carlito"/>
              </a:rPr>
              <a:t>source.</a:t>
            </a:r>
            <a:endParaRPr sz="2000">
              <a:latin typeface="Carlito"/>
              <a:cs typeface="Carlito"/>
            </a:endParaRPr>
          </a:p>
          <a:p>
            <a:pPr marL="355600" indent="-343535" algn="just">
              <a:lnSpc>
                <a:spcPct val="100000"/>
              </a:lnSpc>
              <a:spcBef>
                <a:spcPts val="600"/>
              </a:spcBef>
              <a:buClr>
                <a:srgbClr val="E48312"/>
              </a:buClr>
              <a:buSzPct val="75000"/>
              <a:buFont typeface="Wingdings"/>
              <a:buChar char=""/>
              <a:tabLst>
                <a:tab pos="356235" algn="l"/>
              </a:tabLst>
            </a:pPr>
            <a:r>
              <a:rPr sz="2000" spc="-5" dirty="0">
                <a:latin typeface="Carlito"/>
                <a:cs typeface="Carlito"/>
              </a:rPr>
              <a:t>This </a:t>
            </a:r>
            <a:r>
              <a:rPr sz="2000" spc="-10" dirty="0">
                <a:latin typeface="Carlito"/>
                <a:cs typeface="Carlito"/>
              </a:rPr>
              <a:t>fault </a:t>
            </a:r>
            <a:r>
              <a:rPr sz="2000" spc="-5" dirty="0">
                <a:latin typeface="Carlito"/>
                <a:cs typeface="Carlito"/>
              </a:rPr>
              <a:t>damages both </a:t>
            </a:r>
            <a:r>
              <a:rPr sz="2000" dirty="0">
                <a:latin typeface="Carlito"/>
                <a:cs typeface="Carlito"/>
              </a:rPr>
              <a:t>the</a:t>
            </a:r>
            <a:r>
              <a:rPr sz="2000" spc="-10" dirty="0">
                <a:latin typeface="Carlito"/>
                <a:cs typeface="Carlito"/>
              </a:rPr>
              <a:t> </a:t>
            </a:r>
            <a:r>
              <a:rPr sz="2000" spc="-5" dirty="0">
                <a:latin typeface="Carlito"/>
                <a:cs typeface="Carlito"/>
              </a:rPr>
              <a:t>devices</a:t>
            </a:r>
            <a:endParaRPr sz="2000">
              <a:latin typeface="Carlito"/>
              <a:cs typeface="Carlito"/>
            </a:endParaRPr>
          </a:p>
        </p:txBody>
      </p:sp>
      <p:grpSp>
        <p:nvGrpSpPr>
          <p:cNvPr id="5" name="object 5"/>
          <p:cNvGrpSpPr/>
          <p:nvPr/>
        </p:nvGrpSpPr>
        <p:grpSpPr>
          <a:xfrm>
            <a:off x="504443" y="1589531"/>
            <a:ext cx="3556000" cy="1744980"/>
            <a:chOff x="504443" y="1589531"/>
            <a:chExt cx="3556000" cy="1744980"/>
          </a:xfrm>
        </p:grpSpPr>
        <p:sp>
          <p:nvSpPr>
            <p:cNvPr id="6" name="object 6"/>
            <p:cNvSpPr/>
            <p:nvPr/>
          </p:nvSpPr>
          <p:spPr>
            <a:xfrm>
              <a:off x="649223" y="1595627"/>
              <a:ext cx="3319779" cy="1732914"/>
            </a:xfrm>
            <a:custGeom>
              <a:avLst/>
              <a:gdLst/>
              <a:ahLst/>
              <a:cxnLst/>
              <a:rect l="l" t="t" r="r" b="b"/>
              <a:pathLst>
                <a:path w="3319779" h="1732914">
                  <a:moveTo>
                    <a:pt x="0" y="0"/>
                  </a:moveTo>
                  <a:lnTo>
                    <a:pt x="3319271" y="0"/>
                  </a:lnTo>
                </a:path>
                <a:path w="3319779" h="1732914">
                  <a:moveTo>
                    <a:pt x="3319271" y="1732787"/>
                  </a:moveTo>
                  <a:lnTo>
                    <a:pt x="0" y="1732787"/>
                  </a:lnTo>
                </a:path>
                <a:path w="3319779" h="1732914">
                  <a:moveTo>
                    <a:pt x="720851" y="1732787"/>
                  </a:moveTo>
                  <a:lnTo>
                    <a:pt x="720851" y="1444751"/>
                  </a:lnTo>
                </a:path>
              </a:pathLst>
            </a:custGeom>
            <a:ln w="12191">
              <a:solidFill>
                <a:srgbClr val="000000"/>
              </a:solidFill>
            </a:ln>
          </p:spPr>
          <p:txBody>
            <a:bodyPr wrap="square" lIns="0" tIns="0" rIns="0" bIns="0" rtlCol="0"/>
            <a:lstStyle/>
            <a:p>
              <a:endParaRPr/>
            </a:p>
          </p:txBody>
        </p:sp>
        <p:sp>
          <p:nvSpPr>
            <p:cNvPr id="7" name="object 7"/>
            <p:cNvSpPr/>
            <p:nvPr/>
          </p:nvSpPr>
          <p:spPr>
            <a:xfrm>
              <a:off x="1854707" y="1869947"/>
              <a:ext cx="185927" cy="230123"/>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1854707" y="2808731"/>
              <a:ext cx="185927" cy="231647"/>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1370075" y="1595627"/>
              <a:ext cx="577850" cy="1732914"/>
            </a:xfrm>
            <a:custGeom>
              <a:avLst/>
              <a:gdLst/>
              <a:ahLst/>
              <a:cxnLst/>
              <a:rect l="l" t="t" r="r" b="b"/>
              <a:pathLst>
                <a:path w="577850" h="1732914">
                  <a:moveTo>
                    <a:pt x="577595" y="1226819"/>
                  </a:moveTo>
                  <a:lnTo>
                    <a:pt x="577595" y="504443"/>
                  </a:lnTo>
                </a:path>
                <a:path w="577850" h="1732914">
                  <a:moveTo>
                    <a:pt x="577595" y="1444751"/>
                  </a:moveTo>
                  <a:lnTo>
                    <a:pt x="577595" y="1732787"/>
                  </a:lnTo>
                </a:path>
                <a:path w="577850" h="1732914">
                  <a:moveTo>
                    <a:pt x="0" y="288035"/>
                  </a:moveTo>
                  <a:lnTo>
                    <a:pt x="0" y="0"/>
                  </a:lnTo>
                </a:path>
                <a:path w="577850" h="1732914">
                  <a:moveTo>
                    <a:pt x="577595" y="288035"/>
                  </a:moveTo>
                  <a:lnTo>
                    <a:pt x="577595" y="0"/>
                  </a:lnTo>
                </a:path>
              </a:pathLst>
            </a:custGeom>
            <a:ln w="12191">
              <a:solidFill>
                <a:srgbClr val="000000"/>
              </a:solidFill>
            </a:ln>
          </p:spPr>
          <p:txBody>
            <a:bodyPr wrap="square" lIns="0" tIns="0" rIns="0" bIns="0" rtlCol="0"/>
            <a:lstStyle/>
            <a:p>
              <a:endParaRPr/>
            </a:p>
          </p:txBody>
        </p:sp>
        <p:sp>
          <p:nvSpPr>
            <p:cNvPr id="10" name="object 10"/>
            <p:cNvSpPr/>
            <p:nvPr/>
          </p:nvSpPr>
          <p:spPr>
            <a:xfrm>
              <a:off x="1013459" y="2723388"/>
              <a:ext cx="137159" cy="91439"/>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109215" y="2907791"/>
              <a:ext cx="141731" cy="88391"/>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1370075" y="1595627"/>
              <a:ext cx="2598420" cy="1732914"/>
            </a:xfrm>
            <a:custGeom>
              <a:avLst/>
              <a:gdLst/>
              <a:ahLst/>
              <a:cxnLst/>
              <a:rect l="l" t="t" r="r" b="b"/>
              <a:pathLst>
                <a:path w="2598420" h="1732914">
                  <a:moveTo>
                    <a:pt x="2022347" y="577595"/>
                  </a:moveTo>
                  <a:lnTo>
                    <a:pt x="2022347" y="1155191"/>
                  </a:lnTo>
                </a:path>
                <a:path w="2598420" h="1732914">
                  <a:moveTo>
                    <a:pt x="0" y="1155191"/>
                  </a:moveTo>
                  <a:lnTo>
                    <a:pt x="0" y="577595"/>
                  </a:lnTo>
                </a:path>
                <a:path w="2598420" h="1732914">
                  <a:moveTo>
                    <a:pt x="0" y="865631"/>
                  </a:moveTo>
                  <a:lnTo>
                    <a:pt x="1155191" y="865631"/>
                  </a:lnTo>
                </a:path>
                <a:path w="2598420" h="1732914">
                  <a:moveTo>
                    <a:pt x="2598419" y="865631"/>
                  </a:moveTo>
                  <a:lnTo>
                    <a:pt x="1385315" y="865631"/>
                  </a:lnTo>
                </a:path>
                <a:path w="2598420" h="1732914">
                  <a:moveTo>
                    <a:pt x="2022347" y="288035"/>
                  </a:moveTo>
                  <a:lnTo>
                    <a:pt x="2022347" y="0"/>
                  </a:lnTo>
                </a:path>
                <a:path w="2598420" h="1732914">
                  <a:moveTo>
                    <a:pt x="2022347" y="1444751"/>
                  </a:moveTo>
                  <a:lnTo>
                    <a:pt x="2022347" y="1732787"/>
                  </a:lnTo>
                </a:path>
              </a:pathLst>
            </a:custGeom>
            <a:ln w="12191">
              <a:solidFill>
                <a:srgbClr val="000000"/>
              </a:solidFill>
            </a:ln>
          </p:spPr>
          <p:txBody>
            <a:bodyPr wrap="square" lIns="0" tIns="0" rIns="0" bIns="0" rtlCol="0"/>
            <a:lstStyle/>
            <a:p>
              <a:endParaRPr/>
            </a:p>
          </p:txBody>
        </p:sp>
        <p:sp>
          <p:nvSpPr>
            <p:cNvPr id="13" name="object 13"/>
            <p:cNvSpPr/>
            <p:nvPr/>
          </p:nvSpPr>
          <p:spPr>
            <a:xfrm>
              <a:off x="3047999" y="2723388"/>
              <a:ext cx="135636" cy="91439"/>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3032759" y="1856231"/>
              <a:ext cx="138683" cy="91439"/>
            </a:xfrm>
            <a:prstGeom prst="rect">
              <a:avLst/>
            </a:prstGeom>
            <a:blipFill>
              <a:blip r:embed="rId7" cstate="print"/>
              <a:stretch>
                <a:fillRect/>
              </a:stretch>
            </a:blipFill>
          </p:spPr>
          <p:txBody>
            <a:bodyPr wrap="square" lIns="0" tIns="0" rIns="0" bIns="0" rtlCol="0"/>
            <a:lstStyle/>
            <a:p>
              <a:endParaRPr/>
            </a:p>
          </p:txBody>
        </p:sp>
        <p:sp>
          <p:nvSpPr>
            <p:cNvPr id="15" name="object 15"/>
            <p:cNvSpPr/>
            <p:nvPr/>
          </p:nvSpPr>
          <p:spPr>
            <a:xfrm>
              <a:off x="649223" y="1601723"/>
              <a:ext cx="0" cy="1719580"/>
            </a:xfrm>
            <a:custGeom>
              <a:avLst/>
              <a:gdLst/>
              <a:ahLst/>
              <a:cxnLst/>
              <a:rect l="l" t="t" r="r" b="b"/>
              <a:pathLst>
                <a:path h="1719579">
                  <a:moveTo>
                    <a:pt x="0" y="824483"/>
                  </a:moveTo>
                  <a:lnTo>
                    <a:pt x="0" y="0"/>
                  </a:lnTo>
                </a:path>
                <a:path h="1719579">
                  <a:moveTo>
                    <a:pt x="0" y="1719071"/>
                  </a:moveTo>
                  <a:lnTo>
                    <a:pt x="0" y="896111"/>
                  </a:lnTo>
                </a:path>
              </a:pathLst>
            </a:custGeom>
            <a:ln w="12191">
              <a:solidFill>
                <a:srgbClr val="000000"/>
              </a:solidFill>
            </a:ln>
          </p:spPr>
          <p:txBody>
            <a:bodyPr wrap="square" lIns="0" tIns="0" rIns="0" bIns="0" rtlCol="0"/>
            <a:lstStyle/>
            <a:p>
              <a:endParaRPr/>
            </a:p>
          </p:txBody>
        </p:sp>
        <p:sp>
          <p:nvSpPr>
            <p:cNvPr id="16" name="object 16"/>
            <p:cNvSpPr/>
            <p:nvPr/>
          </p:nvSpPr>
          <p:spPr>
            <a:xfrm>
              <a:off x="504443" y="2426207"/>
              <a:ext cx="289560" cy="0"/>
            </a:xfrm>
            <a:custGeom>
              <a:avLst/>
              <a:gdLst/>
              <a:ahLst/>
              <a:cxnLst/>
              <a:rect l="l" t="t" r="r" b="b"/>
              <a:pathLst>
                <a:path w="289559">
                  <a:moveTo>
                    <a:pt x="0" y="0"/>
                  </a:moveTo>
                  <a:lnTo>
                    <a:pt x="289559" y="0"/>
                  </a:lnTo>
                </a:path>
              </a:pathLst>
            </a:custGeom>
            <a:ln w="21335">
              <a:solidFill>
                <a:srgbClr val="000000"/>
              </a:solidFill>
            </a:ln>
          </p:spPr>
          <p:txBody>
            <a:bodyPr wrap="square" lIns="0" tIns="0" rIns="0" bIns="0" rtlCol="0"/>
            <a:lstStyle/>
            <a:p>
              <a:endParaRPr/>
            </a:p>
          </p:txBody>
        </p:sp>
        <p:sp>
          <p:nvSpPr>
            <p:cNvPr id="17" name="object 17"/>
            <p:cNvSpPr/>
            <p:nvPr/>
          </p:nvSpPr>
          <p:spPr>
            <a:xfrm>
              <a:off x="577595" y="2497835"/>
              <a:ext cx="143510" cy="0"/>
            </a:xfrm>
            <a:custGeom>
              <a:avLst/>
              <a:gdLst/>
              <a:ahLst/>
              <a:cxnLst/>
              <a:rect l="l" t="t" r="r" b="b"/>
              <a:pathLst>
                <a:path w="143509">
                  <a:moveTo>
                    <a:pt x="0" y="0"/>
                  </a:moveTo>
                  <a:lnTo>
                    <a:pt x="143255" y="0"/>
                  </a:lnTo>
                </a:path>
              </a:pathLst>
            </a:custGeom>
            <a:ln w="21335">
              <a:solidFill>
                <a:srgbClr val="000000"/>
              </a:solidFill>
            </a:ln>
          </p:spPr>
          <p:txBody>
            <a:bodyPr wrap="square" lIns="0" tIns="0" rIns="0" bIns="0" rtlCol="0"/>
            <a:lstStyle/>
            <a:p>
              <a:endParaRPr/>
            </a:p>
          </p:txBody>
        </p:sp>
        <p:sp>
          <p:nvSpPr>
            <p:cNvPr id="18" name="object 18"/>
            <p:cNvSpPr/>
            <p:nvPr/>
          </p:nvSpPr>
          <p:spPr>
            <a:xfrm>
              <a:off x="3875531" y="1869947"/>
              <a:ext cx="184403" cy="230123"/>
            </a:xfrm>
            <a:prstGeom prst="rect">
              <a:avLst/>
            </a:prstGeom>
            <a:blipFill>
              <a:blip r:embed="rId8" cstate="print"/>
              <a:stretch>
                <a:fillRect/>
              </a:stretch>
            </a:blipFill>
          </p:spPr>
          <p:txBody>
            <a:bodyPr wrap="square" lIns="0" tIns="0" rIns="0" bIns="0" rtlCol="0"/>
            <a:lstStyle/>
            <a:p>
              <a:endParaRPr/>
            </a:p>
          </p:txBody>
        </p:sp>
        <p:sp>
          <p:nvSpPr>
            <p:cNvPr id="19" name="object 19"/>
            <p:cNvSpPr/>
            <p:nvPr/>
          </p:nvSpPr>
          <p:spPr>
            <a:xfrm>
              <a:off x="3875531" y="2808731"/>
              <a:ext cx="184403" cy="231647"/>
            </a:xfrm>
            <a:prstGeom prst="rect">
              <a:avLst/>
            </a:prstGeom>
            <a:blipFill>
              <a:blip r:embed="rId9" cstate="print"/>
              <a:stretch>
                <a:fillRect/>
              </a:stretch>
            </a:blipFill>
          </p:spPr>
          <p:txBody>
            <a:bodyPr wrap="square" lIns="0" tIns="0" rIns="0" bIns="0" rtlCol="0"/>
            <a:lstStyle/>
            <a:p>
              <a:endParaRPr/>
            </a:p>
          </p:txBody>
        </p:sp>
        <p:sp>
          <p:nvSpPr>
            <p:cNvPr id="20" name="object 20"/>
            <p:cNvSpPr/>
            <p:nvPr/>
          </p:nvSpPr>
          <p:spPr>
            <a:xfrm>
              <a:off x="3968495" y="1595627"/>
              <a:ext cx="0" cy="1732914"/>
            </a:xfrm>
            <a:custGeom>
              <a:avLst/>
              <a:gdLst/>
              <a:ahLst/>
              <a:cxnLst/>
              <a:rect l="l" t="t" r="r" b="b"/>
              <a:pathLst>
                <a:path h="1732914">
                  <a:moveTo>
                    <a:pt x="0" y="1226819"/>
                  </a:moveTo>
                  <a:lnTo>
                    <a:pt x="0" y="504443"/>
                  </a:lnTo>
                </a:path>
                <a:path h="1732914">
                  <a:moveTo>
                    <a:pt x="0" y="1444751"/>
                  </a:moveTo>
                  <a:lnTo>
                    <a:pt x="0" y="1732787"/>
                  </a:lnTo>
                </a:path>
                <a:path h="1732914">
                  <a:moveTo>
                    <a:pt x="0" y="288035"/>
                  </a:moveTo>
                  <a:lnTo>
                    <a:pt x="0" y="0"/>
                  </a:lnTo>
                </a:path>
              </a:pathLst>
            </a:custGeom>
            <a:ln w="12191">
              <a:solidFill>
                <a:srgbClr val="000000"/>
              </a:solidFill>
            </a:ln>
          </p:spPr>
          <p:txBody>
            <a:bodyPr wrap="square" lIns="0" tIns="0" rIns="0" bIns="0" rtlCol="0"/>
            <a:lstStyle/>
            <a:p>
              <a:endParaRPr/>
            </a:p>
          </p:txBody>
        </p:sp>
        <p:sp>
          <p:nvSpPr>
            <p:cNvPr id="21" name="object 21"/>
            <p:cNvSpPr/>
            <p:nvPr/>
          </p:nvSpPr>
          <p:spPr>
            <a:xfrm>
              <a:off x="711707" y="2261615"/>
              <a:ext cx="79248" cy="88391"/>
            </a:xfrm>
            <a:prstGeom prst="rect">
              <a:avLst/>
            </a:prstGeom>
            <a:blipFill>
              <a:blip r:embed="rId10" cstate="print"/>
              <a:stretch>
                <a:fillRect/>
              </a:stretch>
            </a:blipFill>
          </p:spPr>
          <p:txBody>
            <a:bodyPr wrap="square" lIns="0" tIns="0" rIns="0" bIns="0" rtlCol="0"/>
            <a:lstStyle/>
            <a:p>
              <a:endParaRPr/>
            </a:p>
          </p:txBody>
        </p:sp>
        <p:sp>
          <p:nvSpPr>
            <p:cNvPr id="22" name="object 22"/>
            <p:cNvSpPr/>
            <p:nvPr/>
          </p:nvSpPr>
          <p:spPr>
            <a:xfrm>
              <a:off x="792479" y="2330195"/>
              <a:ext cx="112776" cy="62484"/>
            </a:xfrm>
            <a:prstGeom prst="rect">
              <a:avLst/>
            </a:prstGeom>
            <a:blipFill>
              <a:blip r:embed="rId11" cstate="print"/>
              <a:stretch>
                <a:fillRect/>
              </a:stretch>
            </a:blipFill>
          </p:spPr>
          <p:txBody>
            <a:bodyPr wrap="square" lIns="0" tIns="0" rIns="0" bIns="0" rtlCol="0"/>
            <a:lstStyle/>
            <a:p>
              <a:endParaRPr/>
            </a:p>
          </p:txBody>
        </p:sp>
        <p:sp>
          <p:nvSpPr>
            <p:cNvPr id="23" name="object 23"/>
            <p:cNvSpPr/>
            <p:nvPr/>
          </p:nvSpPr>
          <p:spPr>
            <a:xfrm>
              <a:off x="1226819" y="1883663"/>
              <a:ext cx="143510" cy="289560"/>
            </a:xfrm>
            <a:custGeom>
              <a:avLst/>
              <a:gdLst/>
              <a:ahLst/>
              <a:cxnLst/>
              <a:rect l="l" t="t" r="r" b="b"/>
              <a:pathLst>
                <a:path w="143509" h="289560">
                  <a:moveTo>
                    <a:pt x="0" y="0"/>
                  </a:moveTo>
                  <a:lnTo>
                    <a:pt x="0" y="289559"/>
                  </a:lnTo>
                </a:path>
                <a:path w="143509" h="289560">
                  <a:moveTo>
                    <a:pt x="0" y="73151"/>
                  </a:moveTo>
                  <a:lnTo>
                    <a:pt x="143255" y="0"/>
                  </a:lnTo>
                </a:path>
              </a:pathLst>
            </a:custGeom>
            <a:ln w="12191">
              <a:solidFill>
                <a:srgbClr val="000000"/>
              </a:solidFill>
            </a:ln>
          </p:spPr>
          <p:txBody>
            <a:bodyPr wrap="square" lIns="0" tIns="0" rIns="0" bIns="0" rtlCol="0"/>
            <a:lstStyle/>
            <a:p>
              <a:endParaRPr/>
            </a:p>
          </p:txBody>
        </p:sp>
        <p:sp>
          <p:nvSpPr>
            <p:cNvPr id="24" name="object 24"/>
            <p:cNvSpPr/>
            <p:nvPr/>
          </p:nvSpPr>
          <p:spPr>
            <a:xfrm>
              <a:off x="1220723" y="2093975"/>
              <a:ext cx="149352" cy="79248"/>
            </a:xfrm>
            <a:prstGeom prst="rect">
              <a:avLst/>
            </a:prstGeom>
            <a:blipFill>
              <a:blip r:embed="rId12" cstate="print"/>
              <a:stretch>
                <a:fillRect/>
              </a:stretch>
            </a:blipFill>
          </p:spPr>
          <p:txBody>
            <a:bodyPr wrap="square" lIns="0" tIns="0" rIns="0" bIns="0" rtlCol="0"/>
            <a:lstStyle/>
            <a:p>
              <a:endParaRPr/>
            </a:p>
          </p:txBody>
        </p:sp>
        <p:sp>
          <p:nvSpPr>
            <p:cNvPr id="25" name="object 25"/>
            <p:cNvSpPr/>
            <p:nvPr/>
          </p:nvSpPr>
          <p:spPr>
            <a:xfrm>
              <a:off x="1153667" y="1883663"/>
              <a:ext cx="2237740" cy="289560"/>
            </a:xfrm>
            <a:custGeom>
              <a:avLst/>
              <a:gdLst/>
              <a:ahLst/>
              <a:cxnLst/>
              <a:rect l="l" t="t" r="r" b="b"/>
              <a:pathLst>
                <a:path w="2237740" h="289560">
                  <a:moveTo>
                    <a:pt x="44195" y="0"/>
                  </a:moveTo>
                  <a:lnTo>
                    <a:pt x="44195" y="289559"/>
                  </a:lnTo>
                </a:path>
                <a:path w="2237740" h="289560">
                  <a:moveTo>
                    <a:pt x="44195" y="144779"/>
                  </a:moveTo>
                  <a:lnTo>
                    <a:pt x="0" y="144779"/>
                  </a:lnTo>
                </a:path>
                <a:path w="2237740" h="289560">
                  <a:moveTo>
                    <a:pt x="2092451" y="0"/>
                  </a:moveTo>
                  <a:lnTo>
                    <a:pt x="2092451" y="289559"/>
                  </a:lnTo>
                </a:path>
                <a:path w="2237740" h="289560">
                  <a:moveTo>
                    <a:pt x="2092451" y="73151"/>
                  </a:moveTo>
                  <a:lnTo>
                    <a:pt x="2237231" y="0"/>
                  </a:lnTo>
                </a:path>
              </a:pathLst>
            </a:custGeom>
            <a:ln w="12191">
              <a:solidFill>
                <a:srgbClr val="000000"/>
              </a:solidFill>
            </a:ln>
          </p:spPr>
          <p:txBody>
            <a:bodyPr wrap="square" lIns="0" tIns="0" rIns="0" bIns="0" rtlCol="0"/>
            <a:lstStyle/>
            <a:p>
              <a:endParaRPr/>
            </a:p>
          </p:txBody>
        </p:sp>
        <p:sp>
          <p:nvSpPr>
            <p:cNvPr id="26" name="object 26"/>
            <p:cNvSpPr/>
            <p:nvPr/>
          </p:nvSpPr>
          <p:spPr>
            <a:xfrm>
              <a:off x="3240023" y="2093975"/>
              <a:ext cx="150876" cy="79248"/>
            </a:xfrm>
            <a:prstGeom prst="rect">
              <a:avLst/>
            </a:prstGeom>
            <a:blipFill>
              <a:blip r:embed="rId13" cstate="print"/>
              <a:stretch>
                <a:fillRect/>
              </a:stretch>
            </a:blipFill>
          </p:spPr>
          <p:txBody>
            <a:bodyPr wrap="square" lIns="0" tIns="0" rIns="0" bIns="0" rtlCol="0"/>
            <a:lstStyle/>
            <a:p>
              <a:endParaRPr/>
            </a:p>
          </p:txBody>
        </p:sp>
        <p:sp>
          <p:nvSpPr>
            <p:cNvPr id="27" name="object 27"/>
            <p:cNvSpPr/>
            <p:nvPr/>
          </p:nvSpPr>
          <p:spPr>
            <a:xfrm>
              <a:off x="1226819" y="1883663"/>
              <a:ext cx="1990725" cy="1156970"/>
            </a:xfrm>
            <a:custGeom>
              <a:avLst/>
              <a:gdLst/>
              <a:ahLst/>
              <a:cxnLst/>
              <a:rect l="l" t="t" r="r" b="b"/>
              <a:pathLst>
                <a:path w="1990725" h="1156970">
                  <a:moveTo>
                    <a:pt x="1990343" y="0"/>
                  </a:moveTo>
                  <a:lnTo>
                    <a:pt x="1990343" y="289559"/>
                  </a:lnTo>
                </a:path>
                <a:path w="1990725" h="1156970">
                  <a:moveTo>
                    <a:pt x="1990343" y="144779"/>
                  </a:moveTo>
                  <a:lnTo>
                    <a:pt x="1947671" y="144779"/>
                  </a:lnTo>
                </a:path>
                <a:path w="1990725" h="1156970">
                  <a:moveTo>
                    <a:pt x="0" y="867155"/>
                  </a:moveTo>
                  <a:lnTo>
                    <a:pt x="0" y="1156715"/>
                  </a:lnTo>
                </a:path>
                <a:path w="1990725" h="1156970">
                  <a:moveTo>
                    <a:pt x="0" y="938783"/>
                  </a:moveTo>
                  <a:lnTo>
                    <a:pt x="143255" y="867155"/>
                  </a:lnTo>
                </a:path>
              </a:pathLst>
            </a:custGeom>
            <a:ln w="12191">
              <a:solidFill>
                <a:srgbClr val="000000"/>
              </a:solidFill>
            </a:ln>
          </p:spPr>
          <p:txBody>
            <a:bodyPr wrap="square" lIns="0" tIns="0" rIns="0" bIns="0" rtlCol="0"/>
            <a:lstStyle/>
            <a:p>
              <a:endParaRPr/>
            </a:p>
          </p:txBody>
        </p:sp>
        <p:sp>
          <p:nvSpPr>
            <p:cNvPr id="28" name="object 28"/>
            <p:cNvSpPr/>
            <p:nvPr/>
          </p:nvSpPr>
          <p:spPr>
            <a:xfrm>
              <a:off x="1220723" y="2961131"/>
              <a:ext cx="149352" cy="79248"/>
            </a:xfrm>
            <a:prstGeom prst="rect">
              <a:avLst/>
            </a:prstGeom>
            <a:blipFill>
              <a:blip r:embed="rId12" cstate="print"/>
              <a:stretch>
                <a:fillRect/>
              </a:stretch>
            </a:blipFill>
          </p:spPr>
          <p:txBody>
            <a:bodyPr wrap="square" lIns="0" tIns="0" rIns="0" bIns="0" rtlCol="0"/>
            <a:lstStyle/>
            <a:p>
              <a:endParaRPr/>
            </a:p>
          </p:txBody>
        </p:sp>
        <p:sp>
          <p:nvSpPr>
            <p:cNvPr id="29" name="object 29"/>
            <p:cNvSpPr/>
            <p:nvPr/>
          </p:nvSpPr>
          <p:spPr>
            <a:xfrm>
              <a:off x="1153667" y="2750819"/>
              <a:ext cx="2237740" cy="289560"/>
            </a:xfrm>
            <a:custGeom>
              <a:avLst/>
              <a:gdLst/>
              <a:ahLst/>
              <a:cxnLst/>
              <a:rect l="l" t="t" r="r" b="b"/>
              <a:pathLst>
                <a:path w="2237740" h="289560">
                  <a:moveTo>
                    <a:pt x="44195" y="0"/>
                  </a:moveTo>
                  <a:lnTo>
                    <a:pt x="44195" y="289559"/>
                  </a:lnTo>
                </a:path>
                <a:path w="2237740" h="289560">
                  <a:moveTo>
                    <a:pt x="44195" y="144779"/>
                  </a:moveTo>
                  <a:lnTo>
                    <a:pt x="0" y="144779"/>
                  </a:lnTo>
                </a:path>
                <a:path w="2237740" h="289560">
                  <a:moveTo>
                    <a:pt x="2092451" y="0"/>
                  </a:moveTo>
                  <a:lnTo>
                    <a:pt x="2092451" y="289559"/>
                  </a:lnTo>
                </a:path>
                <a:path w="2237740" h="289560">
                  <a:moveTo>
                    <a:pt x="2092451" y="71627"/>
                  </a:moveTo>
                  <a:lnTo>
                    <a:pt x="2237231" y="0"/>
                  </a:lnTo>
                </a:path>
              </a:pathLst>
            </a:custGeom>
            <a:ln w="12191">
              <a:solidFill>
                <a:srgbClr val="000000"/>
              </a:solidFill>
            </a:ln>
          </p:spPr>
          <p:txBody>
            <a:bodyPr wrap="square" lIns="0" tIns="0" rIns="0" bIns="0" rtlCol="0"/>
            <a:lstStyle/>
            <a:p>
              <a:endParaRPr/>
            </a:p>
          </p:txBody>
        </p:sp>
        <p:sp>
          <p:nvSpPr>
            <p:cNvPr id="30" name="object 30"/>
            <p:cNvSpPr/>
            <p:nvPr/>
          </p:nvSpPr>
          <p:spPr>
            <a:xfrm>
              <a:off x="3240023" y="2961131"/>
              <a:ext cx="150876" cy="79248"/>
            </a:xfrm>
            <a:prstGeom prst="rect">
              <a:avLst/>
            </a:prstGeom>
            <a:blipFill>
              <a:blip r:embed="rId13" cstate="print"/>
              <a:stretch>
                <a:fillRect/>
              </a:stretch>
            </a:blipFill>
          </p:spPr>
          <p:txBody>
            <a:bodyPr wrap="square" lIns="0" tIns="0" rIns="0" bIns="0" rtlCol="0"/>
            <a:lstStyle/>
            <a:p>
              <a:endParaRPr/>
            </a:p>
          </p:txBody>
        </p:sp>
        <p:sp>
          <p:nvSpPr>
            <p:cNvPr id="31" name="object 31"/>
            <p:cNvSpPr/>
            <p:nvPr/>
          </p:nvSpPr>
          <p:spPr>
            <a:xfrm>
              <a:off x="3174491" y="2750819"/>
              <a:ext cx="43180" cy="289560"/>
            </a:xfrm>
            <a:custGeom>
              <a:avLst/>
              <a:gdLst/>
              <a:ahLst/>
              <a:cxnLst/>
              <a:rect l="l" t="t" r="r" b="b"/>
              <a:pathLst>
                <a:path w="43180" h="289560">
                  <a:moveTo>
                    <a:pt x="42671" y="0"/>
                  </a:moveTo>
                  <a:lnTo>
                    <a:pt x="42671" y="289559"/>
                  </a:lnTo>
                </a:path>
                <a:path w="43180" h="289560">
                  <a:moveTo>
                    <a:pt x="42671" y="144779"/>
                  </a:moveTo>
                  <a:lnTo>
                    <a:pt x="0" y="144779"/>
                  </a:lnTo>
                </a:path>
              </a:pathLst>
            </a:custGeom>
            <a:ln w="12191">
              <a:solidFill>
                <a:srgbClr val="000000"/>
              </a:solidFill>
            </a:ln>
          </p:spPr>
          <p:txBody>
            <a:bodyPr wrap="square" lIns="0" tIns="0" rIns="0" bIns="0" rtlCol="0"/>
            <a:lstStyle/>
            <a:p>
              <a:endParaRPr/>
            </a:p>
          </p:txBody>
        </p:sp>
        <p:sp>
          <p:nvSpPr>
            <p:cNvPr id="32" name="object 32"/>
            <p:cNvSpPr/>
            <p:nvPr/>
          </p:nvSpPr>
          <p:spPr>
            <a:xfrm>
              <a:off x="2619755" y="2270759"/>
              <a:ext cx="76200" cy="88391"/>
            </a:xfrm>
            <a:prstGeom prst="rect">
              <a:avLst/>
            </a:prstGeom>
            <a:blipFill>
              <a:blip r:embed="rId14" cstate="print"/>
              <a:stretch>
                <a:fillRect/>
              </a:stretch>
            </a:blipFill>
          </p:spPr>
          <p:txBody>
            <a:bodyPr wrap="square" lIns="0" tIns="0" rIns="0" bIns="0" rtlCol="0"/>
            <a:lstStyle/>
            <a:p>
              <a:endParaRPr/>
            </a:p>
          </p:txBody>
        </p:sp>
        <p:sp>
          <p:nvSpPr>
            <p:cNvPr id="33" name="object 33"/>
            <p:cNvSpPr/>
            <p:nvPr/>
          </p:nvSpPr>
          <p:spPr>
            <a:xfrm>
              <a:off x="2519171" y="2412491"/>
              <a:ext cx="242315" cy="105155"/>
            </a:xfrm>
            <a:prstGeom prst="rect">
              <a:avLst/>
            </a:prstGeom>
            <a:blipFill>
              <a:blip r:embed="rId15" cstate="print"/>
              <a:stretch>
                <a:fillRect/>
              </a:stretch>
            </a:blipFill>
          </p:spPr>
          <p:txBody>
            <a:bodyPr wrap="square" lIns="0" tIns="0" rIns="0" bIns="0" rtlCol="0"/>
            <a:lstStyle/>
            <a:p>
              <a:endParaRPr/>
            </a:p>
          </p:txBody>
        </p:sp>
        <p:sp>
          <p:nvSpPr>
            <p:cNvPr id="34" name="object 34"/>
            <p:cNvSpPr/>
            <p:nvPr/>
          </p:nvSpPr>
          <p:spPr>
            <a:xfrm>
              <a:off x="1456943" y="1825751"/>
              <a:ext cx="0" cy="1330960"/>
            </a:xfrm>
            <a:custGeom>
              <a:avLst/>
              <a:gdLst/>
              <a:ahLst/>
              <a:cxnLst/>
              <a:rect l="l" t="t" r="r" b="b"/>
              <a:pathLst>
                <a:path h="1330960">
                  <a:moveTo>
                    <a:pt x="0" y="0"/>
                  </a:moveTo>
                  <a:lnTo>
                    <a:pt x="0" y="1330451"/>
                  </a:lnTo>
                </a:path>
              </a:pathLst>
            </a:custGeom>
            <a:ln w="12191">
              <a:solidFill>
                <a:srgbClr val="FF0000"/>
              </a:solidFill>
            </a:ln>
          </p:spPr>
          <p:txBody>
            <a:bodyPr wrap="square" lIns="0" tIns="0" rIns="0" bIns="0" rtlCol="0"/>
            <a:lstStyle/>
            <a:p>
              <a:endParaRPr/>
            </a:p>
          </p:txBody>
        </p:sp>
        <p:sp>
          <p:nvSpPr>
            <p:cNvPr id="35" name="object 35"/>
            <p:cNvSpPr/>
            <p:nvPr/>
          </p:nvSpPr>
          <p:spPr>
            <a:xfrm>
              <a:off x="1418843" y="3137916"/>
              <a:ext cx="76200" cy="74675"/>
            </a:xfrm>
            <a:prstGeom prst="rect">
              <a:avLst/>
            </a:prstGeom>
            <a:blipFill>
              <a:blip r:embed="rId16" cstate="print"/>
              <a:stretch>
                <a:fillRect/>
              </a:stretch>
            </a:blipFill>
          </p:spPr>
          <p:txBody>
            <a:bodyPr wrap="square" lIns="0" tIns="0" rIns="0" bIns="0" rtlCol="0"/>
            <a:lstStyle/>
            <a:p>
              <a:endParaRPr/>
            </a:p>
          </p:txBody>
        </p:sp>
      </p:grpSp>
      <p:sp>
        <p:nvSpPr>
          <p:cNvPr id="36" name="object 36"/>
          <p:cNvSpPr/>
          <p:nvPr/>
        </p:nvSpPr>
        <p:spPr>
          <a:xfrm>
            <a:off x="1013460" y="1856232"/>
            <a:ext cx="120396" cy="91439"/>
          </a:xfrm>
          <a:prstGeom prst="rect">
            <a:avLst/>
          </a:prstGeom>
          <a:blipFill>
            <a:blip r:embed="rId17" cstate="print"/>
            <a:stretch>
              <a:fillRect/>
            </a:stretch>
          </a:blipFill>
        </p:spPr>
        <p:txBody>
          <a:bodyPr wrap="square" lIns="0" tIns="0" rIns="0" bIns="0" rtlCol="0"/>
          <a:lstStyle/>
          <a:p>
            <a:endParaRPr/>
          </a:p>
        </p:txBody>
      </p:sp>
      <p:sp>
        <p:nvSpPr>
          <p:cNvPr id="37" name="object 37"/>
          <p:cNvSpPr/>
          <p:nvPr/>
        </p:nvSpPr>
        <p:spPr>
          <a:xfrm>
            <a:off x="2109216" y="1941576"/>
            <a:ext cx="124968" cy="88391"/>
          </a:xfrm>
          <a:prstGeom prst="rect">
            <a:avLst/>
          </a:prstGeom>
          <a:blipFill>
            <a:blip r:embed="rId18" cstate="print"/>
            <a:stretch>
              <a:fillRect/>
            </a:stretch>
          </a:blipFill>
        </p:spPr>
        <p:txBody>
          <a:bodyPr wrap="square" lIns="0" tIns="0" rIns="0" bIns="0" rtlCol="0"/>
          <a:lstStyle/>
          <a:p>
            <a:endParaRPr/>
          </a:p>
        </p:txBody>
      </p:sp>
      <p:sp>
        <p:nvSpPr>
          <p:cNvPr id="38" name="object 38"/>
          <p:cNvSpPr/>
          <p:nvPr/>
        </p:nvSpPr>
        <p:spPr>
          <a:xfrm>
            <a:off x="4128515" y="1941576"/>
            <a:ext cx="141732" cy="89915"/>
          </a:xfrm>
          <a:prstGeom prst="rect">
            <a:avLst/>
          </a:prstGeom>
          <a:blipFill>
            <a:blip r:embed="rId19" cstate="print"/>
            <a:stretch>
              <a:fillRect/>
            </a:stretch>
          </a:blipFill>
        </p:spPr>
        <p:txBody>
          <a:bodyPr wrap="square" lIns="0" tIns="0" rIns="0" bIns="0" rtlCol="0"/>
          <a:lstStyle/>
          <a:p>
            <a:endParaRPr/>
          </a:p>
        </p:txBody>
      </p:sp>
      <p:sp>
        <p:nvSpPr>
          <p:cNvPr id="39" name="object 39"/>
          <p:cNvSpPr/>
          <p:nvPr/>
        </p:nvSpPr>
        <p:spPr>
          <a:xfrm>
            <a:off x="4128515" y="2907792"/>
            <a:ext cx="140208" cy="88391"/>
          </a:xfrm>
          <a:prstGeom prst="rect">
            <a:avLst/>
          </a:prstGeom>
          <a:blipFill>
            <a:blip r:embed="rId20"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7167880" cy="574040"/>
          </a:xfrm>
          <a:prstGeom prst="rect">
            <a:avLst/>
          </a:prstGeom>
        </p:spPr>
        <p:txBody>
          <a:bodyPr vert="horz" wrap="square" lIns="0" tIns="12700" rIns="0" bIns="0" rtlCol="0">
            <a:spAutoFit/>
          </a:bodyPr>
          <a:lstStyle/>
          <a:p>
            <a:pPr marL="12700">
              <a:lnSpc>
                <a:spcPct val="100000"/>
              </a:lnSpc>
              <a:spcBef>
                <a:spcPts val="100"/>
              </a:spcBef>
            </a:pPr>
            <a:r>
              <a:rPr sz="3600" spc="-290" dirty="0">
                <a:solidFill>
                  <a:srgbClr val="002060"/>
                </a:solidFill>
              </a:rPr>
              <a:t>Cross</a:t>
            </a:r>
            <a:r>
              <a:rPr sz="3600" spc="-459" dirty="0">
                <a:solidFill>
                  <a:srgbClr val="002060"/>
                </a:solidFill>
              </a:rPr>
              <a:t> </a:t>
            </a:r>
            <a:r>
              <a:rPr sz="3600" spc="-315" dirty="0">
                <a:solidFill>
                  <a:srgbClr val="002060"/>
                </a:solidFill>
              </a:rPr>
              <a:t>Conduction</a:t>
            </a:r>
            <a:r>
              <a:rPr sz="3600" spc="-455" dirty="0">
                <a:solidFill>
                  <a:srgbClr val="002060"/>
                </a:solidFill>
              </a:rPr>
              <a:t> </a:t>
            </a:r>
            <a:r>
              <a:rPr sz="3600" spc="-265" dirty="0">
                <a:solidFill>
                  <a:srgbClr val="002060"/>
                </a:solidFill>
              </a:rPr>
              <a:t>or</a:t>
            </a:r>
            <a:r>
              <a:rPr sz="3600" spc="-455" dirty="0">
                <a:solidFill>
                  <a:srgbClr val="002060"/>
                </a:solidFill>
              </a:rPr>
              <a:t> </a:t>
            </a:r>
            <a:r>
              <a:rPr sz="3600" spc="-275" dirty="0">
                <a:solidFill>
                  <a:srgbClr val="002060"/>
                </a:solidFill>
              </a:rPr>
              <a:t>Shoot</a:t>
            </a:r>
            <a:r>
              <a:rPr sz="3600" spc="-450" dirty="0">
                <a:solidFill>
                  <a:srgbClr val="002060"/>
                </a:solidFill>
              </a:rPr>
              <a:t> </a:t>
            </a:r>
            <a:r>
              <a:rPr sz="3600" spc="-340" dirty="0">
                <a:solidFill>
                  <a:srgbClr val="002060"/>
                </a:solidFill>
              </a:rPr>
              <a:t>Through</a:t>
            </a:r>
            <a:r>
              <a:rPr sz="3600" spc="-465" dirty="0">
                <a:solidFill>
                  <a:srgbClr val="002060"/>
                </a:solidFill>
              </a:rPr>
              <a:t> </a:t>
            </a:r>
            <a:r>
              <a:rPr sz="3600" spc="-365" dirty="0">
                <a:solidFill>
                  <a:srgbClr val="002060"/>
                </a:solidFill>
              </a:rPr>
              <a:t>Fault</a:t>
            </a:r>
            <a:endParaRPr sz="3600"/>
          </a:p>
        </p:txBody>
      </p:sp>
      <p:sp>
        <p:nvSpPr>
          <p:cNvPr id="4" name="object 4"/>
          <p:cNvSpPr txBox="1">
            <a:spLocks noGrp="1"/>
          </p:cNvSpPr>
          <p:nvPr>
            <p:ph type="body" idx="1"/>
          </p:nvPr>
        </p:nvSpPr>
        <p:spPr>
          <a:xfrm>
            <a:off x="4513579" y="1380236"/>
            <a:ext cx="3818254" cy="2475678"/>
          </a:xfrm>
          <a:prstGeom prst="rect">
            <a:avLst/>
          </a:prstGeom>
        </p:spPr>
        <p:txBody>
          <a:bodyPr vert="horz" wrap="square" lIns="0" tIns="13335" rIns="0" bIns="0" rtlCol="0">
            <a:spAutoFit/>
          </a:bodyPr>
          <a:lstStyle/>
          <a:p>
            <a:pPr marL="355600" marR="5080" indent="-343535" algn="just">
              <a:lnSpc>
                <a:spcPct val="100000"/>
              </a:lnSpc>
              <a:spcBef>
                <a:spcPts val="105"/>
              </a:spcBef>
              <a:buClr>
                <a:srgbClr val="E48312"/>
              </a:buClr>
              <a:buSzPct val="75000"/>
              <a:buFont typeface="Wingdings"/>
              <a:buChar char=""/>
              <a:tabLst>
                <a:tab pos="356235" algn="l"/>
              </a:tabLst>
            </a:pPr>
            <a:r>
              <a:rPr dirty="0"/>
              <a:t>A </a:t>
            </a:r>
            <a:r>
              <a:rPr spc="-5" dirty="0"/>
              <a:t>solution </a:t>
            </a:r>
            <a:r>
              <a:rPr spc="-15" dirty="0"/>
              <a:t>for </a:t>
            </a:r>
            <a:r>
              <a:rPr spc="-10" dirty="0"/>
              <a:t>cross </a:t>
            </a:r>
            <a:r>
              <a:rPr spc="-5" dirty="0"/>
              <a:t>conduction  </a:t>
            </a:r>
            <a:r>
              <a:rPr spc="-10" dirty="0"/>
              <a:t>fault </a:t>
            </a:r>
            <a:r>
              <a:rPr spc="-5" dirty="0"/>
              <a:t>is </a:t>
            </a:r>
            <a:r>
              <a:rPr spc="-15" dirty="0"/>
              <a:t>to </a:t>
            </a:r>
            <a:r>
              <a:rPr spc="-10" dirty="0"/>
              <a:t>introduce </a:t>
            </a:r>
            <a:r>
              <a:rPr dirty="0"/>
              <a:t>a </a:t>
            </a:r>
            <a:r>
              <a:rPr spc="-5" dirty="0">
                <a:solidFill>
                  <a:srgbClr val="C00000"/>
                </a:solidFill>
              </a:rPr>
              <a:t>dead </a:t>
            </a:r>
            <a:r>
              <a:rPr dirty="0">
                <a:solidFill>
                  <a:srgbClr val="C00000"/>
                </a:solidFill>
              </a:rPr>
              <a:t>band </a:t>
            </a:r>
            <a:r>
              <a:rPr dirty="0"/>
              <a:t> </a:t>
            </a:r>
            <a:r>
              <a:rPr spc="-5" dirty="0"/>
              <a:t>or </a:t>
            </a:r>
            <a:r>
              <a:rPr spc="-10" dirty="0"/>
              <a:t>delay between </a:t>
            </a:r>
            <a:r>
              <a:rPr dirty="0"/>
              <a:t>the </a:t>
            </a:r>
            <a:r>
              <a:rPr spc="-5" dirty="0"/>
              <a:t>trailing  </a:t>
            </a:r>
            <a:r>
              <a:rPr dirty="0"/>
              <a:t>edge </a:t>
            </a:r>
            <a:r>
              <a:rPr spc="-5" dirty="0"/>
              <a:t>of </a:t>
            </a:r>
            <a:r>
              <a:rPr dirty="0"/>
              <a:t>the </a:t>
            </a:r>
            <a:r>
              <a:rPr spc="-20" dirty="0"/>
              <a:t>gate </a:t>
            </a:r>
            <a:r>
              <a:rPr spc="-5" dirty="0"/>
              <a:t>input of  </a:t>
            </a:r>
            <a:r>
              <a:rPr spc="-10" dirty="0"/>
              <a:t>outgoing </a:t>
            </a:r>
            <a:r>
              <a:rPr spc="-5" dirty="0"/>
              <a:t>device </a:t>
            </a:r>
            <a:r>
              <a:rPr dirty="0"/>
              <a:t>and </a:t>
            </a:r>
            <a:r>
              <a:rPr/>
              <a:t>the</a:t>
            </a:r>
            <a:r>
              <a:rPr spc="-180"/>
              <a:t> </a:t>
            </a:r>
            <a:r>
              <a:rPr spc="-5" smtClean="0"/>
              <a:t>leading</a:t>
            </a:r>
            <a:r>
              <a:rPr lang="en-US" spc="-5" dirty="0" smtClean="0"/>
              <a:t> </a:t>
            </a:r>
            <a:r>
              <a:rPr lang="en-US" dirty="0" smtClean="0"/>
              <a:t>edge </a:t>
            </a:r>
            <a:r>
              <a:rPr lang="en-US" spc="-5" dirty="0" smtClean="0"/>
              <a:t>o</a:t>
            </a:r>
            <a:r>
              <a:rPr lang="en-US" dirty="0" smtClean="0"/>
              <a:t>f the	</a:t>
            </a:r>
            <a:r>
              <a:rPr lang="en-US" spc="-35" dirty="0" smtClean="0"/>
              <a:t>g</a:t>
            </a:r>
            <a:r>
              <a:rPr lang="en-US" spc="-25" dirty="0" smtClean="0"/>
              <a:t>at</a:t>
            </a:r>
            <a:r>
              <a:rPr lang="en-US" dirty="0" smtClean="0"/>
              <a:t>e	</a:t>
            </a:r>
            <a:r>
              <a:rPr lang="en-US" spc="-5" dirty="0" smtClean="0"/>
              <a:t>inp</a:t>
            </a:r>
            <a:r>
              <a:rPr lang="en-US" spc="5" dirty="0" smtClean="0"/>
              <a:t>u</a:t>
            </a:r>
            <a:r>
              <a:rPr lang="en-US" dirty="0" smtClean="0"/>
              <a:t>t </a:t>
            </a:r>
            <a:r>
              <a:rPr lang="en-US" spc="-5" dirty="0" smtClean="0"/>
              <a:t>incoming</a:t>
            </a:r>
            <a:r>
              <a:rPr lang="en-US" spc="-15" dirty="0" smtClean="0"/>
              <a:t> </a:t>
            </a:r>
            <a:r>
              <a:rPr lang="en-US" spc="-5" dirty="0" smtClean="0"/>
              <a:t>device</a:t>
            </a:r>
            <a:endParaRPr spc="-5" dirty="0"/>
          </a:p>
        </p:txBody>
      </p:sp>
      <p:sp>
        <p:nvSpPr>
          <p:cNvPr id="6" name="object 6"/>
          <p:cNvSpPr txBox="1"/>
          <p:nvPr/>
        </p:nvSpPr>
        <p:spPr>
          <a:xfrm>
            <a:off x="4572000" y="3733800"/>
            <a:ext cx="3799204" cy="1551066"/>
          </a:xfrm>
          <a:prstGeom prst="rect">
            <a:avLst/>
          </a:prstGeom>
        </p:spPr>
        <p:txBody>
          <a:bodyPr vert="horz" wrap="square" lIns="0" tIns="164465" rIns="0" bIns="0" rtlCol="0">
            <a:spAutoFit/>
          </a:bodyPr>
          <a:lstStyle/>
          <a:p>
            <a:pPr marL="355600">
              <a:lnSpc>
                <a:spcPct val="100000"/>
              </a:lnSpc>
              <a:spcBef>
                <a:spcPts val="1295"/>
              </a:spcBef>
            </a:pPr>
            <a:endParaRPr sz="2000">
              <a:latin typeface="Carlito"/>
              <a:cs typeface="Carlito"/>
            </a:endParaRPr>
          </a:p>
          <a:p>
            <a:pPr marL="355600" marR="5080" indent="-343535">
              <a:lnSpc>
                <a:spcPct val="100000"/>
              </a:lnSpc>
              <a:spcBef>
                <a:spcPts val="1200"/>
              </a:spcBef>
              <a:buClr>
                <a:srgbClr val="E48312"/>
              </a:buClr>
              <a:buSzPct val="75000"/>
              <a:buFont typeface="Wingdings"/>
              <a:buChar char=""/>
              <a:tabLst>
                <a:tab pos="355600" algn="l"/>
                <a:tab pos="356235" algn="l"/>
              </a:tabLst>
            </a:pPr>
            <a:r>
              <a:rPr sz="2000" spc="-5" dirty="0">
                <a:latin typeface="Carlito"/>
                <a:cs typeface="Carlito"/>
              </a:rPr>
              <a:t>Dead band should be longer </a:t>
            </a:r>
            <a:r>
              <a:rPr sz="2000" dirty="0">
                <a:latin typeface="Carlito"/>
                <a:cs typeface="Carlito"/>
              </a:rPr>
              <a:t>than  the turn </a:t>
            </a:r>
            <a:r>
              <a:rPr sz="2000" spc="-15" dirty="0">
                <a:latin typeface="Carlito"/>
                <a:cs typeface="Carlito"/>
              </a:rPr>
              <a:t>off </a:t>
            </a:r>
            <a:r>
              <a:rPr sz="2000" spc="-5" dirty="0">
                <a:latin typeface="Carlito"/>
                <a:cs typeface="Carlito"/>
              </a:rPr>
              <a:t>time of </a:t>
            </a:r>
            <a:r>
              <a:rPr sz="2000" dirty="0">
                <a:latin typeface="Carlito"/>
                <a:cs typeface="Carlito"/>
              </a:rPr>
              <a:t>the</a:t>
            </a:r>
            <a:r>
              <a:rPr sz="2000" spc="5" dirty="0">
                <a:latin typeface="Carlito"/>
                <a:cs typeface="Carlito"/>
              </a:rPr>
              <a:t> </a:t>
            </a:r>
            <a:r>
              <a:rPr sz="2000" spc="-15" dirty="0">
                <a:latin typeface="Carlito"/>
                <a:cs typeface="Carlito"/>
              </a:rPr>
              <a:t>inverter</a:t>
            </a:r>
            <a:endParaRPr sz="2000">
              <a:latin typeface="Carlito"/>
              <a:cs typeface="Carlito"/>
            </a:endParaRPr>
          </a:p>
        </p:txBody>
      </p:sp>
      <p:grpSp>
        <p:nvGrpSpPr>
          <p:cNvPr id="7" name="object 7"/>
          <p:cNvGrpSpPr/>
          <p:nvPr/>
        </p:nvGrpSpPr>
        <p:grpSpPr>
          <a:xfrm>
            <a:off x="504443" y="1589531"/>
            <a:ext cx="3556000" cy="1744980"/>
            <a:chOff x="504443" y="1589531"/>
            <a:chExt cx="3556000" cy="1744980"/>
          </a:xfrm>
        </p:grpSpPr>
        <p:sp>
          <p:nvSpPr>
            <p:cNvPr id="8" name="object 8"/>
            <p:cNvSpPr/>
            <p:nvPr/>
          </p:nvSpPr>
          <p:spPr>
            <a:xfrm>
              <a:off x="649223" y="1595627"/>
              <a:ext cx="3319779" cy="1732914"/>
            </a:xfrm>
            <a:custGeom>
              <a:avLst/>
              <a:gdLst/>
              <a:ahLst/>
              <a:cxnLst/>
              <a:rect l="l" t="t" r="r" b="b"/>
              <a:pathLst>
                <a:path w="3319779" h="1732914">
                  <a:moveTo>
                    <a:pt x="0" y="0"/>
                  </a:moveTo>
                  <a:lnTo>
                    <a:pt x="3319271" y="0"/>
                  </a:lnTo>
                </a:path>
                <a:path w="3319779" h="1732914">
                  <a:moveTo>
                    <a:pt x="3319271" y="1732787"/>
                  </a:moveTo>
                  <a:lnTo>
                    <a:pt x="0" y="1732787"/>
                  </a:lnTo>
                </a:path>
                <a:path w="3319779" h="1732914">
                  <a:moveTo>
                    <a:pt x="720851" y="1732787"/>
                  </a:moveTo>
                  <a:lnTo>
                    <a:pt x="720851" y="1444751"/>
                  </a:lnTo>
                </a:path>
              </a:pathLst>
            </a:custGeom>
            <a:ln w="12191">
              <a:solidFill>
                <a:srgbClr val="000000"/>
              </a:solidFill>
            </a:ln>
          </p:spPr>
          <p:txBody>
            <a:bodyPr wrap="square" lIns="0" tIns="0" rIns="0" bIns="0" rtlCol="0"/>
            <a:lstStyle/>
            <a:p>
              <a:endParaRPr/>
            </a:p>
          </p:txBody>
        </p:sp>
        <p:sp>
          <p:nvSpPr>
            <p:cNvPr id="9" name="object 9"/>
            <p:cNvSpPr/>
            <p:nvPr/>
          </p:nvSpPr>
          <p:spPr>
            <a:xfrm>
              <a:off x="1854707" y="1869947"/>
              <a:ext cx="185927" cy="230123"/>
            </a:xfrm>
            <a:prstGeom prst="rect">
              <a:avLst/>
            </a:prstGeom>
            <a:blipFill>
              <a:blip r:embed="rId2" cstate="print"/>
              <a:stretch>
                <a:fillRect/>
              </a:stretch>
            </a:blipFill>
          </p:spPr>
          <p:txBody>
            <a:bodyPr wrap="square" lIns="0" tIns="0" rIns="0" bIns="0" rtlCol="0"/>
            <a:lstStyle/>
            <a:p>
              <a:endParaRPr/>
            </a:p>
          </p:txBody>
        </p:sp>
        <p:sp>
          <p:nvSpPr>
            <p:cNvPr id="10" name="object 10"/>
            <p:cNvSpPr/>
            <p:nvPr/>
          </p:nvSpPr>
          <p:spPr>
            <a:xfrm>
              <a:off x="1854707" y="2808731"/>
              <a:ext cx="185927" cy="231647"/>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370075" y="1595627"/>
              <a:ext cx="577850" cy="1732914"/>
            </a:xfrm>
            <a:custGeom>
              <a:avLst/>
              <a:gdLst/>
              <a:ahLst/>
              <a:cxnLst/>
              <a:rect l="l" t="t" r="r" b="b"/>
              <a:pathLst>
                <a:path w="577850" h="1732914">
                  <a:moveTo>
                    <a:pt x="577595" y="1226819"/>
                  </a:moveTo>
                  <a:lnTo>
                    <a:pt x="577595" y="504443"/>
                  </a:lnTo>
                </a:path>
                <a:path w="577850" h="1732914">
                  <a:moveTo>
                    <a:pt x="577595" y="1444751"/>
                  </a:moveTo>
                  <a:lnTo>
                    <a:pt x="577595" y="1732787"/>
                  </a:lnTo>
                </a:path>
                <a:path w="577850" h="1732914">
                  <a:moveTo>
                    <a:pt x="0" y="288035"/>
                  </a:moveTo>
                  <a:lnTo>
                    <a:pt x="0" y="0"/>
                  </a:lnTo>
                </a:path>
                <a:path w="577850" h="1732914">
                  <a:moveTo>
                    <a:pt x="577595" y="288035"/>
                  </a:moveTo>
                  <a:lnTo>
                    <a:pt x="577595" y="0"/>
                  </a:lnTo>
                </a:path>
              </a:pathLst>
            </a:custGeom>
            <a:ln w="12191">
              <a:solidFill>
                <a:srgbClr val="000000"/>
              </a:solidFill>
            </a:ln>
          </p:spPr>
          <p:txBody>
            <a:bodyPr wrap="square" lIns="0" tIns="0" rIns="0" bIns="0" rtlCol="0"/>
            <a:lstStyle/>
            <a:p>
              <a:endParaRPr/>
            </a:p>
          </p:txBody>
        </p:sp>
        <p:sp>
          <p:nvSpPr>
            <p:cNvPr id="12" name="object 12"/>
            <p:cNvSpPr/>
            <p:nvPr/>
          </p:nvSpPr>
          <p:spPr>
            <a:xfrm>
              <a:off x="1013459" y="2723388"/>
              <a:ext cx="137159" cy="91439"/>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2109215" y="2907791"/>
              <a:ext cx="141731" cy="88391"/>
            </a:xfrm>
            <a:prstGeom prst="rect">
              <a:avLst/>
            </a:prstGeom>
            <a:blipFill>
              <a:blip r:embed="rId5" cstate="print"/>
              <a:stretch>
                <a:fillRect/>
              </a:stretch>
            </a:blipFill>
          </p:spPr>
          <p:txBody>
            <a:bodyPr wrap="square" lIns="0" tIns="0" rIns="0" bIns="0" rtlCol="0"/>
            <a:lstStyle/>
            <a:p>
              <a:endParaRPr/>
            </a:p>
          </p:txBody>
        </p:sp>
        <p:sp>
          <p:nvSpPr>
            <p:cNvPr id="14" name="object 14"/>
            <p:cNvSpPr/>
            <p:nvPr/>
          </p:nvSpPr>
          <p:spPr>
            <a:xfrm>
              <a:off x="1370075" y="1595627"/>
              <a:ext cx="2598420" cy="1732914"/>
            </a:xfrm>
            <a:custGeom>
              <a:avLst/>
              <a:gdLst/>
              <a:ahLst/>
              <a:cxnLst/>
              <a:rect l="l" t="t" r="r" b="b"/>
              <a:pathLst>
                <a:path w="2598420" h="1732914">
                  <a:moveTo>
                    <a:pt x="2022347" y="577595"/>
                  </a:moveTo>
                  <a:lnTo>
                    <a:pt x="2022347" y="1155191"/>
                  </a:lnTo>
                </a:path>
                <a:path w="2598420" h="1732914">
                  <a:moveTo>
                    <a:pt x="0" y="1155191"/>
                  </a:moveTo>
                  <a:lnTo>
                    <a:pt x="0" y="577595"/>
                  </a:lnTo>
                </a:path>
                <a:path w="2598420" h="1732914">
                  <a:moveTo>
                    <a:pt x="0" y="865631"/>
                  </a:moveTo>
                  <a:lnTo>
                    <a:pt x="1155191" y="865631"/>
                  </a:lnTo>
                </a:path>
                <a:path w="2598420" h="1732914">
                  <a:moveTo>
                    <a:pt x="2598419" y="865631"/>
                  </a:moveTo>
                  <a:lnTo>
                    <a:pt x="1385315" y="865631"/>
                  </a:lnTo>
                </a:path>
                <a:path w="2598420" h="1732914">
                  <a:moveTo>
                    <a:pt x="2022347" y="288035"/>
                  </a:moveTo>
                  <a:lnTo>
                    <a:pt x="2022347" y="0"/>
                  </a:lnTo>
                </a:path>
                <a:path w="2598420" h="1732914">
                  <a:moveTo>
                    <a:pt x="2022347" y="1444751"/>
                  </a:moveTo>
                  <a:lnTo>
                    <a:pt x="2022347" y="1732787"/>
                  </a:lnTo>
                </a:path>
              </a:pathLst>
            </a:custGeom>
            <a:ln w="12191">
              <a:solidFill>
                <a:srgbClr val="000000"/>
              </a:solidFill>
            </a:ln>
          </p:spPr>
          <p:txBody>
            <a:bodyPr wrap="square" lIns="0" tIns="0" rIns="0" bIns="0" rtlCol="0"/>
            <a:lstStyle/>
            <a:p>
              <a:endParaRPr/>
            </a:p>
          </p:txBody>
        </p:sp>
        <p:sp>
          <p:nvSpPr>
            <p:cNvPr id="15" name="object 15"/>
            <p:cNvSpPr/>
            <p:nvPr/>
          </p:nvSpPr>
          <p:spPr>
            <a:xfrm>
              <a:off x="3047999" y="2723388"/>
              <a:ext cx="135636" cy="91439"/>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3032759" y="1856231"/>
              <a:ext cx="138683" cy="91439"/>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649223" y="1601723"/>
              <a:ext cx="0" cy="1719580"/>
            </a:xfrm>
            <a:custGeom>
              <a:avLst/>
              <a:gdLst/>
              <a:ahLst/>
              <a:cxnLst/>
              <a:rect l="l" t="t" r="r" b="b"/>
              <a:pathLst>
                <a:path h="1719579">
                  <a:moveTo>
                    <a:pt x="0" y="824483"/>
                  </a:moveTo>
                  <a:lnTo>
                    <a:pt x="0" y="0"/>
                  </a:lnTo>
                </a:path>
                <a:path h="1719579">
                  <a:moveTo>
                    <a:pt x="0" y="1719071"/>
                  </a:moveTo>
                  <a:lnTo>
                    <a:pt x="0" y="896111"/>
                  </a:lnTo>
                </a:path>
              </a:pathLst>
            </a:custGeom>
            <a:ln w="12191">
              <a:solidFill>
                <a:srgbClr val="000000"/>
              </a:solidFill>
            </a:ln>
          </p:spPr>
          <p:txBody>
            <a:bodyPr wrap="square" lIns="0" tIns="0" rIns="0" bIns="0" rtlCol="0"/>
            <a:lstStyle/>
            <a:p>
              <a:endParaRPr/>
            </a:p>
          </p:txBody>
        </p:sp>
        <p:sp>
          <p:nvSpPr>
            <p:cNvPr id="18" name="object 18"/>
            <p:cNvSpPr/>
            <p:nvPr/>
          </p:nvSpPr>
          <p:spPr>
            <a:xfrm>
              <a:off x="504443" y="2426207"/>
              <a:ext cx="289560" cy="0"/>
            </a:xfrm>
            <a:custGeom>
              <a:avLst/>
              <a:gdLst/>
              <a:ahLst/>
              <a:cxnLst/>
              <a:rect l="l" t="t" r="r" b="b"/>
              <a:pathLst>
                <a:path w="289559">
                  <a:moveTo>
                    <a:pt x="0" y="0"/>
                  </a:moveTo>
                  <a:lnTo>
                    <a:pt x="289559" y="0"/>
                  </a:lnTo>
                </a:path>
              </a:pathLst>
            </a:custGeom>
            <a:ln w="21335">
              <a:solidFill>
                <a:srgbClr val="000000"/>
              </a:solidFill>
            </a:ln>
          </p:spPr>
          <p:txBody>
            <a:bodyPr wrap="square" lIns="0" tIns="0" rIns="0" bIns="0" rtlCol="0"/>
            <a:lstStyle/>
            <a:p>
              <a:endParaRPr/>
            </a:p>
          </p:txBody>
        </p:sp>
        <p:sp>
          <p:nvSpPr>
            <p:cNvPr id="19" name="object 19"/>
            <p:cNvSpPr/>
            <p:nvPr/>
          </p:nvSpPr>
          <p:spPr>
            <a:xfrm>
              <a:off x="577595" y="2497835"/>
              <a:ext cx="143510" cy="0"/>
            </a:xfrm>
            <a:custGeom>
              <a:avLst/>
              <a:gdLst/>
              <a:ahLst/>
              <a:cxnLst/>
              <a:rect l="l" t="t" r="r" b="b"/>
              <a:pathLst>
                <a:path w="143509">
                  <a:moveTo>
                    <a:pt x="0" y="0"/>
                  </a:moveTo>
                  <a:lnTo>
                    <a:pt x="143255" y="0"/>
                  </a:lnTo>
                </a:path>
              </a:pathLst>
            </a:custGeom>
            <a:ln w="21335">
              <a:solidFill>
                <a:srgbClr val="000000"/>
              </a:solidFill>
            </a:ln>
          </p:spPr>
          <p:txBody>
            <a:bodyPr wrap="square" lIns="0" tIns="0" rIns="0" bIns="0" rtlCol="0"/>
            <a:lstStyle/>
            <a:p>
              <a:endParaRPr/>
            </a:p>
          </p:txBody>
        </p:sp>
        <p:sp>
          <p:nvSpPr>
            <p:cNvPr id="20" name="object 20"/>
            <p:cNvSpPr/>
            <p:nvPr/>
          </p:nvSpPr>
          <p:spPr>
            <a:xfrm>
              <a:off x="3875531" y="1869947"/>
              <a:ext cx="184403" cy="230123"/>
            </a:xfrm>
            <a:prstGeom prst="rect">
              <a:avLst/>
            </a:prstGeom>
            <a:blipFill>
              <a:blip r:embed="rId8" cstate="print"/>
              <a:stretch>
                <a:fillRect/>
              </a:stretch>
            </a:blipFill>
          </p:spPr>
          <p:txBody>
            <a:bodyPr wrap="square" lIns="0" tIns="0" rIns="0" bIns="0" rtlCol="0"/>
            <a:lstStyle/>
            <a:p>
              <a:endParaRPr/>
            </a:p>
          </p:txBody>
        </p:sp>
        <p:sp>
          <p:nvSpPr>
            <p:cNvPr id="21" name="object 21"/>
            <p:cNvSpPr/>
            <p:nvPr/>
          </p:nvSpPr>
          <p:spPr>
            <a:xfrm>
              <a:off x="3875531" y="2808731"/>
              <a:ext cx="184403" cy="231647"/>
            </a:xfrm>
            <a:prstGeom prst="rect">
              <a:avLst/>
            </a:prstGeom>
            <a:blipFill>
              <a:blip r:embed="rId9" cstate="print"/>
              <a:stretch>
                <a:fillRect/>
              </a:stretch>
            </a:blipFill>
          </p:spPr>
          <p:txBody>
            <a:bodyPr wrap="square" lIns="0" tIns="0" rIns="0" bIns="0" rtlCol="0"/>
            <a:lstStyle/>
            <a:p>
              <a:endParaRPr/>
            </a:p>
          </p:txBody>
        </p:sp>
        <p:sp>
          <p:nvSpPr>
            <p:cNvPr id="22" name="object 22"/>
            <p:cNvSpPr/>
            <p:nvPr/>
          </p:nvSpPr>
          <p:spPr>
            <a:xfrm>
              <a:off x="3968495" y="1595627"/>
              <a:ext cx="0" cy="1732914"/>
            </a:xfrm>
            <a:custGeom>
              <a:avLst/>
              <a:gdLst/>
              <a:ahLst/>
              <a:cxnLst/>
              <a:rect l="l" t="t" r="r" b="b"/>
              <a:pathLst>
                <a:path h="1732914">
                  <a:moveTo>
                    <a:pt x="0" y="1226819"/>
                  </a:moveTo>
                  <a:lnTo>
                    <a:pt x="0" y="504443"/>
                  </a:lnTo>
                </a:path>
                <a:path h="1732914">
                  <a:moveTo>
                    <a:pt x="0" y="1444751"/>
                  </a:moveTo>
                  <a:lnTo>
                    <a:pt x="0" y="1732787"/>
                  </a:lnTo>
                </a:path>
                <a:path h="1732914">
                  <a:moveTo>
                    <a:pt x="0" y="288035"/>
                  </a:moveTo>
                  <a:lnTo>
                    <a:pt x="0" y="0"/>
                  </a:lnTo>
                </a:path>
              </a:pathLst>
            </a:custGeom>
            <a:ln w="12191">
              <a:solidFill>
                <a:srgbClr val="000000"/>
              </a:solidFill>
            </a:ln>
          </p:spPr>
          <p:txBody>
            <a:bodyPr wrap="square" lIns="0" tIns="0" rIns="0" bIns="0" rtlCol="0"/>
            <a:lstStyle/>
            <a:p>
              <a:endParaRPr/>
            </a:p>
          </p:txBody>
        </p:sp>
        <p:sp>
          <p:nvSpPr>
            <p:cNvPr id="23" name="object 23"/>
            <p:cNvSpPr/>
            <p:nvPr/>
          </p:nvSpPr>
          <p:spPr>
            <a:xfrm>
              <a:off x="711707" y="2261615"/>
              <a:ext cx="79248" cy="88391"/>
            </a:xfrm>
            <a:prstGeom prst="rect">
              <a:avLst/>
            </a:prstGeom>
            <a:blipFill>
              <a:blip r:embed="rId10" cstate="print"/>
              <a:stretch>
                <a:fillRect/>
              </a:stretch>
            </a:blipFill>
          </p:spPr>
          <p:txBody>
            <a:bodyPr wrap="square" lIns="0" tIns="0" rIns="0" bIns="0" rtlCol="0"/>
            <a:lstStyle/>
            <a:p>
              <a:endParaRPr/>
            </a:p>
          </p:txBody>
        </p:sp>
        <p:sp>
          <p:nvSpPr>
            <p:cNvPr id="24" name="object 24"/>
            <p:cNvSpPr/>
            <p:nvPr/>
          </p:nvSpPr>
          <p:spPr>
            <a:xfrm>
              <a:off x="792479" y="2330195"/>
              <a:ext cx="112776" cy="62484"/>
            </a:xfrm>
            <a:prstGeom prst="rect">
              <a:avLst/>
            </a:prstGeom>
            <a:blipFill>
              <a:blip r:embed="rId11" cstate="print"/>
              <a:stretch>
                <a:fillRect/>
              </a:stretch>
            </a:blipFill>
          </p:spPr>
          <p:txBody>
            <a:bodyPr wrap="square" lIns="0" tIns="0" rIns="0" bIns="0" rtlCol="0"/>
            <a:lstStyle/>
            <a:p>
              <a:endParaRPr/>
            </a:p>
          </p:txBody>
        </p:sp>
        <p:sp>
          <p:nvSpPr>
            <p:cNvPr id="25" name="object 25"/>
            <p:cNvSpPr/>
            <p:nvPr/>
          </p:nvSpPr>
          <p:spPr>
            <a:xfrm>
              <a:off x="1226819" y="1883663"/>
              <a:ext cx="143510" cy="289560"/>
            </a:xfrm>
            <a:custGeom>
              <a:avLst/>
              <a:gdLst/>
              <a:ahLst/>
              <a:cxnLst/>
              <a:rect l="l" t="t" r="r" b="b"/>
              <a:pathLst>
                <a:path w="143509" h="289560">
                  <a:moveTo>
                    <a:pt x="0" y="0"/>
                  </a:moveTo>
                  <a:lnTo>
                    <a:pt x="0" y="289559"/>
                  </a:lnTo>
                </a:path>
                <a:path w="143509" h="289560">
                  <a:moveTo>
                    <a:pt x="0" y="73151"/>
                  </a:moveTo>
                  <a:lnTo>
                    <a:pt x="143255" y="0"/>
                  </a:lnTo>
                </a:path>
              </a:pathLst>
            </a:custGeom>
            <a:ln w="12191">
              <a:solidFill>
                <a:srgbClr val="000000"/>
              </a:solidFill>
            </a:ln>
          </p:spPr>
          <p:txBody>
            <a:bodyPr wrap="square" lIns="0" tIns="0" rIns="0" bIns="0" rtlCol="0"/>
            <a:lstStyle/>
            <a:p>
              <a:endParaRPr/>
            </a:p>
          </p:txBody>
        </p:sp>
        <p:sp>
          <p:nvSpPr>
            <p:cNvPr id="26" name="object 26"/>
            <p:cNvSpPr/>
            <p:nvPr/>
          </p:nvSpPr>
          <p:spPr>
            <a:xfrm>
              <a:off x="1220723" y="2093975"/>
              <a:ext cx="149352" cy="79248"/>
            </a:xfrm>
            <a:prstGeom prst="rect">
              <a:avLst/>
            </a:prstGeom>
            <a:blipFill>
              <a:blip r:embed="rId12" cstate="print"/>
              <a:stretch>
                <a:fillRect/>
              </a:stretch>
            </a:blipFill>
          </p:spPr>
          <p:txBody>
            <a:bodyPr wrap="square" lIns="0" tIns="0" rIns="0" bIns="0" rtlCol="0"/>
            <a:lstStyle/>
            <a:p>
              <a:endParaRPr/>
            </a:p>
          </p:txBody>
        </p:sp>
        <p:sp>
          <p:nvSpPr>
            <p:cNvPr id="27" name="object 27"/>
            <p:cNvSpPr/>
            <p:nvPr/>
          </p:nvSpPr>
          <p:spPr>
            <a:xfrm>
              <a:off x="1153667" y="1883663"/>
              <a:ext cx="2237740" cy="289560"/>
            </a:xfrm>
            <a:custGeom>
              <a:avLst/>
              <a:gdLst/>
              <a:ahLst/>
              <a:cxnLst/>
              <a:rect l="l" t="t" r="r" b="b"/>
              <a:pathLst>
                <a:path w="2237740" h="289560">
                  <a:moveTo>
                    <a:pt x="44195" y="0"/>
                  </a:moveTo>
                  <a:lnTo>
                    <a:pt x="44195" y="289559"/>
                  </a:lnTo>
                </a:path>
                <a:path w="2237740" h="289560">
                  <a:moveTo>
                    <a:pt x="44195" y="144779"/>
                  </a:moveTo>
                  <a:lnTo>
                    <a:pt x="0" y="144779"/>
                  </a:lnTo>
                </a:path>
                <a:path w="2237740" h="289560">
                  <a:moveTo>
                    <a:pt x="2092451" y="0"/>
                  </a:moveTo>
                  <a:lnTo>
                    <a:pt x="2092451" y="289559"/>
                  </a:lnTo>
                </a:path>
                <a:path w="2237740" h="289560">
                  <a:moveTo>
                    <a:pt x="2092451" y="73151"/>
                  </a:moveTo>
                  <a:lnTo>
                    <a:pt x="2237231" y="0"/>
                  </a:lnTo>
                </a:path>
              </a:pathLst>
            </a:custGeom>
            <a:ln w="12191">
              <a:solidFill>
                <a:srgbClr val="000000"/>
              </a:solidFill>
            </a:ln>
          </p:spPr>
          <p:txBody>
            <a:bodyPr wrap="square" lIns="0" tIns="0" rIns="0" bIns="0" rtlCol="0"/>
            <a:lstStyle/>
            <a:p>
              <a:endParaRPr/>
            </a:p>
          </p:txBody>
        </p:sp>
        <p:sp>
          <p:nvSpPr>
            <p:cNvPr id="28" name="object 28"/>
            <p:cNvSpPr/>
            <p:nvPr/>
          </p:nvSpPr>
          <p:spPr>
            <a:xfrm>
              <a:off x="3240023" y="2093975"/>
              <a:ext cx="150876" cy="79248"/>
            </a:xfrm>
            <a:prstGeom prst="rect">
              <a:avLst/>
            </a:prstGeom>
            <a:blipFill>
              <a:blip r:embed="rId13" cstate="print"/>
              <a:stretch>
                <a:fillRect/>
              </a:stretch>
            </a:blipFill>
          </p:spPr>
          <p:txBody>
            <a:bodyPr wrap="square" lIns="0" tIns="0" rIns="0" bIns="0" rtlCol="0"/>
            <a:lstStyle/>
            <a:p>
              <a:endParaRPr/>
            </a:p>
          </p:txBody>
        </p:sp>
        <p:sp>
          <p:nvSpPr>
            <p:cNvPr id="29" name="object 29"/>
            <p:cNvSpPr/>
            <p:nvPr/>
          </p:nvSpPr>
          <p:spPr>
            <a:xfrm>
              <a:off x="1226819" y="1883663"/>
              <a:ext cx="1990725" cy="1156970"/>
            </a:xfrm>
            <a:custGeom>
              <a:avLst/>
              <a:gdLst/>
              <a:ahLst/>
              <a:cxnLst/>
              <a:rect l="l" t="t" r="r" b="b"/>
              <a:pathLst>
                <a:path w="1990725" h="1156970">
                  <a:moveTo>
                    <a:pt x="1990343" y="0"/>
                  </a:moveTo>
                  <a:lnTo>
                    <a:pt x="1990343" y="289559"/>
                  </a:lnTo>
                </a:path>
                <a:path w="1990725" h="1156970">
                  <a:moveTo>
                    <a:pt x="1990343" y="144779"/>
                  </a:moveTo>
                  <a:lnTo>
                    <a:pt x="1947671" y="144779"/>
                  </a:lnTo>
                </a:path>
                <a:path w="1990725" h="1156970">
                  <a:moveTo>
                    <a:pt x="0" y="867155"/>
                  </a:moveTo>
                  <a:lnTo>
                    <a:pt x="0" y="1156715"/>
                  </a:lnTo>
                </a:path>
                <a:path w="1990725" h="1156970">
                  <a:moveTo>
                    <a:pt x="0" y="938783"/>
                  </a:moveTo>
                  <a:lnTo>
                    <a:pt x="143255" y="867155"/>
                  </a:lnTo>
                </a:path>
              </a:pathLst>
            </a:custGeom>
            <a:ln w="12191">
              <a:solidFill>
                <a:srgbClr val="000000"/>
              </a:solidFill>
            </a:ln>
          </p:spPr>
          <p:txBody>
            <a:bodyPr wrap="square" lIns="0" tIns="0" rIns="0" bIns="0" rtlCol="0"/>
            <a:lstStyle/>
            <a:p>
              <a:endParaRPr/>
            </a:p>
          </p:txBody>
        </p:sp>
        <p:sp>
          <p:nvSpPr>
            <p:cNvPr id="30" name="object 30"/>
            <p:cNvSpPr/>
            <p:nvPr/>
          </p:nvSpPr>
          <p:spPr>
            <a:xfrm>
              <a:off x="1220723" y="2961131"/>
              <a:ext cx="149352" cy="79248"/>
            </a:xfrm>
            <a:prstGeom prst="rect">
              <a:avLst/>
            </a:prstGeom>
            <a:blipFill>
              <a:blip r:embed="rId12" cstate="print"/>
              <a:stretch>
                <a:fillRect/>
              </a:stretch>
            </a:blipFill>
          </p:spPr>
          <p:txBody>
            <a:bodyPr wrap="square" lIns="0" tIns="0" rIns="0" bIns="0" rtlCol="0"/>
            <a:lstStyle/>
            <a:p>
              <a:endParaRPr/>
            </a:p>
          </p:txBody>
        </p:sp>
        <p:sp>
          <p:nvSpPr>
            <p:cNvPr id="31" name="object 31"/>
            <p:cNvSpPr/>
            <p:nvPr/>
          </p:nvSpPr>
          <p:spPr>
            <a:xfrm>
              <a:off x="1153667" y="2750819"/>
              <a:ext cx="2237740" cy="289560"/>
            </a:xfrm>
            <a:custGeom>
              <a:avLst/>
              <a:gdLst/>
              <a:ahLst/>
              <a:cxnLst/>
              <a:rect l="l" t="t" r="r" b="b"/>
              <a:pathLst>
                <a:path w="2237740" h="289560">
                  <a:moveTo>
                    <a:pt x="44195" y="0"/>
                  </a:moveTo>
                  <a:lnTo>
                    <a:pt x="44195" y="289559"/>
                  </a:lnTo>
                </a:path>
                <a:path w="2237740" h="289560">
                  <a:moveTo>
                    <a:pt x="44195" y="144779"/>
                  </a:moveTo>
                  <a:lnTo>
                    <a:pt x="0" y="144779"/>
                  </a:lnTo>
                </a:path>
                <a:path w="2237740" h="289560">
                  <a:moveTo>
                    <a:pt x="2092451" y="0"/>
                  </a:moveTo>
                  <a:lnTo>
                    <a:pt x="2092451" y="289559"/>
                  </a:lnTo>
                </a:path>
                <a:path w="2237740" h="289560">
                  <a:moveTo>
                    <a:pt x="2092451" y="71627"/>
                  </a:moveTo>
                  <a:lnTo>
                    <a:pt x="2237231" y="0"/>
                  </a:lnTo>
                </a:path>
              </a:pathLst>
            </a:custGeom>
            <a:ln w="12191">
              <a:solidFill>
                <a:srgbClr val="000000"/>
              </a:solidFill>
            </a:ln>
          </p:spPr>
          <p:txBody>
            <a:bodyPr wrap="square" lIns="0" tIns="0" rIns="0" bIns="0" rtlCol="0"/>
            <a:lstStyle/>
            <a:p>
              <a:endParaRPr/>
            </a:p>
          </p:txBody>
        </p:sp>
        <p:sp>
          <p:nvSpPr>
            <p:cNvPr id="32" name="object 32"/>
            <p:cNvSpPr/>
            <p:nvPr/>
          </p:nvSpPr>
          <p:spPr>
            <a:xfrm>
              <a:off x="3240023" y="2961131"/>
              <a:ext cx="150876" cy="79248"/>
            </a:xfrm>
            <a:prstGeom prst="rect">
              <a:avLst/>
            </a:prstGeom>
            <a:blipFill>
              <a:blip r:embed="rId13" cstate="print"/>
              <a:stretch>
                <a:fillRect/>
              </a:stretch>
            </a:blipFill>
          </p:spPr>
          <p:txBody>
            <a:bodyPr wrap="square" lIns="0" tIns="0" rIns="0" bIns="0" rtlCol="0"/>
            <a:lstStyle/>
            <a:p>
              <a:endParaRPr/>
            </a:p>
          </p:txBody>
        </p:sp>
        <p:sp>
          <p:nvSpPr>
            <p:cNvPr id="33" name="object 33"/>
            <p:cNvSpPr/>
            <p:nvPr/>
          </p:nvSpPr>
          <p:spPr>
            <a:xfrm>
              <a:off x="3174491" y="2750819"/>
              <a:ext cx="43180" cy="289560"/>
            </a:xfrm>
            <a:custGeom>
              <a:avLst/>
              <a:gdLst/>
              <a:ahLst/>
              <a:cxnLst/>
              <a:rect l="l" t="t" r="r" b="b"/>
              <a:pathLst>
                <a:path w="43180" h="289560">
                  <a:moveTo>
                    <a:pt x="42671" y="0"/>
                  </a:moveTo>
                  <a:lnTo>
                    <a:pt x="42671" y="289559"/>
                  </a:lnTo>
                </a:path>
                <a:path w="43180" h="289560">
                  <a:moveTo>
                    <a:pt x="42671" y="144779"/>
                  </a:moveTo>
                  <a:lnTo>
                    <a:pt x="0" y="144779"/>
                  </a:lnTo>
                </a:path>
              </a:pathLst>
            </a:custGeom>
            <a:ln w="12191">
              <a:solidFill>
                <a:srgbClr val="000000"/>
              </a:solidFill>
            </a:ln>
          </p:spPr>
          <p:txBody>
            <a:bodyPr wrap="square" lIns="0" tIns="0" rIns="0" bIns="0" rtlCol="0"/>
            <a:lstStyle/>
            <a:p>
              <a:endParaRPr/>
            </a:p>
          </p:txBody>
        </p:sp>
        <p:sp>
          <p:nvSpPr>
            <p:cNvPr id="34" name="object 34"/>
            <p:cNvSpPr/>
            <p:nvPr/>
          </p:nvSpPr>
          <p:spPr>
            <a:xfrm>
              <a:off x="2619755" y="2270759"/>
              <a:ext cx="76200" cy="88391"/>
            </a:xfrm>
            <a:prstGeom prst="rect">
              <a:avLst/>
            </a:prstGeom>
            <a:blipFill>
              <a:blip r:embed="rId14" cstate="print"/>
              <a:stretch>
                <a:fillRect/>
              </a:stretch>
            </a:blipFill>
          </p:spPr>
          <p:txBody>
            <a:bodyPr wrap="square" lIns="0" tIns="0" rIns="0" bIns="0" rtlCol="0"/>
            <a:lstStyle/>
            <a:p>
              <a:endParaRPr/>
            </a:p>
          </p:txBody>
        </p:sp>
        <p:sp>
          <p:nvSpPr>
            <p:cNvPr id="35" name="object 35"/>
            <p:cNvSpPr/>
            <p:nvPr/>
          </p:nvSpPr>
          <p:spPr>
            <a:xfrm>
              <a:off x="2519171" y="2412491"/>
              <a:ext cx="242315" cy="105155"/>
            </a:xfrm>
            <a:prstGeom prst="rect">
              <a:avLst/>
            </a:prstGeom>
            <a:blipFill>
              <a:blip r:embed="rId15" cstate="print"/>
              <a:stretch>
                <a:fillRect/>
              </a:stretch>
            </a:blipFill>
          </p:spPr>
          <p:txBody>
            <a:bodyPr wrap="square" lIns="0" tIns="0" rIns="0" bIns="0" rtlCol="0"/>
            <a:lstStyle/>
            <a:p>
              <a:endParaRPr/>
            </a:p>
          </p:txBody>
        </p:sp>
        <p:sp>
          <p:nvSpPr>
            <p:cNvPr id="36" name="object 36"/>
            <p:cNvSpPr/>
            <p:nvPr/>
          </p:nvSpPr>
          <p:spPr>
            <a:xfrm>
              <a:off x="1456943" y="1825751"/>
              <a:ext cx="0" cy="1330960"/>
            </a:xfrm>
            <a:custGeom>
              <a:avLst/>
              <a:gdLst/>
              <a:ahLst/>
              <a:cxnLst/>
              <a:rect l="l" t="t" r="r" b="b"/>
              <a:pathLst>
                <a:path h="1330960">
                  <a:moveTo>
                    <a:pt x="0" y="0"/>
                  </a:moveTo>
                  <a:lnTo>
                    <a:pt x="0" y="1330451"/>
                  </a:lnTo>
                </a:path>
              </a:pathLst>
            </a:custGeom>
            <a:ln w="12191">
              <a:solidFill>
                <a:srgbClr val="FF0000"/>
              </a:solidFill>
            </a:ln>
          </p:spPr>
          <p:txBody>
            <a:bodyPr wrap="square" lIns="0" tIns="0" rIns="0" bIns="0" rtlCol="0"/>
            <a:lstStyle/>
            <a:p>
              <a:endParaRPr/>
            </a:p>
          </p:txBody>
        </p:sp>
        <p:sp>
          <p:nvSpPr>
            <p:cNvPr id="37" name="object 37"/>
            <p:cNvSpPr/>
            <p:nvPr/>
          </p:nvSpPr>
          <p:spPr>
            <a:xfrm>
              <a:off x="1418843" y="3137916"/>
              <a:ext cx="76200" cy="74675"/>
            </a:xfrm>
            <a:prstGeom prst="rect">
              <a:avLst/>
            </a:prstGeom>
            <a:blipFill>
              <a:blip r:embed="rId16" cstate="print"/>
              <a:stretch>
                <a:fillRect/>
              </a:stretch>
            </a:blipFill>
          </p:spPr>
          <p:txBody>
            <a:bodyPr wrap="square" lIns="0" tIns="0" rIns="0" bIns="0" rtlCol="0"/>
            <a:lstStyle/>
            <a:p>
              <a:endParaRPr/>
            </a:p>
          </p:txBody>
        </p:sp>
      </p:grpSp>
      <p:sp>
        <p:nvSpPr>
          <p:cNvPr id="38" name="object 38"/>
          <p:cNvSpPr/>
          <p:nvPr/>
        </p:nvSpPr>
        <p:spPr>
          <a:xfrm>
            <a:off x="1013460" y="1856232"/>
            <a:ext cx="120396" cy="91439"/>
          </a:xfrm>
          <a:prstGeom prst="rect">
            <a:avLst/>
          </a:prstGeom>
          <a:blipFill>
            <a:blip r:embed="rId17" cstate="print"/>
            <a:stretch>
              <a:fillRect/>
            </a:stretch>
          </a:blipFill>
        </p:spPr>
        <p:txBody>
          <a:bodyPr wrap="square" lIns="0" tIns="0" rIns="0" bIns="0" rtlCol="0"/>
          <a:lstStyle/>
          <a:p>
            <a:endParaRPr/>
          </a:p>
        </p:txBody>
      </p:sp>
      <p:sp>
        <p:nvSpPr>
          <p:cNvPr id="39" name="object 39"/>
          <p:cNvSpPr/>
          <p:nvPr/>
        </p:nvSpPr>
        <p:spPr>
          <a:xfrm>
            <a:off x="2109216" y="1941576"/>
            <a:ext cx="124968" cy="88391"/>
          </a:xfrm>
          <a:prstGeom prst="rect">
            <a:avLst/>
          </a:prstGeom>
          <a:blipFill>
            <a:blip r:embed="rId18" cstate="print"/>
            <a:stretch>
              <a:fillRect/>
            </a:stretch>
          </a:blipFill>
        </p:spPr>
        <p:txBody>
          <a:bodyPr wrap="square" lIns="0" tIns="0" rIns="0" bIns="0" rtlCol="0"/>
          <a:lstStyle/>
          <a:p>
            <a:endParaRPr/>
          </a:p>
        </p:txBody>
      </p:sp>
      <p:sp>
        <p:nvSpPr>
          <p:cNvPr id="40" name="object 40"/>
          <p:cNvSpPr/>
          <p:nvPr/>
        </p:nvSpPr>
        <p:spPr>
          <a:xfrm>
            <a:off x="4128515" y="1941576"/>
            <a:ext cx="141732" cy="89915"/>
          </a:xfrm>
          <a:prstGeom prst="rect">
            <a:avLst/>
          </a:prstGeom>
          <a:blipFill>
            <a:blip r:embed="rId19" cstate="print"/>
            <a:stretch>
              <a:fillRect/>
            </a:stretch>
          </a:blipFill>
        </p:spPr>
        <p:txBody>
          <a:bodyPr wrap="square" lIns="0" tIns="0" rIns="0" bIns="0" rtlCol="0"/>
          <a:lstStyle/>
          <a:p>
            <a:endParaRPr/>
          </a:p>
        </p:txBody>
      </p:sp>
      <p:sp>
        <p:nvSpPr>
          <p:cNvPr id="41" name="object 41"/>
          <p:cNvSpPr/>
          <p:nvPr/>
        </p:nvSpPr>
        <p:spPr>
          <a:xfrm>
            <a:off x="4128515" y="2907792"/>
            <a:ext cx="140208" cy="88391"/>
          </a:xfrm>
          <a:prstGeom prst="rect">
            <a:avLst/>
          </a:prstGeom>
          <a:blipFill>
            <a:blip r:embed="rId20" cstate="print"/>
            <a:stretch>
              <a:fillRect/>
            </a:stretch>
          </a:blipFill>
        </p:spPr>
        <p:txBody>
          <a:bodyPr wrap="square" lIns="0" tIns="0" rIns="0" bIns="0" rtlCol="0"/>
          <a:lstStyle/>
          <a:p>
            <a:endParaRPr/>
          </a:p>
        </p:txBody>
      </p:sp>
      <p:grpSp>
        <p:nvGrpSpPr>
          <p:cNvPr id="42" name="object 42"/>
          <p:cNvGrpSpPr/>
          <p:nvPr/>
        </p:nvGrpSpPr>
        <p:grpSpPr>
          <a:xfrm>
            <a:off x="1479041" y="4136135"/>
            <a:ext cx="2082164" cy="1259205"/>
            <a:chOff x="1479041" y="4136135"/>
            <a:chExt cx="2082164" cy="1259205"/>
          </a:xfrm>
        </p:grpSpPr>
        <p:sp>
          <p:nvSpPr>
            <p:cNvPr id="43" name="object 43"/>
            <p:cNvSpPr/>
            <p:nvPr/>
          </p:nvSpPr>
          <p:spPr>
            <a:xfrm>
              <a:off x="1485899" y="4556759"/>
              <a:ext cx="2060575" cy="0"/>
            </a:xfrm>
            <a:custGeom>
              <a:avLst/>
              <a:gdLst/>
              <a:ahLst/>
              <a:cxnLst/>
              <a:rect l="l" t="t" r="r" b="b"/>
              <a:pathLst>
                <a:path w="2060575">
                  <a:moveTo>
                    <a:pt x="0" y="0"/>
                  </a:moveTo>
                  <a:lnTo>
                    <a:pt x="2060447" y="0"/>
                  </a:lnTo>
                </a:path>
              </a:pathLst>
            </a:custGeom>
            <a:ln w="13715">
              <a:solidFill>
                <a:srgbClr val="666666"/>
              </a:solidFill>
            </a:ln>
          </p:spPr>
          <p:txBody>
            <a:bodyPr wrap="square" lIns="0" tIns="0" rIns="0" bIns="0" rtlCol="0"/>
            <a:lstStyle/>
            <a:p>
              <a:endParaRPr/>
            </a:p>
          </p:txBody>
        </p:sp>
        <p:sp>
          <p:nvSpPr>
            <p:cNvPr id="44" name="object 44"/>
            <p:cNvSpPr/>
            <p:nvPr/>
          </p:nvSpPr>
          <p:spPr>
            <a:xfrm>
              <a:off x="1918715" y="4556759"/>
              <a:ext cx="597535" cy="0"/>
            </a:xfrm>
            <a:custGeom>
              <a:avLst/>
              <a:gdLst/>
              <a:ahLst/>
              <a:cxnLst/>
              <a:rect l="l" t="t" r="r" b="b"/>
              <a:pathLst>
                <a:path w="597535">
                  <a:moveTo>
                    <a:pt x="0" y="0"/>
                  </a:moveTo>
                  <a:lnTo>
                    <a:pt x="597407" y="0"/>
                  </a:lnTo>
                </a:path>
              </a:pathLst>
            </a:custGeom>
            <a:ln w="28955">
              <a:solidFill>
                <a:srgbClr val="000080"/>
              </a:solidFill>
            </a:ln>
          </p:spPr>
          <p:txBody>
            <a:bodyPr wrap="square" lIns="0" tIns="0" rIns="0" bIns="0" rtlCol="0"/>
            <a:lstStyle/>
            <a:p>
              <a:endParaRPr/>
            </a:p>
          </p:txBody>
        </p:sp>
        <p:sp>
          <p:nvSpPr>
            <p:cNvPr id="45" name="object 45"/>
            <p:cNvSpPr/>
            <p:nvPr/>
          </p:nvSpPr>
          <p:spPr>
            <a:xfrm>
              <a:off x="2321051" y="4532375"/>
              <a:ext cx="195580" cy="393700"/>
            </a:xfrm>
            <a:custGeom>
              <a:avLst/>
              <a:gdLst/>
              <a:ahLst/>
              <a:cxnLst/>
              <a:rect l="l" t="t" r="r" b="b"/>
              <a:pathLst>
                <a:path w="195580" h="393700">
                  <a:moveTo>
                    <a:pt x="140207" y="120395"/>
                  </a:moveTo>
                  <a:lnTo>
                    <a:pt x="140207" y="393191"/>
                  </a:lnTo>
                </a:path>
                <a:path w="195580" h="393700">
                  <a:moveTo>
                    <a:pt x="195071" y="338327"/>
                  </a:moveTo>
                  <a:lnTo>
                    <a:pt x="195071" y="0"/>
                  </a:lnTo>
                </a:path>
                <a:path w="195580" h="393700">
                  <a:moveTo>
                    <a:pt x="0" y="228599"/>
                  </a:moveTo>
                  <a:lnTo>
                    <a:pt x="67055" y="228599"/>
                  </a:lnTo>
                </a:path>
              </a:pathLst>
            </a:custGeom>
            <a:ln w="13715">
              <a:solidFill>
                <a:srgbClr val="666666"/>
              </a:solidFill>
            </a:ln>
          </p:spPr>
          <p:txBody>
            <a:bodyPr wrap="square" lIns="0" tIns="0" rIns="0" bIns="0" rtlCol="0"/>
            <a:lstStyle/>
            <a:p>
              <a:endParaRPr/>
            </a:p>
          </p:txBody>
        </p:sp>
        <p:sp>
          <p:nvSpPr>
            <p:cNvPr id="46" name="object 46"/>
            <p:cNvSpPr/>
            <p:nvPr/>
          </p:nvSpPr>
          <p:spPr>
            <a:xfrm>
              <a:off x="2365248" y="4713731"/>
              <a:ext cx="96520" cy="96520"/>
            </a:xfrm>
            <a:custGeom>
              <a:avLst/>
              <a:gdLst/>
              <a:ahLst/>
              <a:cxnLst/>
              <a:rect l="l" t="t" r="r" b="b"/>
              <a:pathLst>
                <a:path w="96519" h="96520">
                  <a:moveTo>
                    <a:pt x="0" y="0"/>
                  </a:moveTo>
                  <a:lnTo>
                    <a:pt x="8572" y="23574"/>
                  </a:lnTo>
                  <a:lnTo>
                    <a:pt x="11429" y="48006"/>
                  </a:lnTo>
                  <a:lnTo>
                    <a:pt x="8572" y="72437"/>
                  </a:lnTo>
                  <a:lnTo>
                    <a:pt x="0" y="96012"/>
                  </a:lnTo>
                  <a:lnTo>
                    <a:pt x="96012" y="47244"/>
                  </a:lnTo>
                  <a:lnTo>
                    <a:pt x="0" y="0"/>
                  </a:lnTo>
                  <a:close/>
                </a:path>
              </a:pathLst>
            </a:custGeom>
            <a:solidFill>
              <a:srgbClr val="666666"/>
            </a:solidFill>
          </p:spPr>
          <p:txBody>
            <a:bodyPr wrap="square" lIns="0" tIns="0" rIns="0" bIns="0" rtlCol="0"/>
            <a:lstStyle/>
            <a:p>
              <a:endParaRPr/>
            </a:p>
          </p:txBody>
        </p:sp>
        <p:sp>
          <p:nvSpPr>
            <p:cNvPr id="47" name="object 47"/>
            <p:cNvSpPr/>
            <p:nvPr/>
          </p:nvSpPr>
          <p:spPr>
            <a:xfrm>
              <a:off x="2589275" y="4760975"/>
              <a:ext cx="111760" cy="0"/>
            </a:xfrm>
            <a:custGeom>
              <a:avLst/>
              <a:gdLst/>
              <a:ahLst/>
              <a:cxnLst/>
              <a:rect l="l" t="t" r="r" b="b"/>
              <a:pathLst>
                <a:path w="111760">
                  <a:moveTo>
                    <a:pt x="111251" y="0"/>
                  </a:moveTo>
                  <a:lnTo>
                    <a:pt x="0" y="0"/>
                  </a:lnTo>
                </a:path>
              </a:pathLst>
            </a:custGeom>
            <a:ln w="13715">
              <a:solidFill>
                <a:srgbClr val="666666"/>
              </a:solidFill>
            </a:ln>
          </p:spPr>
          <p:txBody>
            <a:bodyPr wrap="square" lIns="0" tIns="0" rIns="0" bIns="0" rtlCol="0"/>
            <a:lstStyle/>
            <a:p>
              <a:endParaRPr/>
            </a:p>
          </p:txBody>
        </p:sp>
        <p:sp>
          <p:nvSpPr>
            <p:cNvPr id="48" name="object 48"/>
            <p:cNvSpPr/>
            <p:nvPr/>
          </p:nvSpPr>
          <p:spPr>
            <a:xfrm>
              <a:off x="2516124" y="4713731"/>
              <a:ext cx="96520" cy="96520"/>
            </a:xfrm>
            <a:custGeom>
              <a:avLst/>
              <a:gdLst/>
              <a:ahLst/>
              <a:cxnLst/>
              <a:rect l="l" t="t" r="r" b="b"/>
              <a:pathLst>
                <a:path w="96519" h="96520">
                  <a:moveTo>
                    <a:pt x="96012" y="0"/>
                  </a:moveTo>
                  <a:lnTo>
                    <a:pt x="0" y="47244"/>
                  </a:lnTo>
                  <a:lnTo>
                    <a:pt x="96012" y="96012"/>
                  </a:lnTo>
                  <a:lnTo>
                    <a:pt x="87439" y="72437"/>
                  </a:lnTo>
                  <a:lnTo>
                    <a:pt x="84581" y="48006"/>
                  </a:lnTo>
                  <a:lnTo>
                    <a:pt x="87439" y="23574"/>
                  </a:lnTo>
                  <a:lnTo>
                    <a:pt x="96012" y="0"/>
                  </a:lnTo>
                  <a:close/>
                </a:path>
              </a:pathLst>
            </a:custGeom>
            <a:solidFill>
              <a:srgbClr val="666666"/>
            </a:solidFill>
          </p:spPr>
          <p:txBody>
            <a:bodyPr wrap="square" lIns="0" tIns="0" rIns="0" bIns="0" rtlCol="0"/>
            <a:lstStyle/>
            <a:p>
              <a:endParaRPr/>
            </a:p>
          </p:txBody>
        </p:sp>
        <p:sp>
          <p:nvSpPr>
            <p:cNvPr id="49" name="object 49"/>
            <p:cNvSpPr/>
            <p:nvPr/>
          </p:nvSpPr>
          <p:spPr>
            <a:xfrm>
              <a:off x="1973579" y="4652771"/>
              <a:ext cx="184785" cy="273050"/>
            </a:xfrm>
            <a:custGeom>
              <a:avLst/>
              <a:gdLst/>
              <a:ahLst/>
              <a:cxnLst/>
              <a:rect l="l" t="t" r="r" b="b"/>
              <a:pathLst>
                <a:path w="184785" h="273050">
                  <a:moveTo>
                    <a:pt x="0" y="272795"/>
                  </a:moveTo>
                  <a:lnTo>
                    <a:pt x="0" y="0"/>
                  </a:lnTo>
                </a:path>
                <a:path w="184785" h="273050">
                  <a:moveTo>
                    <a:pt x="184403" y="108203"/>
                  </a:moveTo>
                  <a:lnTo>
                    <a:pt x="73151" y="108203"/>
                  </a:lnTo>
                </a:path>
              </a:pathLst>
            </a:custGeom>
            <a:ln w="13715">
              <a:solidFill>
                <a:srgbClr val="666666"/>
              </a:solidFill>
            </a:ln>
          </p:spPr>
          <p:txBody>
            <a:bodyPr wrap="square" lIns="0" tIns="0" rIns="0" bIns="0" rtlCol="0"/>
            <a:lstStyle/>
            <a:p>
              <a:endParaRPr/>
            </a:p>
          </p:txBody>
        </p:sp>
        <p:sp>
          <p:nvSpPr>
            <p:cNvPr id="50" name="object 50"/>
            <p:cNvSpPr/>
            <p:nvPr/>
          </p:nvSpPr>
          <p:spPr>
            <a:xfrm>
              <a:off x="1973580" y="4713731"/>
              <a:ext cx="96520" cy="96520"/>
            </a:xfrm>
            <a:custGeom>
              <a:avLst/>
              <a:gdLst/>
              <a:ahLst/>
              <a:cxnLst/>
              <a:rect l="l" t="t" r="r" b="b"/>
              <a:pathLst>
                <a:path w="96519" h="96520">
                  <a:moveTo>
                    <a:pt x="96012" y="0"/>
                  </a:moveTo>
                  <a:lnTo>
                    <a:pt x="0" y="47244"/>
                  </a:lnTo>
                  <a:lnTo>
                    <a:pt x="96012" y="96012"/>
                  </a:lnTo>
                  <a:lnTo>
                    <a:pt x="87439" y="72437"/>
                  </a:lnTo>
                  <a:lnTo>
                    <a:pt x="84581" y="48006"/>
                  </a:lnTo>
                  <a:lnTo>
                    <a:pt x="87439" y="23574"/>
                  </a:lnTo>
                  <a:lnTo>
                    <a:pt x="96012" y="0"/>
                  </a:lnTo>
                  <a:close/>
                </a:path>
              </a:pathLst>
            </a:custGeom>
            <a:solidFill>
              <a:srgbClr val="666666"/>
            </a:solidFill>
          </p:spPr>
          <p:txBody>
            <a:bodyPr wrap="square" lIns="0" tIns="0" rIns="0" bIns="0" rtlCol="0"/>
            <a:lstStyle/>
            <a:p>
              <a:endParaRPr/>
            </a:p>
          </p:txBody>
        </p:sp>
        <p:sp>
          <p:nvSpPr>
            <p:cNvPr id="51" name="object 51"/>
            <p:cNvSpPr/>
            <p:nvPr/>
          </p:nvSpPr>
          <p:spPr>
            <a:xfrm>
              <a:off x="1778507" y="4760975"/>
              <a:ext cx="68580" cy="0"/>
            </a:xfrm>
            <a:custGeom>
              <a:avLst/>
              <a:gdLst/>
              <a:ahLst/>
              <a:cxnLst/>
              <a:rect l="l" t="t" r="r" b="b"/>
              <a:pathLst>
                <a:path w="68580">
                  <a:moveTo>
                    <a:pt x="0" y="0"/>
                  </a:moveTo>
                  <a:lnTo>
                    <a:pt x="68579" y="0"/>
                  </a:lnTo>
                </a:path>
              </a:pathLst>
            </a:custGeom>
            <a:ln w="13715">
              <a:solidFill>
                <a:srgbClr val="666666"/>
              </a:solidFill>
            </a:ln>
          </p:spPr>
          <p:txBody>
            <a:bodyPr wrap="square" lIns="0" tIns="0" rIns="0" bIns="0" rtlCol="0"/>
            <a:lstStyle/>
            <a:p>
              <a:endParaRPr/>
            </a:p>
          </p:txBody>
        </p:sp>
        <p:sp>
          <p:nvSpPr>
            <p:cNvPr id="52" name="object 52"/>
            <p:cNvSpPr/>
            <p:nvPr/>
          </p:nvSpPr>
          <p:spPr>
            <a:xfrm>
              <a:off x="1822704" y="4713731"/>
              <a:ext cx="96520" cy="96520"/>
            </a:xfrm>
            <a:custGeom>
              <a:avLst/>
              <a:gdLst/>
              <a:ahLst/>
              <a:cxnLst/>
              <a:rect l="l" t="t" r="r" b="b"/>
              <a:pathLst>
                <a:path w="96519" h="96520">
                  <a:moveTo>
                    <a:pt x="0" y="0"/>
                  </a:moveTo>
                  <a:lnTo>
                    <a:pt x="8572" y="23574"/>
                  </a:lnTo>
                  <a:lnTo>
                    <a:pt x="11429" y="48006"/>
                  </a:lnTo>
                  <a:lnTo>
                    <a:pt x="8572" y="72437"/>
                  </a:lnTo>
                  <a:lnTo>
                    <a:pt x="0" y="96012"/>
                  </a:lnTo>
                  <a:lnTo>
                    <a:pt x="96012" y="47244"/>
                  </a:lnTo>
                  <a:lnTo>
                    <a:pt x="0" y="0"/>
                  </a:lnTo>
                  <a:close/>
                </a:path>
              </a:pathLst>
            </a:custGeom>
            <a:solidFill>
              <a:srgbClr val="666666"/>
            </a:solidFill>
          </p:spPr>
          <p:txBody>
            <a:bodyPr wrap="square" lIns="0" tIns="0" rIns="0" bIns="0" rtlCol="0"/>
            <a:lstStyle/>
            <a:p>
              <a:endParaRPr/>
            </a:p>
          </p:txBody>
        </p:sp>
        <p:sp>
          <p:nvSpPr>
            <p:cNvPr id="53" name="object 53"/>
            <p:cNvSpPr/>
            <p:nvPr/>
          </p:nvSpPr>
          <p:spPr>
            <a:xfrm>
              <a:off x="1485899" y="4136135"/>
              <a:ext cx="2060575" cy="1259205"/>
            </a:xfrm>
            <a:custGeom>
              <a:avLst/>
              <a:gdLst/>
              <a:ahLst/>
              <a:cxnLst/>
              <a:rect l="l" t="t" r="r" b="b"/>
              <a:pathLst>
                <a:path w="2060575" h="1259204">
                  <a:moveTo>
                    <a:pt x="432815" y="406907"/>
                  </a:moveTo>
                  <a:lnTo>
                    <a:pt x="432815" y="734567"/>
                  </a:lnTo>
                </a:path>
                <a:path w="2060575" h="1259204">
                  <a:moveTo>
                    <a:pt x="0" y="1258823"/>
                  </a:moveTo>
                  <a:lnTo>
                    <a:pt x="0" y="0"/>
                  </a:lnTo>
                </a:path>
                <a:path w="2060575" h="1259204">
                  <a:moveTo>
                    <a:pt x="0" y="1103375"/>
                  </a:moveTo>
                  <a:lnTo>
                    <a:pt x="2060447" y="1103375"/>
                  </a:lnTo>
                </a:path>
              </a:pathLst>
            </a:custGeom>
            <a:ln w="13715">
              <a:solidFill>
                <a:srgbClr val="666666"/>
              </a:solidFill>
            </a:ln>
          </p:spPr>
          <p:txBody>
            <a:bodyPr wrap="square" lIns="0" tIns="0" rIns="0" bIns="0" rtlCol="0"/>
            <a:lstStyle/>
            <a:p>
              <a:endParaRPr/>
            </a:p>
          </p:txBody>
        </p:sp>
        <p:sp>
          <p:nvSpPr>
            <p:cNvPr id="54" name="object 54"/>
            <p:cNvSpPr/>
            <p:nvPr/>
          </p:nvSpPr>
          <p:spPr>
            <a:xfrm>
              <a:off x="2516123" y="4229099"/>
              <a:ext cx="487680" cy="327660"/>
            </a:xfrm>
            <a:custGeom>
              <a:avLst/>
              <a:gdLst/>
              <a:ahLst/>
              <a:cxnLst/>
              <a:rect l="l" t="t" r="r" b="b"/>
              <a:pathLst>
                <a:path w="487680" h="327660">
                  <a:moveTo>
                    <a:pt x="0" y="327659"/>
                  </a:moveTo>
                  <a:lnTo>
                    <a:pt x="0" y="0"/>
                  </a:lnTo>
                  <a:lnTo>
                    <a:pt x="487679" y="0"/>
                  </a:lnTo>
                  <a:lnTo>
                    <a:pt x="487679" y="327659"/>
                  </a:lnTo>
                </a:path>
              </a:pathLst>
            </a:custGeom>
            <a:ln w="28955">
              <a:solidFill>
                <a:srgbClr val="000080"/>
              </a:solidFill>
            </a:ln>
          </p:spPr>
          <p:txBody>
            <a:bodyPr wrap="square" lIns="0" tIns="0" rIns="0" bIns="0" rtlCol="0"/>
            <a:lstStyle/>
            <a:p>
              <a:endParaRPr/>
            </a:p>
          </p:txBody>
        </p:sp>
        <p:sp>
          <p:nvSpPr>
            <p:cNvPr id="55" name="object 55"/>
            <p:cNvSpPr/>
            <p:nvPr/>
          </p:nvSpPr>
          <p:spPr>
            <a:xfrm>
              <a:off x="3003804" y="4542281"/>
              <a:ext cx="542925" cy="29209"/>
            </a:xfrm>
            <a:custGeom>
              <a:avLst/>
              <a:gdLst/>
              <a:ahLst/>
              <a:cxnLst/>
              <a:rect l="l" t="t" r="r" b="b"/>
              <a:pathLst>
                <a:path w="542925" h="29210">
                  <a:moveTo>
                    <a:pt x="0" y="0"/>
                  </a:moveTo>
                  <a:lnTo>
                    <a:pt x="542543" y="0"/>
                  </a:lnTo>
                  <a:lnTo>
                    <a:pt x="542543" y="28955"/>
                  </a:lnTo>
                  <a:lnTo>
                    <a:pt x="0" y="28955"/>
                  </a:lnTo>
                  <a:lnTo>
                    <a:pt x="0" y="0"/>
                  </a:lnTo>
                  <a:close/>
                </a:path>
              </a:pathLst>
            </a:custGeom>
            <a:solidFill>
              <a:srgbClr val="000080"/>
            </a:solidFill>
          </p:spPr>
          <p:txBody>
            <a:bodyPr wrap="square" lIns="0" tIns="0" rIns="0" bIns="0" rtlCol="0"/>
            <a:lstStyle/>
            <a:p>
              <a:endParaRPr/>
            </a:p>
          </p:txBody>
        </p:sp>
        <p:sp>
          <p:nvSpPr>
            <p:cNvPr id="56" name="object 56"/>
            <p:cNvSpPr/>
            <p:nvPr/>
          </p:nvSpPr>
          <p:spPr>
            <a:xfrm>
              <a:off x="1973579" y="4911851"/>
              <a:ext cx="1572895" cy="327660"/>
            </a:xfrm>
            <a:custGeom>
              <a:avLst/>
              <a:gdLst/>
              <a:ahLst/>
              <a:cxnLst/>
              <a:rect l="l" t="t" r="r" b="b"/>
              <a:pathLst>
                <a:path w="1572895" h="327660">
                  <a:moveTo>
                    <a:pt x="0" y="327659"/>
                  </a:moveTo>
                  <a:lnTo>
                    <a:pt x="0" y="0"/>
                  </a:lnTo>
                  <a:lnTo>
                    <a:pt x="487679" y="0"/>
                  </a:lnTo>
                  <a:lnTo>
                    <a:pt x="487679" y="327659"/>
                  </a:lnTo>
                </a:path>
                <a:path w="1572895" h="327660">
                  <a:moveTo>
                    <a:pt x="1085087" y="327659"/>
                  </a:moveTo>
                  <a:lnTo>
                    <a:pt x="1085087" y="0"/>
                  </a:lnTo>
                  <a:lnTo>
                    <a:pt x="1572767" y="0"/>
                  </a:lnTo>
                  <a:lnTo>
                    <a:pt x="1572767" y="327659"/>
                  </a:lnTo>
                </a:path>
                <a:path w="1572895" h="327660">
                  <a:moveTo>
                    <a:pt x="487679" y="327659"/>
                  </a:moveTo>
                  <a:lnTo>
                    <a:pt x="1085087" y="327659"/>
                  </a:lnTo>
                </a:path>
              </a:pathLst>
            </a:custGeom>
            <a:ln w="28955">
              <a:solidFill>
                <a:srgbClr val="000080"/>
              </a:solidFill>
            </a:ln>
          </p:spPr>
          <p:txBody>
            <a:bodyPr wrap="square" lIns="0" tIns="0" rIns="0" bIns="0" rtlCol="0"/>
            <a:lstStyle/>
            <a:p>
              <a:endParaRPr/>
            </a:p>
          </p:txBody>
        </p:sp>
        <p:sp>
          <p:nvSpPr>
            <p:cNvPr id="57" name="object 57"/>
            <p:cNvSpPr/>
            <p:nvPr/>
          </p:nvSpPr>
          <p:spPr>
            <a:xfrm>
              <a:off x="3003804" y="4542281"/>
              <a:ext cx="542925" cy="29209"/>
            </a:xfrm>
            <a:custGeom>
              <a:avLst/>
              <a:gdLst/>
              <a:ahLst/>
              <a:cxnLst/>
              <a:rect l="l" t="t" r="r" b="b"/>
              <a:pathLst>
                <a:path w="542925" h="29210">
                  <a:moveTo>
                    <a:pt x="0" y="0"/>
                  </a:moveTo>
                  <a:lnTo>
                    <a:pt x="542543" y="0"/>
                  </a:lnTo>
                  <a:lnTo>
                    <a:pt x="542543" y="28955"/>
                  </a:lnTo>
                  <a:lnTo>
                    <a:pt x="0" y="28955"/>
                  </a:lnTo>
                  <a:lnTo>
                    <a:pt x="0" y="0"/>
                  </a:lnTo>
                  <a:close/>
                </a:path>
              </a:pathLst>
            </a:custGeom>
            <a:solidFill>
              <a:srgbClr val="000080"/>
            </a:solidFill>
          </p:spPr>
          <p:txBody>
            <a:bodyPr wrap="square" lIns="0" tIns="0" rIns="0" bIns="0" rtlCol="0"/>
            <a:lstStyle/>
            <a:p>
              <a:endParaRPr/>
            </a:p>
          </p:txBody>
        </p:sp>
        <p:sp>
          <p:nvSpPr>
            <p:cNvPr id="58" name="object 58"/>
            <p:cNvSpPr/>
            <p:nvPr/>
          </p:nvSpPr>
          <p:spPr>
            <a:xfrm>
              <a:off x="1485899" y="4216907"/>
              <a:ext cx="487680" cy="1022985"/>
            </a:xfrm>
            <a:custGeom>
              <a:avLst/>
              <a:gdLst/>
              <a:ahLst/>
              <a:cxnLst/>
              <a:rect l="l" t="t" r="r" b="b"/>
              <a:pathLst>
                <a:path w="487680" h="1022985">
                  <a:moveTo>
                    <a:pt x="0" y="1022603"/>
                  </a:moveTo>
                  <a:lnTo>
                    <a:pt x="487679" y="1022603"/>
                  </a:lnTo>
                </a:path>
                <a:path w="487680" h="1022985">
                  <a:moveTo>
                    <a:pt x="0" y="0"/>
                  </a:moveTo>
                  <a:lnTo>
                    <a:pt x="432815" y="0"/>
                  </a:lnTo>
                </a:path>
                <a:path w="487680" h="1022985">
                  <a:moveTo>
                    <a:pt x="432815" y="0"/>
                  </a:moveTo>
                  <a:lnTo>
                    <a:pt x="432815" y="326135"/>
                  </a:lnTo>
                </a:path>
              </a:pathLst>
            </a:custGeom>
            <a:ln w="28955">
              <a:solidFill>
                <a:srgbClr val="000080"/>
              </a:solidFill>
            </a:ln>
          </p:spPr>
          <p:txBody>
            <a:bodyPr wrap="square" lIns="0" tIns="0" rIns="0" bIns="0" rtlCol="0"/>
            <a:lstStyle/>
            <a:p>
              <a:endParaRPr/>
            </a:p>
          </p:txBody>
        </p:sp>
      </p:grpSp>
      <p:grpSp>
        <p:nvGrpSpPr>
          <p:cNvPr id="59" name="object 59"/>
          <p:cNvGrpSpPr/>
          <p:nvPr/>
        </p:nvGrpSpPr>
        <p:grpSpPr>
          <a:xfrm>
            <a:off x="862583" y="4315967"/>
            <a:ext cx="542925" cy="165100"/>
            <a:chOff x="862583" y="4315967"/>
            <a:chExt cx="542925" cy="165100"/>
          </a:xfrm>
        </p:grpSpPr>
        <p:sp>
          <p:nvSpPr>
            <p:cNvPr id="60" name="object 60"/>
            <p:cNvSpPr/>
            <p:nvPr/>
          </p:nvSpPr>
          <p:spPr>
            <a:xfrm>
              <a:off x="862583" y="4315967"/>
              <a:ext cx="94487" cy="111251"/>
            </a:xfrm>
            <a:prstGeom prst="rect">
              <a:avLst/>
            </a:prstGeom>
            <a:blipFill>
              <a:blip r:embed="rId21" cstate="print"/>
              <a:stretch>
                <a:fillRect/>
              </a:stretch>
            </a:blipFill>
          </p:spPr>
          <p:txBody>
            <a:bodyPr wrap="square" lIns="0" tIns="0" rIns="0" bIns="0" rtlCol="0"/>
            <a:lstStyle/>
            <a:p>
              <a:endParaRPr/>
            </a:p>
          </p:txBody>
        </p:sp>
        <p:sp>
          <p:nvSpPr>
            <p:cNvPr id="61" name="object 61"/>
            <p:cNvSpPr/>
            <p:nvPr/>
          </p:nvSpPr>
          <p:spPr>
            <a:xfrm>
              <a:off x="955547" y="4404359"/>
              <a:ext cx="120396" cy="76200"/>
            </a:xfrm>
            <a:prstGeom prst="rect">
              <a:avLst/>
            </a:prstGeom>
            <a:blipFill>
              <a:blip r:embed="rId22" cstate="print"/>
              <a:stretch>
                <a:fillRect/>
              </a:stretch>
            </a:blipFill>
          </p:spPr>
          <p:txBody>
            <a:bodyPr wrap="square" lIns="0" tIns="0" rIns="0" bIns="0" rtlCol="0"/>
            <a:lstStyle/>
            <a:p>
              <a:endParaRPr/>
            </a:p>
          </p:txBody>
        </p:sp>
        <p:sp>
          <p:nvSpPr>
            <p:cNvPr id="62" name="object 62"/>
            <p:cNvSpPr/>
            <p:nvPr/>
          </p:nvSpPr>
          <p:spPr>
            <a:xfrm>
              <a:off x="1086611" y="4315967"/>
              <a:ext cx="193547" cy="134112"/>
            </a:xfrm>
            <a:prstGeom prst="rect">
              <a:avLst/>
            </a:prstGeom>
            <a:blipFill>
              <a:blip r:embed="rId23" cstate="print"/>
              <a:stretch>
                <a:fillRect/>
              </a:stretch>
            </a:blipFill>
          </p:spPr>
          <p:txBody>
            <a:bodyPr wrap="square" lIns="0" tIns="0" rIns="0" bIns="0" rtlCol="0"/>
            <a:lstStyle/>
            <a:p>
              <a:endParaRPr/>
            </a:p>
          </p:txBody>
        </p:sp>
        <p:sp>
          <p:nvSpPr>
            <p:cNvPr id="63" name="object 63"/>
            <p:cNvSpPr/>
            <p:nvPr/>
          </p:nvSpPr>
          <p:spPr>
            <a:xfrm>
              <a:off x="1278635" y="4404359"/>
              <a:ext cx="126492" cy="76200"/>
            </a:xfrm>
            <a:prstGeom prst="rect">
              <a:avLst/>
            </a:prstGeom>
            <a:blipFill>
              <a:blip r:embed="rId24" cstate="print"/>
              <a:stretch>
                <a:fillRect/>
              </a:stretch>
            </a:blipFill>
          </p:spPr>
          <p:txBody>
            <a:bodyPr wrap="square" lIns="0" tIns="0" rIns="0" bIns="0" rtlCol="0"/>
            <a:lstStyle/>
            <a:p>
              <a:endParaRPr/>
            </a:p>
          </p:txBody>
        </p:sp>
      </p:grpSp>
      <p:grpSp>
        <p:nvGrpSpPr>
          <p:cNvPr id="64" name="object 64"/>
          <p:cNvGrpSpPr/>
          <p:nvPr/>
        </p:nvGrpSpPr>
        <p:grpSpPr>
          <a:xfrm>
            <a:off x="862583" y="4998720"/>
            <a:ext cx="541020" cy="163195"/>
            <a:chOff x="862583" y="4998720"/>
            <a:chExt cx="541020" cy="163195"/>
          </a:xfrm>
        </p:grpSpPr>
        <p:sp>
          <p:nvSpPr>
            <p:cNvPr id="65" name="object 65"/>
            <p:cNvSpPr/>
            <p:nvPr/>
          </p:nvSpPr>
          <p:spPr>
            <a:xfrm>
              <a:off x="862583" y="4998720"/>
              <a:ext cx="94487" cy="111251"/>
            </a:xfrm>
            <a:prstGeom prst="rect">
              <a:avLst/>
            </a:prstGeom>
            <a:blipFill>
              <a:blip r:embed="rId21" cstate="print"/>
              <a:stretch>
                <a:fillRect/>
              </a:stretch>
            </a:blipFill>
          </p:spPr>
          <p:txBody>
            <a:bodyPr wrap="square" lIns="0" tIns="0" rIns="0" bIns="0" rtlCol="0"/>
            <a:lstStyle/>
            <a:p>
              <a:endParaRPr/>
            </a:p>
          </p:txBody>
        </p:sp>
        <p:sp>
          <p:nvSpPr>
            <p:cNvPr id="66" name="object 66"/>
            <p:cNvSpPr/>
            <p:nvPr/>
          </p:nvSpPr>
          <p:spPr>
            <a:xfrm>
              <a:off x="955547" y="5085588"/>
              <a:ext cx="126491" cy="76200"/>
            </a:xfrm>
            <a:prstGeom prst="rect">
              <a:avLst/>
            </a:prstGeom>
            <a:blipFill>
              <a:blip r:embed="rId25" cstate="print"/>
              <a:stretch>
                <a:fillRect/>
              </a:stretch>
            </a:blipFill>
          </p:spPr>
          <p:txBody>
            <a:bodyPr wrap="square" lIns="0" tIns="0" rIns="0" bIns="0" rtlCol="0"/>
            <a:lstStyle/>
            <a:p>
              <a:endParaRPr/>
            </a:p>
          </p:txBody>
        </p:sp>
        <p:sp>
          <p:nvSpPr>
            <p:cNvPr id="67" name="object 67"/>
            <p:cNvSpPr/>
            <p:nvPr/>
          </p:nvSpPr>
          <p:spPr>
            <a:xfrm>
              <a:off x="1086611" y="4998720"/>
              <a:ext cx="193547" cy="134112"/>
            </a:xfrm>
            <a:prstGeom prst="rect">
              <a:avLst/>
            </a:prstGeom>
            <a:blipFill>
              <a:blip r:embed="rId23" cstate="print"/>
              <a:stretch>
                <a:fillRect/>
              </a:stretch>
            </a:blipFill>
          </p:spPr>
          <p:txBody>
            <a:bodyPr wrap="square" lIns="0" tIns="0" rIns="0" bIns="0" rtlCol="0"/>
            <a:lstStyle/>
            <a:p>
              <a:endParaRPr/>
            </a:p>
          </p:txBody>
        </p:sp>
        <p:sp>
          <p:nvSpPr>
            <p:cNvPr id="68" name="object 68"/>
            <p:cNvSpPr/>
            <p:nvPr/>
          </p:nvSpPr>
          <p:spPr>
            <a:xfrm>
              <a:off x="1278635" y="5085588"/>
              <a:ext cx="124968" cy="76200"/>
            </a:xfrm>
            <a:prstGeom prst="rect">
              <a:avLst/>
            </a:prstGeom>
            <a:blipFill>
              <a:blip r:embed="rId26" cstate="print"/>
              <a:stretch>
                <a:fillRect/>
              </a:stretch>
            </a:blip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2896235" cy="574040"/>
          </a:xfrm>
          <a:prstGeom prst="rect">
            <a:avLst/>
          </a:prstGeom>
        </p:spPr>
        <p:txBody>
          <a:bodyPr vert="horz" wrap="square" lIns="0" tIns="12700" rIns="0" bIns="0" rtlCol="0">
            <a:spAutoFit/>
          </a:bodyPr>
          <a:lstStyle/>
          <a:p>
            <a:pPr marL="12700">
              <a:lnSpc>
                <a:spcPct val="100000"/>
              </a:lnSpc>
              <a:spcBef>
                <a:spcPts val="100"/>
              </a:spcBef>
            </a:pPr>
            <a:r>
              <a:rPr sz="3600" spc="-315" dirty="0">
                <a:solidFill>
                  <a:srgbClr val="002060"/>
                </a:solidFill>
              </a:rPr>
              <a:t>3-Phase</a:t>
            </a:r>
            <a:r>
              <a:rPr sz="3600" spc="-500" dirty="0">
                <a:solidFill>
                  <a:srgbClr val="002060"/>
                </a:solidFill>
              </a:rPr>
              <a:t> </a:t>
            </a:r>
            <a:r>
              <a:rPr sz="3600" spc="-350" dirty="0">
                <a:solidFill>
                  <a:srgbClr val="002060"/>
                </a:solidFill>
              </a:rPr>
              <a:t>Inverter</a:t>
            </a:r>
            <a:endParaRPr sz="3600"/>
          </a:p>
        </p:txBody>
      </p:sp>
      <p:grpSp>
        <p:nvGrpSpPr>
          <p:cNvPr id="4" name="object 4"/>
          <p:cNvGrpSpPr/>
          <p:nvPr/>
        </p:nvGrpSpPr>
        <p:grpSpPr>
          <a:xfrm>
            <a:off x="5718047" y="4735067"/>
            <a:ext cx="1447800" cy="1120140"/>
            <a:chOff x="5718047" y="4735067"/>
            <a:chExt cx="1447800" cy="1120140"/>
          </a:xfrm>
        </p:grpSpPr>
        <p:sp>
          <p:nvSpPr>
            <p:cNvPr id="5" name="object 5"/>
            <p:cNvSpPr/>
            <p:nvPr/>
          </p:nvSpPr>
          <p:spPr>
            <a:xfrm>
              <a:off x="6547103" y="5512307"/>
              <a:ext cx="304799" cy="132587"/>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5718047" y="5582411"/>
              <a:ext cx="1440180" cy="273050"/>
            </a:xfrm>
            <a:custGeom>
              <a:avLst/>
              <a:gdLst/>
              <a:ahLst/>
              <a:cxnLst/>
              <a:rect l="l" t="t" r="r" b="b"/>
              <a:pathLst>
                <a:path w="1440179" h="273050">
                  <a:moveTo>
                    <a:pt x="836675" y="3047"/>
                  </a:moveTo>
                  <a:lnTo>
                    <a:pt x="0" y="3047"/>
                  </a:lnTo>
                </a:path>
                <a:path w="1440179" h="273050">
                  <a:moveTo>
                    <a:pt x="1440179" y="0"/>
                  </a:moveTo>
                  <a:lnTo>
                    <a:pt x="1440179" y="272795"/>
                  </a:lnTo>
                </a:path>
                <a:path w="1440179" h="273050">
                  <a:moveTo>
                    <a:pt x="1126235" y="3047"/>
                  </a:moveTo>
                  <a:lnTo>
                    <a:pt x="1435607" y="3047"/>
                  </a:lnTo>
                </a:path>
              </a:pathLst>
            </a:custGeom>
            <a:ln w="15239">
              <a:solidFill>
                <a:srgbClr val="000000"/>
              </a:solidFill>
            </a:ln>
          </p:spPr>
          <p:txBody>
            <a:bodyPr wrap="square" lIns="0" tIns="0" rIns="0" bIns="0" rtlCol="0"/>
            <a:lstStyle/>
            <a:p>
              <a:endParaRPr/>
            </a:p>
          </p:txBody>
        </p:sp>
        <p:sp>
          <p:nvSpPr>
            <p:cNvPr id="7" name="object 7"/>
            <p:cNvSpPr/>
            <p:nvPr/>
          </p:nvSpPr>
          <p:spPr>
            <a:xfrm>
              <a:off x="6297167" y="5042915"/>
              <a:ext cx="214883" cy="274319"/>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6190487" y="5309615"/>
              <a:ext cx="157480" cy="273050"/>
            </a:xfrm>
            <a:custGeom>
              <a:avLst/>
              <a:gdLst/>
              <a:ahLst/>
              <a:cxnLst/>
              <a:rect l="l" t="t" r="r" b="b"/>
              <a:pathLst>
                <a:path w="157479" h="273050">
                  <a:moveTo>
                    <a:pt x="0" y="272795"/>
                  </a:moveTo>
                  <a:lnTo>
                    <a:pt x="156971" y="0"/>
                  </a:lnTo>
                </a:path>
              </a:pathLst>
            </a:custGeom>
            <a:ln w="15239">
              <a:solidFill>
                <a:srgbClr val="000000"/>
              </a:solidFill>
            </a:ln>
          </p:spPr>
          <p:txBody>
            <a:bodyPr wrap="square" lIns="0" tIns="0" rIns="0" bIns="0" rtlCol="0"/>
            <a:lstStyle/>
            <a:p>
              <a:endParaRPr/>
            </a:p>
          </p:txBody>
        </p:sp>
        <p:sp>
          <p:nvSpPr>
            <p:cNvPr id="9" name="object 9"/>
            <p:cNvSpPr/>
            <p:nvPr/>
          </p:nvSpPr>
          <p:spPr>
            <a:xfrm>
              <a:off x="6833615" y="5038343"/>
              <a:ext cx="211835" cy="277367"/>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5718047" y="4742687"/>
              <a:ext cx="1435735" cy="840105"/>
            </a:xfrm>
            <a:custGeom>
              <a:avLst/>
              <a:gdLst/>
              <a:ahLst/>
              <a:cxnLst/>
              <a:rect l="l" t="t" r="r" b="b"/>
              <a:pathLst>
                <a:path w="1435734" h="840104">
                  <a:moveTo>
                    <a:pt x="1435607" y="839723"/>
                  </a:moveTo>
                  <a:lnTo>
                    <a:pt x="1278635" y="565403"/>
                  </a:lnTo>
                </a:path>
                <a:path w="1435734" h="840104">
                  <a:moveTo>
                    <a:pt x="1132331" y="313943"/>
                  </a:moveTo>
                  <a:lnTo>
                    <a:pt x="952499" y="0"/>
                  </a:lnTo>
                </a:path>
                <a:path w="1435734" h="840104">
                  <a:moveTo>
                    <a:pt x="774191" y="313943"/>
                  </a:moveTo>
                  <a:lnTo>
                    <a:pt x="952499" y="7619"/>
                  </a:lnTo>
                </a:path>
                <a:path w="1435734" h="840104">
                  <a:moveTo>
                    <a:pt x="944879" y="6095"/>
                  </a:moveTo>
                  <a:lnTo>
                    <a:pt x="0" y="6095"/>
                  </a:lnTo>
                </a:path>
              </a:pathLst>
            </a:custGeom>
            <a:ln w="15239">
              <a:solidFill>
                <a:srgbClr val="000000"/>
              </a:solidFill>
            </a:ln>
          </p:spPr>
          <p:txBody>
            <a:bodyPr wrap="square" lIns="0" tIns="0" rIns="0" bIns="0" rtlCol="0"/>
            <a:lstStyle/>
            <a:p>
              <a:endParaRPr/>
            </a:p>
          </p:txBody>
        </p:sp>
      </p:grpSp>
      <p:sp>
        <p:nvSpPr>
          <p:cNvPr id="11" name="object 11"/>
          <p:cNvSpPr txBox="1"/>
          <p:nvPr/>
        </p:nvSpPr>
        <p:spPr>
          <a:xfrm>
            <a:off x="5542267" y="4638497"/>
            <a:ext cx="128270" cy="210185"/>
          </a:xfrm>
          <a:prstGeom prst="rect">
            <a:avLst/>
          </a:prstGeom>
        </p:spPr>
        <p:txBody>
          <a:bodyPr vert="horz" wrap="square" lIns="0" tIns="13970" rIns="0" bIns="0" rtlCol="0">
            <a:spAutoFit/>
          </a:bodyPr>
          <a:lstStyle/>
          <a:p>
            <a:pPr marL="12700">
              <a:lnSpc>
                <a:spcPct val="100000"/>
              </a:lnSpc>
              <a:spcBef>
                <a:spcPts val="110"/>
              </a:spcBef>
            </a:pPr>
            <a:r>
              <a:rPr sz="1200" spc="5" dirty="0">
                <a:latin typeface="Arial"/>
                <a:cs typeface="Arial"/>
              </a:rPr>
              <a:t>A</a:t>
            </a:r>
            <a:endParaRPr sz="1200">
              <a:latin typeface="Arial"/>
              <a:cs typeface="Arial"/>
            </a:endParaRPr>
          </a:p>
        </p:txBody>
      </p:sp>
      <p:sp>
        <p:nvSpPr>
          <p:cNvPr id="12" name="object 12"/>
          <p:cNvSpPr txBox="1"/>
          <p:nvPr/>
        </p:nvSpPr>
        <p:spPr>
          <a:xfrm>
            <a:off x="7013003" y="4929555"/>
            <a:ext cx="137160" cy="210185"/>
          </a:xfrm>
          <a:prstGeom prst="rect">
            <a:avLst/>
          </a:prstGeom>
        </p:spPr>
        <p:txBody>
          <a:bodyPr vert="horz" wrap="square" lIns="0" tIns="13970" rIns="0" bIns="0" rtlCol="0">
            <a:spAutoFit/>
          </a:bodyPr>
          <a:lstStyle/>
          <a:p>
            <a:pPr marL="12700">
              <a:lnSpc>
                <a:spcPct val="100000"/>
              </a:lnSpc>
              <a:spcBef>
                <a:spcPts val="110"/>
              </a:spcBef>
            </a:pPr>
            <a:r>
              <a:rPr sz="1200" i="1" spc="5" dirty="0">
                <a:latin typeface="Arial"/>
                <a:cs typeface="Arial"/>
              </a:rPr>
              <a:t>R</a:t>
            </a:r>
            <a:endParaRPr sz="1200">
              <a:latin typeface="Arial"/>
              <a:cs typeface="Arial"/>
            </a:endParaRPr>
          </a:p>
        </p:txBody>
      </p:sp>
      <p:sp>
        <p:nvSpPr>
          <p:cNvPr id="13" name="object 13"/>
          <p:cNvSpPr txBox="1"/>
          <p:nvPr/>
        </p:nvSpPr>
        <p:spPr>
          <a:xfrm>
            <a:off x="6176276" y="4966195"/>
            <a:ext cx="137160" cy="210185"/>
          </a:xfrm>
          <a:prstGeom prst="rect">
            <a:avLst/>
          </a:prstGeom>
        </p:spPr>
        <p:txBody>
          <a:bodyPr vert="horz" wrap="square" lIns="0" tIns="13970" rIns="0" bIns="0" rtlCol="0">
            <a:spAutoFit/>
          </a:bodyPr>
          <a:lstStyle/>
          <a:p>
            <a:pPr marL="12700">
              <a:lnSpc>
                <a:spcPct val="100000"/>
              </a:lnSpc>
              <a:spcBef>
                <a:spcPts val="110"/>
              </a:spcBef>
            </a:pPr>
            <a:r>
              <a:rPr sz="1200" i="1" spc="5" dirty="0">
                <a:latin typeface="Arial"/>
                <a:cs typeface="Arial"/>
              </a:rPr>
              <a:t>R</a:t>
            </a:r>
            <a:endParaRPr sz="1200">
              <a:latin typeface="Arial"/>
              <a:cs typeface="Arial"/>
            </a:endParaRPr>
          </a:p>
        </p:txBody>
      </p:sp>
      <p:sp>
        <p:nvSpPr>
          <p:cNvPr id="14" name="object 14"/>
          <p:cNvSpPr txBox="1"/>
          <p:nvPr/>
        </p:nvSpPr>
        <p:spPr>
          <a:xfrm>
            <a:off x="5481383" y="5493539"/>
            <a:ext cx="1727835" cy="354965"/>
          </a:xfrm>
          <a:prstGeom prst="rect">
            <a:avLst/>
          </a:prstGeom>
        </p:spPr>
        <p:txBody>
          <a:bodyPr vert="horz" wrap="square" lIns="0" tIns="13970" rIns="0" bIns="0" rtlCol="0">
            <a:spAutoFit/>
          </a:bodyPr>
          <a:lstStyle/>
          <a:p>
            <a:pPr marL="55244">
              <a:lnSpc>
                <a:spcPts val="1290"/>
              </a:lnSpc>
              <a:spcBef>
                <a:spcPts val="110"/>
              </a:spcBef>
            </a:pPr>
            <a:r>
              <a:rPr sz="1200" spc="5" dirty="0">
                <a:latin typeface="Arial"/>
                <a:cs typeface="Arial"/>
              </a:rPr>
              <a:t>B</a:t>
            </a:r>
            <a:endParaRPr sz="1200">
              <a:latin typeface="Arial"/>
              <a:cs typeface="Arial"/>
            </a:endParaRPr>
          </a:p>
          <a:p>
            <a:pPr marL="50800">
              <a:lnSpc>
                <a:spcPts val="1290"/>
              </a:lnSpc>
              <a:tabLst>
                <a:tab pos="1143000" algn="l"/>
                <a:tab pos="1676400" algn="l"/>
              </a:tabLst>
            </a:pPr>
            <a:r>
              <a:rPr sz="1800" spc="7" baseline="-39351" dirty="0">
                <a:latin typeface="Arial"/>
                <a:cs typeface="Arial"/>
              </a:rPr>
              <a:t>C</a:t>
            </a:r>
            <a:r>
              <a:rPr sz="1200" u="heavy" spc="5" dirty="0">
                <a:uFill>
                  <a:solidFill>
                    <a:srgbClr val="000000"/>
                  </a:solidFill>
                </a:uFill>
                <a:latin typeface="Arial"/>
                <a:cs typeface="Arial"/>
              </a:rPr>
              <a:t> 	</a:t>
            </a:r>
            <a:r>
              <a:rPr sz="1200" i="1" u="heavy" spc="5" dirty="0">
                <a:uFill>
                  <a:solidFill>
                    <a:srgbClr val="000000"/>
                  </a:solidFill>
                </a:uFill>
                <a:latin typeface="Arial"/>
                <a:cs typeface="Arial"/>
              </a:rPr>
              <a:t>R	</a:t>
            </a:r>
            <a:endParaRPr sz="1200">
              <a:latin typeface="Arial"/>
              <a:cs typeface="Arial"/>
            </a:endParaRPr>
          </a:p>
        </p:txBody>
      </p:sp>
      <p:grpSp>
        <p:nvGrpSpPr>
          <p:cNvPr id="15" name="object 15"/>
          <p:cNvGrpSpPr/>
          <p:nvPr/>
        </p:nvGrpSpPr>
        <p:grpSpPr>
          <a:xfrm>
            <a:off x="2244851" y="4693920"/>
            <a:ext cx="1676400" cy="1286510"/>
            <a:chOff x="2244851" y="4693920"/>
            <a:chExt cx="1676400" cy="1286510"/>
          </a:xfrm>
        </p:grpSpPr>
        <p:sp>
          <p:nvSpPr>
            <p:cNvPr id="16" name="object 16"/>
            <p:cNvSpPr/>
            <p:nvPr/>
          </p:nvSpPr>
          <p:spPr>
            <a:xfrm>
              <a:off x="3281171" y="4852415"/>
              <a:ext cx="506095" cy="803275"/>
            </a:xfrm>
            <a:custGeom>
              <a:avLst/>
              <a:gdLst/>
              <a:ahLst/>
              <a:cxnLst/>
              <a:rect l="l" t="t" r="r" b="b"/>
              <a:pathLst>
                <a:path w="506095" h="803275">
                  <a:moveTo>
                    <a:pt x="65531" y="289559"/>
                  </a:moveTo>
                  <a:lnTo>
                    <a:pt x="1523" y="263651"/>
                  </a:lnTo>
                </a:path>
                <a:path w="506095" h="803275">
                  <a:moveTo>
                    <a:pt x="1523" y="263651"/>
                  </a:moveTo>
                  <a:lnTo>
                    <a:pt x="115823" y="222503"/>
                  </a:lnTo>
                </a:path>
                <a:path w="506095" h="803275">
                  <a:moveTo>
                    <a:pt x="115823" y="222503"/>
                  </a:moveTo>
                  <a:lnTo>
                    <a:pt x="0" y="184403"/>
                  </a:lnTo>
                </a:path>
                <a:path w="506095" h="803275">
                  <a:moveTo>
                    <a:pt x="0" y="184403"/>
                  </a:moveTo>
                  <a:lnTo>
                    <a:pt x="115823" y="144779"/>
                  </a:lnTo>
                </a:path>
                <a:path w="506095" h="803275">
                  <a:moveTo>
                    <a:pt x="115823" y="144779"/>
                  </a:moveTo>
                  <a:lnTo>
                    <a:pt x="0" y="103631"/>
                  </a:lnTo>
                </a:path>
                <a:path w="506095" h="803275">
                  <a:moveTo>
                    <a:pt x="0" y="103631"/>
                  </a:moveTo>
                  <a:lnTo>
                    <a:pt x="115823" y="64007"/>
                  </a:lnTo>
                </a:path>
                <a:path w="506095" h="803275">
                  <a:moveTo>
                    <a:pt x="115823" y="64007"/>
                  </a:moveTo>
                  <a:lnTo>
                    <a:pt x="0" y="28955"/>
                  </a:lnTo>
                </a:path>
                <a:path w="506095" h="803275">
                  <a:moveTo>
                    <a:pt x="0" y="28955"/>
                  </a:moveTo>
                  <a:lnTo>
                    <a:pt x="65531" y="0"/>
                  </a:lnTo>
                </a:path>
                <a:path w="506095" h="803275">
                  <a:moveTo>
                    <a:pt x="65531" y="289559"/>
                  </a:moveTo>
                  <a:lnTo>
                    <a:pt x="65531" y="505967"/>
                  </a:lnTo>
                </a:path>
                <a:path w="506095" h="803275">
                  <a:moveTo>
                    <a:pt x="505967" y="758951"/>
                  </a:moveTo>
                  <a:lnTo>
                    <a:pt x="451103" y="803147"/>
                  </a:lnTo>
                </a:path>
                <a:path w="506095" h="803275">
                  <a:moveTo>
                    <a:pt x="451103" y="803147"/>
                  </a:moveTo>
                  <a:lnTo>
                    <a:pt x="472439" y="682751"/>
                  </a:lnTo>
                </a:path>
                <a:path w="506095" h="803275">
                  <a:moveTo>
                    <a:pt x="472439" y="682751"/>
                  </a:moveTo>
                  <a:lnTo>
                    <a:pt x="380999" y="763523"/>
                  </a:lnTo>
                </a:path>
                <a:path w="506095" h="803275">
                  <a:moveTo>
                    <a:pt x="380999" y="763523"/>
                  </a:moveTo>
                  <a:lnTo>
                    <a:pt x="405383" y="643127"/>
                  </a:lnTo>
                </a:path>
                <a:path w="506095" h="803275">
                  <a:moveTo>
                    <a:pt x="405383" y="643127"/>
                  </a:moveTo>
                  <a:lnTo>
                    <a:pt x="310895" y="723899"/>
                  </a:lnTo>
                </a:path>
                <a:path w="506095" h="803275">
                  <a:moveTo>
                    <a:pt x="310895" y="723899"/>
                  </a:moveTo>
                  <a:lnTo>
                    <a:pt x="333755" y="603503"/>
                  </a:lnTo>
                </a:path>
                <a:path w="506095" h="803275">
                  <a:moveTo>
                    <a:pt x="333755" y="603503"/>
                  </a:moveTo>
                  <a:lnTo>
                    <a:pt x="246887" y="685799"/>
                  </a:lnTo>
                </a:path>
              </a:pathLst>
            </a:custGeom>
            <a:ln w="15239">
              <a:solidFill>
                <a:srgbClr val="000000"/>
              </a:solidFill>
            </a:ln>
          </p:spPr>
          <p:txBody>
            <a:bodyPr wrap="square" lIns="0" tIns="0" rIns="0" bIns="0" rtlCol="0"/>
            <a:lstStyle/>
            <a:p>
              <a:endParaRPr/>
            </a:p>
          </p:txBody>
        </p:sp>
        <p:sp>
          <p:nvSpPr>
            <p:cNvPr id="17" name="object 17"/>
            <p:cNvSpPr/>
            <p:nvPr/>
          </p:nvSpPr>
          <p:spPr>
            <a:xfrm>
              <a:off x="3528059" y="5468111"/>
              <a:ext cx="7620" cy="70485"/>
            </a:xfrm>
            <a:custGeom>
              <a:avLst/>
              <a:gdLst/>
              <a:ahLst/>
              <a:cxnLst/>
              <a:rect l="l" t="t" r="r" b="b"/>
              <a:pathLst>
                <a:path w="7620" h="70485">
                  <a:moveTo>
                    <a:pt x="3809" y="-7619"/>
                  </a:moveTo>
                  <a:lnTo>
                    <a:pt x="3809" y="77723"/>
                  </a:lnTo>
                </a:path>
              </a:pathLst>
            </a:custGeom>
            <a:ln w="22859">
              <a:solidFill>
                <a:srgbClr val="000000"/>
              </a:solidFill>
            </a:ln>
          </p:spPr>
          <p:txBody>
            <a:bodyPr wrap="square" lIns="0" tIns="0" rIns="0" bIns="0" rtlCol="0"/>
            <a:lstStyle/>
            <a:p>
              <a:endParaRPr/>
            </a:p>
          </p:txBody>
        </p:sp>
        <p:sp>
          <p:nvSpPr>
            <p:cNvPr id="18" name="object 18"/>
            <p:cNvSpPr/>
            <p:nvPr/>
          </p:nvSpPr>
          <p:spPr>
            <a:xfrm>
              <a:off x="2398775" y="4744211"/>
              <a:ext cx="1515110" cy="1175385"/>
            </a:xfrm>
            <a:custGeom>
              <a:avLst/>
              <a:gdLst/>
              <a:ahLst/>
              <a:cxnLst/>
              <a:rect l="l" t="t" r="r" b="b"/>
              <a:pathLst>
                <a:path w="1515110" h="1175385">
                  <a:moveTo>
                    <a:pt x="947927" y="614171"/>
                  </a:moveTo>
                  <a:lnTo>
                    <a:pt x="1136903" y="723899"/>
                  </a:lnTo>
                </a:path>
                <a:path w="1515110" h="1175385">
                  <a:moveTo>
                    <a:pt x="757427" y="722375"/>
                  </a:moveTo>
                  <a:lnTo>
                    <a:pt x="947927" y="614171"/>
                  </a:lnTo>
                </a:path>
                <a:path w="1515110" h="1175385">
                  <a:moveTo>
                    <a:pt x="505967" y="867155"/>
                  </a:moveTo>
                  <a:lnTo>
                    <a:pt x="495299" y="800099"/>
                  </a:lnTo>
                </a:path>
                <a:path w="1515110" h="1175385">
                  <a:moveTo>
                    <a:pt x="495299" y="800099"/>
                  </a:moveTo>
                  <a:lnTo>
                    <a:pt x="589787" y="877823"/>
                  </a:lnTo>
                </a:path>
                <a:path w="1515110" h="1175385">
                  <a:moveTo>
                    <a:pt x="589787" y="877823"/>
                  </a:moveTo>
                  <a:lnTo>
                    <a:pt x="563879" y="758951"/>
                  </a:lnTo>
                </a:path>
                <a:path w="1515110" h="1175385">
                  <a:moveTo>
                    <a:pt x="563879" y="758951"/>
                  </a:moveTo>
                  <a:lnTo>
                    <a:pt x="656843" y="838199"/>
                  </a:lnTo>
                </a:path>
                <a:path w="1515110" h="1175385">
                  <a:moveTo>
                    <a:pt x="656843" y="838199"/>
                  </a:moveTo>
                  <a:lnTo>
                    <a:pt x="635507" y="717803"/>
                  </a:lnTo>
                </a:path>
                <a:path w="1515110" h="1175385">
                  <a:moveTo>
                    <a:pt x="635507" y="717803"/>
                  </a:moveTo>
                  <a:lnTo>
                    <a:pt x="728471" y="798575"/>
                  </a:lnTo>
                </a:path>
                <a:path w="1515110" h="1175385">
                  <a:moveTo>
                    <a:pt x="728471" y="798575"/>
                  </a:moveTo>
                  <a:lnTo>
                    <a:pt x="699515" y="681227"/>
                  </a:lnTo>
                </a:path>
                <a:path w="1515110" h="1175385">
                  <a:moveTo>
                    <a:pt x="699515" y="681227"/>
                  </a:moveTo>
                  <a:lnTo>
                    <a:pt x="757427" y="722375"/>
                  </a:lnTo>
                </a:path>
                <a:path w="1515110" h="1175385">
                  <a:moveTo>
                    <a:pt x="947927" y="108203"/>
                  </a:moveTo>
                  <a:lnTo>
                    <a:pt x="947927" y="0"/>
                  </a:lnTo>
                  <a:lnTo>
                    <a:pt x="3047" y="0"/>
                  </a:lnTo>
                </a:path>
                <a:path w="1515110" h="1175385">
                  <a:moveTo>
                    <a:pt x="379475" y="938783"/>
                  </a:moveTo>
                  <a:lnTo>
                    <a:pt x="505967" y="867155"/>
                  </a:lnTo>
                </a:path>
                <a:path w="1515110" h="1175385">
                  <a:moveTo>
                    <a:pt x="380999" y="940307"/>
                  </a:moveTo>
                  <a:lnTo>
                    <a:pt x="3047" y="940307"/>
                  </a:lnTo>
                </a:path>
                <a:path w="1515110" h="1175385">
                  <a:moveTo>
                    <a:pt x="1513331" y="940307"/>
                  </a:moveTo>
                  <a:lnTo>
                    <a:pt x="1386839" y="868679"/>
                  </a:lnTo>
                </a:path>
                <a:path w="1515110" h="1175385">
                  <a:moveTo>
                    <a:pt x="1514855" y="940307"/>
                  </a:moveTo>
                  <a:lnTo>
                    <a:pt x="1514855" y="1175003"/>
                  </a:lnTo>
                </a:path>
                <a:path w="1515110" h="1175385">
                  <a:moveTo>
                    <a:pt x="1510283" y="1175003"/>
                  </a:moveTo>
                  <a:lnTo>
                    <a:pt x="0" y="1175003"/>
                  </a:lnTo>
                </a:path>
              </a:pathLst>
            </a:custGeom>
            <a:ln w="15239">
              <a:solidFill>
                <a:srgbClr val="000000"/>
              </a:solidFill>
            </a:ln>
          </p:spPr>
          <p:txBody>
            <a:bodyPr wrap="square" lIns="0" tIns="0" rIns="0" bIns="0" rtlCol="0"/>
            <a:lstStyle/>
            <a:p>
              <a:endParaRPr/>
            </a:p>
          </p:txBody>
        </p:sp>
        <p:sp>
          <p:nvSpPr>
            <p:cNvPr id="19" name="object 19"/>
            <p:cNvSpPr/>
            <p:nvPr/>
          </p:nvSpPr>
          <p:spPr>
            <a:xfrm>
              <a:off x="2257043" y="4693920"/>
              <a:ext cx="102107" cy="109727"/>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2244851" y="5867400"/>
              <a:ext cx="96012" cy="112775"/>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2252471" y="5615940"/>
              <a:ext cx="82295" cy="109728"/>
            </a:xfrm>
            <a:prstGeom prst="rect">
              <a:avLst/>
            </a:prstGeom>
            <a:blipFill>
              <a:blip r:embed="rId7" cstate="print"/>
              <a:stretch>
                <a:fillRect/>
              </a:stretch>
            </a:blipFill>
          </p:spPr>
          <p:txBody>
            <a:bodyPr wrap="square" lIns="0" tIns="0" rIns="0" bIns="0" rtlCol="0"/>
            <a:lstStyle/>
            <a:p>
              <a:endParaRPr/>
            </a:p>
          </p:txBody>
        </p:sp>
        <p:sp>
          <p:nvSpPr>
            <p:cNvPr id="22" name="object 22"/>
            <p:cNvSpPr/>
            <p:nvPr/>
          </p:nvSpPr>
          <p:spPr>
            <a:xfrm>
              <a:off x="3461003" y="4928616"/>
              <a:ext cx="105155" cy="109728"/>
            </a:xfrm>
            <a:prstGeom prst="rect">
              <a:avLst/>
            </a:prstGeom>
            <a:blipFill>
              <a:blip r:embed="rId8" cstate="print"/>
              <a:stretch>
                <a:fillRect/>
              </a:stretch>
            </a:blipFill>
          </p:spPr>
          <p:txBody>
            <a:bodyPr wrap="square" lIns="0" tIns="0" rIns="0" bIns="0" rtlCol="0"/>
            <a:lstStyle/>
            <a:p>
              <a:endParaRPr/>
            </a:p>
          </p:txBody>
        </p:sp>
        <p:sp>
          <p:nvSpPr>
            <p:cNvPr id="23" name="object 23"/>
            <p:cNvSpPr/>
            <p:nvPr/>
          </p:nvSpPr>
          <p:spPr>
            <a:xfrm>
              <a:off x="2916935" y="5308092"/>
              <a:ext cx="105156" cy="109728"/>
            </a:xfrm>
            <a:prstGeom prst="rect">
              <a:avLst/>
            </a:prstGeom>
            <a:blipFill>
              <a:blip r:embed="rId8" cstate="print"/>
              <a:stretch>
                <a:fillRect/>
              </a:stretch>
            </a:blipFill>
          </p:spPr>
          <p:txBody>
            <a:bodyPr wrap="square" lIns="0" tIns="0" rIns="0" bIns="0" rtlCol="0"/>
            <a:lstStyle/>
            <a:p>
              <a:endParaRPr/>
            </a:p>
          </p:txBody>
        </p:sp>
        <p:sp>
          <p:nvSpPr>
            <p:cNvPr id="24" name="object 24"/>
            <p:cNvSpPr/>
            <p:nvPr/>
          </p:nvSpPr>
          <p:spPr>
            <a:xfrm>
              <a:off x="3497579" y="5652516"/>
              <a:ext cx="105155" cy="109728"/>
            </a:xfrm>
            <a:prstGeom prst="rect">
              <a:avLst/>
            </a:prstGeom>
            <a:blipFill>
              <a:blip r:embed="rId8" cstate="print"/>
              <a:stretch>
                <a:fillRect/>
              </a:stretch>
            </a:blipFill>
          </p:spPr>
          <p:txBody>
            <a:bodyPr wrap="square" lIns="0" tIns="0" rIns="0" bIns="0" rtlCol="0"/>
            <a:lstStyle/>
            <a:p>
              <a:endParaRPr/>
            </a:p>
          </p:txBody>
        </p:sp>
      </p:grpSp>
      <p:sp>
        <p:nvSpPr>
          <p:cNvPr id="25" name="object 25"/>
          <p:cNvSpPr txBox="1"/>
          <p:nvPr/>
        </p:nvSpPr>
        <p:spPr>
          <a:xfrm>
            <a:off x="3276600" y="4114800"/>
            <a:ext cx="297180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rlito"/>
                <a:cs typeface="Carlito"/>
              </a:rPr>
              <a:t>Load</a:t>
            </a:r>
            <a:r>
              <a:rPr sz="2400" spc="-30" dirty="0">
                <a:latin typeface="Carlito"/>
                <a:cs typeface="Carlito"/>
              </a:rPr>
              <a:t> </a:t>
            </a:r>
            <a:r>
              <a:rPr sz="2400" spc="-15" dirty="0">
                <a:latin typeface="Carlito"/>
                <a:cs typeface="Carlito"/>
              </a:rPr>
              <a:t>configurations</a:t>
            </a:r>
            <a:endParaRPr sz="2400">
              <a:latin typeface="Carlito"/>
              <a:cs typeface="Carlito"/>
            </a:endParaRPr>
          </a:p>
        </p:txBody>
      </p:sp>
      <p:pic>
        <p:nvPicPr>
          <p:cNvPr id="8195" name="Picture 3"/>
          <p:cNvPicPr>
            <a:picLocks noChangeAspect="1" noChangeArrowheads="1"/>
          </p:cNvPicPr>
          <p:nvPr/>
        </p:nvPicPr>
        <p:blipFill>
          <a:blip r:embed="rId9"/>
          <a:srcRect/>
          <a:stretch>
            <a:fillRect/>
          </a:stretch>
        </p:blipFill>
        <p:spPr bwMode="auto">
          <a:xfrm>
            <a:off x="838200" y="1295400"/>
            <a:ext cx="7010400" cy="26289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700" y="445871"/>
            <a:ext cx="3365500" cy="979169"/>
          </a:xfrm>
          <a:prstGeom prst="rect">
            <a:avLst/>
          </a:prstGeom>
        </p:spPr>
        <p:txBody>
          <a:bodyPr vert="horz" wrap="square" lIns="0" tIns="12700" rIns="0" bIns="0" rtlCol="0">
            <a:spAutoFit/>
          </a:bodyPr>
          <a:lstStyle/>
          <a:p>
            <a:pPr marL="12700">
              <a:lnSpc>
                <a:spcPts val="4054"/>
              </a:lnSpc>
              <a:spcBef>
                <a:spcPts val="100"/>
              </a:spcBef>
              <a:tabLst>
                <a:tab pos="3156585" algn="l"/>
              </a:tabLst>
            </a:pPr>
            <a:r>
              <a:rPr sz="3600" u="sng" spc="-315" smtClean="0">
                <a:solidFill>
                  <a:srgbClr val="002060"/>
                </a:solidFill>
                <a:uFill>
                  <a:solidFill>
                    <a:srgbClr val="7F7F7F"/>
                  </a:solidFill>
                </a:uFill>
              </a:rPr>
              <a:t>3-</a:t>
            </a:r>
            <a:r>
              <a:rPr lang="en-US" sz="3600" u="sng" spc="-315" dirty="0" smtClean="0">
                <a:solidFill>
                  <a:srgbClr val="002060"/>
                </a:solidFill>
                <a:uFill>
                  <a:solidFill>
                    <a:srgbClr val="7F7F7F"/>
                  </a:solidFill>
                </a:uFill>
              </a:rPr>
              <a:t> </a:t>
            </a:r>
            <a:r>
              <a:rPr sz="3600" u="sng" spc="-315" smtClean="0">
                <a:solidFill>
                  <a:srgbClr val="002060"/>
                </a:solidFill>
                <a:uFill>
                  <a:solidFill>
                    <a:srgbClr val="7F7F7F"/>
                  </a:solidFill>
                </a:uFill>
              </a:rPr>
              <a:t>Phase</a:t>
            </a:r>
            <a:r>
              <a:rPr sz="3600" u="sng" spc="-509" smtClean="0">
                <a:solidFill>
                  <a:srgbClr val="002060"/>
                </a:solidFill>
                <a:uFill>
                  <a:solidFill>
                    <a:srgbClr val="7F7F7F"/>
                  </a:solidFill>
                </a:uFill>
              </a:rPr>
              <a:t> </a:t>
            </a:r>
            <a:r>
              <a:rPr sz="3600" u="sng" spc="-350" dirty="0">
                <a:solidFill>
                  <a:srgbClr val="002060"/>
                </a:solidFill>
                <a:uFill>
                  <a:solidFill>
                    <a:srgbClr val="7F7F7F"/>
                  </a:solidFill>
                </a:uFill>
              </a:rPr>
              <a:t>Inverter	</a:t>
            </a:r>
            <a:endParaRPr sz="3600"/>
          </a:p>
          <a:p>
            <a:pPr marL="12700">
              <a:lnSpc>
                <a:spcPts val="3454"/>
              </a:lnSpc>
            </a:pPr>
            <a:r>
              <a:rPr sz="3100" spc="-240" dirty="0">
                <a:solidFill>
                  <a:srgbClr val="C00000"/>
                </a:solidFill>
              </a:rPr>
              <a:t>180</a:t>
            </a:r>
            <a:r>
              <a:rPr sz="3100" spc="-240" dirty="0">
                <a:solidFill>
                  <a:srgbClr val="C00000"/>
                </a:solidFill>
                <a:latin typeface="Times New Roman"/>
                <a:cs typeface="Times New Roman"/>
              </a:rPr>
              <a:t>°</a:t>
            </a:r>
            <a:r>
              <a:rPr sz="3100" spc="-235" dirty="0">
                <a:solidFill>
                  <a:srgbClr val="C00000"/>
                </a:solidFill>
                <a:latin typeface="Times New Roman"/>
                <a:cs typeface="Times New Roman"/>
              </a:rPr>
              <a:t> </a:t>
            </a:r>
            <a:r>
              <a:rPr sz="3100" spc="-280" dirty="0">
                <a:solidFill>
                  <a:srgbClr val="C00000"/>
                </a:solidFill>
              </a:rPr>
              <a:t>conduction</a:t>
            </a:r>
            <a:endParaRPr sz="3100">
              <a:latin typeface="Times New Roman"/>
              <a:cs typeface="Times New Roman"/>
            </a:endParaRPr>
          </a:p>
        </p:txBody>
      </p:sp>
      <p:grpSp>
        <p:nvGrpSpPr>
          <p:cNvPr id="4" name="object 4"/>
          <p:cNvGrpSpPr/>
          <p:nvPr/>
        </p:nvGrpSpPr>
        <p:grpSpPr>
          <a:xfrm>
            <a:off x="704087" y="4402835"/>
            <a:ext cx="3230880" cy="1780539"/>
            <a:chOff x="704087" y="4402835"/>
            <a:chExt cx="3230880" cy="1780539"/>
          </a:xfrm>
        </p:grpSpPr>
        <p:sp>
          <p:nvSpPr>
            <p:cNvPr id="5" name="object 5"/>
            <p:cNvSpPr/>
            <p:nvPr/>
          </p:nvSpPr>
          <p:spPr>
            <a:xfrm>
              <a:off x="2932176" y="4759451"/>
              <a:ext cx="506095" cy="802005"/>
            </a:xfrm>
            <a:custGeom>
              <a:avLst/>
              <a:gdLst/>
              <a:ahLst/>
              <a:cxnLst/>
              <a:rect l="l" t="t" r="r" b="b"/>
              <a:pathLst>
                <a:path w="506095" h="802004">
                  <a:moveTo>
                    <a:pt x="65531" y="289559"/>
                  </a:moveTo>
                  <a:lnTo>
                    <a:pt x="1523" y="263651"/>
                  </a:lnTo>
                </a:path>
                <a:path w="506095" h="802004">
                  <a:moveTo>
                    <a:pt x="1523" y="263651"/>
                  </a:moveTo>
                  <a:lnTo>
                    <a:pt x="115823" y="222503"/>
                  </a:lnTo>
                </a:path>
                <a:path w="506095" h="802004">
                  <a:moveTo>
                    <a:pt x="115823" y="222503"/>
                  </a:moveTo>
                  <a:lnTo>
                    <a:pt x="0" y="184403"/>
                  </a:lnTo>
                </a:path>
                <a:path w="506095" h="802004">
                  <a:moveTo>
                    <a:pt x="0" y="184403"/>
                  </a:moveTo>
                  <a:lnTo>
                    <a:pt x="115823" y="144779"/>
                  </a:lnTo>
                </a:path>
                <a:path w="506095" h="802004">
                  <a:moveTo>
                    <a:pt x="115823" y="144779"/>
                  </a:moveTo>
                  <a:lnTo>
                    <a:pt x="0" y="102107"/>
                  </a:lnTo>
                </a:path>
                <a:path w="506095" h="802004">
                  <a:moveTo>
                    <a:pt x="0" y="102107"/>
                  </a:moveTo>
                  <a:lnTo>
                    <a:pt x="115823" y="62483"/>
                  </a:lnTo>
                </a:path>
                <a:path w="506095" h="802004">
                  <a:moveTo>
                    <a:pt x="115823" y="62483"/>
                  </a:moveTo>
                  <a:lnTo>
                    <a:pt x="0" y="28955"/>
                  </a:lnTo>
                </a:path>
                <a:path w="506095" h="802004">
                  <a:moveTo>
                    <a:pt x="0" y="28955"/>
                  </a:moveTo>
                  <a:lnTo>
                    <a:pt x="65531" y="0"/>
                  </a:lnTo>
                </a:path>
                <a:path w="506095" h="802004">
                  <a:moveTo>
                    <a:pt x="65531" y="289559"/>
                  </a:moveTo>
                  <a:lnTo>
                    <a:pt x="65531" y="505967"/>
                  </a:lnTo>
                </a:path>
                <a:path w="506095" h="802004">
                  <a:moveTo>
                    <a:pt x="505967" y="758951"/>
                  </a:moveTo>
                  <a:lnTo>
                    <a:pt x="451103" y="801623"/>
                  </a:lnTo>
                </a:path>
                <a:path w="506095" h="802004">
                  <a:moveTo>
                    <a:pt x="451103" y="801623"/>
                  </a:moveTo>
                  <a:lnTo>
                    <a:pt x="472439" y="682751"/>
                  </a:lnTo>
                </a:path>
                <a:path w="506095" h="802004">
                  <a:moveTo>
                    <a:pt x="472439" y="682751"/>
                  </a:moveTo>
                  <a:lnTo>
                    <a:pt x="382523" y="763523"/>
                  </a:lnTo>
                </a:path>
                <a:path w="506095" h="802004">
                  <a:moveTo>
                    <a:pt x="382523" y="763523"/>
                  </a:moveTo>
                  <a:lnTo>
                    <a:pt x="405383" y="643127"/>
                  </a:lnTo>
                </a:path>
                <a:path w="506095" h="802004">
                  <a:moveTo>
                    <a:pt x="405383" y="643127"/>
                  </a:moveTo>
                  <a:lnTo>
                    <a:pt x="310895" y="722375"/>
                  </a:lnTo>
                </a:path>
                <a:path w="506095" h="802004">
                  <a:moveTo>
                    <a:pt x="310895" y="722375"/>
                  </a:moveTo>
                  <a:lnTo>
                    <a:pt x="335279" y="601979"/>
                  </a:lnTo>
                </a:path>
                <a:path w="506095" h="802004">
                  <a:moveTo>
                    <a:pt x="335279" y="601979"/>
                  </a:moveTo>
                  <a:lnTo>
                    <a:pt x="246887" y="685799"/>
                  </a:lnTo>
                </a:path>
              </a:pathLst>
            </a:custGeom>
            <a:ln w="15239">
              <a:solidFill>
                <a:srgbClr val="000000"/>
              </a:solidFill>
            </a:ln>
          </p:spPr>
          <p:txBody>
            <a:bodyPr wrap="square" lIns="0" tIns="0" rIns="0" bIns="0" rtlCol="0"/>
            <a:lstStyle/>
            <a:p>
              <a:endParaRPr/>
            </a:p>
          </p:txBody>
        </p:sp>
        <p:sp>
          <p:nvSpPr>
            <p:cNvPr id="6" name="object 6"/>
            <p:cNvSpPr/>
            <p:nvPr/>
          </p:nvSpPr>
          <p:spPr>
            <a:xfrm>
              <a:off x="3179063" y="5373623"/>
              <a:ext cx="7620" cy="71755"/>
            </a:xfrm>
            <a:custGeom>
              <a:avLst/>
              <a:gdLst/>
              <a:ahLst/>
              <a:cxnLst/>
              <a:rect l="l" t="t" r="r" b="b"/>
              <a:pathLst>
                <a:path w="7619" h="71754">
                  <a:moveTo>
                    <a:pt x="3809" y="-7619"/>
                  </a:moveTo>
                  <a:lnTo>
                    <a:pt x="3809" y="79247"/>
                  </a:lnTo>
                </a:path>
              </a:pathLst>
            </a:custGeom>
            <a:ln w="22859">
              <a:solidFill>
                <a:srgbClr val="000000"/>
              </a:solidFill>
            </a:ln>
          </p:spPr>
          <p:txBody>
            <a:bodyPr wrap="square" lIns="0" tIns="0" rIns="0" bIns="0" rtlCol="0"/>
            <a:lstStyle/>
            <a:p>
              <a:endParaRPr/>
            </a:p>
          </p:txBody>
        </p:sp>
        <p:sp>
          <p:nvSpPr>
            <p:cNvPr id="7" name="object 7"/>
            <p:cNvSpPr/>
            <p:nvPr/>
          </p:nvSpPr>
          <p:spPr>
            <a:xfrm>
              <a:off x="2049779" y="4651247"/>
              <a:ext cx="1515110" cy="1175385"/>
            </a:xfrm>
            <a:custGeom>
              <a:avLst/>
              <a:gdLst/>
              <a:ahLst/>
              <a:cxnLst/>
              <a:rect l="l" t="t" r="r" b="b"/>
              <a:pathLst>
                <a:path w="1515110" h="1175385">
                  <a:moveTo>
                    <a:pt x="947927" y="614171"/>
                  </a:moveTo>
                  <a:lnTo>
                    <a:pt x="1136903" y="722375"/>
                  </a:lnTo>
                </a:path>
                <a:path w="1515110" h="1175385">
                  <a:moveTo>
                    <a:pt x="757427" y="722375"/>
                  </a:moveTo>
                  <a:lnTo>
                    <a:pt x="947927" y="614171"/>
                  </a:lnTo>
                </a:path>
                <a:path w="1515110" h="1175385">
                  <a:moveTo>
                    <a:pt x="505967" y="867155"/>
                  </a:moveTo>
                  <a:lnTo>
                    <a:pt x="496823" y="798575"/>
                  </a:lnTo>
                </a:path>
                <a:path w="1515110" h="1175385">
                  <a:moveTo>
                    <a:pt x="496823" y="798575"/>
                  </a:moveTo>
                  <a:lnTo>
                    <a:pt x="589787" y="877823"/>
                  </a:lnTo>
                </a:path>
                <a:path w="1515110" h="1175385">
                  <a:moveTo>
                    <a:pt x="589787" y="877823"/>
                  </a:moveTo>
                  <a:lnTo>
                    <a:pt x="565403" y="757427"/>
                  </a:lnTo>
                </a:path>
                <a:path w="1515110" h="1175385">
                  <a:moveTo>
                    <a:pt x="565403" y="757427"/>
                  </a:moveTo>
                  <a:lnTo>
                    <a:pt x="656843" y="838199"/>
                  </a:lnTo>
                </a:path>
                <a:path w="1515110" h="1175385">
                  <a:moveTo>
                    <a:pt x="656843" y="838199"/>
                  </a:moveTo>
                  <a:lnTo>
                    <a:pt x="635507" y="717803"/>
                  </a:lnTo>
                </a:path>
                <a:path w="1515110" h="1175385">
                  <a:moveTo>
                    <a:pt x="635507" y="717803"/>
                  </a:moveTo>
                  <a:lnTo>
                    <a:pt x="728471" y="797051"/>
                  </a:lnTo>
                </a:path>
                <a:path w="1515110" h="1175385">
                  <a:moveTo>
                    <a:pt x="728471" y="797051"/>
                  </a:moveTo>
                  <a:lnTo>
                    <a:pt x="699515" y="681227"/>
                  </a:lnTo>
                </a:path>
                <a:path w="1515110" h="1175385">
                  <a:moveTo>
                    <a:pt x="699515" y="681227"/>
                  </a:moveTo>
                  <a:lnTo>
                    <a:pt x="757427" y="722375"/>
                  </a:lnTo>
                </a:path>
                <a:path w="1515110" h="1175385">
                  <a:moveTo>
                    <a:pt x="947927" y="108203"/>
                  </a:moveTo>
                  <a:lnTo>
                    <a:pt x="947927" y="0"/>
                  </a:lnTo>
                  <a:lnTo>
                    <a:pt x="3047" y="0"/>
                  </a:lnTo>
                </a:path>
                <a:path w="1515110" h="1175385">
                  <a:moveTo>
                    <a:pt x="380999" y="938783"/>
                  </a:moveTo>
                  <a:lnTo>
                    <a:pt x="505967" y="867155"/>
                  </a:lnTo>
                </a:path>
                <a:path w="1515110" h="1175385">
                  <a:moveTo>
                    <a:pt x="380999" y="938783"/>
                  </a:moveTo>
                  <a:lnTo>
                    <a:pt x="3047" y="938783"/>
                  </a:lnTo>
                </a:path>
                <a:path w="1515110" h="1175385">
                  <a:moveTo>
                    <a:pt x="1513331" y="940307"/>
                  </a:moveTo>
                  <a:lnTo>
                    <a:pt x="1388363" y="867155"/>
                  </a:lnTo>
                </a:path>
                <a:path w="1515110" h="1175385">
                  <a:moveTo>
                    <a:pt x="1514855" y="938783"/>
                  </a:moveTo>
                  <a:lnTo>
                    <a:pt x="1514855" y="1175003"/>
                  </a:lnTo>
                </a:path>
                <a:path w="1515110" h="1175385">
                  <a:moveTo>
                    <a:pt x="1510283" y="1175003"/>
                  </a:moveTo>
                  <a:lnTo>
                    <a:pt x="0" y="1175003"/>
                  </a:lnTo>
                </a:path>
              </a:pathLst>
            </a:custGeom>
            <a:ln w="15239">
              <a:solidFill>
                <a:srgbClr val="000000"/>
              </a:solidFill>
            </a:ln>
          </p:spPr>
          <p:txBody>
            <a:bodyPr wrap="square" lIns="0" tIns="0" rIns="0" bIns="0" rtlCol="0"/>
            <a:lstStyle/>
            <a:p>
              <a:endParaRPr/>
            </a:p>
          </p:txBody>
        </p:sp>
        <p:sp>
          <p:nvSpPr>
            <p:cNvPr id="8" name="object 8"/>
            <p:cNvSpPr/>
            <p:nvPr/>
          </p:nvSpPr>
          <p:spPr>
            <a:xfrm>
              <a:off x="1909571" y="4600955"/>
              <a:ext cx="102107" cy="109728"/>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1895856" y="5774435"/>
              <a:ext cx="96012" cy="11277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904999" y="5522975"/>
              <a:ext cx="82295" cy="109728"/>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3112008" y="4835651"/>
              <a:ext cx="105156" cy="109728"/>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567939" y="5215127"/>
              <a:ext cx="105156" cy="109728"/>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3148583" y="5558027"/>
              <a:ext cx="105156" cy="109728"/>
            </a:xfrm>
            <a:prstGeom prst="rect">
              <a:avLst/>
            </a:prstGeom>
            <a:blipFill>
              <a:blip r:embed="rId5" cstate="print"/>
              <a:stretch>
                <a:fillRect/>
              </a:stretch>
            </a:blipFill>
          </p:spPr>
          <p:txBody>
            <a:bodyPr wrap="square" lIns="0" tIns="0" rIns="0" bIns="0" rtlCol="0"/>
            <a:lstStyle/>
            <a:p>
              <a:endParaRPr/>
            </a:p>
          </p:txBody>
        </p:sp>
        <p:sp>
          <p:nvSpPr>
            <p:cNvPr id="14" name="object 14"/>
            <p:cNvSpPr/>
            <p:nvPr/>
          </p:nvSpPr>
          <p:spPr>
            <a:xfrm>
              <a:off x="841248" y="4422648"/>
              <a:ext cx="425450" cy="12700"/>
            </a:xfrm>
            <a:custGeom>
              <a:avLst/>
              <a:gdLst/>
              <a:ahLst/>
              <a:cxnLst/>
              <a:rect l="l" t="t" r="r" b="b"/>
              <a:pathLst>
                <a:path w="425450" h="12700">
                  <a:moveTo>
                    <a:pt x="0" y="0"/>
                  </a:moveTo>
                  <a:lnTo>
                    <a:pt x="425195" y="0"/>
                  </a:lnTo>
                  <a:lnTo>
                    <a:pt x="425195" y="12192"/>
                  </a:lnTo>
                  <a:lnTo>
                    <a:pt x="0" y="12192"/>
                  </a:lnTo>
                  <a:lnTo>
                    <a:pt x="0" y="0"/>
                  </a:lnTo>
                  <a:close/>
                </a:path>
              </a:pathLst>
            </a:custGeom>
            <a:solidFill>
              <a:srgbClr val="000000"/>
            </a:solidFill>
          </p:spPr>
          <p:txBody>
            <a:bodyPr wrap="square" lIns="0" tIns="0" rIns="0" bIns="0" rtlCol="0"/>
            <a:lstStyle/>
            <a:p>
              <a:endParaRPr/>
            </a:p>
          </p:txBody>
        </p:sp>
        <p:sp>
          <p:nvSpPr>
            <p:cNvPr id="15" name="object 15"/>
            <p:cNvSpPr/>
            <p:nvPr/>
          </p:nvSpPr>
          <p:spPr>
            <a:xfrm>
              <a:off x="841247" y="4434839"/>
              <a:ext cx="0" cy="772795"/>
            </a:xfrm>
            <a:custGeom>
              <a:avLst/>
              <a:gdLst/>
              <a:ahLst/>
              <a:cxnLst/>
              <a:rect l="l" t="t" r="r" b="b"/>
              <a:pathLst>
                <a:path h="772795">
                  <a:moveTo>
                    <a:pt x="0" y="772667"/>
                  </a:moveTo>
                  <a:lnTo>
                    <a:pt x="0" y="0"/>
                  </a:lnTo>
                </a:path>
              </a:pathLst>
            </a:custGeom>
            <a:ln w="12191">
              <a:solidFill>
                <a:srgbClr val="000000"/>
              </a:solidFill>
            </a:ln>
          </p:spPr>
          <p:txBody>
            <a:bodyPr wrap="square" lIns="0" tIns="0" rIns="0" bIns="0" rtlCol="0"/>
            <a:lstStyle/>
            <a:p>
              <a:endParaRPr/>
            </a:p>
          </p:txBody>
        </p:sp>
        <p:sp>
          <p:nvSpPr>
            <p:cNvPr id="16" name="object 16"/>
            <p:cNvSpPr/>
            <p:nvPr/>
          </p:nvSpPr>
          <p:spPr>
            <a:xfrm>
              <a:off x="704087" y="5207507"/>
              <a:ext cx="274320" cy="0"/>
            </a:xfrm>
            <a:custGeom>
              <a:avLst/>
              <a:gdLst/>
              <a:ahLst/>
              <a:cxnLst/>
              <a:rect l="l" t="t" r="r" b="b"/>
              <a:pathLst>
                <a:path w="274319">
                  <a:moveTo>
                    <a:pt x="0" y="0"/>
                  </a:moveTo>
                  <a:lnTo>
                    <a:pt x="274319" y="0"/>
                  </a:lnTo>
                </a:path>
              </a:pathLst>
            </a:custGeom>
            <a:ln w="21335">
              <a:solidFill>
                <a:srgbClr val="000000"/>
              </a:solidFill>
            </a:ln>
          </p:spPr>
          <p:txBody>
            <a:bodyPr wrap="square" lIns="0" tIns="0" rIns="0" bIns="0" rtlCol="0"/>
            <a:lstStyle/>
            <a:p>
              <a:endParaRPr/>
            </a:p>
          </p:txBody>
        </p:sp>
        <p:sp>
          <p:nvSpPr>
            <p:cNvPr id="17" name="object 17"/>
            <p:cNvSpPr/>
            <p:nvPr/>
          </p:nvSpPr>
          <p:spPr>
            <a:xfrm>
              <a:off x="941831" y="5053583"/>
              <a:ext cx="185928" cy="123443"/>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1266444" y="4402835"/>
              <a:ext cx="2668905" cy="1780539"/>
            </a:xfrm>
            <a:custGeom>
              <a:avLst/>
              <a:gdLst/>
              <a:ahLst/>
              <a:cxnLst/>
              <a:rect l="l" t="t" r="r" b="b"/>
              <a:pathLst>
                <a:path w="2668904" h="1780539">
                  <a:moveTo>
                    <a:pt x="2668524" y="9144"/>
                  </a:moveTo>
                  <a:lnTo>
                    <a:pt x="2657856" y="9144"/>
                  </a:lnTo>
                  <a:lnTo>
                    <a:pt x="2657856" y="0"/>
                  </a:lnTo>
                  <a:lnTo>
                    <a:pt x="0" y="12192"/>
                  </a:lnTo>
                  <a:lnTo>
                    <a:pt x="0" y="30480"/>
                  </a:lnTo>
                  <a:lnTo>
                    <a:pt x="854964" y="26568"/>
                  </a:lnTo>
                  <a:lnTo>
                    <a:pt x="854964" y="245364"/>
                  </a:lnTo>
                  <a:lnTo>
                    <a:pt x="874776" y="245364"/>
                  </a:lnTo>
                  <a:lnTo>
                    <a:pt x="874776" y="26479"/>
                  </a:lnTo>
                  <a:lnTo>
                    <a:pt x="2648712" y="18338"/>
                  </a:lnTo>
                  <a:lnTo>
                    <a:pt x="2648712" y="1761744"/>
                  </a:lnTo>
                  <a:lnTo>
                    <a:pt x="874776" y="1761744"/>
                  </a:lnTo>
                  <a:lnTo>
                    <a:pt x="874776" y="1414272"/>
                  </a:lnTo>
                  <a:lnTo>
                    <a:pt x="854964" y="1414272"/>
                  </a:lnTo>
                  <a:lnTo>
                    <a:pt x="854964" y="1770888"/>
                  </a:lnTo>
                  <a:lnTo>
                    <a:pt x="864108" y="1770888"/>
                  </a:lnTo>
                  <a:lnTo>
                    <a:pt x="864108" y="1780032"/>
                  </a:lnTo>
                  <a:lnTo>
                    <a:pt x="2662428" y="1780032"/>
                  </a:lnTo>
                  <a:lnTo>
                    <a:pt x="2662428" y="1776984"/>
                  </a:lnTo>
                  <a:lnTo>
                    <a:pt x="2668524" y="1776984"/>
                  </a:lnTo>
                  <a:lnTo>
                    <a:pt x="2668524" y="9144"/>
                  </a:lnTo>
                  <a:close/>
                </a:path>
              </a:pathLst>
            </a:custGeom>
            <a:solidFill>
              <a:srgbClr val="C00000"/>
            </a:solidFill>
          </p:spPr>
          <p:txBody>
            <a:bodyPr wrap="square" lIns="0" tIns="0" rIns="0" bIns="0" rtlCol="0"/>
            <a:lstStyle/>
            <a:p>
              <a:endParaRPr/>
            </a:p>
          </p:txBody>
        </p:sp>
        <p:sp>
          <p:nvSpPr>
            <p:cNvPr id="19" name="object 19"/>
            <p:cNvSpPr/>
            <p:nvPr/>
          </p:nvSpPr>
          <p:spPr>
            <a:xfrm>
              <a:off x="841248" y="6047232"/>
              <a:ext cx="425450" cy="12700"/>
            </a:xfrm>
            <a:custGeom>
              <a:avLst/>
              <a:gdLst/>
              <a:ahLst/>
              <a:cxnLst/>
              <a:rect l="l" t="t" r="r" b="b"/>
              <a:pathLst>
                <a:path w="425450" h="12700">
                  <a:moveTo>
                    <a:pt x="0" y="0"/>
                  </a:moveTo>
                  <a:lnTo>
                    <a:pt x="425195" y="0"/>
                  </a:lnTo>
                  <a:lnTo>
                    <a:pt x="425195" y="12192"/>
                  </a:lnTo>
                  <a:lnTo>
                    <a:pt x="0" y="12192"/>
                  </a:lnTo>
                  <a:lnTo>
                    <a:pt x="0" y="0"/>
                  </a:lnTo>
                  <a:close/>
                </a:path>
              </a:pathLst>
            </a:custGeom>
            <a:solidFill>
              <a:srgbClr val="000000"/>
            </a:solidFill>
          </p:spPr>
          <p:txBody>
            <a:bodyPr wrap="square" lIns="0" tIns="0" rIns="0" bIns="0" rtlCol="0"/>
            <a:lstStyle/>
            <a:p>
              <a:endParaRPr/>
            </a:p>
          </p:txBody>
        </p:sp>
        <p:sp>
          <p:nvSpPr>
            <p:cNvPr id="20" name="object 20"/>
            <p:cNvSpPr/>
            <p:nvPr/>
          </p:nvSpPr>
          <p:spPr>
            <a:xfrm>
              <a:off x="841247" y="5274563"/>
              <a:ext cx="0" cy="772795"/>
            </a:xfrm>
            <a:custGeom>
              <a:avLst/>
              <a:gdLst/>
              <a:ahLst/>
              <a:cxnLst/>
              <a:rect l="l" t="t" r="r" b="b"/>
              <a:pathLst>
                <a:path h="772795">
                  <a:moveTo>
                    <a:pt x="0" y="772667"/>
                  </a:moveTo>
                  <a:lnTo>
                    <a:pt x="0" y="0"/>
                  </a:lnTo>
                </a:path>
              </a:pathLst>
            </a:custGeom>
            <a:ln w="12191">
              <a:solidFill>
                <a:srgbClr val="000000"/>
              </a:solidFill>
            </a:ln>
          </p:spPr>
          <p:txBody>
            <a:bodyPr wrap="square" lIns="0" tIns="0" rIns="0" bIns="0" rtlCol="0"/>
            <a:lstStyle/>
            <a:p>
              <a:endParaRPr/>
            </a:p>
          </p:txBody>
        </p:sp>
        <p:sp>
          <p:nvSpPr>
            <p:cNvPr id="21" name="object 21"/>
            <p:cNvSpPr/>
            <p:nvPr/>
          </p:nvSpPr>
          <p:spPr>
            <a:xfrm>
              <a:off x="772667" y="5274563"/>
              <a:ext cx="137160" cy="0"/>
            </a:xfrm>
            <a:custGeom>
              <a:avLst/>
              <a:gdLst/>
              <a:ahLst/>
              <a:cxnLst/>
              <a:rect l="l" t="t" r="r" b="b"/>
              <a:pathLst>
                <a:path w="137159">
                  <a:moveTo>
                    <a:pt x="0" y="0"/>
                  </a:moveTo>
                  <a:lnTo>
                    <a:pt x="137159" y="0"/>
                  </a:lnTo>
                </a:path>
              </a:pathLst>
            </a:custGeom>
            <a:ln w="21335">
              <a:solidFill>
                <a:srgbClr val="000000"/>
              </a:solidFill>
            </a:ln>
          </p:spPr>
          <p:txBody>
            <a:bodyPr wrap="square" lIns="0" tIns="0" rIns="0" bIns="0" rtlCol="0"/>
            <a:lstStyle/>
            <a:p>
              <a:endParaRPr/>
            </a:p>
          </p:txBody>
        </p:sp>
        <p:sp>
          <p:nvSpPr>
            <p:cNvPr id="22" name="object 22"/>
            <p:cNvSpPr/>
            <p:nvPr/>
          </p:nvSpPr>
          <p:spPr>
            <a:xfrm>
              <a:off x="1257300" y="5382767"/>
              <a:ext cx="887094" cy="660400"/>
            </a:xfrm>
            <a:custGeom>
              <a:avLst/>
              <a:gdLst/>
              <a:ahLst/>
              <a:cxnLst/>
              <a:rect l="l" t="t" r="r" b="b"/>
              <a:pathLst>
                <a:path w="887094" h="660400">
                  <a:moveTo>
                    <a:pt x="886968" y="10668"/>
                  </a:moveTo>
                  <a:lnTo>
                    <a:pt x="873252" y="10668"/>
                  </a:lnTo>
                  <a:lnTo>
                    <a:pt x="873252" y="0"/>
                  </a:lnTo>
                  <a:lnTo>
                    <a:pt x="6096" y="0"/>
                  </a:lnTo>
                  <a:lnTo>
                    <a:pt x="6096" y="10668"/>
                  </a:lnTo>
                  <a:lnTo>
                    <a:pt x="0" y="10668"/>
                  </a:lnTo>
                  <a:lnTo>
                    <a:pt x="0" y="659892"/>
                  </a:lnTo>
                  <a:lnTo>
                    <a:pt x="19812" y="659892"/>
                  </a:lnTo>
                  <a:lnTo>
                    <a:pt x="19812" y="19812"/>
                  </a:lnTo>
                  <a:lnTo>
                    <a:pt x="867156" y="19812"/>
                  </a:lnTo>
                  <a:lnTo>
                    <a:pt x="867156" y="202692"/>
                  </a:lnTo>
                  <a:lnTo>
                    <a:pt x="886968" y="202692"/>
                  </a:lnTo>
                  <a:lnTo>
                    <a:pt x="886968" y="10668"/>
                  </a:lnTo>
                  <a:close/>
                </a:path>
              </a:pathLst>
            </a:custGeom>
            <a:solidFill>
              <a:srgbClr val="C00000"/>
            </a:solidFill>
          </p:spPr>
          <p:txBody>
            <a:bodyPr wrap="square" lIns="0" tIns="0" rIns="0" bIns="0" rtlCol="0"/>
            <a:lstStyle/>
            <a:p>
              <a:endParaRPr/>
            </a:p>
          </p:txBody>
        </p:sp>
      </p:grpSp>
      <p:sp>
        <p:nvSpPr>
          <p:cNvPr id="23" name="object 23"/>
          <p:cNvSpPr txBox="1"/>
          <p:nvPr/>
        </p:nvSpPr>
        <p:spPr>
          <a:xfrm>
            <a:off x="3001772" y="5071313"/>
            <a:ext cx="140970"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rlito"/>
                <a:cs typeface="Carlito"/>
              </a:rPr>
              <a:t>N</a:t>
            </a:r>
            <a:endParaRPr sz="1400">
              <a:latin typeface="Carlito"/>
              <a:cs typeface="Carlito"/>
            </a:endParaRPr>
          </a:p>
        </p:txBody>
      </p:sp>
      <p:sp>
        <p:nvSpPr>
          <p:cNvPr id="24" name="object 24"/>
          <p:cNvSpPr txBox="1"/>
          <p:nvPr/>
        </p:nvSpPr>
        <p:spPr>
          <a:xfrm>
            <a:off x="457200" y="3733800"/>
            <a:ext cx="291084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rlito"/>
                <a:cs typeface="Carlito"/>
              </a:rPr>
              <a:t>Connection during </a:t>
            </a:r>
            <a:r>
              <a:rPr sz="1800" spc="-15" dirty="0">
                <a:solidFill>
                  <a:srgbClr val="C00000"/>
                </a:solidFill>
                <a:latin typeface="Carlito"/>
                <a:cs typeface="Carlito"/>
              </a:rPr>
              <a:t>first</a:t>
            </a:r>
            <a:r>
              <a:rPr sz="1800" dirty="0">
                <a:solidFill>
                  <a:srgbClr val="C00000"/>
                </a:solidFill>
                <a:latin typeface="Carlito"/>
                <a:cs typeface="Carlito"/>
              </a:rPr>
              <a:t> </a:t>
            </a:r>
            <a:r>
              <a:rPr sz="1800" spc="-10" dirty="0">
                <a:latin typeface="Carlito"/>
                <a:cs typeface="Carlito"/>
              </a:rPr>
              <a:t>interval</a:t>
            </a:r>
            <a:endParaRPr sz="1800">
              <a:latin typeface="Carlito"/>
              <a:cs typeface="Carlito"/>
            </a:endParaRPr>
          </a:p>
        </p:txBody>
      </p:sp>
      <p:sp>
        <p:nvSpPr>
          <p:cNvPr id="71" name="object 71"/>
          <p:cNvSpPr txBox="1"/>
          <p:nvPr/>
        </p:nvSpPr>
        <p:spPr>
          <a:xfrm>
            <a:off x="4473740" y="3842601"/>
            <a:ext cx="101600" cy="208915"/>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3</a:t>
            </a:r>
            <a:endParaRPr sz="1200">
              <a:latin typeface="Times New Roman"/>
              <a:cs typeface="Times New Roman"/>
            </a:endParaRPr>
          </a:p>
        </p:txBody>
      </p:sp>
      <p:sp>
        <p:nvSpPr>
          <p:cNvPr id="72" name="object 72"/>
          <p:cNvSpPr txBox="1"/>
          <p:nvPr/>
        </p:nvSpPr>
        <p:spPr>
          <a:xfrm>
            <a:off x="4446816" y="3603061"/>
            <a:ext cx="408940" cy="354965"/>
          </a:xfrm>
          <a:prstGeom prst="rect">
            <a:avLst/>
          </a:prstGeom>
        </p:spPr>
        <p:txBody>
          <a:bodyPr vert="horz" wrap="square" lIns="0" tIns="37465" rIns="0" bIns="0" rtlCol="0">
            <a:spAutoFit/>
          </a:bodyPr>
          <a:lstStyle/>
          <a:p>
            <a:pPr marL="38100">
              <a:lnSpc>
                <a:spcPct val="100000"/>
              </a:lnSpc>
              <a:spcBef>
                <a:spcPts val="295"/>
              </a:spcBef>
            </a:pPr>
            <a:r>
              <a:rPr sz="1200" u="sng" dirty="0">
                <a:uFill>
                  <a:solidFill>
                    <a:srgbClr val="000000"/>
                  </a:solidFill>
                </a:uFill>
                <a:latin typeface="Times New Roman"/>
                <a:cs typeface="Times New Roman"/>
              </a:rPr>
              <a:t>1</a:t>
            </a:r>
            <a:r>
              <a:rPr sz="1200" spc="-55" dirty="0">
                <a:latin typeface="Times New Roman"/>
                <a:cs typeface="Times New Roman"/>
              </a:rPr>
              <a:t> </a:t>
            </a:r>
            <a:r>
              <a:rPr sz="1800" i="1" spc="-7" baseline="-34722" dirty="0">
                <a:latin typeface="Times New Roman"/>
                <a:cs typeface="Times New Roman"/>
              </a:rPr>
              <a:t>E</a:t>
            </a:r>
            <a:endParaRPr sz="1800" baseline="-34722">
              <a:latin typeface="Times New Roman"/>
              <a:cs typeface="Times New Roman"/>
            </a:endParaRPr>
          </a:p>
          <a:p>
            <a:pPr marL="247015">
              <a:lnSpc>
                <a:spcPct val="100000"/>
              </a:lnSpc>
              <a:spcBef>
                <a:spcPts val="114"/>
              </a:spcBef>
            </a:pPr>
            <a:r>
              <a:rPr sz="700" i="1" spc="-5" dirty="0">
                <a:latin typeface="Times New Roman"/>
                <a:cs typeface="Times New Roman"/>
              </a:rPr>
              <a:t>DC</a:t>
            </a:r>
            <a:endParaRPr sz="700">
              <a:latin typeface="Times New Roman"/>
              <a:cs typeface="Times New Roman"/>
            </a:endParaRPr>
          </a:p>
        </p:txBody>
      </p:sp>
      <p:grpSp>
        <p:nvGrpSpPr>
          <p:cNvPr id="73" name="object 73"/>
          <p:cNvGrpSpPr/>
          <p:nvPr/>
        </p:nvGrpSpPr>
        <p:grpSpPr>
          <a:xfrm>
            <a:off x="4832603" y="387730"/>
            <a:ext cx="3595370" cy="6079490"/>
            <a:chOff x="4832603" y="387730"/>
            <a:chExt cx="3595370" cy="6079490"/>
          </a:xfrm>
        </p:grpSpPr>
        <p:sp>
          <p:nvSpPr>
            <p:cNvPr id="74" name="object 74"/>
            <p:cNvSpPr/>
            <p:nvPr/>
          </p:nvSpPr>
          <p:spPr>
            <a:xfrm>
              <a:off x="5763768" y="577595"/>
              <a:ext cx="2184400" cy="5782310"/>
            </a:xfrm>
            <a:custGeom>
              <a:avLst/>
              <a:gdLst/>
              <a:ahLst/>
              <a:cxnLst/>
              <a:rect l="l" t="t" r="r" b="b"/>
              <a:pathLst>
                <a:path w="2184400" h="5782310">
                  <a:moveTo>
                    <a:pt x="13716" y="5215128"/>
                  </a:moveTo>
                  <a:lnTo>
                    <a:pt x="10668" y="5212080"/>
                  </a:lnTo>
                  <a:lnTo>
                    <a:pt x="3048" y="5212080"/>
                  </a:lnTo>
                  <a:lnTo>
                    <a:pt x="0" y="5215128"/>
                  </a:lnTo>
                  <a:lnTo>
                    <a:pt x="0" y="5263896"/>
                  </a:lnTo>
                  <a:lnTo>
                    <a:pt x="3048" y="5266944"/>
                  </a:lnTo>
                  <a:lnTo>
                    <a:pt x="10668" y="5266944"/>
                  </a:lnTo>
                  <a:lnTo>
                    <a:pt x="13716" y="5263896"/>
                  </a:lnTo>
                  <a:lnTo>
                    <a:pt x="13716" y="5215128"/>
                  </a:lnTo>
                  <a:close/>
                </a:path>
                <a:path w="2184400" h="5782310">
                  <a:moveTo>
                    <a:pt x="13716" y="5131308"/>
                  </a:moveTo>
                  <a:lnTo>
                    <a:pt x="10668" y="5128260"/>
                  </a:lnTo>
                  <a:lnTo>
                    <a:pt x="3048" y="5128260"/>
                  </a:lnTo>
                  <a:lnTo>
                    <a:pt x="0" y="5131308"/>
                  </a:lnTo>
                  <a:lnTo>
                    <a:pt x="0" y="5180076"/>
                  </a:lnTo>
                  <a:lnTo>
                    <a:pt x="3048" y="5183124"/>
                  </a:lnTo>
                  <a:lnTo>
                    <a:pt x="10668" y="5183124"/>
                  </a:lnTo>
                  <a:lnTo>
                    <a:pt x="13716" y="5180076"/>
                  </a:lnTo>
                  <a:lnTo>
                    <a:pt x="13716" y="5131308"/>
                  </a:lnTo>
                  <a:close/>
                </a:path>
                <a:path w="2184400" h="5782310">
                  <a:moveTo>
                    <a:pt x="13716" y="5049012"/>
                  </a:moveTo>
                  <a:lnTo>
                    <a:pt x="10668" y="5045964"/>
                  </a:lnTo>
                  <a:lnTo>
                    <a:pt x="3048" y="5045964"/>
                  </a:lnTo>
                  <a:lnTo>
                    <a:pt x="0" y="5049012"/>
                  </a:lnTo>
                  <a:lnTo>
                    <a:pt x="0" y="5097780"/>
                  </a:lnTo>
                  <a:lnTo>
                    <a:pt x="3048" y="5100828"/>
                  </a:lnTo>
                  <a:lnTo>
                    <a:pt x="10668" y="5100828"/>
                  </a:lnTo>
                  <a:lnTo>
                    <a:pt x="13716" y="5097780"/>
                  </a:lnTo>
                  <a:lnTo>
                    <a:pt x="13716" y="5049012"/>
                  </a:lnTo>
                  <a:close/>
                </a:path>
                <a:path w="2184400" h="5782310">
                  <a:moveTo>
                    <a:pt x="13716" y="4966716"/>
                  </a:moveTo>
                  <a:lnTo>
                    <a:pt x="10668" y="4963668"/>
                  </a:lnTo>
                  <a:lnTo>
                    <a:pt x="3048" y="4963668"/>
                  </a:lnTo>
                  <a:lnTo>
                    <a:pt x="0" y="4966716"/>
                  </a:lnTo>
                  <a:lnTo>
                    <a:pt x="0" y="5015484"/>
                  </a:lnTo>
                  <a:lnTo>
                    <a:pt x="3048" y="5018532"/>
                  </a:lnTo>
                  <a:lnTo>
                    <a:pt x="10668" y="5018532"/>
                  </a:lnTo>
                  <a:lnTo>
                    <a:pt x="13716" y="5015484"/>
                  </a:lnTo>
                  <a:lnTo>
                    <a:pt x="13716" y="4966716"/>
                  </a:lnTo>
                  <a:close/>
                </a:path>
                <a:path w="2184400" h="5782310">
                  <a:moveTo>
                    <a:pt x="13716" y="4882896"/>
                  </a:moveTo>
                  <a:lnTo>
                    <a:pt x="10668" y="4879848"/>
                  </a:lnTo>
                  <a:lnTo>
                    <a:pt x="3048" y="4879848"/>
                  </a:lnTo>
                  <a:lnTo>
                    <a:pt x="0" y="4882896"/>
                  </a:lnTo>
                  <a:lnTo>
                    <a:pt x="0" y="4933188"/>
                  </a:lnTo>
                  <a:lnTo>
                    <a:pt x="3048" y="4936236"/>
                  </a:lnTo>
                  <a:lnTo>
                    <a:pt x="10668" y="4936236"/>
                  </a:lnTo>
                  <a:lnTo>
                    <a:pt x="13716" y="4933188"/>
                  </a:lnTo>
                  <a:lnTo>
                    <a:pt x="13716" y="4882896"/>
                  </a:lnTo>
                  <a:close/>
                </a:path>
                <a:path w="2184400" h="5782310">
                  <a:moveTo>
                    <a:pt x="13716" y="4800600"/>
                  </a:moveTo>
                  <a:lnTo>
                    <a:pt x="10668" y="4797552"/>
                  </a:lnTo>
                  <a:lnTo>
                    <a:pt x="3048" y="4797552"/>
                  </a:lnTo>
                  <a:lnTo>
                    <a:pt x="0" y="4800600"/>
                  </a:lnTo>
                  <a:lnTo>
                    <a:pt x="0" y="4849368"/>
                  </a:lnTo>
                  <a:lnTo>
                    <a:pt x="3048" y="4852416"/>
                  </a:lnTo>
                  <a:lnTo>
                    <a:pt x="10668" y="4852416"/>
                  </a:lnTo>
                  <a:lnTo>
                    <a:pt x="13716" y="4849368"/>
                  </a:lnTo>
                  <a:lnTo>
                    <a:pt x="13716" y="4800600"/>
                  </a:lnTo>
                  <a:close/>
                </a:path>
                <a:path w="2184400" h="5782310">
                  <a:moveTo>
                    <a:pt x="13716" y="4718304"/>
                  </a:moveTo>
                  <a:lnTo>
                    <a:pt x="10668" y="4715256"/>
                  </a:lnTo>
                  <a:lnTo>
                    <a:pt x="3048" y="4715256"/>
                  </a:lnTo>
                  <a:lnTo>
                    <a:pt x="0" y="4718304"/>
                  </a:lnTo>
                  <a:lnTo>
                    <a:pt x="0" y="4767072"/>
                  </a:lnTo>
                  <a:lnTo>
                    <a:pt x="3048" y="4770120"/>
                  </a:lnTo>
                  <a:lnTo>
                    <a:pt x="10668" y="4770120"/>
                  </a:lnTo>
                  <a:lnTo>
                    <a:pt x="13716" y="4767072"/>
                  </a:lnTo>
                  <a:lnTo>
                    <a:pt x="13716" y="4718304"/>
                  </a:lnTo>
                  <a:close/>
                </a:path>
                <a:path w="2184400" h="5782310">
                  <a:moveTo>
                    <a:pt x="13716" y="4636020"/>
                  </a:moveTo>
                  <a:lnTo>
                    <a:pt x="10668" y="4632960"/>
                  </a:lnTo>
                  <a:lnTo>
                    <a:pt x="3048" y="4632960"/>
                  </a:lnTo>
                  <a:lnTo>
                    <a:pt x="0" y="4636020"/>
                  </a:lnTo>
                  <a:lnTo>
                    <a:pt x="0" y="4684776"/>
                  </a:lnTo>
                  <a:lnTo>
                    <a:pt x="3048" y="4687824"/>
                  </a:lnTo>
                  <a:lnTo>
                    <a:pt x="10668" y="4687824"/>
                  </a:lnTo>
                  <a:lnTo>
                    <a:pt x="13716" y="4684776"/>
                  </a:lnTo>
                  <a:lnTo>
                    <a:pt x="13716" y="4636020"/>
                  </a:lnTo>
                  <a:close/>
                </a:path>
                <a:path w="2184400" h="5782310">
                  <a:moveTo>
                    <a:pt x="13716" y="4552188"/>
                  </a:moveTo>
                  <a:lnTo>
                    <a:pt x="10668" y="4549140"/>
                  </a:lnTo>
                  <a:lnTo>
                    <a:pt x="3048" y="4549140"/>
                  </a:lnTo>
                  <a:lnTo>
                    <a:pt x="0" y="4552188"/>
                  </a:lnTo>
                  <a:lnTo>
                    <a:pt x="0" y="4600956"/>
                  </a:lnTo>
                  <a:lnTo>
                    <a:pt x="3048" y="4604004"/>
                  </a:lnTo>
                  <a:lnTo>
                    <a:pt x="10668" y="4604004"/>
                  </a:lnTo>
                  <a:lnTo>
                    <a:pt x="13716" y="4600956"/>
                  </a:lnTo>
                  <a:lnTo>
                    <a:pt x="13716" y="4552188"/>
                  </a:lnTo>
                  <a:close/>
                </a:path>
                <a:path w="2184400" h="5782310">
                  <a:moveTo>
                    <a:pt x="13716" y="4469892"/>
                  </a:moveTo>
                  <a:lnTo>
                    <a:pt x="10668" y="4466844"/>
                  </a:lnTo>
                  <a:lnTo>
                    <a:pt x="3048" y="4466844"/>
                  </a:lnTo>
                  <a:lnTo>
                    <a:pt x="0" y="4469892"/>
                  </a:lnTo>
                  <a:lnTo>
                    <a:pt x="0" y="4518660"/>
                  </a:lnTo>
                  <a:lnTo>
                    <a:pt x="3048" y="4521708"/>
                  </a:lnTo>
                  <a:lnTo>
                    <a:pt x="10668" y="4521708"/>
                  </a:lnTo>
                  <a:lnTo>
                    <a:pt x="13716" y="4518660"/>
                  </a:lnTo>
                  <a:lnTo>
                    <a:pt x="13716" y="4469892"/>
                  </a:lnTo>
                  <a:close/>
                </a:path>
                <a:path w="2184400" h="5782310">
                  <a:moveTo>
                    <a:pt x="13716" y="4387596"/>
                  </a:moveTo>
                  <a:lnTo>
                    <a:pt x="10668" y="4384548"/>
                  </a:lnTo>
                  <a:lnTo>
                    <a:pt x="3048" y="4384548"/>
                  </a:lnTo>
                  <a:lnTo>
                    <a:pt x="0" y="4387596"/>
                  </a:lnTo>
                  <a:lnTo>
                    <a:pt x="0" y="4436364"/>
                  </a:lnTo>
                  <a:lnTo>
                    <a:pt x="3048" y="4439412"/>
                  </a:lnTo>
                  <a:lnTo>
                    <a:pt x="10668" y="4439412"/>
                  </a:lnTo>
                  <a:lnTo>
                    <a:pt x="13716" y="4436364"/>
                  </a:lnTo>
                  <a:lnTo>
                    <a:pt x="13716" y="4387596"/>
                  </a:lnTo>
                  <a:close/>
                </a:path>
                <a:path w="2184400" h="5782310">
                  <a:moveTo>
                    <a:pt x="13716" y="4303776"/>
                  </a:moveTo>
                  <a:lnTo>
                    <a:pt x="10668" y="4300728"/>
                  </a:lnTo>
                  <a:lnTo>
                    <a:pt x="3048" y="4300728"/>
                  </a:lnTo>
                  <a:lnTo>
                    <a:pt x="0" y="4303776"/>
                  </a:lnTo>
                  <a:lnTo>
                    <a:pt x="0" y="4354068"/>
                  </a:lnTo>
                  <a:lnTo>
                    <a:pt x="3048" y="4357116"/>
                  </a:lnTo>
                  <a:lnTo>
                    <a:pt x="10668" y="4357116"/>
                  </a:lnTo>
                  <a:lnTo>
                    <a:pt x="13716" y="4354068"/>
                  </a:lnTo>
                  <a:lnTo>
                    <a:pt x="13716" y="4303776"/>
                  </a:lnTo>
                  <a:close/>
                </a:path>
                <a:path w="2184400" h="5782310">
                  <a:moveTo>
                    <a:pt x="13716" y="4221480"/>
                  </a:moveTo>
                  <a:lnTo>
                    <a:pt x="10668" y="4218432"/>
                  </a:lnTo>
                  <a:lnTo>
                    <a:pt x="3048" y="4218432"/>
                  </a:lnTo>
                  <a:lnTo>
                    <a:pt x="0" y="4221480"/>
                  </a:lnTo>
                  <a:lnTo>
                    <a:pt x="0" y="4270248"/>
                  </a:lnTo>
                  <a:lnTo>
                    <a:pt x="3048" y="4273296"/>
                  </a:lnTo>
                  <a:lnTo>
                    <a:pt x="10668" y="4273296"/>
                  </a:lnTo>
                  <a:lnTo>
                    <a:pt x="13716" y="4270248"/>
                  </a:lnTo>
                  <a:lnTo>
                    <a:pt x="13716" y="4221480"/>
                  </a:lnTo>
                  <a:close/>
                </a:path>
                <a:path w="2184400" h="5782310">
                  <a:moveTo>
                    <a:pt x="13716" y="4139184"/>
                  </a:moveTo>
                  <a:lnTo>
                    <a:pt x="10668" y="4136136"/>
                  </a:lnTo>
                  <a:lnTo>
                    <a:pt x="3048" y="4136136"/>
                  </a:lnTo>
                  <a:lnTo>
                    <a:pt x="0" y="4139184"/>
                  </a:lnTo>
                  <a:lnTo>
                    <a:pt x="0" y="4187952"/>
                  </a:lnTo>
                  <a:lnTo>
                    <a:pt x="3048" y="4191000"/>
                  </a:lnTo>
                  <a:lnTo>
                    <a:pt x="10668" y="4191000"/>
                  </a:lnTo>
                  <a:lnTo>
                    <a:pt x="13716" y="4187952"/>
                  </a:lnTo>
                  <a:lnTo>
                    <a:pt x="13716" y="4139184"/>
                  </a:lnTo>
                  <a:close/>
                </a:path>
                <a:path w="2184400" h="5782310">
                  <a:moveTo>
                    <a:pt x="13716" y="4056888"/>
                  </a:moveTo>
                  <a:lnTo>
                    <a:pt x="10668" y="4053840"/>
                  </a:lnTo>
                  <a:lnTo>
                    <a:pt x="3048" y="4053840"/>
                  </a:lnTo>
                  <a:lnTo>
                    <a:pt x="0" y="4056888"/>
                  </a:lnTo>
                  <a:lnTo>
                    <a:pt x="0" y="4105656"/>
                  </a:lnTo>
                  <a:lnTo>
                    <a:pt x="3048" y="4108704"/>
                  </a:lnTo>
                  <a:lnTo>
                    <a:pt x="10668" y="4108704"/>
                  </a:lnTo>
                  <a:lnTo>
                    <a:pt x="13716" y="4105656"/>
                  </a:lnTo>
                  <a:lnTo>
                    <a:pt x="13716" y="4056888"/>
                  </a:lnTo>
                  <a:close/>
                </a:path>
                <a:path w="2184400" h="5782310">
                  <a:moveTo>
                    <a:pt x="13716" y="3973068"/>
                  </a:moveTo>
                  <a:lnTo>
                    <a:pt x="10668" y="3970020"/>
                  </a:lnTo>
                  <a:lnTo>
                    <a:pt x="3048" y="3970020"/>
                  </a:lnTo>
                  <a:lnTo>
                    <a:pt x="0" y="3973068"/>
                  </a:lnTo>
                  <a:lnTo>
                    <a:pt x="0" y="4021836"/>
                  </a:lnTo>
                  <a:lnTo>
                    <a:pt x="3048" y="4024884"/>
                  </a:lnTo>
                  <a:lnTo>
                    <a:pt x="10668" y="4024884"/>
                  </a:lnTo>
                  <a:lnTo>
                    <a:pt x="13716" y="4021836"/>
                  </a:lnTo>
                  <a:lnTo>
                    <a:pt x="13716" y="3973068"/>
                  </a:lnTo>
                  <a:close/>
                </a:path>
                <a:path w="2184400" h="5782310">
                  <a:moveTo>
                    <a:pt x="13716" y="3890772"/>
                  </a:moveTo>
                  <a:lnTo>
                    <a:pt x="10668" y="3887724"/>
                  </a:lnTo>
                  <a:lnTo>
                    <a:pt x="3048" y="3887724"/>
                  </a:lnTo>
                  <a:lnTo>
                    <a:pt x="0" y="3890772"/>
                  </a:lnTo>
                  <a:lnTo>
                    <a:pt x="0" y="3939540"/>
                  </a:lnTo>
                  <a:lnTo>
                    <a:pt x="3048" y="3942588"/>
                  </a:lnTo>
                  <a:lnTo>
                    <a:pt x="10668" y="3942588"/>
                  </a:lnTo>
                  <a:lnTo>
                    <a:pt x="13716" y="3939540"/>
                  </a:lnTo>
                  <a:lnTo>
                    <a:pt x="13716" y="3890772"/>
                  </a:lnTo>
                  <a:close/>
                </a:path>
                <a:path w="2184400" h="5782310">
                  <a:moveTo>
                    <a:pt x="13716" y="3808476"/>
                  </a:moveTo>
                  <a:lnTo>
                    <a:pt x="10668" y="3805428"/>
                  </a:lnTo>
                  <a:lnTo>
                    <a:pt x="3048" y="3805428"/>
                  </a:lnTo>
                  <a:lnTo>
                    <a:pt x="0" y="3808476"/>
                  </a:lnTo>
                  <a:lnTo>
                    <a:pt x="0" y="3857244"/>
                  </a:lnTo>
                  <a:lnTo>
                    <a:pt x="3048" y="3860292"/>
                  </a:lnTo>
                  <a:lnTo>
                    <a:pt x="10668" y="3860292"/>
                  </a:lnTo>
                  <a:lnTo>
                    <a:pt x="13716" y="3857244"/>
                  </a:lnTo>
                  <a:lnTo>
                    <a:pt x="13716" y="3808476"/>
                  </a:lnTo>
                  <a:close/>
                </a:path>
                <a:path w="2184400" h="5782310">
                  <a:moveTo>
                    <a:pt x="13716" y="3724656"/>
                  </a:moveTo>
                  <a:lnTo>
                    <a:pt x="10668" y="3721608"/>
                  </a:lnTo>
                  <a:lnTo>
                    <a:pt x="3048" y="3721608"/>
                  </a:lnTo>
                  <a:lnTo>
                    <a:pt x="0" y="3724656"/>
                  </a:lnTo>
                  <a:lnTo>
                    <a:pt x="0" y="3774948"/>
                  </a:lnTo>
                  <a:lnTo>
                    <a:pt x="3048" y="3777996"/>
                  </a:lnTo>
                  <a:lnTo>
                    <a:pt x="10668" y="3777996"/>
                  </a:lnTo>
                  <a:lnTo>
                    <a:pt x="13716" y="3774948"/>
                  </a:lnTo>
                  <a:lnTo>
                    <a:pt x="13716" y="3724656"/>
                  </a:lnTo>
                  <a:close/>
                </a:path>
                <a:path w="2184400" h="5782310">
                  <a:moveTo>
                    <a:pt x="13716" y="3642360"/>
                  </a:moveTo>
                  <a:lnTo>
                    <a:pt x="10668" y="3639312"/>
                  </a:lnTo>
                  <a:lnTo>
                    <a:pt x="3048" y="3639312"/>
                  </a:lnTo>
                  <a:lnTo>
                    <a:pt x="0" y="3642360"/>
                  </a:lnTo>
                  <a:lnTo>
                    <a:pt x="0" y="3691128"/>
                  </a:lnTo>
                  <a:lnTo>
                    <a:pt x="3048" y="3694176"/>
                  </a:lnTo>
                  <a:lnTo>
                    <a:pt x="10668" y="3694176"/>
                  </a:lnTo>
                  <a:lnTo>
                    <a:pt x="13716" y="3691128"/>
                  </a:lnTo>
                  <a:lnTo>
                    <a:pt x="13716" y="3642360"/>
                  </a:lnTo>
                  <a:close/>
                </a:path>
                <a:path w="2184400" h="5782310">
                  <a:moveTo>
                    <a:pt x="13716" y="3560064"/>
                  </a:moveTo>
                  <a:lnTo>
                    <a:pt x="10668" y="3557016"/>
                  </a:lnTo>
                  <a:lnTo>
                    <a:pt x="3048" y="3557016"/>
                  </a:lnTo>
                  <a:lnTo>
                    <a:pt x="0" y="3560064"/>
                  </a:lnTo>
                  <a:lnTo>
                    <a:pt x="0" y="3608832"/>
                  </a:lnTo>
                  <a:lnTo>
                    <a:pt x="3048" y="3611880"/>
                  </a:lnTo>
                  <a:lnTo>
                    <a:pt x="10668" y="3611880"/>
                  </a:lnTo>
                  <a:lnTo>
                    <a:pt x="13716" y="3608832"/>
                  </a:lnTo>
                  <a:lnTo>
                    <a:pt x="13716" y="3560064"/>
                  </a:lnTo>
                  <a:close/>
                </a:path>
                <a:path w="2184400" h="5782310">
                  <a:moveTo>
                    <a:pt x="13716" y="3477768"/>
                  </a:moveTo>
                  <a:lnTo>
                    <a:pt x="10668" y="3474720"/>
                  </a:lnTo>
                  <a:lnTo>
                    <a:pt x="3048" y="3474720"/>
                  </a:lnTo>
                  <a:lnTo>
                    <a:pt x="0" y="3477768"/>
                  </a:lnTo>
                  <a:lnTo>
                    <a:pt x="0" y="3526536"/>
                  </a:lnTo>
                  <a:lnTo>
                    <a:pt x="3048" y="3529584"/>
                  </a:lnTo>
                  <a:lnTo>
                    <a:pt x="10668" y="3529584"/>
                  </a:lnTo>
                  <a:lnTo>
                    <a:pt x="13716" y="3526536"/>
                  </a:lnTo>
                  <a:lnTo>
                    <a:pt x="13716" y="3477768"/>
                  </a:lnTo>
                  <a:close/>
                </a:path>
                <a:path w="2184400" h="5782310">
                  <a:moveTo>
                    <a:pt x="13716" y="3393948"/>
                  </a:moveTo>
                  <a:lnTo>
                    <a:pt x="10668" y="3390900"/>
                  </a:lnTo>
                  <a:lnTo>
                    <a:pt x="3048" y="3390900"/>
                  </a:lnTo>
                  <a:lnTo>
                    <a:pt x="0" y="3393948"/>
                  </a:lnTo>
                  <a:lnTo>
                    <a:pt x="0" y="3442716"/>
                  </a:lnTo>
                  <a:lnTo>
                    <a:pt x="3048" y="3445764"/>
                  </a:lnTo>
                  <a:lnTo>
                    <a:pt x="10668" y="3445764"/>
                  </a:lnTo>
                  <a:lnTo>
                    <a:pt x="13716" y="3442716"/>
                  </a:lnTo>
                  <a:lnTo>
                    <a:pt x="13716" y="3393948"/>
                  </a:lnTo>
                  <a:close/>
                </a:path>
                <a:path w="2184400" h="5782310">
                  <a:moveTo>
                    <a:pt x="13716" y="3311652"/>
                  </a:moveTo>
                  <a:lnTo>
                    <a:pt x="10668" y="3308604"/>
                  </a:lnTo>
                  <a:lnTo>
                    <a:pt x="3048" y="3308604"/>
                  </a:lnTo>
                  <a:lnTo>
                    <a:pt x="0" y="3311652"/>
                  </a:lnTo>
                  <a:lnTo>
                    <a:pt x="0" y="3360420"/>
                  </a:lnTo>
                  <a:lnTo>
                    <a:pt x="3048" y="3363468"/>
                  </a:lnTo>
                  <a:lnTo>
                    <a:pt x="10668" y="3363468"/>
                  </a:lnTo>
                  <a:lnTo>
                    <a:pt x="13716" y="3360420"/>
                  </a:lnTo>
                  <a:lnTo>
                    <a:pt x="13716" y="3311652"/>
                  </a:lnTo>
                  <a:close/>
                </a:path>
                <a:path w="2184400" h="5782310">
                  <a:moveTo>
                    <a:pt x="13716" y="3229356"/>
                  </a:moveTo>
                  <a:lnTo>
                    <a:pt x="10668" y="3226308"/>
                  </a:lnTo>
                  <a:lnTo>
                    <a:pt x="3048" y="3226308"/>
                  </a:lnTo>
                  <a:lnTo>
                    <a:pt x="0" y="3229356"/>
                  </a:lnTo>
                  <a:lnTo>
                    <a:pt x="0" y="3278124"/>
                  </a:lnTo>
                  <a:lnTo>
                    <a:pt x="3048" y="3281172"/>
                  </a:lnTo>
                  <a:lnTo>
                    <a:pt x="10668" y="3281172"/>
                  </a:lnTo>
                  <a:lnTo>
                    <a:pt x="13716" y="3278124"/>
                  </a:lnTo>
                  <a:lnTo>
                    <a:pt x="13716" y="3229356"/>
                  </a:lnTo>
                  <a:close/>
                </a:path>
                <a:path w="2184400" h="5782310">
                  <a:moveTo>
                    <a:pt x="13716" y="3145536"/>
                  </a:moveTo>
                  <a:lnTo>
                    <a:pt x="10668" y="3142488"/>
                  </a:lnTo>
                  <a:lnTo>
                    <a:pt x="3048" y="3142488"/>
                  </a:lnTo>
                  <a:lnTo>
                    <a:pt x="0" y="3145536"/>
                  </a:lnTo>
                  <a:lnTo>
                    <a:pt x="0" y="3195828"/>
                  </a:lnTo>
                  <a:lnTo>
                    <a:pt x="3048" y="3198876"/>
                  </a:lnTo>
                  <a:lnTo>
                    <a:pt x="10668" y="3198876"/>
                  </a:lnTo>
                  <a:lnTo>
                    <a:pt x="13716" y="3195828"/>
                  </a:lnTo>
                  <a:lnTo>
                    <a:pt x="13716" y="3145536"/>
                  </a:lnTo>
                  <a:close/>
                </a:path>
                <a:path w="2184400" h="5782310">
                  <a:moveTo>
                    <a:pt x="13716" y="3063240"/>
                  </a:moveTo>
                  <a:lnTo>
                    <a:pt x="10668" y="3060192"/>
                  </a:lnTo>
                  <a:lnTo>
                    <a:pt x="3048" y="3060192"/>
                  </a:lnTo>
                  <a:lnTo>
                    <a:pt x="0" y="3063240"/>
                  </a:lnTo>
                  <a:lnTo>
                    <a:pt x="0" y="3112008"/>
                  </a:lnTo>
                  <a:lnTo>
                    <a:pt x="3048" y="3115056"/>
                  </a:lnTo>
                  <a:lnTo>
                    <a:pt x="10668" y="3115056"/>
                  </a:lnTo>
                  <a:lnTo>
                    <a:pt x="13716" y="3112008"/>
                  </a:lnTo>
                  <a:lnTo>
                    <a:pt x="13716" y="3063240"/>
                  </a:lnTo>
                  <a:close/>
                </a:path>
                <a:path w="2184400" h="5782310">
                  <a:moveTo>
                    <a:pt x="13716" y="2980944"/>
                  </a:moveTo>
                  <a:lnTo>
                    <a:pt x="10668" y="2977896"/>
                  </a:lnTo>
                  <a:lnTo>
                    <a:pt x="3048" y="2977896"/>
                  </a:lnTo>
                  <a:lnTo>
                    <a:pt x="0" y="2980944"/>
                  </a:lnTo>
                  <a:lnTo>
                    <a:pt x="0" y="3029712"/>
                  </a:lnTo>
                  <a:lnTo>
                    <a:pt x="3048" y="3032760"/>
                  </a:lnTo>
                  <a:lnTo>
                    <a:pt x="10668" y="3032760"/>
                  </a:lnTo>
                  <a:lnTo>
                    <a:pt x="13716" y="3029712"/>
                  </a:lnTo>
                  <a:lnTo>
                    <a:pt x="13716" y="2980944"/>
                  </a:lnTo>
                  <a:close/>
                </a:path>
                <a:path w="2184400" h="5782310">
                  <a:moveTo>
                    <a:pt x="13716" y="2898648"/>
                  </a:moveTo>
                  <a:lnTo>
                    <a:pt x="10668" y="2895600"/>
                  </a:lnTo>
                  <a:lnTo>
                    <a:pt x="3048" y="2895600"/>
                  </a:lnTo>
                  <a:lnTo>
                    <a:pt x="0" y="2898648"/>
                  </a:lnTo>
                  <a:lnTo>
                    <a:pt x="0" y="2947416"/>
                  </a:lnTo>
                  <a:lnTo>
                    <a:pt x="3048" y="2950464"/>
                  </a:lnTo>
                  <a:lnTo>
                    <a:pt x="10668" y="2950464"/>
                  </a:lnTo>
                  <a:lnTo>
                    <a:pt x="13716" y="2947416"/>
                  </a:lnTo>
                  <a:lnTo>
                    <a:pt x="13716" y="2898648"/>
                  </a:lnTo>
                  <a:close/>
                </a:path>
                <a:path w="2184400" h="5782310">
                  <a:moveTo>
                    <a:pt x="13716" y="2814828"/>
                  </a:moveTo>
                  <a:lnTo>
                    <a:pt x="10668" y="2811780"/>
                  </a:lnTo>
                  <a:lnTo>
                    <a:pt x="3048" y="2811780"/>
                  </a:lnTo>
                  <a:lnTo>
                    <a:pt x="0" y="2814828"/>
                  </a:lnTo>
                  <a:lnTo>
                    <a:pt x="0" y="2863596"/>
                  </a:lnTo>
                  <a:lnTo>
                    <a:pt x="3048" y="2866644"/>
                  </a:lnTo>
                  <a:lnTo>
                    <a:pt x="10668" y="2866644"/>
                  </a:lnTo>
                  <a:lnTo>
                    <a:pt x="13716" y="2863596"/>
                  </a:lnTo>
                  <a:lnTo>
                    <a:pt x="13716" y="2814828"/>
                  </a:lnTo>
                  <a:close/>
                </a:path>
                <a:path w="2184400" h="5782310">
                  <a:moveTo>
                    <a:pt x="13716" y="2732532"/>
                  </a:moveTo>
                  <a:lnTo>
                    <a:pt x="10668" y="2729484"/>
                  </a:lnTo>
                  <a:lnTo>
                    <a:pt x="3048" y="2729484"/>
                  </a:lnTo>
                  <a:lnTo>
                    <a:pt x="0" y="2732532"/>
                  </a:lnTo>
                  <a:lnTo>
                    <a:pt x="0" y="2781300"/>
                  </a:lnTo>
                  <a:lnTo>
                    <a:pt x="3048" y="2784348"/>
                  </a:lnTo>
                  <a:lnTo>
                    <a:pt x="10668" y="2784348"/>
                  </a:lnTo>
                  <a:lnTo>
                    <a:pt x="13716" y="2781300"/>
                  </a:lnTo>
                  <a:lnTo>
                    <a:pt x="13716" y="2732532"/>
                  </a:lnTo>
                  <a:close/>
                </a:path>
                <a:path w="2184400" h="5782310">
                  <a:moveTo>
                    <a:pt x="13716" y="2650236"/>
                  </a:moveTo>
                  <a:lnTo>
                    <a:pt x="10668" y="2647188"/>
                  </a:lnTo>
                  <a:lnTo>
                    <a:pt x="3048" y="2647188"/>
                  </a:lnTo>
                  <a:lnTo>
                    <a:pt x="0" y="2650236"/>
                  </a:lnTo>
                  <a:lnTo>
                    <a:pt x="0" y="2699004"/>
                  </a:lnTo>
                  <a:lnTo>
                    <a:pt x="3048" y="2702052"/>
                  </a:lnTo>
                  <a:lnTo>
                    <a:pt x="10668" y="2702052"/>
                  </a:lnTo>
                  <a:lnTo>
                    <a:pt x="13716" y="2699004"/>
                  </a:lnTo>
                  <a:lnTo>
                    <a:pt x="13716" y="2650236"/>
                  </a:lnTo>
                  <a:close/>
                </a:path>
                <a:path w="2184400" h="5782310">
                  <a:moveTo>
                    <a:pt x="13716" y="2566416"/>
                  </a:moveTo>
                  <a:lnTo>
                    <a:pt x="10668" y="2563368"/>
                  </a:lnTo>
                  <a:lnTo>
                    <a:pt x="3048" y="2563368"/>
                  </a:lnTo>
                  <a:lnTo>
                    <a:pt x="0" y="2566416"/>
                  </a:lnTo>
                  <a:lnTo>
                    <a:pt x="0" y="2616708"/>
                  </a:lnTo>
                  <a:lnTo>
                    <a:pt x="3048" y="2619756"/>
                  </a:lnTo>
                  <a:lnTo>
                    <a:pt x="10668" y="2619756"/>
                  </a:lnTo>
                  <a:lnTo>
                    <a:pt x="13716" y="2616708"/>
                  </a:lnTo>
                  <a:lnTo>
                    <a:pt x="13716" y="2566416"/>
                  </a:lnTo>
                  <a:close/>
                </a:path>
                <a:path w="2184400" h="5782310">
                  <a:moveTo>
                    <a:pt x="13716" y="2484120"/>
                  </a:moveTo>
                  <a:lnTo>
                    <a:pt x="10668" y="2481072"/>
                  </a:lnTo>
                  <a:lnTo>
                    <a:pt x="3048" y="2481072"/>
                  </a:lnTo>
                  <a:lnTo>
                    <a:pt x="0" y="2484120"/>
                  </a:lnTo>
                  <a:lnTo>
                    <a:pt x="0" y="2532888"/>
                  </a:lnTo>
                  <a:lnTo>
                    <a:pt x="3048" y="2535936"/>
                  </a:lnTo>
                  <a:lnTo>
                    <a:pt x="10668" y="2535936"/>
                  </a:lnTo>
                  <a:lnTo>
                    <a:pt x="13716" y="2532888"/>
                  </a:lnTo>
                  <a:lnTo>
                    <a:pt x="13716" y="2484120"/>
                  </a:lnTo>
                  <a:close/>
                </a:path>
                <a:path w="2184400" h="5782310">
                  <a:moveTo>
                    <a:pt x="13716" y="2401824"/>
                  </a:moveTo>
                  <a:lnTo>
                    <a:pt x="10668" y="2398776"/>
                  </a:lnTo>
                  <a:lnTo>
                    <a:pt x="3048" y="2398776"/>
                  </a:lnTo>
                  <a:lnTo>
                    <a:pt x="0" y="2401824"/>
                  </a:lnTo>
                  <a:lnTo>
                    <a:pt x="0" y="2450592"/>
                  </a:lnTo>
                  <a:lnTo>
                    <a:pt x="3048" y="2453640"/>
                  </a:lnTo>
                  <a:lnTo>
                    <a:pt x="10668" y="2453640"/>
                  </a:lnTo>
                  <a:lnTo>
                    <a:pt x="13716" y="2450592"/>
                  </a:lnTo>
                  <a:lnTo>
                    <a:pt x="13716" y="2401824"/>
                  </a:lnTo>
                  <a:close/>
                </a:path>
                <a:path w="2184400" h="5782310">
                  <a:moveTo>
                    <a:pt x="13716" y="2319528"/>
                  </a:moveTo>
                  <a:lnTo>
                    <a:pt x="10668" y="2316480"/>
                  </a:lnTo>
                  <a:lnTo>
                    <a:pt x="3048" y="2316480"/>
                  </a:lnTo>
                  <a:lnTo>
                    <a:pt x="0" y="2319528"/>
                  </a:lnTo>
                  <a:lnTo>
                    <a:pt x="0" y="2368296"/>
                  </a:lnTo>
                  <a:lnTo>
                    <a:pt x="3048" y="2371344"/>
                  </a:lnTo>
                  <a:lnTo>
                    <a:pt x="10668" y="2371344"/>
                  </a:lnTo>
                  <a:lnTo>
                    <a:pt x="13716" y="2368296"/>
                  </a:lnTo>
                  <a:lnTo>
                    <a:pt x="13716" y="2319528"/>
                  </a:lnTo>
                  <a:close/>
                </a:path>
                <a:path w="2184400" h="5782310">
                  <a:moveTo>
                    <a:pt x="13716" y="2235708"/>
                  </a:moveTo>
                  <a:lnTo>
                    <a:pt x="10668" y="2232660"/>
                  </a:lnTo>
                  <a:lnTo>
                    <a:pt x="3048" y="2232660"/>
                  </a:lnTo>
                  <a:lnTo>
                    <a:pt x="0" y="2235708"/>
                  </a:lnTo>
                  <a:lnTo>
                    <a:pt x="0" y="2284476"/>
                  </a:lnTo>
                  <a:lnTo>
                    <a:pt x="3048" y="2287524"/>
                  </a:lnTo>
                  <a:lnTo>
                    <a:pt x="10668" y="2287524"/>
                  </a:lnTo>
                  <a:lnTo>
                    <a:pt x="13716" y="2284476"/>
                  </a:lnTo>
                  <a:lnTo>
                    <a:pt x="13716" y="2235708"/>
                  </a:lnTo>
                  <a:close/>
                </a:path>
                <a:path w="2184400" h="5782310">
                  <a:moveTo>
                    <a:pt x="13716" y="2153412"/>
                  </a:moveTo>
                  <a:lnTo>
                    <a:pt x="10668" y="2150364"/>
                  </a:lnTo>
                  <a:lnTo>
                    <a:pt x="3048" y="2150364"/>
                  </a:lnTo>
                  <a:lnTo>
                    <a:pt x="0" y="2153412"/>
                  </a:lnTo>
                  <a:lnTo>
                    <a:pt x="0" y="2202180"/>
                  </a:lnTo>
                  <a:lnTo>
                    <a:pt x="3048" y="2205228"/>
                  </a:lnTo>
                  <a:lnTo>
                    <a:pt x="10668" y="2205228"/>
                  </a:lnTo>
                  <a:lnTo>
                    <a:pt x="13716" y="2202180"/>
                  </a:lnTo>
                  <a:lnTo>
                    <a:pt x="13716" y="2153412"/>
                  </a:lnTo>
                  <a:close/>
                </a:path>
                <a:path w="2184400" h="5782310">
                  <a:moveTo>
                    <a:pt x="13716" y="2071116"/>
                  </a:moveTo>
                  <a:lnTo>
                    <a:pt x="10668" y="2068068"/>
                  </a:lnTo>
                  <a:lnTo>
                    <a:pt x="3048" y="2068068"/>
                  </a:lnTo>
                  <a:lnTo>
                    <a:pt x="0" y="2071116"/>
                  </a:lnTo>
                  <a:lnTo>
                    <a:pt x="0" y="2119884"/>
                  </a:lnTo>
                  <a:lnTo>
                    <a:pt x="3048" y="2122932"/>
                  </a:lnTo>
                  <a:lnTo>
                    <a:pt x="10668" y="2122932"/>
                  </a:lnTo>
                  <a:lnTo>
                    <a:pt x="13716" y="2119884"/>
                  </a:lnTo>
                  <a:lnTo>
                    <a:pt x="13716" y="2071116"/>
                  </a:lnTo>
                  <a:close/>
                </a:path>
                <a:path w="2184400" h="5782310">
                  <a:moveTo>
                    <a:pt x="13716" y="1987296"/>
                  </a:moveTo>
                  <a:lnTo>
                    <a:pt x="10668" y="1984248"/>
                  </a:lnTo>
                  <a:lnTo>
                    <a:pt x="3048" y="1984248"/>
                  </a:lnTo>
                  <a:lnTo>
                    <a:pt x="0" y="1987296"/>
                  </a:lnTo>
                  <a:lnTo>
                    <a:pt x="0" y="2037588"/>
                  </a:lnTo>
                  <a:lnTo>
                    <a:pt x="3048" y="2040636"/>
                  </a:lnTo>
                  <a:lnTo>
                    <a:pt x="10668" y="2040636"/>
                  </a:lnTo>
                  <a:lnTo>
                    <a:pt x="13716" y="2037588"/>
                  </a:lnTo>
                  <a:lnTo>
                    <a:pt x="13716" y="1987296"/>
                  </a:lnTo>
                  <a:close/>
                </a:path>
                <a:path w="2184400" h="5782310">
                  <a:moveTo>
                    <a:pt x="13716" y="1905000"/>
                  </a:moveTo>
                  <a:lnTo>
                    <a:pt x="10668" y="1901952"/>
                  </a:lnTo>
                  <a:lnTo>
                    <a:pt x="3048" y="1901952"/>
                  </a:lnTo>
                  <a:lnTo>
                    <a:pt x="0" y="1905000"/>
                  </a:lnTo>
                  <a:lnTo>
                    <a:pt x="0" y="1953768"/>
                  </a:lnTo>
                  <a:lnTo>
                    <a:pt x="3048" y="1956816"/>
                  </a:lnTo>
                  <a:lnTo>
                    <a:pt x="10668" y="1956816"/>
                  </a:lnTo>
                  <a:lnTo>
                    <a:pt x="13716" y="1953768"/>
                  </a:lnTo>
                  <a:lnTo>
                    <a:pt x="13716" y="1905000"/>
                  </a:lnTo>
                  <a:close/>
                </a:path>
                <a:path w="2184400" h="5782310">
                  <a:moveTo>
                    <a:pt x="13716" y="1822704"/>
                  </a:moveTo>
                  <a:lnTo>
                    <a:pt x="10668" y="1819656"/>
                  </a:lnTo>
                  <a:lnTo>
                    <a:pt x="3048" y="1819656"/>
                  </a:lnTo>
                  <a:lnTo>
                    <a:pt x="0" y="1822704"/>
                  </a:lnTo>
                  <a:lnTo>
                    <a:pt x="0" y="1871472"/>
                  </a:lnTo>
                  <a:lnTo>
                    <a:pt x="3048" y="1874520"/>
                  </a:lnTo>
                  <a:lnTo>
                    <a:pt x="10668" y="1874520"/>
                  </a:lnTo>
                  <a:lnTo>
                    <a:pt x="13716" y="1871472"/>
                  </a:lnTo>
                  <a:lnTo>
                    <a:pt x="13716" y="1822704"/>
                  </a:lnTo>
                  <a:close/>
                </a:path>
                <a:path w="2184400" h="5782310">
                  <a:moveTo>
                    <a:pt x="13716" y="1740408"/>
                  </a:moveTo>
                  <a:lnTo>
                    <a:pt x="10668" y="1737360"/>
                  </a:lnTo>
                  <a:lnTo>
                    <a:pt x="3048" y="1737360"/>
                  </a:lnTo>
                  <a:lnTo>
                    <a:pt x="0" y="1740408"/>
                  </a:lnTo>
                  <a:lnTo>
                    <a:pt x="0" y="1789176"/>
                  </a:lnTo>
                  <a:lnTo>
                    <a:pt x="3048" y="1792224"/>
                  </a:lnTo>
                  <a:lnTo>
                    <a:pt x="10668" y="1792224"/>
                  </a:lnTo>
                  <a:lnTo>
                    <a:pt x="13716" y="1789176"/>
                  </a:lnTo>
                  <a:lnTo>
                    <a:pt x="13716" y="1740408"/>
                  </a:lnTo>
                  <a:close/>
                </a:path>
                <a:path w="2184400" h="5782310">
                  <a:moveTo>
                    <a:pt x="13716" y="1656588"/>
                  </a:moveTo>
                  <a:lnTo>
                    <a:pt x="10668" y="1653540"/>
                  </a:lnTo>
                  <a:lnTo>
                    <a:pt x="3048" y="1653540"/>
                  </a:lnTo>
                  <a:lnTo>
                    <a:pt x="0" y="1656588"/>
                  </a:lnTo>
                  <a:lnTo>
                    <a:pt x="0" y="1705356"/>
                  </a:lnTo>
                  <a:lnTo>
                    <a:pt x="3048" y="1708404"/>
                  </a:lnTo>
                  <a:lnTo>
                    <a:pt x="10668" y="1708404"/>
                  </a:lnTo>
                  <a:lnTo>
                    <a:pt x="13716" y="1705356"/>
                  </a:lnTo>
                  <a:lnTo>
                    <a:pt x="13716" y="1656588"/>
                  </a:lnTo>
                  <a:close/>
                </a:path>
                <a:path w="2184400" h="5782310">
                  <a:moveTo>
                    <a:pt x="13716" y="1574292"/>
                  </a:moveTo>
                  <a:lnTo>
                    <a:pt x="10668" y="1571244"/>
                  </a:lnTo>
                  <a:lnTo>
                    <a:pt x="3048" y="1571244"/>
                  </a:lnTo>
                  <a:lnTo>
                    <a:pt x="0" y="1574292"/>
                  </a:lnTo>
                  <a:lnTo>
                    <a:pt x="0" y="1623060"/>
                  </a:lnTo>
                  <a:lnTo>
                    <a:pt x="3048" y="1626108"/>
                  </a:lnTo>
                  <a:lnTo>
                    <a:pt x="10668" y="1626108"/>
                  </a:lnTo>
                  <a:lnTo>
                    <a:pt x="13716" y="1623060"/>
                  </a:lnTo>
                  <a:lnTo>
                    <a:pt x="13716" y="1574292"/>
                  </a:lnTo>
                  <a:close/>
                </a:path>
                <a:path w="2184400" h="5782310">
                  <a:moveTo>
                    <a:pt x="13716" y="1491996"/>
                  </a:moveTo>
                  <a:lnTo>
                    <a:pt x="10668" y="1488948"/>
                  </a:lnTo>
                  <a:lnTo>
                    <a:pt x="3048" y="1488948"/>
                  </a:lnTo>
                  <a:lnTo>
                    <a:pt x="0" y="1491996"/>
                  </a:lnTo>
                  <a:lnTo>
                    <a:pt x="0" y="1540764"/>
                  </a:lnTo>
                  <a:lnTo>
                    <a:pt x="3048" y="1543812"/>
                  </a:lnTo>
                  <a:lnTo>
                    <a:pt x="10668" y="1543812"/>
                  </a:lnTo>
                  <a:lnTo>
                    <a:pt x="13716" y="1540764"/>
                  </a:lnTo>
                  <a:lnTo>
                    <a:pt x="13716" y="1491996"/>
                  </a:lnTo>
                  <a:close/>
                </a:path>
                <a:path w="2184400" h="5782310">
                  <a:moveTo>
                    <a:pt x="13716" y="1408176"/>
                  </a:moveTo>
                  <a:lnTo>
                    <a:pt x="10668" y="1405128"/>
                  </a:lnTo>
                  <a:lnTo>
                    <a:pt x="3048" y="1405128"/>
                  </a:lnTo>
                  <a:lnTo>
                    <a:pt x="0" y="1408176"/>
                  </a:lnTo>
                  <a:lnTo>
                    <a:pt x="0" y="1458468"/>
                  </a:lnTo>
                  <a:lnTo>
                    <a:pt x="3048" y="1461516"/>
                  </a:lnTo>
                  <a:lnTo>
                    <a:pt x="10668" y="1461516"/>
                  </a:lnTo>
                  <a:lnTo>
                    <a:pt x="13716" y="1458468"/>
                  </a:lnTo>
                  <a:lnTo>
                    <a:pt x="13716" y="1408176"/>
                  </a:lnTo>
                  <a:close/>
                </a:path>
                <a:path w="2184400" h="5782310">
                  <a:moveTo>
                    <a:pt x="13716" y="1325880"/>
                  </a:moveTo>
                  <a:lnTo>
                    <a:pt x="10668" y="1322832"/>
                  </a:lnTo>
                  <a:lnTo>
                    <a:pt x="3048" y="1322832"/>
                  </a:lnTo>
                  <a:lnTo>
                    <a:pt x="0" y="1325880"/>
                  </a:lnTo>
                  <a:lnTo>
                    <a:pt x="0" y="1374648"/>
                  </a:lnTo>
                  <a:lnTo>
                    <a:pt x="3048" y="1377696"/>
                  </a:lnTo>
                  <a:lnTo>
                    <a:pt x="10668" y="1377696"/>
                  </a:lnTo>
                  <a:lnTo>
                    <a:pt x="13716" y="1374648"/>
                  </a:lnTo>
                  <a:lnTo>
                    <a:pt x="13716" y="1325880"/>
                  </a:lnTo>
                  <a:close/>
                </a:path>
                <a:path w="2184400" h="5782310">
                  <a:moveTo>
                    <a:pt x="13716" y="1243584"/>
                  </a:moveTo>
                  <a:lnTo>
                    <a:pt x="10668" y="1240536"/>
                  </a:lnTo>
                  <a:lnTo>
                    <a:pt x="3048" y="1240536"/>
                  </a:lnTo>
                  <a:lnTo>
                    <a:pt x="0" y="1243584"/>
                  </a:lnTo>
                  <a:lnTo>
                    <a:pt x="0" y="1292352"/>
                  </a:lnTo>
                  <a:lnTo>
                    <a:pt x="3048" y="1295400"/>
                  </a:lnTo>
                  <a:lnTo>
                    <a:pt x="10668" y="1295400"/>
                  </a:lnTo>
                  <a:lnTo>
                    <a:pt x="13716" y="1292352"/>
                  </a:lnTo>
                  <a:lnTo>
                    <a:pt x="13716" y="1243584"/>
                  </a:lnTo>
                  <a:close/>
                </a:path>
                <a:path w="2184400" h="5782310">
                  <a:moveTo>
                    <a:pt x="13716" y="1161288"/>
                  </a:moveTo>
                  <a:lnTo>
                    <a:pt x="10668" y="1158240"/>
                  </a:lnTo>
                  <a:lnTo>
                    <a:pt x="3048" y="1158240"/>
                  </a:lnTo>
                  <a:lnTo>
                    <a:pt x="0" y="1161288"/>
                  </a:lnTo>
                  <a:lnTo>
                    <a:pt x="0" y="1210056"/>
                  </a:lnTo>
                  <a:lnTo>
                    <a:pt x="3048" y="1213104"/>
                  </a:lnTo>
                  <a:lnTo>
                    <a:pt x="10668" y="1213104"/>
                  </a:lnTo>
                  <a:lnTo>
                    <a:pt x="13716" y="1210056"/>
                  </a:lnTo>
                  <a:lnTo>
                    <a:pt x="13716" y="1161288"/>
                  </a:lnTo>
                  <a:close/>
                </a:path>
                <a:path w="2184400" h="5782310">
                  <a:moveTo>
                    <a:pt x="13716" y="1077468"/>
                  </a:moveTo>
                  <a:lnTo>
                    <a:pt x="10668" y="1074420"/>
                  </a:lnTo>
                  <a:lnTo>
                    <a:pt x="3048" y="1074420"/>
                  </a:lnTo>
                  <a:lnTo>
                    <a:pt x="0" y="1077468"/>
                  </a:lnTo>
                  <a:lnTo>
                    <a:pt x="0" y="1126236"/>
                  </a:lnTo>
                  <a:lnTo>
                    <a:pt x="3048" y="1129284"/>
                  </a:lnTo>
                  <a:lnTo>
                    <a:pt x="10668" y="1129284"/>
                  </a:lnTo>
                  <a:lnTo>
                    <a:pt x="13716" y="1126236"/>
                  </a:lnTo>
                  <a:lnTo>
                    <a:pt x="13716" y="1077468"/>
                  </a:lnTo>
                  <a:close/>
                </a:path>
                <a:path w="2184400" h="5782310">
                  <a:moveTo>
                    <a:pt x="13716" y="995172"/>
                  </a:moveTo>
                  <a:lnTo>
                    <a:pt x="10668" y="992124"/>
                  </a:lnTo>
                  <a:lnTo>
                    <a:pt x="3048" y="992124"/>
                  </a:lnTo>
                  <a:lnTo>
                    <a:pt x="0" y="995172"/>
                  </a:lnTo>
                  <a:lnTo>
                    <a:pt x="0" y="1043940"/>
                  </a:lnTo>
                  <a:lnTo>
                    <a:pt x="3048" y="1046988"/>
                  </a:lnTo>
                  <a:lnTo>
                    <a:pt x="10668" y="1046988"/>
                  </a:lnTo>
                  <a:lnTo>
                    <a:pt x="13716" y="1043940"/>
                  </a:lnTo>
                  <a:lnTo>
                    <a:pt x="13716" y="995172"/>
                  </a:lnTo>
                  <a:close/>
                </a:path>
                <a:path w="2184400" h="5782310">
                  <a:moveTo>
                    <a:pt x="13716" y="912876"/>
                  </a:moveTo>
                  <a:lnTo>
                    <a:pt x="10668" y="909828"/>
                  </a:lnTo>
                  <a:lnTo>
                    <a:pt x="3048" y="909828"/>
                  </a:lnTo>
                  <a:lnTo>
                    <a:pt x="0" y="912876"/>
                  </a:lnTo>
                  <a:lnTo>
                    <a:pt x="0" y="961644"/>
                  </a:lnTo>
                  <a:lnTo>
                    <a:pt x="3048" y="964692"/>
                  </a:lnTo>
                  <a:lnTo>
                    <a:pt x="10668" y="964692"/>
                  </a:lnTo>
                  <a:lnTo>
                    <a:pt x="13716" y="961644"/>
                  </a:lnTo>
                  <a:lnTo>
                    <a:pt x="13716" y="912876"/>
                  </a:lnTo>
                  <a:close/>
                </a:path>
                <a:path w="2184400" h="5782310">
                  <a:moveTo>
                    <a:pt x="13716" y="829056"/>
                  </a:moveTo>
                  <a:lnTo>
                    <a:pt x="10668" y="826008"/>
                  </a:lnTo>
                  <a:lnTo>
                    <a:pt x="3048" y="826008"/>
                  </a:lnTo>
                  <a:lnTo>
                    <a:pt x="0" y="829056"/>
                  </a:lnTo>
                  <a:lnTo>
                    <a:pt x="0" y="879348"/>
                  </a:lnTo>
                  <a:lnTo>
                    <a:pt x="3048" y="882396"/>
                  </a:lnTo>
                  <a:lnTo>
                    <a:pt x="10668" y="882396"/>
                  </a:lnTo>
                  <a:lnTo>
                    <a:pt x="13716" y="879348"/>
                  </a:lnTo>
                  <a:lnTo>
                    <a:pt x="13716" y="829056"/>
                  </a:lnTo>
                  <a:close/>
                </a:path>
                <a:path w="2184400" h="5782310">
                  <a:moveTo>
                    <a:pt x="13716" y="746760"/>
                  </a:moveTo>
                  <a:lnTo>
                    <a:pt x="10668" y="743712"/>
                  </a:lnTo>
                  <a:lnTo>
                    <a:pt x="3048" y="743712"/>
                  </a:lnTo>
                  <a:lnTo>
                    <a:pt x="0" y="746760"/>
                  </a:lnTo>
                  <a:lnTo>
                    <a:pt x="0" y="795528"/>
                  </a:lnTo>
                  <a:lnTo>
                    <a:pt x="3048" y="798576"/>
                  </a:lnTo>
                  <a:lnTo>
                    <a:pt x="10668" y="798576"/>
                  </a:lnTo>
                  <a:lnTo>
                    <a:pt x="13716" y="795528"/>
                  </a:lnTo>
                  <a:lnTo>
                    <a:pt x="13716" y="746760"/>
                  </a:lnTo>
                  <a:close/>
                </a:path>
                <a:path w="2184400" h="5782310">
                  <a:moveTo>
                    <a:pt x="13716" y="664464"/>
                  </a:moveTo>
                  <a:lnTo>
                    <a:pt x="10668" y="661416"/>
                  </a:lnTo>
                  <a:lnTo>
                    <a:pt x="3048" y="661416"/>
                  </a:lnTo>
                  <a:lnTo>
                    <a:pt x="0" y="664464"/>
                  </a:lnTo>
                  <a:lnTo>
                    <a:pt x="0" y="713232"/>
                  </a:lnTo>
                  <a:lnTo>
                    <a:pt x="3048" y="716280"/>
                  </a:lnTo>
                  <a:lnTo>
                    <a:pt x="10668" y="716280"/>
                  </a:lnTo>
                  <a:lnTo>
                    <a:pt x="13716" y="713232"/>
                  </a:lnTo>
                  <a:lnTo>
                    <a:pt x="13716" y="664464"/>
                  </a:lnTo>
                  <a:close/>
                </a:path>
                <a:path w="2184400" h="5782310">
                  <a:moveTo>
                    <a:pt x="13716" y="582168"/>
                  </a:moveTo>
                  <a:lnTo>
                    <a:pt x="10668" y="579120"/>
                  </a:lnTo>
                  <a:lnTo>
                    <a:pt x="3048" y="579120"/>
                  </a:lnTo>
                  <a:lnTo>
                    <a:pt x="0" y="582168"/>
                  </a:lnTo>
                  <a:lnTo>
                    <a:pt x="0" y="630936"/>
                  </a:lnTo>
                  <a:lnTo>
                    <a:pt x="3048" y="633984"/>
                  </a:lnTo>
                  <a:lnTo>
                    <a:pt x="10668" y="633984"/>
                  </a:lnTo>
                  <a:lnTo>
                    <a:pt x="13716" y="630936"/>
                  </a:lnTo>
                  <a:lnTo>
                    <a:pt x="13716" y="582168"/>
                  </a:lnTo>
                  <a:close/>
                </a:path>
                <a:path w="2184400" h="5782310">
                  <a:moveTo>
                    <a:pt x="13716" y="498348"/>
                  </a:moveTo>
                  <a:lnTo>
                    <a:pt x="10668" y="495300"/>
                  </a:lnTo>
                  <a:lnTo>
                    <a:pt x="3048" y="495300"/>
                  </a:lnTo>
                  <a:lnTo>
                    <a:pt x="0" y="498348"/>
                  </a:lnTo>
                  <a:lnTo>
                    <a:pt x="0" y="547116"/>
                  </a:lnTo>
                  <a:lnTo>
                    <a:pt x="3048" y="550164"/>
                  </a:lnTo>
                  <a:lnTo>
                    <a:pt x="10668" y="550164"/>
                  </a:lnTo>
                  <a:lnTo>
                    <a:pt x="13716" y="547116"/>
                  </a:lnTo>
                  <a:lnTo>
                    <a:pt x="13716" y="498348"/>
                  </a:lnTo>
                  <a:close/>
                </a:path>
                <a:path w="2184400" h="5782310">
                  <a:moveTo>
                    <a:pt x="13716" y="416052"/>
                  </a:moveTo>
                  <a:lnTo>
                    <a:pt x="10668" y="413004"/>
                  </a:lnTo>
                  <a:lnTo>
                    <a:pt x="3048" y="413004"/>
                  </a:lnTo>
                  <a:lnTo>
                    <a:pt x="0" y="416052"/>
                  </a:lnTo>
                  <a:lnTo>
                    <a:pt x="0" y="464820"/>
                  </a:lnTo>
                  <a:lnTo>
                    <a:pt x="3048" y="467868"/>
                  </a:lnTo>
                  <a:lnTo>
                    <a:pt x="10668" y="467868"/>
                  </a:lnTo>
                  <a:lnTo>
                    <a:pt x="13716" y="464820"/>
                  </a:lnTo>
                  <a:lnTo>
                    <a:pt x="13716" y="416052"/>
                  </a:lnTo>
                  <a:close/>
                </a:path>
                <a:path w="2184400" h="5782310">
                  <a:moveTo>
                    <a:pt x="13716" y="333756"/>
                  </a:moveTo>
                  <a:lnTo>
                    <a:pt x="10668" y="330708"/>
                  </a:lnTo>
                  <a:lnTo>
                    <a:pt x="3048" y="330708"/>
                  </a:lnTo>
                  <a:lnTo>
                    <a:pt x="0" y="333756"/>
                  </a:lnTo>
                  <a:lnTo>
                    <a:pt x="0" y="382524"/>
                  </a:lnTo>
                  <a:lnTo>
                    <a:pt x="3048" y="385572"/>
                  </a:lnTo>
                  <a:lnTo>
                    <a:pt x="10668" y="385572"/>
                  </a:lnTo>
                  <a:lnTo>
                    <a:pt x="13716" y="382524"/>
                  </a:lnTo>
                  <a:lnTo>
                    <a:pt x="13716" y="333756"/>
                  </a:lnTo>
                  <a:close/>
                </a:path>
                <a:path w="2184400" h="5782310">
                  <a:moveTo>
                    <a:pt x="13716" y="249936"/>
                  </a:moveTo>
                  <a:lnTo>
                    <a:pt x="10668" y="246888"/>
                  </a:lnTo>
                  <a:lnTo>
                    <a:pt x="3048" y="246888"/>
                  </a:lnTo>
                  <a:lnTo>
                    <a:pt x="0" y="249936"/>
                  </a:lnTo>
                  <a:lnTo>
                    <a:pt x="0" y="300228"/>
                  </a:lnTo>
                  <a:lnTo>
                    <a:pt x="3048" y="303276"/>
                  </a:lnTo>
                  <a:lnTo>
                    <a:pt x="10668" y="303276"/>
                  </a:lnTo>
                  <a:lnTo>
                    <a:pt x="13716" y="300228"/>
                  </a:lnTo>
                  <a:lnTo>
                    <a:pt x="13716" y="249936"/>
                  </a:lnTo>
                  <a:close/>
                </a:path>
                <a:path w="2184400" h="5782310">
                  <a:moveTo>
                    <a:pt x="13716" y="167640"/>
                  </a:moveTo>
                  <a:lnTo>
                    <a:pt x="10668" y="164592"/>
                  </a:lnTo>
                  <a:lnTo>
                    <a:pt x="3048" y="164592"/>
                  </a:lnTo>
                  <a:lnTo>
                    <a:pt x="0" y="167640"/>
                  </a:lnTo>
                  <a:lnTo>
                    <a:pt x="0" y="216408"/>
                  </a:lnTo>
                  <a:lnTo>
                    <a:pt x="3048" y="219456"/>
                  </a:lnTo>
                  <a:lnTo>
                    <a:pt x="10668" y="219456"/>
                  </a:lnTo>
                  <a:lnTo>
                    <a:pt x="13716" y="216408"/>
                  </a:lnTo>
                  <a:lnTo>
                    <a:pt x="13716" y="167640"/>
                  </a:lnTo>
                  <a:close/>
                </a:path>
                <a:path w="2184400" h="5782310">
                  <a:moveTo>
                    <a:pt x="13716" y="85344"/>
                  </a:moveTo>
                  <a:lnTo>
                    <a:pt x="10668" y="82296"/>
                  </a:lnTo>
                  <a:lnTo>
                    <a:pt x="3048" y="82296"/>
                  </a:lnTo>
                  <a:lnTo>
                    <a:pt x="0" y="85344"/>
                  </a:lnTo>
                  <a:lnTo>
                    <a:pt x="0" y="134112"/>
                  </a:lnTo>
                  <a:lnTo>
                    <a:pt x="3048" y="137160"/>
                  </a:lnTo>
                  <a:lnTo>
                    <a:pt x="10668" y="137160"/>
                  </a:lnTo>
                  <a:lnTo>
                    <a:pt x="13716" y="134112"/>
                  </a:lnTo>
                  <a:lnTo>
                    <a:pt x="13716" y="85344"/>
                  </a:lnTo>
                  <a:close/>
                </a:path>
                <a:path w="2184400" h="5782310">
                  <a:moveTo>
                    <a:pt x="13716" y="3048"/>
                  </a:moveTo>
                  <a:lnTo>
                    <a:pt x="10668" y="0"/>
                  </a:lnTo>
                  <a:lnTo>
                    <a:pt x="3048" y="0"/>
                  </a:lnTo>
                  <a:lnTo>
                    <a:pt x="0" y="3048"/>
                  </a:lnTo>
                  <a:lnTo>
                    <a:pt x="0" y="51816"/>
                  </a:lnTo>
                  <a:lnTo>
                    <a:pt x="3048" y="54864"/>
                  </a:lnTo>
                  <a:lnTo>
                    <a:pt x="10668" y="54864"/>
                  </a:lnTo>
                  <a:lnTo>
                    <a:pt x="13716" y="51816"/>
                  </a:lnTo>
                  <a:lnTo>
                    <a:pt x="13716" y="3048"/>
                  </a:lnTo>
                  <a:close/>
                </a:path>
                <a:path w="2184400" h="5782310">
                  <a:moveTo>
                    <a:pt x="231648" y="5266944"/>
                  </a:moveTo>
                  <a:lnTo>
                    <a:pt x="228600" y="5263896"/>
                  </a:lnTo>
                  <a:lnTo>
                    <a:pt x="220980" y="5263896"/>
                  </a:lnTo>
                  <a:lnTo>
                    <a:pt x="217932" y="5266944"/>
                  </a:lnTo>
                  <a:lnTo>
                    <a:pt x="217932" y="5291328"/>
                  </a:lnTo>
                  <a:lnTo>
                    <a:pt x="220980" y="5294376"/>
                  </a:lnTo>
                  <a:lnTo>
                    <a:pt x="228600" y="5294376"/>
                  </a:lnTo>
                  <a:lnTo>
                    <a:pt x="231648" y="5291328"/>
                  </a:lnTo>
                  <a:lnTo>
                    <a:pt x="231648" y="5266944"/>
                  </a:lnTo>
                  <a:close/>
                </a:path>
                <a:path w="2184400" h="5782310">
                  <a:moveTo>
                    <a:pt x="231648" y="5184648"/>
                  </a:moveTo>
                  <a:lnTo>
                    <a:pt x="228600" y="5181600"/>
                  </a:lnTo>
                  <a:lnTo>
                    <a:pt x="220980" y="5181600"/>
                  </a:lnTo>
                  <a:lnTo>
                    <a:pt x="217932" y="5184648"/>
                  </a:lnTo>
                  <a:lnTo>
                    <a:pt x="217932" y="5233416"/>
                  </a:lnTo>
                  <a:lnTo>
                    <a:pt x="220980" y="5236464"/>
                  </a:lnTo>
                  <a:lnTo>
                    <a:pt x="228600" y="5236464"/>
                  </a:lnTo>
                  <a:lnTo>
                    <a:pt x="231648" y="5233416"/>
                  </a:lnTo>
                  <a:lnTo>
                    <a:pt x="231648" y="5184648"/>
                  </a:lnTo>
                  <a:close/>
                </a:path>
                <a:path w="2184400" h="5782310">
                  <a:moveTo>
                    <a:pt x="231648" y="5102352"/>
                  </a:moveTo>
                  <a:lnTo>
                    <a:pt x="228600" y="5099304"/>
                  </a:lnTo>
                  <a:lnTo>
                    <a:pt x="220980" y="5099304"/>
                  </a:lnTo>
                  <a:lnTo>
                    <a:pt x="217932" y="5102352"/>
                  </a:lnTo>
                  <a:lnTo>
                    <a:pt x="217932" y="5151120"/>
                  </a:lnTo>
                  <a:lnTo>
                    <a:pt x="220980" y="5154168"/>
                  </a:lnTo>
                  <a:lnTo>
                    <a:pt x="228600" y="5154168"/>
                  </a:lnTo>
                  <a:lnTo>
                    <a:pt x="231648" y="5151120"/>
                  </a:lnTo>
                  <a:lnTo>
                    <a:pt x="231648" y="5102352"/>
                  </a:lnTo>
                  <a:close/>
                </a:path>
                <a:path w="2184400" h="5782310">
                  <a:moveTo>
                    <a:pt x="231648" y="5018532"/>
                  </a:moveTo>
                  <a:lnTo>
                    <a:pt x="228600" y="5015484"/>
                  </a:lnTo>
                  <a:lnTo>
                    <a:pt x="220980" y="5015484"/>
                  </a:lnTo>
                  <a:lnTo>
                    <a:pt x="217932" y="5018532"/>
                  </a:lnTo>
                  <a:lnTo>
                    <a:pt x="217932" y="5067300"/>
                  </a:lnTo>
                  <a:lnTo>
                    <a:pt x="220980" y="5070348"/>
                  </a:lnTo>
                  <a:lnTo>
                    <a:pt x="228600" y="5070348"/>
                  </a:lnTo>
                  <a:lnTo>
                    <a:pt x="231648" y="5067300"/>
                  </a:lnTo>
                  <a:lnTo>
                    <a:pt x="231648" y="5018532"/>
                  </a:lnTo>
                  <a:close/>
                </a:path>
                <a:path w="2184400" h="5782310">
                  <a:moveTo>
                    <a:pt x="231648" y="4936236"/>
                  </a:moveTo>
                  <a:lnTo>
                    <a:pt x="228600" y="4933188"/>
                  </a:lnTo>
                  <a:lnTo>
                    <a:pt x="220980" y="4933188"/>
                  </a:lnTo>
                  <a:lnTo>
                    <a:pt x="217932" y="4936236"/>
                  </a:lnTo>
                  <a:lnTo>
                    <a:pt x="217932" y="4985004"/>
                  </a:lnTo>
                  <a:lnTo>
                    <a:pt x="220980" y="4988052"/>
                  </a:lnTo>
                  <a:lnTo>
                    <a:pt x="228600" y="4988052"/>
                  </a:lnTo>
                  <a:lnTo>
                    <a:pt x="231648" y="4985004"/>
                  </a:lnTo>
                  <a:lnTo>
                    <a:pt x="231648" y="4936236"/>
                  </a:lnTo>
                  <a:close/>
                </a:path>
                <a:path w="2184400" h="5782310">
                  <a:moveTo>
                    <a:pt x="231648" y="4853940"/>
                  </a:moveTo>
                  <a:lnTo>
                    <a:pt x="228600" y="4850892"/>
                  </a:lnTo>
                  <a:lnTo>
                    <a:pt x="220980" y="4850892"/>
                  </a:lnTo>
                  <a:lnTo>
                    <a:pt x="217932" y="4853940"/>
                  </a:lnTo>
                  <a:lnTo>
                    <a:pt x="217932" y="4902708"/>
                  </a:lnTo>
                  <a:lnTo>
                    <a:pt x="220980" y="4905756"/>
                  </a:lnTo>
                  <a:lnTo>
                    <a:pt x="228600" y="4905756"/>
                  </a:lnTo>
                  <a:lnTo>
                    <a:pt x="231648" y="4902708"/>
                  </a:lnTo>
                  <a:lnTo>
                    <a:pt x="231648" y="4853940"/>
                  </a:lnTo>
                  <a:close/>
                </a:path>
                <a:path w="2184400" h="5782310">
                  <a:moveTo>
                    <a:pt x="231648" y="4770120"/>
                  </a:moveTo>
                  <a:lnTo>
                    <a:pt x="228600" y="4767072"/>
                  </a:lnTo>
                  <a:lnTo>
                    <a:pt x="220980" y="4767072"/>
                  </a:lnTo>
                  <a:lnTo>
                    <a:pt x="217932" y="4770120"/>
                  </a:lnTo>
                  <a:lnTo>
                    <a:pt x="217932" y="4820412"/>
                  </a:lnTo>
                  <a:lnTo>
                    <a:pt x="220980" y="4823460"/>
                  </a:lnTo>
                  <a:lnTo>
                    <a:pt x="228600" y="4823460"/>
                  </a:lnTo>
                  <a:lnTo>
                    <a:pt x="231648" y="4820412"/>
                  </a:lnTo>
                  <a:lnTo>
                    <a:pt x="231648" y="4770120"/>
                  </a:lnTo>
                  <a:close/>
                </a:path>
                <a:path w="2184400" h="5782310">
                  <a:moveTo>
                    <a:pt x="231648" y="4687824"/>
                  </a:moveTo>
                  <a:lnTo>
                    <a:pt x="228600" y="4684776"/>
                  </a:lnTo>
                  <a:lnTo>
                    <a:pt x="220980" y="4684776"/>
                  </a:lnTo>
                  <a:lnTo>
                    <a:pt x="217932" y="4687824"/>
                  </a:lnTo>
                  <a:lnTo>
                    <a:pt x="217932" y="4736592"/>
                  </a:lnTo>
                  <a:lnTo>
                    <a:pt x="220980" y="4739640"/>
                  </a:lnTo>
                  <a:lnTo>
                    <a:pt x="228600" y="4739640"/>
                  </a:lnTo>
                  <a:lnTo>
                    <a:pt x="231648" y="4736592"/>
                  </a:lnTo>
                  <a:lnTo>
                    <a:pt x="231648" y="4687824"/>
                  </a:lnTo>
                  <a:close/>
                </a:path>
                <a:path w="2184400" h="5782310">
                  <a:moveTo>
                    <a:pt x="231648" y="4605528"/>
                  </a:moveTo>
                  <a:lnTo>
                    <a:pt x="228600" y="4602480"/>
                  </a:lnTo>
                  <a:lnTo>
                    <a:pt x="220980" y="4602480"/>
                  </a:lnTo>
                  <a:lnTo>
                    <a:pt x="217932" y="4605528"/>
                  </a:lnTo>
                  <a:lnTo>
                    <a:pt x="217932" y="4654308"/>
                  </a:lnTo>
                  <a:lnTo>
                    <a:pt x="220980" y="4657344"/>
                  </a:lnTo>
                  <a:lnTo>
                    <a:pt x="228600" y="4657344"/>
                  </a:lnTo>
                  <a:lnTo>
                    <a:pt x="231648" y="4654308"/>
                  </a:lnTo>
                  <a:lnTo>
                    <a:pt x="231648" y="4605528"/>
                  </a:lnTo>
                  <a:close/>
                </a:path>
                <a:path w="2184400" h="5782310">
                  <a:moveTo>
                    <a:pt x="231648" y="4523232"/>
                  </a:moveTo>
                  <a:lnTo>
                    <a:pt x="228600" y="4520184"/>
                  </a:lnTo>
                  <a:lnTo>
                    <a:pt x="220980" y="4520184"/>
                  </a:lnTo>
                  <a:lnTo>
                    <a:pt x="217932" y="4523232"/>
                  </a:lnTo>
                  <a:lnTo>
                    <a:pt x="217932" y="4572000"/>
                  </a:lnTo>
                  <a:lnTo>
                    <a:pt x="220980" y="4575048"/>
                  </a:lnTo>
                  <a:lnTo>
                    <a:pt x="228600" y="4575048"/>
                  </a:lnTo>
                  <a:lnTo>
                    <a:pt x="231648" y="4572000"/>
                  </a:lnTo>
                  <a:lnTo>
                    <a:pt x="231648" y="4523232"/>
                  </a:lnTo>
                  <a:close/>
                </a:path>
                <a:path w="2184400" h="5782310">
                  <a:moveTo>
                    <a:pt x="231648" y="4439412"/>
                  </a:moveTo>
                  <a:lnTo>
                    <a:pt x="228600" y="4436364"/>
                  </a:lnTo>
                  <a:lnTo>
                    <a:pt x="220980" y="4436364"/>
                  </a:lnTo>
                  <a:lnTo>
                    <a:pt x="217932" y="4439412"/>
                  </a:lnTo>
                  <a:lnTo>
                    <a:pt x="217932" y="4488180"/>
                  </a:lnTo>
                  <a:lnTo>
                    <a:pt x="220980" y="4491228"/>
                  </a:lnTo>
                  <a:lnTo>
                    <a:pt x="228600" y="4491228"/>
                  </a:lnTo>
                  <a:lnTo>
                    <a:pt x="231648" y="4488180"/>
                  </a:lnTo>
                  <a:lnTo>
                    <a:pt x="231648" y="4439412"/>
                  </a:lnTo>
                  <a:close/>
                </a:path>
                <a:path w="2184400" h="5782310">
                  <a:moveTo>
                    <a:pt x="231648" y="4357116"/>
                  </a:moveTo>
                  <a:lnTo>
                    <a:pt x="228600" y="4354068"/>
                  </a:lnTo>
                  <a:lnTo>
                    <a:pt x="220980" y="4354068"/>
                  </a:lnTo>
                  <a:lnTo>
                    <a:pt x="217932" y="4357116"/>
                  </a:lnTo>
                  <a:lnTo>
                    <a:pt x="217932" y="4405884"/>
                  </a:lnTo>
                  <a:lnTo>
                    <a:pt x="220980" y="4408932"/>
                  </a:lnTo>
                  <a:lnTo>
                    <a:pt x="228600" y="4408932"/>
                  </a:lnTo>
                  <a:lnTo>
                    <a:pt x="231648" y="4405884"/>
                  </a:lnTo>
                  <a:lnTo>
                    <a:pt x="231648" y="4357116"/>
                  </a:lnTo>
                  <a:close/>
                </a:path>
                <a:path w="2184400" h="5782310">
                  <a:moveTo>
                    <a:pt x="231648" y="4274820"/>
                  </a:moveTo>
                  <a:lnTo>
                    <a:pt x="228600" y="4271772"/>
                  </a:lnTo>
                  <a:lnTo>
                    <a:pt x="220980" y="4271772"/>
                  </a:lnTo>
                  <a:lnTo>
                    <a:pt x="217932" y="4274820"/>
                  </a:lnTo>
                  <a:lnTo>
                    <a:pt x="217932" y="4323588"/>
                  </a:lnTo>
                  <a:lnTo>
                    <a:pt x="220980" y="4326636"/>
                  </a:lnTo>
                  <a:lnTo>
                    <a:pt x="228600" y="4326636"/>
                  </a:lnTo>
                  <a:lnTo>
                    <a:pt x="231648" y="4323588"/>
                  </a:lnTo>
                  <a:lnTo>
                    <a:pt x="231648" y="4274820"/>
                  </a:lnTo>
                  <a:close/>
                </a:path>
                <a:path w="2184400" h="5782310">
                  <a:moveTo>
                    <a:pt x="231648" y="4191000"/>
                  </a:moveTo>
                  <a:lnTo>
                    <a:pt x="228600" y="4187952"/>
                  </a:lnTo>
                  <a:lnTo>
                    <a:pt x="220980" y="4187952"/>
                  </a:lnTo>
                  <a:lnTo>
                    <a:pt x="217932" y="4191000"/>
                  </a:lnTo>
                  <a:lnTo>
                    <a:pt x="217932" y="4241292"/>
                  </a:lnTo>
                  <a:lnTo>
                    <a:pt x="220980" y="4244340"/>
                  </a:lnTo>
                  <a:lnTo>
                    <a:pt x="228600" y="4244340"/>
                  </a:lnTo>
                  <a:lnTo>
                    <a:pt x="231648" y="4241292"/>
                  </a:lnTo>
                  <a:lnTo>
                    <a:pt x="231648" y="4191000"/>
                  </a:lnTo>
                  <a:close/>
                </a:path>
                <a:path w="2184400" h="5782310">
                  <a:moveTo>
                    <a:pt x="231648" y="4108704"/>
                  </a:moveTo>
                  <a:lnTo>
                    <a:pt x="228600" y="4105656"/>
                  </a:lnTo>
                  <a:lnTo>
                    <a:pt x="220980" y="4105656"/>
                  </a:lnTo>
                  <a:lnTo>
                    <a:pt x="217932" y="4108704"/>
                  </a:lnTo>
                  <a:lnTo>
                    <a:pt x="217932" y="4157472"/>
                  </a:lnTo>
                  <a:lnTo>
                    <a:pt x="220980" y="4160520"/>
                  </a:lnTo>
                  <a:lnTo>
                    <a:pt x="228600" y="4160520"/>
                  </a:lnTo>
                  <a:lnTo>
                    <a:pt x="231648" y="4157472"/>
                  </a:lnTo>
                  <a:lnTo>
                    <a:pt x="231648" y="4108704"/>
                  </a:lnTo>
                  <a:close/>
                </a:path>
                <a:path w="2184400" h="5782310">
                  <a:moveTo>
                    <a:pt x="231648" y="4026408"/>
                  </a:moveTo>
                  <a:lnTo>
                    <a:pt x="228600" y="4023360"/>
                  </a:lnTo>
                  <a:lnTo>
                    <a:pt x="220980" y="4023360"/>
                  </a:lnTo>
                  <a:lnTo>
                    <a:pt x="217932" y="4026408"/>
                  </a:lnTo>
                  <a:lnTo>
                    <a:pt x="217932" y="4075176"/>
                  </a:lnTo>
                  <a:lnTo>
                    <a:pt x="220980" y="4078224"/>
                  </a:lnTo>
                  <a:lnTo>
                    <a:pt x="228600" y="4078224"/>
                  </a:lnTo>
                  <a:lnTo>
                    <a:pt x="231648" y="4075176"/>
                  </a:lnTo>
                  <a:lnTo>
                    <a:pt x="231648" y="4026408"/>
                  </a:lnTo>
                  <a:close/>
                </a:path>
                <a:path w="2184400" h="5782310">
                  <a:moveTo>
                    <a:pt x="231648" y="3944112"/>
                  </a:moveTo>
                  <a:lnTo>
                    <a:pt x="228600" y="3941064"/>
                  </a:lnTo>
                  <a:lnTo>
                    <a:pt x="220980" y="3941064"/>
                  </a:lnTo>
                  <a:lnTo>
                    <a:pt x="217932" y="3944112"/>
                  </a:lnTo>
                  <a:lnTo>
                    <a:pt x="217932" y="3992880"/>
                  </a:lnTo>
                  <a:lnTo>
                    <a:pt x="220980" y="3995928"/>
                  </a:lnTo>
                  <a:lnTo>
                    <a:pt x="228600" y="3995928"/>
                  </a:lnTo>
                  <a:lnTo>
                    <a:pt x="231648" y="3992880"/>
                  </a:lnTo>
                  <a:lnTo>
                    <a:pt x="231648" y="3944112"/>
                  </a:lnTo>
                  <a:close/>
                </a:path>
                <a:path w="2184400" h="5782310">
                  <a:moveTo>
                    <a:pt x="231648" y="3860292"/>
                  </a:moveTo>
                  <a:lnTo>
                    <a:pt x="228600" y="3857244"/>
                  </a:lnTo>
                  <a:lnTo>
                    <a:pt x="220980" y="3857244"/>
                  </a:lnTo>
                  <a:lnTo>
                    <a:pt x="217932" y="3860292"/>
                  </a:lnTo>
                  <a:lnTo>
                    <a:pt x="217932" y="3909060"/>
                  </a:lnTo>
                  <a:lnTo>
                    <a:pt x="220980" y="3912108"/>
                  </a:lnTo>
                  <a:lnTo>
                    <a:pt x="228600" y="3912108"/>
                  </a:lnTo>
                  <a:lnTo>
                    <a:pt x="231648" y="3909060"/>
                  </a:lnTo>
                  <a:lnTo>
                    <a:pt x="231648" y="3860292"/>
                  </a:lnTo>
                  <a:close/>
                </a:path>
                <a:path w="2184400" h="5782310">
                  <a:moveTo>
                    <a:pt x="231648" y="3777996"/>
                  </a:moveTo>
                  <a:lnTo>
                    <a:pt x="228600" y="3774948"/>
                  </a:lnTo>
                  <a:lnTo>
                    <a:pt x="220980" y="3774948"/>
                  </a:lnTo>
                  <a:lnTo>
                    <a:pt x="217932" y="3777996"/>
                  </a:lnTo>
                  <a:lnTo>
                    <a:pt x="217932" y="3826764"/>
                  </a:lnTo>
                  <a:lnTo>
                    <a:pt x="220980" y="3829812"/>
                  </a:lnTo>
                  <a:lnTo>
                    <a:pt x="228600" y="3829812"/>
                  </a:lnTo>
                  <a:lnTo>
                    <a:pt x="231648" y="3826764"/>
                  </a:lnTo>
                  <a:lnTo>
                    <a:pt x="231648" y="3777996"/>
                  </a:lnTo>
                  <a:close/>
                </a:path>
                <a:path w="2184400" h="5782310">
                  <a:moveTo>
                    <a:pt x="231648" y="3695700"/>
                  </a:moveTo>
                  <a:lnTo>
                    <a:pt x="228600" y="3692652"/>
                  </a:lnTo>
                  <a:lnTo>
                    <a:pt x="220980" y="3692652"/>
                  </a:lnTo>
                  <a:lnTo>
                    <a:pt x="217932" y="3695700"/>
                  </a:lnTo>
                  <a:lnTo>
                    <a:pt x="217932" y="3744468"/>
                  </a:lnTo>
                  <a:lnTo>
                    <a:pt x="220980" y="3747516"/>
                  </a:lnTo>
                  <a:lnTo>
                    <a:pt x="228600" y="3747516"/>
                  </a:lnTo>
                  <a:lnTo>
                    <a:pt x="231648" y="3744468"/>
                  </a:lnTo>
                  <a:lnTo>
                    <a:pt x="231648" y="3695700"/>
                  </a:lnTo>
                  <a:close/>
                </a:path>
                <a:path w="2184400" h="5782310">
                  <a:moveTo>
                    <a:pt x="231648" y="3611880"/>
                  </a:moveTo>
                  <a:lnTo>
                    <a:pt x="228600" y="3608832"/>
                  </a:lnTo>
                  <a:lnTo>
                    <a:pt x="220980" y="3608832"/>
                  </a:lnTo>
                  <a:lnTo>
                    <a:pt x="217932" y="3611880"/>
                  </a:lnTo>
                  <a:lnTo>
                    <a:pt x="217932" y="3662172"/>
                  </a:lnTo>
                  <a:lnTo>
                    <a:pt x="220980" y="3665220"/>
                  </a:lnTo>
                  <a:lnTo>
                    <a:pt x="228600" y="3665220"/>
                  </a:lnTo>
                  <a:lnTo>
                    <a:pt x="231648" y="3662172"/>
                  </a:lnTo>
                  <a:lnTo>
                    <a:pt x="231648" y="3611880"/>
                  </a:lnTo>
                  <a:close/>
                </a:path>
                <a:path w="2184400" h="5782310">
                  <a:moveTo>
                    <a:pt x="231648" y="3529584"/>
                  </a:moveTo>
                  <a:lnTo>
                    <a:pt x="228600" y="3526536"/>
                  </a:lnTo>
                  <a:lnTo>
                    <a:pt x="220980" y="3526536"/>
                  </a:lnTo>
                  <a:lnTo>
                    <a:pt x="217932" y="3529584"/>
                  </a:lnTo>
                  <a:lnTo>
                    <a:pt x="217932" y="3578352"/>
                  </a:lnTo>
                  <a:lnTo>
                    <a:pt x="220980" y="3581400"/>
                  </a:lnTo>
                  <a:lnTo>
                    <a:pt x="228600" y="3581400"/>
                  </a:lnTo>
                  <a:lnTo>
                    <a:pt x="231648" y="3578352"/>
                  </a:lnTo>
                  <a:lnTo>
                    <a:pt x="231648" y="3529584"/>
                  </a:lnTo>
                  <a:close/>
                </a:path>
                <a:path w="2184400" h="5782310">
                  <a:moveTo>
                    <a:pt x="231648" y="3447288"/>
                  </a:moveTo>
                  <a:lnTo>
                    <a:pt x="228600" y="3444240"/>
                  </a:lnTo>
                  <a:lnTo>
                    <a:pt x="220980" y="3444240"/>
                  </a:lnTo>
                  <a:lnTo>
                    <a:pt x="217932" y="3447288"/>
                  </a:lnTo>
                  <a:lnTo>
                    <a:pt x="217932" y="3496056"/>
                  </a:lnTo>
                  <a:lnTo>
                    <a:pt x="220980" y="3499104"/>
                  </a:lnTo>
                  <a:lnTo>
                    <a:pt x="228600" y="3499104"/>
                  </a:lnTo>
                  <a:lnTo>
                    <a:pt x="231648" y="3496056"/>
                  </a:lnTo>
                  <a:lnTo>
                    <a:pt x="231648" y="3447288"/>
                  </a:lnTo>
                  <a:close/>
                </a:path>
                <a:path w="2184400" h="5782310">
                  <a:moveTo>
                    <a:pt x="231648" y="3364992"/>
                  </a:moveTo>
                  <a:lnTo>
                    <a:pt x="228600" y="3361944"/>
                  </a:lnTo>
                  <a:lnTo>
                    <a:pt x="220980" y="3361944"/>
                  </a:lnTo>
                  <a:lnTo>
                    <a:pt x="217932" y="3364992"/>
                  </a:lnTo>
                  <a:lnTo>
                    <a:pt x="217932" y="3413760"/>
                  </a:lnTo>
                  <a:lnTo>
                    <a:pt x="220980" y="3416808"/>
                  </a:lnTo>
                  <a:lnTo>
                    <a:pt x="228600" y="3416808"/>
                  </a:lnTo>
                  <a:lnTo>
                    <a:pt x="231648" y="3413760"/>
                  </a:lnTo>
                  <a:lnTo>
                    <a:pt x="231648" y="3364992"/>
                  </a:lnTo>
                  <a:close/>
                </a:path>
                <a:path w="2184400" h="5782310">
                  <a:moveTo>
                    <a:pt x="231648" y="3281172"/>
                  </a:moveTo>
                  <a:lnTo>
                    <a:pt x="228600" y="3278124"/>
                  </a:lnTo>
                  <a:lnTo>
                    <a:pt x="220980" y="3278124"/>
                  </a:lnTo>
                  <a:lnTo>
                    <a:pt x="217932" y="3281172"/>
                  </a:lnTo>
                  <a:lnTo>
                    <a:pt x="217932" y="3329940"/>
                  </a:lnTo>
                  <a:lnTo>
                    <a:pt x="220980" y="3332988"/>
                  </a:lnTo>
                  <a:lnTo>
                    <a:pt x="228600" y="3332988"/>
                  </a:lnTo>
                  <a:lnTo>
                    <a:pt x="231648" y="3329940"/>
                  </a:lnTo>
                  <a:lnTo>
                    <a:pt x="231648" y="3281172"/>
                  </a:lnTo>
                  <a:close/>
                </a:path>
                <a:path w="2184400" h="5782310">
                  <a:moveTo>
                    <a:pt x="231648" y="3198876"/>
                  </a:moveTo>
                  <a:lnTo>
                    <a:pt x="228600" y="3195828"/>
                  </a:lnTo>
                  <a:lnTo>
                    <a:pt x="220980" y="3195828"/>
                  </a:lnTo>
                  <a:lnTo>
                    <a:pt x="217932" y="3198876"/>
                  </a:lnTo>
                  <a:lnTo>
                    <a:pt x="217932" y="3247644"/>
                  </a:lnTo>
                  <a:lnTo>
                    <a:pt x="220980" y="3250692"/>
                  </a:lnTo>
                  <a:lnTo>
                    <a:pt x="228600" y="3250692"/>
                  </a:lnTo>
                  <a:lnTo>
                    <a:pt x="231648" y="3247644"/>
                  </a:lnTo>
                  <a:lnTo>
                    <a:pt x="231648" y="3198876"/>
                  </a:lnTo>
                  <a:close/>
                </a:path>
                <a:path w="2184400" h="5782310">
                  <a:moveTo>
                    <a:pt x="231648" y="3116580"/>
                  </a:moveTo>
                  <a:lnTo>
                    <a:pt x="228600" y="3113532"/>
                  </a:lnTo>
                  <a:lnTo>
                    <a:pt x="220980" y="3113532"/>
                  </a:lnTo>
                  <a:lnTo>
                    <a:pt x="217932" y="3116580"/>
                  </a:lnTo>
                  <a:lnTo>
                    <a:pt x="217932" y="3165348"/>
                  </a:lnTo>
                  <a:lnTo>
                    <a:pt x="220980" y="3168396"/>
                  </a:lnTo>
                  <a:lnTo>
                    <a:pt x="228600" y="3168396"/>
                  </a:lnTo>
                  <a:lnTo>
                    <a:pt x="231648" y="3165348"/>
                  </a:lnTo>
                  <a:lnTo>
                    <a:pt x="231648" y="3116580"/>
                  </a:lnTo>
                  <a:close/>
                </a:path>
                <a:path w="2184400" h="5782310">
                  <a:moveTo>
                    <a:pt x="231648" y="3032760"/>
                  </a:moveTo>
                  <a:lnTo>
                    <a:pt x="228600" y="3029712"/>
                  </a:lnTo>
                  <a:lnTo>
                    <a:pt x="220980" y="3029712"/>
                  </a:lnTo>
                  <a:lnTo>
                    <a:pt x="217932" y="3032760"/>
                  </a:lnTo>
                  <a:lnTo>
                    <a:pt x="217932" y="3083052"/>
                  </a:lnTo>
                  <a:lnTo>
                    <a:pt x="220980" y="3086100"/>
                  </a:lnTo>
                  <a:lnTo>
                    <a:pt x="228600" y="3086100"/>
                  </a:lnTo>
                  <a:lnTo>
                    <a:pt x="231648" y="3083052"/>
                  </a:lnTo>
                  <a:lnTo>
                    <a:pt x="231648" y="3032760"/>
                  </a:lnTo>
                  <a:close/>
                </a:path>
                <a:path w="2184400" h="5782310">
                  <a:moveTo>
                    <a:pt x="231648" y="2950464"/>
                  </a:moveTo>
                  <a:lnTo>
                    <a:pt x="228600" y="2947416"/>
                  </a:lnTo>
                  <a:lnTo>
                    <a:pt x="220980" y="2947416"/>
                  </a:lnTo>
                  <a:lnTo>
                    <a:pt x="217932" y="2950464"/>
                  </a:lnTo>
                  <a:lnTo>
                    <a:pt x="217932" y="2999232"/>
                  </a:lnTo>
                  <a:lnTo>
                    <a:pt x="220980" y="3002280"/>
                  </a:lnTo>
                  <a:lnTo>
                    <a:pt x="228600" y="3002280"/>
                  </a:lnTo>
                  <a:lnTo>
                    <a:pt x="231648" y="2999232"/>
                  </a:lnTo>
                  <a:lnTo>
                    <a:pt x="231648" y="2950464"/>
                  </a:lnTo>
                  <a:close/>
                </a:path>
                <a:path w="2184400" h="5782310">
                  <a:moveTo>
                    <a:pt x="231648" y="2868168"/>
                  </a:moveTo>
                  <a:lnTo>
                    <a:pt x="228600" y="2865120"/>
                  </a:lnTo>
                  <a:lnTo>
                    <a:pt x="220980" y="2865120"/>
                  </a:lnTo>
                  <a:lnTo>
                    <a:pt x="217932" y="2868168"/>
                  </a:lnTo>
                  <a:lnTo>
                    <a:pt x="217932" y="2916936"/>
                  </a:lnTo>
                  <a:lnTo>
                    <a:pt x="220980" y="2919984"/>
                  </a:lnTo>
                  <a:lnTo>
                    <a:pt x="228600" y="2919984"/>
                  </a:lnTo>
                  <a:lnTo>
                    <a:pt x="231648" y="2916936"/>
                  </a:lnTo>
                  <a:lnTo>
                    <a:pt x="231648" y="2868168"/>
                  </a:lnTo>
                  <a:close/>
                </a:path>
                <a:path w="2184400" h="5782310">
                  <a:moveTo>
                    <a:pt x="231648" y="2785872"/>
                  </a:moveTo>
                  <a:lnTo>
                    <a:pt x="228600" y="2782824"/>
                  </a:lnTo>
                  <a:lnTo>
                    <a:pt x="220980" y="2782824"/>
                  </a:lnTo>
                  <a:lnTo>
                    <a:pt x="217932" y="2785872"/>
                  </a:lnTo>
                  <a:lnTo>
                    <a:pt x="217932" y="2834640"/>
                  </a:lnTo>
                  <a:lnTo>
                    <a:pt x="220980" y="2837688"/>
                  </a:lnTo>
                  <a:lnTo>
                    <a:pt x="228600" y="2837688"/>
                  </a:lnTo>
                  <a:lnTo>
                    <a:pt x="231648" y="2834640"/>
                  </a:lnTo>
                  <a:lnTo>
                    <a:pt x="231648" y="2785872"/>
                  </a:lnTo>
                  <a:close/>
                </a:path>
                <a:path w="2184400" h="5782310">
                  <a:moveTo>
                    <a:pt x="231648" y="2702052"/>
                  </a:moveTo>
                  <a:lnTo>
                    <a:pt x="228600" y="2699004"/>
                  </a:lnTo>
                  <a:lnTo>
                    <a:pt x="220980" y="2699004"/>
                  </a:lnTo>
                  <a:lnTo>
                    <a:pt x="217932" y="2702052"/>
                  </a:lnTo>
                  <a:lnTo>
                    <a:pt x="217932" y="2750820"/>
                  </a:lnTo>
                  <a:lnTo>
                    <a:pt x="220980" y="2753868"/>
                  </a:lnTo>
                  <a:lnTo>
                    <a:pt x="228600" y="2753868"/>
                  </a:lnTo>
                  <a:lnTo>
                    <a:pt x="231648" y="2750820"/>
                  </a:lnTo>
                  <a:lnTo>
                    <a:pt x="231648" y="2702052"/>
                  </a:lnTo>
                  <a:close/>
                </a:path>
                <a:path w="2184400" h="5782310">
                  <a:moveTo>
                    <a:pt x="231648" y="2619756"/>
                  </a:moveTo>
                  <a:lnTo>
                    <a:pt x="228600" y="2616708"/>
                  </a:lnTo>
                  <a:lnTo>
                    <a:pt x="220980" y="2616708"/>
                  </a:lnTo>
                  <a:lnTo>
                    <a:pt x="217932" y="2619756"/>
                  </a:lnTo>
                  <a:lnTo>
                    <a:pt x="217932" y="2668524"/>
                  </a:lnTo>
                  <a:lnTo>
                    <a:pt x="220980" y="2671572"/>
                  </a:lnTo>
                  <a:lnTo>
                    <a:pt x="228600" y="2671572"/>
                  </a:lnTo>
                  <a:lnTo>
                    <a:pt x="231648" y="2668524"/>
                  </a:lnTo>
                  <a:lnTo>
                    <a:pt x="231648" y="2619756"/>
                  </a:lnTo>
                  <a:close/>
                </a:path>
                <a:path w="2184400" h="5782310">
                  <a:moveTo>
                    <a:pt x="231648" y="2537460"/>
                  </a:moveTo>
                  <a:lnTo>
                    <a:pt x="228600" y="2534412"/>
                  </a:lnTo>
                  <a:lnTo>
                    <a:pt x="220980" y="2534412"/>
                  </a:lnTo>
                  <a:lnTo>
                    <a:pt x="217932" y="2537460"/>
                  </a:lnTo>
                  <a:lnTo>
                    <a:pt x="217932" y="2586228"/>
                  </a:lnTo>
                  <a:lnTo>
                    <a:pt x="220980" y="2589276"/>
                  </a:lnTo>
                  <a:lnTo>
                    <a:pt x="228600" y="2589276"/>
                  </a:lnTo>
                  <a:lnTo>
                    <a:pt x="231648" y="2586228"/>
                  </a:lnTo>
                  <a:lnTo>
                    <a:pt x="231648" y="2537460"/>
                  </a:lnTo>
                  <a:close/>
                </a:path>
                <a:path w="2184400" h="5782310">
                  <a:moveTo>
                    <a:pt x="231648" y="2453640"/>
                  </a:moveTo>
                  <a:lnTo>
                    <a:pt x="228600" y="2450592"/>
                  </a:lnTo>
                  <a:lnTo>
                    <a:pt x="220980" y="2450592"/>
                  </a:lnTo>
                  <a:lnTo>
                    <a:pt x="217932" y="2453640"/>
                  </a:lnTo>
                  <a:lnTo>
                    <a:pt x="217932" y="2503932"/>
                  </a:lnTo>
                  <a:lnTo>
                    <a:pt x="220980" y="2506980"/>
                  </a:lnTo>
                  <a:lnTo>
                    <a:pt x="228600" y="2506980"/>
                  </a:lnTo>
                  <a:lnTo>
                    <a:pt x="231648" y="2503932"/>
                  </a:lnTo>
                  <a:lnTo>
                    <a:pt x="231648" y="2453640"/>
                  </a:lnTo>
                  <a:close/>
                </a:path>
                <a:path w="2184400" h="5782310">
                  <a:moveTo>
                    <a:pt x="231648" y="2371344"/>
                  </a:moveTo>
                  <a:lnTo>
                    <a:pt x="228600" y="2368296"/>
                  </a:lnTo>
                  <a:lnTo>
                    <a:pt x="220980" y="2368296"/>
                  </a:lnTo>
                  <a:lnTo>
                    <a:pt x="217932" y="2371344"/>
                  </a:lnTo>
                  <a:lnTo>
                    <a:pt x="217932" y="2420112"/>
                  </a:lnTo>
                  <a:lnTo>
                    <a:pt x="220980" y="2423160"/>
                  </a:lnTo>
                  <a:lnTo>
                    <a:pt x="228600" y="2423160"/>
                  </a:lnTo>
                  <a:lnTo>
                    <a:pt x="231648" y="2420112"/>
                  </a:lnTo>
                  <a:lnTo>
                    <a:pt x="231648" y="2371344"/>
                  </a:lnTo>
                  <a:close/>
                </a:path>
                <a:path w="2184400" h="5782310">
                  <a:moveTo>
                    <a:pt x="231648" y="2289048"/>
                  </a:moveTo>
                  <a:lnTo>
                    <a:pt x="228600" y="2286000"/>
                  </a:lnTo>
                  <a:lnTo>
                    <a:pt x="220980" y="2286000"/>
                  </a:lnTo>
                  <a:lnTo>
                    <a:pt x="217932" y="2289048"/>
                  </a:lnTo>
                  <a:lnTo>
                    <a:pt x="217932" y="2337816"/>
                  </a:lnTo>
                  <a:lnTo>
                    <a:pt x="220980" y="2340864"/>
                  </a:lnTo>
                  <a:lnTo>
                    <a:pt x="228600" y="2340864"/>
                  </a:lnTo>
                  <a:lnTo>
                    <a:pt x="231648" y="2337816"/>
                  </a:lnTo>
                  <a:lnTo>
                    <a:pt x="231648" y="2289048"/>
                  </a:lnTo>
                  <a:close/>
                </a:path>
                <a:path w="2184400" h="5782310">
                  <a:moveTo>
                    <a:pt x="231648" y="2206752"/>
                  </a:moveTo>
                  <a:lnTo>
                    <a:pt x="228600" y="2203704"/>
                  </a:lnTo>
                  <a:lnTo>
                    <a:pt x="220980" y="2203704"/>
                  </a:lnTo>
                  <a:lnTo>
                    <a:pt x="217932" y="2206752"/>
                  </a:lnTo>
                  <a:lnTo>
                    <a:pt x="217932" y="2255520"/>
                  </a:lnTo>
                  <a:lnTo>
                    <a:pt x="220980" y="2258568"/>
                  </a:lnTo>
                  <a:lnTo>
                    <a:pt x="228600" y="2258568"/>
                  </a:lnTo>
                  <a:lnTo>
                    <a:pt x="231648" y="2255520"/>
                  </a:lnTo>
                  <a:lnTo>
                    <a:pt x="231648" y="2206752"/>
                  </a:lnTo>
                  <a:close/>
                </a:path>
                <a:path w="2184400" h="5782310">
                  <a:moveTo>
                    <a:pt x="231648" y="2122932"/>
                  </a:moveTo>
                  <a:lnTo>
                    <a:pt x="228600" y="2119884"/>
                  </a:lnTo>
                  <a:lnTo>
                    <a:pt x="220980" y="2119884"/>
                  </a:lnTo>
                  <a:lnTo>
                    <a:pt x="217932" y="2122932"/>
                  </a:lnTo>
                  <a:lnTo>
                    <a:pt x="217932" y="2171700"/>
                  </a:lnTo>
                  <a:lnTo>
                    <a:pt x="220980" y="2174748"/>
                  </a:lnTo>
                  <a:lnTo>
                    <a:pt x="228600" y="2174748"/>
                  </a:lnTo>
                  <a:lnTo>
                    <a:pt x="231648" y="2171700"/>
                  </a:lnTo>
                  <a:lnTo>
                    <a:pt x="231648" y="2122932"/>
                  </a:lnTo>
                  <a:close/>
                </a:path>
                <a:path w="2184400" h="5782310">
                  <a:moveTo>
                    <a:pt x="231648" y="2040636"/>
                  </a:moveTo>
                  <a:lnTo>
                    <a:pt x="228600" y="2037588"/>
                  </a:lnTo>
                  <a:lnTo>
                    <a:pt x="220980" y="2037588"/>
                  </a:lnTo>
                  <a:lnTo>
                    <a:pt x="217932" y="2040636"/>
                  </a:lnTo>
                  <a:lnTo>
                    <a:pt x="217932" y="2089404"/>
                  </a:lnTo>
                  <a:lnTo>
                    <a:pt x="220980" y="2092452"/>
                  </a:lnTo>
                  <a:lnTo>
                    <a:pt x="228600" y="2092452"/>
                  </a:lnTo>
                  <a:lnTo>
                    <a:pt x="231648" y="2089404"/>
                  </a:lnTo>
                  <a:lnTo>
                    <a:pt x="231648" y="2040636"/>
                  </a:lnTo>
                  <a:close/>
                </a:path>
                <a:path w="2184400" h="5782310">
                  <a:moveTo>
                    <a:pt x="231648" y="1958340"/>
                  </a:moveTo>
                  <a:lnTo>
                    <a:pt x="228600" y="1955292"/>
                  </a:lnTo>
                  <a:lnTo>
                    <a:pt x="220980" y="1955292"/>
                  </a:lnTo>
                  <a:lnTo>
                    <a:pt x="217932" y="1958340"/>
                  </a:lnTo>
                  <a:lnTo>
                    <a:pt x="217932" y="2007108"/>
                  </a:lnTo>
                  <a:lnTo>
                    <a:pt x="220980" y="2010156"/>
                  </a:lnTo>
                  <a:lnTo>
                    <a:pt x="228600" y="2010156"/>
                  </a:lnTo>
                  <a:lnTo>
                    <a:pt x="231648" y="2007108"/>
                  </a:lnTo>
                  <a:lnTo>
                    <a:pt x="231648" y="1958340"/>
                  </a:lnTo>
                  <a:close/>
                </a:path>
                <a:path w="2184400" h="5782310">
                  <a:moveTo>
                    <a:pt x="231648" y="1874520"/>
                  </a:moveTo>
                  <a:lnTo>
                    <a:pt x="228600" y="1871472"/>
                  </a:lnTo>
                  <a:lnTo>
                    <a:pt x="220980" y="1871472"/>
                  </a:lnTo>
                  <a:lnTo>
                    <a:pt x="217932" y="1874520"/>
                  </a:lnTo>
                  <a:lnTo>
                    <a:pt x="217932" y="1924812"/>
                  </a:lnTo>
                  <a:lnTo>
                    <a:pt x="220980" y="1927860"/>
                  </a:lnTo>
                  <a:lnTo>
                    <a:pt x="228600" y="1927860"/>
                  </a:lnTo>
                  <a:lnTo>
                    <a:pt x="231648" y="1924812"/>
                  </a:lnTo>
                  <a:lnTo>
                    <a:pt x="231648" y="1874520"/>
                  </a:lnTo>
                  <a:close/>
                </a:path>
                <a:path w="2184400" h="5782310">
                  <a:moveTo>
                    <a:pt x="231648" y="1792224"/>
                  </a:moveTo>
                  <a:lnTo>
                    <a:pt x="228600" y="1789176"/>
                  </a:lnTo>
                  <a:lnTo>
                    <a:pt x="220980" y="1789176"/>
                  </a:lnTo>
                  <a:lnTo>
                    <a:pt x="217932" y="1792224"/>
                  </a:lnTo>
                  <a:lnTo>
                    <a:pt x="217932" y="1840992"/>
                  </a:lnTo>
                  <a:lnTo>
                    <a:pt x="220980" y="1844040"/>
                  </a:lnTo>
                  <a:lnTo>
                    <a:pt x="228600" y="1844040"/>
                  </a:lnTo>
                  <a:lnTo>
                    <a:pt x="231648" y="1840992"/>
                  </a:lnTo>
                  <a:lnTo>
                    <a:pt x="231648" y="1792224"/>
                  </a:lnTo>
                  <a:close/>
                </a:path>
                <a:path w="2184400" h="5782310">
                  <a:moveTo>
                    <a:pt x="231648" y="1709928"/>
                  </a:moveTo>
                  <a:lnTo>
                    <a:pt x="228600" y="1706880"/>
                  </a:lnTo>
                  <a:lnTo>
                    <a:pt x="220980" y="1706880"/>
                  </a:lnTo>
                  <a:lnTo>
                    <a:pt x="217932" y="1709928"/>
                  </a:lnTo>
                  <a:lnTo>
                    <a:pt x="217932" y="1758696"/>
                  </a:lnTo>
                  <a:lnTo>
                    <a:pt x="220980" y="1761744"/>
                  </a:lnTo>
                  <a:lnTo>
                    <a:pt x="228600" y="1761744"/>
                  </a:lnTo>
                  <a:lnTo>
                    <a:pt x="231648" y="1758696"/>
                  </a:lnTo>
                  <a:lnTo>
                    <a:pt x="231648" y="1709928"/>
                  </a:lnTo>
                  <a:close/>
                </a:path>
                <a:path w="2184400" h="5782310">
                  <a:moveTo>
                    <a:pt x="231648" y="1627632"/>
                  </a:moveTo>
                  <a:lnTo>
                    <a:pt x="228600" y="1624584"/>
                  </a:lnTo>
                  <a:lnTo>
                    <a:pt x="220980" y="1624584"/>
                  </a:lnTo>
                  <a:lnTo>
                    <a:pt x="217932" y="1627632"/>
                  </a:lnTo>
                  <a:lnTo>
                    <a:pt x="217932" y="1676400"/>
                  </a:lnTo>
                  <a:lnTo>
                    <a:pt x="220980" y="1679448"/>
                  </a:lnTo>
                  <a:lnTo>
                    <a:pt x="228600" y="1679448"/>
                  </a:lnTo>
                  <a:lnTo>
                    <a:pt x="231648" y="1676400"/>
                  </a:lnTo>
                  <a:lnTo>
                    <a:pt x="231648" y="1627632"/>
                  </a:lnTo>
                  <a:close/>
                </a:path>
                <a:path w="2184400" h="5782310">
                  <a:moveTo>
                    <a:pt x="231648" y="1543812"/>
                  </a:moveTo>
                  <a:lnTo>
                    <a:pt x="228600" y="1540764"/>
                  </a:lnTo>
                  <a:lnTo>
                    <a:pt x="220980" y="1540764"/>
                  </a:lnTo>
                  <a:lnTo>
                    <a:pt x="217932" y="1543812"/>
                  </a:lnTo>
                  <a:lnTo>
                    <a:pt x="217932" y="1592580"/>
                  </a:lnTo>
                  <a:lnTo>
                    <a:pt x="220980" y="1595628"/>
                  </a:lnTo>
                  <a:lnTo>
                    <a:pt x="228600" y="1595628"/>
                  </a:lnTo>
                  <a:lnTo>
                    <a:pt x="231648" y="1592580"/>
                  </a:lnTo>
                  <a:lnTo>
                    <a:pt x="231648" y="1543812"/>
                  </a:lnTo>
                  <a:close/>
                </a:path>
                <a:path w="2184400" h="5782310">
                  <a:moveTo>
                    <a:pt x="231648" y="1461516"/>
                  </a:moveTo>
                  <a:lnTo>
                    <a:pt x="228600" y="1458468"/>
                  </a:lnTo>
                  <a:lnTo>
                    <a:pt x="220980" y="1458468"/>
                  </a:lnTo>
                  <a:lnTo>
                    <a:pt x="217932" y="1461516"/>
                  </a:lnTo>
                  <a:lnTo>
                    <a:pt x="217932" y="1510284"/>
                  </a:lnTo>
                  <a:lnTo>
                    <a:pt x="220980" y="1513332"/>
                  </a:lnTo>
                  <a:lnTo>
                    <a:pt x="228600" y="1513332"/>
                  </a:lnTo>
                  <a:lnTo>
                    <a:pt x="231648" y="1510284"/>
                  </a:lnTo>
                  <a:lnTo>
                    <a:pt x="231648" y="1461516"/>
                  </a:lnTo>
                  <a:close/>
                </a:path>
                <a:path w="2184400" h="5782310">
                  <a:moveTo>
                    <a:pt x="231648" y="1379220"/>
                  </a:moveTo>
                  <a:lnTo>
                    <a:pt x="228600" y="1376172"/>
                  </a:lnTo>
                  <a:lnTo>
                    <a:pt x="220980" y="1376172"/>
                  </a:lnTo>
                  <a:lnTo>
                    <a:pt x="217932" y="1379220"/>
                  </a:lnTo>
                  <a:lnTo>
                    <a:pt x="217932" y="1427988"/>
                  </a:lnTo>
                  <a:lnTo>
                    <a:pt x="220980" y="1431036"/>
                  </a:lnTo>
                  <a:lnTo>
                    <a:pt x="228600" y="1431036"/>
                  </a:lnTo>
                  <a:lnTo>
                    <a:pt x="231648" y="1427988"/>
                  </a:lnTo>
                  <a:lnTo>
                    <a:pt x="231648" y="1379220"/>
                  </a:lnTo>
                  <a:close/>
                </a:path>
                <a:path w="2184400" h="5782310">
                  <a:moveTo>
                    <a:pt x="231648" y="1295400"/>
                  </a:moveTo>
                  <a:lnTo>
                    <a:pt x="228600" y="1292352"/>
                  </a:lnTo>
                  <a:lnTo>
                    <a:pt x="220980" y="1292352"/>
                  </a:lnTo>
                  <a:lnTo>
                    <a:pt x="217932" y="1295400"/>
                  </a:lnTo>
                  <a:lnTo>
                    <a:pt x="217932" y="1345692"/>
                  </a:lnTo>
                  <a:lnTo>
                    <a:pt x="220980" y="1348740"/>
                  </a:lnTo>
                  <a:lnTo>
                    <a:pt x="228600" y="1348740"/>
                  </a:lnTo>
                  <a:lnTo>
                    <a:pt x="231648" y="1345692"/>
                  </a:lnTo>
                  <a:lnTo>
                    <a:pt x="231648" y="1295400"/>
                  </a:lnTo>
                  <a:close/>
                </a:path>
                <a:path w="2184400" h="5782310">
                  <a:moveTo>
                    <a:pt x="231648" y="1213104"/>
                  </a:moveTo>
                  <a:lnTo>
                    <a:pt x="228600" y="1210056"/>
                  </a:lnTo>
                  <a:lnTo>
                    <a:pt x="220980" y="1210056"/>
                  </a:lnTo>
                  <a:lnTo>
                    <a:pt x="217932" y="1213104"/>
                  </a:lnTo>
                  <a:lnTo>
                    <a:pt x="217932" y="1261872"/>
                  </a:lnTo>
                  <a:lnTo>
                    <a:pt x="220980" y="1264920"/>
                  </a:lnTo>
                  <a:lnTo>
                    <a:pt x="228600" y="1264920"/>
                  </a:lnTo>
                  <a:lnTo>
                    <a:pt x="231648" y="1261872"/>
                  </a:lnTo>
                  <a:lnTo>
                    <a:pt x="231648" y="1213104"/>
                  </a:lnTo>
                  <a:close/>
                </a:path>
                <a:path w="2184400" h="5782310">
                  <a:moveTo>
                    <a:pt x="231648" y="1130808"/>
                  </a:moveTo>
                  <a:lnTo>
                    <a:pt x="228600" y="1127760"/>
                  </a:lnTo>
                  <a:lnTo>
                    <a:pt x="220980" y="1127760"/>
                  </a:lnTo>
                  <a:lnTo>
                    <a:pt x="217932" y="1130808"/>
                  </a:lnTo>
                  <a:lnTo>
                    <a:pt x="217932" y="1179576"/>
                  </a:lnTo>
                  <a:lnTo>
                    <a:pt x="220980" y="1182624"/>
                  </a:lnTo>
                  <a:lnTo>
                    <a:pt x="228600" y="1182624"/>
                  </a:lnTo>
                  <a:lnTo>
                    <a:pt x="231648" y="1179576"/>
                  </a:lnTo>
                  <a:lnTo>
                    <a:pt x="231648" y="1130808"/>
                  </a:lnTo>
                  <a:close/>
                </a:path>
                <a:path w="2184400" h="5782310">
                  <a:moveTo>
                    <a:pt x="231648" y="1048512"/>
                  </a:moveTo>
                  <a:lnTo>
                    <a:pt x="228600" y="1045464"/>
                  </a:lnTo>
                  <a:lnTo>
                    <a:pt x="220980" y="1045464"/>
                  </a:lnTo>
                  <a:lnTo>
                    <a:pt x="217932" y="1048512"/>
                  </a:lnTo>
                  <a:lnTo>
                    <a:pt x="217932" y="1097280"/>
                  </a:lnTo>
                  <a:lnTo>
                    <a:pt x="220980" y="1100328"/>
                  </a:lnTo>
                  <a:lnTo>
                    <a:pt x="228600" y="1100328"/>
                  </a:lnTo>
                  <a:lnTo>
                    <a:pt x="231648" y="1097280"/>
                  </a:lnTo>
                  <a:lnTo>
                    <a:pt x="231648" y="1048512"/>
                  </a:lnTo>
                  <a:close/>
                </a:path>
                <a:path w="2184400" h="5782310">
                  <a:moveTo>
                    <a:pt x="231648" y="964692"/>
                  </a:moveTo>
                  <a:lnTo>
                    <a:pt x="228600" y="961644"/>
                  </a:lnTo>
                  <a:lnTo>
                    <a:pt x="220980" y="961644"/>
                  </a:lnTo>
                  <a:lnTo>
                    <a:pt x="217932" y="964692"/>
                  </a:lnTo>
                  <a:lnTo>
                    <a:pt x="217932" y="1013460"/>
                  </a:lnTo>
                  <a:lnTo>
                    <a:pt x="220980" y="1016508"/>
                  </a:lnTo>
                  <a:lnTo>
                    <a:pt x="228600" y="1016508"/>
                  </a:lnTo>
                  <a:lnTo>
                    <a:pt x="231648" y="1013460"/>
                  </a:lnTo>
                  <a:lnTo>
                    <a:pt x="231648" y="964692"/>
                  </a:lnTo>
                  <a:close/>
                </a:path>
                <a:path w="2184400" h="5782310">
                  <a:moveTo>
                    <a:pt x="231648" y="882396"/>
                  </a:moveTo>
                  <a:lnTo>
                    <a:pt x="228600" y="879348"/>
                  </a:lnTo>
                  <a:lnTo>
                    <a:pt x="220980" y="879348"/>
                  </a:lnTo>
                  <a:lnTo>
                    <a:pt x="217932" y="882396"/>
                  </a:lnTo>
                  <a:lnTo>
                    <a:pt x="217932" y="931164"/>
                  </a:lnTo>
                  <a:lnTo>
                    <a:pt x="220980" y="934212"/>
                  </a:lnTo>
                  <a:lnTo>
                    <a:pt x="228600" y="934212"/>
                  </a:lnTo>
                  <a:lnTo>
                    <a:pt x="231648" y="931164"/>
                  </a:lnTo>
                  <a:lnTo>
                    <a:pt x="231648" y="882396"/>
                  </a:lnTo>
                  <a:close/>
                </a:path>
                <a:path w="2184400" h="5782310">
                  <a:moveTo>
                    <a:pt x="231648" y="800100"/>
                  </a:moveTo>
                  <a:lnTo>
                    <a:pt x="228600" y="797052"/>
                  </a:lnTo>
                  <a:lnTo>
                    <a:pt x="220980" y="797052"/>
                  </a:lnTo>
                  <a:lnTo>
                    <a:pt x="217932" y="800100"/>
                  </a:lnTo>
                  <a:lnTo>
                    <a:pt x="217932" y="848868"/>
                  </a:lnTo>
                  <a:lnTo>
                    <a:pt x="220980" y="851916"/>
                  </a:lnTo>
                  <a:lnTo>
                    <a:pt x="228600" y="851916"/>
                  </a:lnTo>
                  <a:lnTo>
                    <a:pt x="231648" y="848868"/>
                  </a:lnTo>
                  <a:lnTo>
                    <a:pt x="231648" y="800100"/>
                  </a:lnTo>
                  <a:close/>
                </a:path>
                <a:path w="2184400" h="5782310">
                  <a:moveTo>
                    <a:pt x="231648" y="716280"/>
                  </a:moveTo>
                  <a:lnTo>
                    <a:pt x="228600" y="713232"/>
                  </a:lnTo>
                  <a:lnTo>
                    <a:pt x="220980" y="713232"/>
                  </a:lnTo>
                  <a:lnTo>
                    <a:pt x="217932" y="716280"/>
                  </a:lnTo>
                  <a:lnTo>
                    <a:pt x="217932" y="766572"/>
                  </a:lnTo>
                  <a:lnTo>
                    <a:pt x="220980" y="769620"/>
                  </a:lnTo>
                  <a:lnTo>
                    <a:pt x="228600" y="769620"/>
                  </a:lnTo>
                  <a:lnTo>
                    <a:pt x="231648" y="766572"/>
                  </a:lnTo>
                  <a:lnTo>
                    <a:pt x="231648" y="716280"/>
                  </a:lnTo>
                  <a:close/>
                </a:path>
                <a:path w="2184400" h="5782310">
                  <a:moveTo>
                    <a:pt x="231648" y="633984"/>
                  </a:moveTo>
                  <a:lnTo>
                    <a:pt x="228600" y="630936"/>
                  </a:lnTo>
                  <a:lnTo>
                    <a:pt x="220980" y="630936"/>
                  </a:lnTo>
                  <a:lnTo>
                    <a:pt x="217932" y="633984"/>
                  </a:lnTo>
                  <a:lnTo>
                    <a:pt x="217932" y="682752"/>
                  </a:lnTo>
                  <a:lnTo>
                    <a:pt x="220980" y="685800"/>
                  </a:lnTo>
                  <a:lnTo>
                    <a:pt x="228600" y="685800"/>
                  </a:lnTo>
                  <a:lnTo>
                    <a:pt x="231648" y="682752"/>
                  </a:lnTo>
                  <a:lnTo>
                    <a:pt x="231648" y="633984"/>
                  </a:lnTo>
                  <a:close/>
                </a:path>
                <a:path w="2184400" h="5782310">
                  <a:moveTo>
                    <a:pt x="231648" y="551688"/>
                  </a:moveTo>
                  <a:lnTo>
                    <a:pt x="228600" y="548640"/>
                  </a:lnTo>
                  <a:lnTo>
                    <a:pt x="220980" y="548640"/>
                  </a:lnTo>
                  <a:lnTo>
                    <a:pt x="217932" y="551688"/>
                  </a:lnTo>
                  <a:lnTo>
                    <a:pt x="217932" y="600456"/>
                  </a:lnTo>
                  <a:lnTo>
                    <a:pt x="220980" y="603504"/>
                  </a:lnTo>
                  <a:lnTo>
                    <a:pt x="228600" y="603504"/>
                  </a:lnTo>
                  <a:lnTo>
                    <a:pt x="231648" y="600456"/>
                  </a:lnTo>
                  <a:lnTo>
                    <a:pt x="231648" y="551688"/>
                  </a:lnTo>
                  <a:close/>
                </a:path>
                <a:path w="2184400" h="5782310">
                  <a:moveTo>
                    <a:pt x="231648" y="469392"/>
                  </a:moveTo>
                  <a:lnTo>
                    <a:pt x="228600" y="466344"/>
                  </a:lnTo>
                  <a:lnTo>
                    <a:pt x="220980" y="466344"/>
                  </a:lnTo>
                  <a:lnTo>
                    <a:pt x="217932" y="469392"/>
                  </a:lnTo>
                  <a:lnTo>
                    <a:pt x="217932" y="518160"/>
                  </a:lnTo>
                  <a:lnTo>
                    <a:pt x="220980" y="521208"/>
                  </a:lnTo>
                  <a:lnTo>
                    <a:pt x="228600" y="521208"/>
                  </a:lnTo>
                  <a:lnTo>
                    <a:pt x="231648" y="518160"/>
                  </a:lnTo>
                  <a:lnTo>
                    <a:pt x="231648" y="469392"/>
                  </a:lnTo>
                  <a:close/>
                </a:path>
                <a:path w="2184400" h="5782310">
                  <a:moveTo>
                    <a:pt x="231648" y="385572"/>
                  </a:moveTo>
                  <a:lnTo>
                    <a:pt x="228600" y="382524"/>
                  </a:lnTo>
                  <a:lnTo>
                    <a:pt x="220980" y="382524"/>
                  </a:lnTo>
                  <a:lnTo>
                    <a:pt x="217932" y="385572"/>
                  </a:lnTo>
                  <a:lnTo>
                    <a:pt x="217932" y="434340"/>
                  </a:lnTo>
                  <a:lnTo>
                    <a:pt x="220980" y="437388"/>
                  </a:lnTo>
                  <a:lnTo>
                    <a:pt x="228600" y="437388"/>
                  </a:lnTo>
                  <a:lnTo>
                    <a:pt x="231648" y="434340"/>
                  </a:lnTo>
                  <a:lnTo>
                    <a:pt x="231648" y="385572"/>
                  </a:lnTo>
                  <a:close/>
                </a:path>
                <a:path w="2184400" h="5782310">
                  <a:moveTo>
                    <a:pt x="231648" y="303276"/>
                  </a:moveTo>
                  <a:lnTo>
                    <a:pt x="228600" y="300228"/>
                  </a:lnTo>
                  <a:lnTo>
                    <a:pt x="220980" y="300228"/>
                  </a:lnTo>
                  <a:lnTo>
                    <a:pt x="217932" y="303276"/>
                  </a:lnTo>
                  <a:lnTo>
                    <a:pt x="217932" y="352044"/>
                  </a:lnTo>
                  <a:lnTo>
                    <a:pt x="220980" y="355092"/>
                  </a:lnTo>
                  <a:lnTo>
                    <a:pt x="228600" y="355092"/>
                  </a:lnTo>
                  <a:lnTo>
                    <a:pt x="231648" y="352044"/>
                  </a:lnTo>
                  <a:lnTo>
                    <a:pt x="231648" y="303276"/>
                  </a:lnTo>
                  <a:close/>
                </a:path>
                <a:path w="2184400" h="5782310">
                  <a:moveTo>
                    <a:pt x="231648" y="220980"/>
                  </a:moveTo>
                  <a:lnTo>
                    <a:pt x="228600" y="217932"/>
                  </a:lnTo>
                  <a:lnTo>
                    <a:pt x="220980" y="217932"/>
                  </a:lnTo>
                  <a:lnTo>
                    <a:pt x="217932" y="220980"/>
                  </a:lnTo>
                  <a:lnTo>
                    <a:pt x="217932" y="269748"/>
                  </a:lnTo>
                  <a:lnTo>
                    <a:pt x="220980" y="272796"/>
                  </a:lnTo>
                  <a:lnTo>
                    <a:pt x="228600" y="272796"/>
                  </a:lnTo>
                  <a:lnTo>
                    <a:pt x="231648" y="269748"/>
                  </a:lnTo>
                  <a:lnTo>
                    <a:pt x="231648" y="220980"/>
                  </a:lnTo>
                  <a:close/>
                </a:path>
                <a:path w="2184400" h="5782310">
                  <a:moveTo>
                    <a:pt x="231648" y="137160"/>
                  </a:moveTo>
                  <a:lnTo>
                    <a:pt x="228600" y="134112"/>
                  </a:lnTo>
                  <a:lnTo>
                    <a:pt x="220980" y="134112"/>
                  </a:lnTo>
                  <a:lnTo>
                    <a:pt x="217932" y="137160"/>
                  </a:lnTo>
                  <a:lnTo>
                    <a:pt x="217932" y="187452"/>
                  </a:lnTo>
                  <a:lnTo>
                    <a:pt x="220980" y="190500"/>
                  </a:lnTo>
                  <a:lnTo>
                    <a:pt x="228600" y="190500"/>
                  </a:lnTo>
                  <a:lnTo>
                    <a:pt x="231648" y="187452"/>
                  </a:lnTo>
                  <a:lnTo>
                    <a:pt x="231648" y="137160"/>
                  </a:lnTo>
                  <a:close/>
                </a:path>
                <a:path w="2184400" h="5782310">
                  <a:moveTo>
                    <a:pt x="448056" y="5763768"/>
                  </a:moveTo>
                  <a:lnTo>
                    <a:pt x="445008" y="5760720"/>
                  </a:lnTo>
                  <a:lnTo>
                    <a:pt x="437388" y="5760720"/>
                  </a:lnTo>
                  <a:lnTo>
                    <a:pt x="434340" y="5763768"/>
                  </a:lnTo>
                  <a:lnTo>
                    <a:pt x="434340" y="5779008"/>
                  </a:lnTo>
                  <a:lnTo>
                    <a:pt x="437388" y="5782056"/>
                  </a:lnTo>
                  <a:lnTo>
                    <a:pt x="445008" y="5782056"/>
                  </a:lnTo>
                  <a:lnTo>
                    <a:pt x="448056" y="5779008"/>
                  </a:lnTo>
                  <a:lnTo>
                    <a:pt x="448056" y="5763768"/>
                  </a:lnTo>
                  <a:close/>
                </a:path>
                <a:path w="2184400" h="5782310">
                  <a:moveTo>
                    <a:pt x="448056" y="5681472"/>
                  </a:moveTo>
                  <a:lnTo>
                    <a:pt x="445008" y="5678424"/>
                  </a:lnTo>
                  <a:lnTo>
                    <a:pt x="437388" y="5678424"/>
                  </a:lnTo>
                  <a:lnTo>
                    <a:pt x="434340" y="5681472"/>
                  </a:lnTo>
                  <a:lnTo>
                    <a:pt x="434340" y="5730240"/>
                  </a:lnTo>
                  <a:lnTo>
                    <a:pt x="437388" y="5733288"/>
                  </a:lnTo>
                  <a:lnTo>
                    <a:pt x="445008" y="5733288"/>
                  </a:lnTo>
                  <a:lnTo>
                    <a:pt x="448056" y="5730240"/>
                  </a:lnTo>
                  <a:lnTo>
                    <a:pt x="448056" y="5681472"/>
                  </a:lnTo>
                  <a:close/>
                </a:path>
                <a:path w="2184400" h="5782310">
                  <a:moveTo>
                    <a:pt x="448056" y="5597652"/>
                  </a:moveTo>
                  <a:lnTo>
                    <a:pt x="445008" y="5594604"/>
                  </a:lnTo>
                  <a:lnTo>
                    <a:pt x="437388" y="5594604"/>
                  </a:lnTo>
                  <a:lnTo>
                    <a:pt x="434340" y="5597652"/>
                  </a:lnTo>
                  <a:lnTo>
                    <a:pt x="434340" y="5646420"/>
                  </a:lnTo>
                  <a:lnTo>
                    <a:pt x="437388" y="5649468"/>
                  </a:lnTo>
                  <a:lnTo>
                    <a:pt x="445008" y="5649468"/>
                  </a:lnTo>
                  <a:lnTo>
                    <a:pt x="448056" y="5646420"/>
                  </a:lnTo>
                  <a:lnTo>
                    <a:pt x="448056" y="5597652"/>
                  </a:lnTo>
                  <a:close/>
                </a:path>
                <a:path w="2184400" h="5782310">
                  <a:moveTo>
                    <a:pt x="448056" y="5515356"/>
                  </a:moveTo>
                  <a:lnTo>
                    <a:pt x="445008" y="5512308"/>
                  </a:lnTo>
                  <a:lnTo>
                    <a:pt x="437388" y="5512308"/>
                  </a:lnTo>
                  <a:lnTo>
                    <a:pt x="434340" y="5515356"/>
                  </a:lnTo>
                  <a:lnTo>
                    <a:pt x="434340" y="5564124"/>
                  </a:lnTo>
                  <a:lnTo>
                    <a:pt x="437388" y="5567172"/>
                  </a:lnTo>
                  <a:lnTo>
                    <a:pt x="445008" y="5567172"/>
                  </a:lnTo>
                  <a:lnTo>
                    <a:pt x="448056" y="5564124"/>
                  </a:lnTo>
                  <a:lnTo>
                    <a:pt x="448056" y="5515356"/>
                  </a:lnTo>
                  <a:close/>
                </a:path>
                <a:path w="2184400" h="5782310">
                  <a:moveTo>
                    <a:pt x="448056" y="5433060"/>
                  </a:moveTo>
                  <a:lnTo>
                    <a:pt x="445008" y="5430012"/>
                  </a:lnTo>
                  <a:lnTo>
                    <a:pt x="437388" y="5430012"/>
                  </a:lnTo>
                  <a:lnTo>
                    <a:pt x="434340" y="5433060"/>
                  </a:lnTo>
                  <a:lnTo>
                    <a:pt x="434340" y="5481828"/>
                  </a:lnTo>
                  <a:lnTo>
                    <a:pt x="437388" y="5484876"/>
                  </a:lnTo>
                  <a:lnTo>
                    <a:pt x="445008" y="5484876"/>
                  </a:lnTo>
                  <a:lnTo>
                    <a:pt x="448056" y="5481828"/>
                  </a:lnTo>
                  <a:lnTo>
                    <a:pt x="448056" y="5433060"/>
                  </a:lnTo>
                  <a:close/>
                </a:path>
                <a:path w="2184400" h="5782310">
                  <a:moveTo>
                    <a:pt x="448056" y="5349240"/>
                  </a:moveTo>
                  <a:lnTo>
                    <a:pt x="445008" y="5346192"/>
                  </a:lnTo>
                  <a:lnTo>
                    <a:pt x="437388" y="5346192"/>
                  </a:lnTo>
                  <a:lnTo>
                    <a:pt x="434340" y="5349240"/>
                  </a:lnTo>
                  <a:lnTo>
                    <a:pt x="434340" y="5399532"/>
                  </a:lnTo>
                  <a:lnTo>
                    <a:pt x="437388" y="5402580"/>
                  </a:lnTo>
                  <a:lnTo>
                    <a:pt x="445008" y="5402580"/>
                  </a:lnTo>
                  <a:lnTo>
                    <a:pt x="448056" y="5399532"/>
                  </a:lnTo>
                  <a:lnTo>
                    <a:pt x="448056" y="5349240"/>
                  </a:lnTo>
                  <a:close/>
                </a:path>
                <a:path w="2184400" h="5782310">
                  <a:moveTo>
                    <a:pt x="448056" y="5266944"/>
                  </a:moveTo>
                  <a:lnTo>
                    <a:pt x="445008" y="5263896"/>
                  </a:lnTo>
                  <a:lnTo>
                    <a:pt x="437388" y="5263896"/>
                  </a:lnTo>
                  <a:lnTo>
                    <a:pt x="434340" y="5266944"/>
                  </a:lnTo>
                  <a:lnTo>
                    <a:pt x="434340" y="5315712"/>
                  </a:lnTo>
                  <a:lnTo>
                    <a:pt x="437388" y="5318760"/>
                  </a:lnTo>
                  <a:lnTo>
                    <a:pt x="445008" y="5318760"/>
                  </a:lnTo>
                  <a:lnTo>
                    <a:pt x="448056" y="5315712"/>
                  </a:lnTo>
                  <a:lnTo>
                    <a:pt x="448056" y="5266944"/>
                  </a:lnTo>
                  <a:close/>
                </a:path>
                <a:path w="2184400" h="5782310">
                  <a:moveTo>
                    <a:pt x="448056" y="5184648"/>
                  </a:moveTo>
                  <a:lnTo>
                    <a:pt x="445008" y="5181600"/>
                  </a:lnTo>
                  <a:lnTo>
                    <a:pt x="437388" y="5181600"/>
                  </a:lnTo>
                  <a:lnTo>
                    <a:pt x="434340" y="5184648"/>
                  </a:lnTo>
                  <a:lnTo>
                    <a:pt x="434340" y="5233416"/>
                  </a:lnTo>
                  <a:lnTo>
                    <a:pt x="437388" y="5236464"/>
                  </a:lnTo>
                  <a:lnTo>
                    <a:pt x="445008" y="5236464"/>
                  </a:lnTo>
                  <a:lnTo>
                    <a:pt x="448056" y="5233416"/>
                  </a:lnTo>
                  <a:lnTo>
                    <a:pt x="448056" y="5184648"/>
                  </a:lnTo>
                  <a:close/>
                </a:path>
                <a:path w="2184400" h="5782310">
                  <a:moveTo>
                    <a:pt x="448056" y="5102352"/>
                  </a:moveTo>
                  <a:lnTo>
                    <a:pt x="445008" y="5099304"/>
                  </a:lnTo>
                  <a:lnTo>
                    <a:pt x="437388" y="5099304"/>
                  </a:lnTo>
                  <a:lnTo>
                    <a:pt x="434340" y="5102352"/>
                  </a:lnTo>
                  <a:lnTo>
                    <a:pt x="434340" y="5151120"/>
                  </a:lnTo>
                  <a:lnTo>
                    <a:pt x="437388" y="5154168"/>
                  </a:lnTo>
                  <a:lnTo>
                    <a:pt x="445008" y="5154168"/>
                  </a:lnTo>
                  <a:lnTo>
                    <a:pt x="448056" y="5151120"/>
                  </a:lnTo>
                  <a:lnTo>
                    <a:pt x="448056" y="5102352"/>
                  </a:lnTo>
                  <a:close/>
                </a:path>
                <a:path w="2184400" h="5782310">
                  <a:moveTo>
                    <a:pt x="448056" y="5018532"/>
                  </a:moveTo>
                  <a:lnTo>
                    <a:pt x="445008" y="5015484"/>
                  </a:lnTo>
                  <a:lnTo>
                    <a:pt x="437388" y="5015484"/>
                  </a:lnTo>
                  <a:lnTo>
                    <a:pt x="434340" y="5018532"/>
                  </a:lnTo>
                  <a:lnTo>
                    <a:pt x="434340" y="5067300"/>
                  </a:lnTo>
                  <a:lnTo>
                    <a:pt x="437388" y="5070348"/>
                  </a:lnTo>
                  <a:lnTo>
                    <a:pt x="445008" y="5070348"/>
                  </a:lnTo>
                  <a:lnTo>
                    <a:pt x="448056" y="5067300"/>
                  </a:lnTo>
                  <a:lnTo>
                    <a:pt x="448056" y="5018532"/>
                  </a:lnTo>
                  <a:close/>
                </a:path>
                <a:path w="2184400" h="5782310">
                  <a:moveTo>
                    <a:pt x="448056" y="4936236"/>
                  </a:moveTo>
                  <a:lnTo>
                    <a:pt x="445008" y="4933188"/>
                  </a:lnTo>
                  <a:lnTo>
                    <a:pt x="437388" y="4933188"/>
                  </a:lnTo>
                  <a:lnTo>
                    <a:pt x="434340" y="4936236"/>
                  </a:lnTo>
                  <a:lnTo>
                    <a:pt x="434340" y="4985004"/>
                  </a:lnTo>
                  <a:lnTo>
                    <a:pt x="437388" y="4988052"/>
                  </a:lnTo>
                  <a:lnTo>
                    <a:pt x="445008" y="4988052"/>
                  </a:lnTo>
                  <a:lnTo>
                    <a:pt x="448056" y="4985004"/>
                  </a:lnTo>
                  <a:lnTo>
                    <a:pt x="448056" y="4936236"/>
                  </a:lnTo>
                  <a:close/>
                </a:path>
                <a:path w="2184400" h="5782310">
                  <a:moveTo>
                    <a:pt x="448056" y="4853940"/>
                  </a:moveTo>
                  <a:lnTo>
                    <a:pt x="445008" y="4850892"/>
                  </a:lnTo>
                  <a:lnTo>
                    <a:pt x="437388" y="4850892"/>
                  </a:lnTo>
                  <a:lnTo>
                    <a:pt x="434340" y="4853940"/>
                  </a:lnTo>
                  <a:lnTo>
                    <a:pt x="434340" y="4902708"/>
                  </a:lnTo>
                  <a:lnTo>
                    <a:pt x="437388" y="4905756"/>
                  </a:lnTo>
                  <a:lnTo>
                    <a:pt x="445008" y="4905756"/>
                  </a:lnTo>
                  <a:lnTo>
                    <a:pt x="448056" y="4902708"/>
                  </a:lnTo>
                  <a:lnTo>
                    <a:pt x="448056" y="4853940"/>
                  </a:lnTo>
                  <a:close/>
                </a:path>
                <a:path w="2184400" h="5782310">
                  <a:moveTo>
                    <a:pt x="448056" y="4770120"/>
                  </a:moveTo>
                  <a:lnTo>
                    <a:pt x="445008" y="4767072"/>
                  </a:lnTo>
                  <a:lnTo>
                    <a:pt x="437388" y="4767072"/>
                  </a:lnTo>
                  <a:lnTo>
                    <a:pt x="434340" y="4770120"/>
                  </a:lnTo>
                  <a:lnTo>
                    <a:pt x="434340" y="4820412"/>
                  </a:lnTo>
                  <a:lnTo>
                    <a:pt x="437388" y="4823460"/>
                  </a:lnTo>
                  <a:lnTo>
                    <a:pt x="445008" y="4823460"/>
                  </a:lnTo>
                  <a:lnTo>
                    <a:pt x="448056" y="4820412"/>
                  </a:lnTo>
                  <a:lnTo>
                    <a:pt x="448056" y="4770120"/>
                  </a:lnTo>
                  <a:close/>
                </a:path>
                <a:path w="2184400" h="5782310">
                  <a:moveTo>
                    <a:pt x="448056" y="4687824"/>
                  </a:moveTo>
                  <a:lnTo>
                    <a:pt x="445008" y="4684776"/>
                  </a:lnTo>
                  <a:lnTo>
                    <a:pt x="437388" y="4684776"/>
                  </a:lnTo>
                  <a:lnTo>
                    <a:pt x="434340" y="4687824"/>
                  </a:lnTo>
                  <a:lnTo>
                    <a:pt x="434340" y="4736592"/>
                  </a:lnTo>
                  <a:lnTo>
                    <a:pt x="437388" y="4739640"/>
                  </a:lnTo>
                  <a:lnTo>
                    <a:pt x="445008" y="4739640"/>
                  </a:lnTo>
                  <a:lnTo>
                    <a:pt x="448056" y="4736592"/>
                  </a:lnTo>
                  <a:lnTo>
                    <a:pt x="448056" y="4687824"/>
                  </a:lnTo>
                  <a:close/>
                </a:path>
                <a:path w="2184400" h="5782310">
                  <a:moveTo>
                    <a:pt x="448056" y="4605528"/>
                  </a:moveTo>
                  <a:lnTo>
                    <a:pt x="445008" y="4602480"/>
                  </a:lnTo>
                  <a:lnTo>
                    <a:pt x="437388" y="4602480"/>
                  </a:lnTo>
                  <a:lnTo>
                    <a:pt x="434340" y="4605528"/>
                  </a:lnTo>
                  <a:lnTo>
                    <a:pt x="434340" y="4654308"/>
                  </a:lnTo>
                  <a:lnTo>
                    <a:pt x="437388" y="4657344"/>
                  </a:lnTo>
                  <a:lnTo>
                    <a:pt x="445008" y="4657344"/>
                  </a:lnTo>
                  <a:lnTo>
                    <a:pt x="448056" y="4654308"/>
                  </a:lnTo>
                  <a:lnTo>
                    <a:pt x="448056" y="4605528"/>
                  </a:lnTo>
                  <a:close/>
                </a:path>
                <a:path w="2184400" h="5782310">
                  <a:moveTo>
                    <a:pt x="448056" y="4523232"/>
                  </a:moveTo>
                  <a:lnTo>
                    <a:pt x="445008" y="4520184"/>
                  </a:lnTo>
                  <a:lnTo>
                    <a:pt x="437388" y="4520184"/>
                  </a:lnTo>
                  <a:lnTo>
                    <a:pt x="434340" y="4523232"/>
                  </a:lnTo>
                  <a:lnTo>
                    <a:pt x="434340" y="4572000"/>
                  </a:lnTo>
                  <a:lnTo>
                    <a:pt x="437388" y="4575048"/>
                  </a:lnTo>
                  <a:lnTo>
                    <a:pt x="445008" y="4575048"/>
                  </a:lnTo>
                  <a:lnTo>
                    <a:pt x="448056" y="4572000"/>
                  </a:lnTo>
                  <a:lnTo>
                    <a:pt x="448056" y="4523232"/>
                  </a:lnTo>
                  <a:close/>
                </a:path>
                <a:path w="2184400" h="5782310">
                  <a:moveTo>
                    <a:pt x="448056" y="4439412"/>
                  </a:moveTo>
                  <a:lnTo>
                    <a:pt x="445008" y="4436364"/>
                  </a:lnTo>
                  <a:lnTo>
                    <a:pt x="437388" y="4436364"/>
                  </a:lnTo>
                  <a:lnTo>
                    <a:pt x="434340" y="4439412"/>
                  </a:lnTo>
                  <a:lnTo>
                    <a:pt x="434340" y="4488180"/>
                  </a:lnTo>
                  <a:lnTo>
                    <a:pt x="437388" y="4491228"/>
                  </a:lnTo>
                  <a:lnTo>
                    <a:pt x="445008" y="4491228"/>
                  </a:lnTo>
                  <a:lnTo>
                    <a:pt x="448056" y="4488180"/>
                  </a:lnTo>
                  <a:lnTo>
                    <a:pt x="448056" y="4439412"/>
                  </a:lnTo>
                  <a:close/>
                </a:path>
                <a:path w="2184400" h="5782310">
                  <a:moveTo>
                    <a:pt x="448056" y="4357116"/>
                  </a:moveTo>
                  <a:lnTo>
                    <a:pt x="445008" y="4354068"/>
                  </a:lnTo>
                  <a:lnTo>
                    <a:pt x="437388" y="4354068"/>
                  </a:lnTo>
                  <a:lnTo>
                    <a:pt x="434340" y="4357116"/>
                  </a:lnTo>
                  <a:lnTo>
                    <a:pt x="434340" y="4405884"/>
                  </a:lnTo>
                  <a:lnTo>
                    <a:pt x="437388" y="4408932"/>
                  </a:lnTo>
                  <a:lnTo>
                    <a:pt x="445008" y="4408932"/>
                  </a:lnTo>
                  <a:lnTo>
                    <a:pt x="448056" y="4405884"/>
                  </a:lnTo>
                  <a:lnTo>
                    <a:pt x="448056" y="4357116"/>
                  </a:lnTo>
                  <a:close/>
                </a:path>
                <a:path w="2184400" h="5782310">
                  <a:moveTo>
                    <a:pt x="448056" y="4274820"/>
                  </a:moveTo>
                  <a:lnTo>
                    <a:pt x="445008" y="4271772"/>
                  </a:lnTo>
                  <a:lnTo>
                    <a:pt x="437388" y="4271772"/>
                  </a:lnTo>
                  <a:lnTo>
                    <a:pt x="434340" y="4274820"/>
                  </a:lnTo>
                  <a:lnTo>
                    <a:pt x="434340" y="4323588"/>
                  </a:lnTo>
                  <a:lnTo>
                    <a:pt x="437388" y="4326636"/>
                  </a:lnTo>
                  <a:lnTo>
                    <a:pt x="445008" y="4326636"/>
                  </a:lnTo>
                  <a:lnTo>
                    <a:pt x="448056" y="4323588"/>
                  </a:lnTo>
                  <a:lnTo>
                    <a:pt x="448056" y="4274820"/>
                  </a:lnTo>
                  <a:close/>
                </a:path>
                <a:path w="2184400" h="5782310">
                  <a:moveTo>
                    <a:pt x="448056" y="4191000"/>
                  </a:moveTo>
                  <a:lnTo>
                    <a:pt x="445008" y="4187952"/>
                  </a:lnTo>
                  <a:lnTo>
                    <a:pt x="437388" y="4187952"/>
                  </a:lnTo>
                  <a:lnTo>
                    <a:pt x="434340" y="4191000"/>
                  </a:lnTo>
                  <a:lnTo>
                    <a:pt x="434340" y="4241292"/>
                  </a:lnTo>
                  <a:lnTo>
                    <a:pt x="437388" y="4244340"/>
                  </a:lnTo>
                  <a:lnTo>
                    <a:pt x="445008" y="4244340"/>
                  </a:lnTo>
                  <a:lnTo>
                    <a:pt x="448056" y="4241292"/>
                  </a:lnTo>
                  <a:lnTo>
                    <a:pt x="448056" y="4191000"/>
                  </a:lnTo>
                  <a:close/>
                </a:path>
                <a:path w="2184400" h="5782310">
                  <a:moveTo>
                    <a:pt x="448056" y="4108704"/>
                  </a:moveTo>
                  <a:lnTo>
                    <a:pt x="445008" y="4105656"/>
                  </a:lnTo>
                  <a:lnTo>
                    <a:pt x="437388" y="4105656"/>
                  </a:lnTo>
                  <a:lnTo>
                    <a:pt x="434340" y="4108704"/>
                  </a:lnTo>
                  <a:lnTo>
                    <a:pt x="434340" y="4157472"/>
                  </a:lnTo>
                  <a:lnTo>
                    <a:pt x="437388" y="4160520"/>
                  </a:lnTo>
                  <a:lnTo>
                    <a:pt x="445008" y="4160520"/>
                  </a:lnTo>
                  <a:lnTo>
                    <a:pt x="448056" y="4157472"/>
                  </a:lnTo>
                  <a:lnTo>
                    <a:pt x="448056" y="4108704"/>
                  </a:lnTo>
                  <a:close/>
                </a:path>
                <a:path w="2184400" h="5782310">
                  <a:moveTo>
                    <a:pt x="448056" y="4026408"/>
                  </a:moveTo>
                  <a:lnTo>
                    <a:pt x="445008" y="4023360"/>
                  </a:lnTo>
                  <a:lnTo>
                    <a:pt x="437388" y="4023360"/>
                  </a:lnTo>
                  <a:lnTo>
                    <a:pt x="434340" y="4026408"/>
                  </a:lnTo>
                  <a:lnTo>
                    <a:pt x="434340" y="4075176"/>
                  </a:lnTo>
                  <a:lnTo>
                    <a:pt x="437388" y="4078224"/>
                  </a:lnTo>
                  <a:lnTo>
                    <a:pt x="445008" y="4078224"/>
                  </a:lnTo>
                  <a:lnTo>
                    <a:pt x="448056" y="4075176"/>
                  </a:lnTo>
                  <a:lnTo>
                    <a:pt x="448056" y="4026408"/>
                  </a:lnTo>
                  <a:close/>
                </a:path>
                <a:path w="2184400" h="5782310">
                  <a:moveTo>
                    <a:pt x="448056" y="3944112"/>
                  </a:moveTo>
                  <a:lnTo>
                    <a:pt x="445008" y="3941064"/>
                  </a:lnTo>
                  <a:lnTo>
                    <a:pt x="437388" y="3941064"/>
                  </a:lnTo>
                  <a:lnTo>
                    <a:pt x="434340" y="3944112"/>
                  </a:lnTo>
                  <a:lnTo>
                    <a:pt x="434340" y="3992880"/>
                  </a:lnTo>
                  <a:lnTo>
                    <a:pt x="437388" y="3995928"/>
                  </a:lnTo>
                  <a:lnTo>
                    <a:pt x="445008" y="3995928"/>
                  </a:lnTo>
                  <a:lnTo>
                    <a:pt x="448056" y="3992880"/>
                  </a:lnTo>
                  <a:lnTo>
                    <a:pt x="448056" y="3944112"/>
                  </a:lnTo>
                  <a:close/>
                </a:path>
                <a:path w="2184400" h="5782310">
                  <a:moveTo>
                    <a:pt x="448056" y="3860292"/>
                  </a:moveTo>
                  <a:lnTo>
                    <a:pt x="445008" y="3857244"/>
                  </a:lnTo>
                  <a:lnTo>
                    <a:pt x="437388" y="3857244"/>
                  </a:lnTo>
                  <a:lnTo>
                    <a:pt x="434340" y="3860292"/>
                  </a:lnTo>
                  <a:lnTo>
                    <a:pt x="434340" y="3909060"/>
                  </a:lnTo>
                  <a:lnTo>
                    <a:pt x="437388" y="3912108"/>
                  </a:lnTo>
                  <a:lnTo>
                    <a:pt x="445008" y="3912108"/>
                  </a:lnTo>
                  <a:lnTo>
                    <a:pt x="448056" y="3909060"/>
                  </a:lnTo>
                  <a:lnTo>
                    <a:pt x="448056" y="3860292"/>
                  </a:lnTo>
                  <a:close/>
                </a:path>
                <a:path w="2184400" h="5782310">
                  <a:moveTo>
                    <a:pt x="448056" y="3777996"/>
                  </a:moveTo>
                  <a:lnTo>
                    <a:pt x="445008" y="3774948"/>
                  </a:lnTo>
                  <a:lnTo>
                    <a:pt x="437388" y="3774948"/>
                  </a:lnTo>
                  <a:lnTo>
                    <a:pt x="434340" y="3777996"/>
                  </a:lnTo>
                  <a:lnTo>
                    <a:pt x="434340" y="3826764"/>
                  </a:lnTo>
                  <a:lnTo>
                    <a:pt x="437388" y="3829812"/>
                  </a:lnTo>
                  <a:lnTo>
                    <a:pt x="445008" y="3829812"/>
                  </a:lnTo>
                  <a:lnTo>
                    <a:pt x="448056" y="3826764"/>
                  </a:lnTo>
                  <a:lnTo>
                    <a:pt x="448056" y="3777996"/>
                  </a:lnTo>
                  <a:close/>
                </a:path>
                <a:path w="2184400" h="5782310">
                  <a:moveTo>
                    <a:pt x="448056" y="3695700"/>
                  </a:moveTo>
                  <a:lnTo>
                    <a:pt x="445008" y="3692652"/>
                  </a:lnTo>
                  <a:lnTo>
                    <a:pt x="437388" y="3692652"/>
                  </a:lnTo>
                  <a:lnTo>
                    <a:pt x="434340" y="3695700"/>
                  </a:lnTo>
                  <a:lnTo>
                    <a:pt x="434340" y="3744468"/>
                  </a:lnTo>
                  <a:lnTo>
                    <a:pt x="437388" y="3747516"/>
                  </a:lnTo>
                  <a:lnTo>
                    <a:pt x="445008" y="3747516"/>
                  </a:lnTo>
                  <a:lnTo>
                    <a:pt x="448056" y="3744468"/>
                  </a:lnTo>
                  <a:lnTo>
                    <a:pt x="448056" y="3695700"/>
                  </a:lnTo>
                  <a:close/>
                </a:path>
                <a:path w="2184400" h="5782310">
                  <a:moveTo>
                    <a:pt x="448056" y="3611880"/>
                  </a:moveTo>
                  <a:lnTo>
                    <a:pt x="445008" y="3608832"/>
                  </a:lnTo>
                  <a:lnTo>
                    <a:pt x="437388" y="3608832"/>
                  </a:lnTo>
                  <a:lnTo>
                    <a:pt x="434340" y="3611880"/>
                  </a:lnTo>
                  <a:lnTo>
                    <a:pt x="434340" y="3662172"/>
                  </a:lnTo>
                  <a:lnTo>
                    <a:pt x="437388" y="3665220"/>
                  </a:lnTo>
                  <a:lnTo>
                    <a:pt x="445008" y="3665220"/>
                  </a:lnTo>
                  <a:lnTo>
                    <a:pt x="448056" y="3662172"/>
                  </a:lnTo>
                  <a:lnTo>
                    <a:pt x="448056" y="3611880"/>
                  </a:lnTo>
                  <a:close/>
                </a:path>
                <a:path w="2184400" h="5782310">
                  <a:moveTo>
                    <a:pt x="448056" y="3529584"/>
                  </a:moveTo>
                  <a:lnTo>
                    <a:pt x="445008" y="3526536"/>
                  </a:lnTo>
                  <a:lnTo>
                    <a:pt x="437388" y="3526536"/>
                  </a:lnTo>
                  <a:lnTo>
                    <a:pt x="434340" y="3529584"/>
                  </a:lnTo>
                  <a:lnTo>
                    <a:pt x="434340" y="3578352"/>
                  </a:lnTo>
                  <a:lnTo>
                    <a:pt x="437388" y="3581400"/>
                  </a:lnTo>
                  <a:lnTo>
                    <a:pt x="445008" y="3581400"/>
                  </a:lnTo>
                  <a:lnTo>
                    <a:pt x="448056" y="3578352"/>
                  </a:lnTo>
                  <a:lnTo>
                    <a:pt x="448056" y="3529584"/>
                  </a:lnTo>
                  <a:close/>
                </a:path>
                <a:path w="2184400" h="5782310">
                  <a:moveTo>
                    <a:pt x="448056" y="3447288"/>
                  </a:moveTo>
                  <a:lnTo>
                    <a:pt x="445008" y="3444240"/>
                  </a:lnTo>
                  <a:lnTo>
                    <a:pt x="437388" y="3444240"/>
                  </a:lnTo>
                  <a:lnTo>
                    <a:pt x="434340" y="3447288"/>
                  </a:lnTo>
                  <a:lnTo>
                    <a:pt x="434340" y="3496056"/>
                  </a:lnTo>
                  <a:lnTo>
                    <a:pt x="437388" y="3499104"/>
                  </a:lnTo>
                  <a:lnTo>
                    <a:pt x="445008" y="3499104"/>
                  </a:lnTo>
                  <a:lnTo>
                    <a:pt x="448056" y="3496056"/>
                  </a:lnTo>
                  <a:lnTo>
                    <a:pt x="448056" y="3447288"/>
                  </a:lnTo>
                  <a:close/>
                </a:path>
                <a:path w="2184400" h="5782310">
                  <a:moveTo>
                    <a:pt x="448056" y="3364992"/>
                  </a:moveTo>
                  <a:lnTo>
                    <a:pt x="445008" y="3361944"/>
                  </a:lnTo>
                  <a:lnTo>
                    <a:pt x="437388" y="3361944"/>
                  </a:lnTo>
                  <a:lnTo>
                    <a:pt x="434340" y="3364992"/>
                  </a:lnTo>
                  <a:lnTo>
                    <a:pt x="434340" y="3413760"/>
                  </a:lnTo>
                  <a:lnTo>
                    <a:pt x="437388" y="3416808"/>
                  </a:lnTo>
                  <a:lnTo>
                    <a:pt x="445008" y="3416808"/>
                  </a:lnTo>
                  <a:lnTo>
                    <a:pt x="448056" y="3413760"/>
                  </a:lnTo>
                  <a:lnTo>
                    <a:pt x="448056" y="3364992"/>
                  </a:lnTo>
                  <a:close/>
                </a:path>
                <a:path w="2184400" h="5782310">
                  <a:moveTo>
                    <a:pt x="448056" y="3281172"/>
                  </a:moveTo>
                  <a:lnTo>
                    <a:pt x="445008" y="3278124"/>
                  </a:lnTo>
                  <a:lnTo>
                    <a:pt x="437388" y="3278124"/>
                  </a:lnTo>
                  <a:lnTo>
                    <a:pt x="434340" y="3281172"/>
                  </a:lnTo>
                  <a:lnTo>
                    <a:pt x="434340" y="3329940"/>
                  </a:lnTo>
                  <a:lnTo>
                    <a:pt x="437388" y="3332988"/>
                  </a:lnTo>
                  <a:lnTo>
                    <a:pt x="445008" y="3332988"/>
                  </a:lnTo>
                  <a:lnTo>
                    <a:pt x="448056" y="3329940"/>
                  </a:lnTo>
                  <a:lnTo>
                    <a:pt x="448056" y="3281172"/>
                  </a:lnTo>
                  <a:close/>
                </a:path>
                <a:path w="2184400" h="5782310">
                  <a:moveTo>
                    <a:pt x="448056" y="3198876"/>
                  </a:moveTo>
                  <a:lnTo>
                    <a:pt x="445008" y="3195828"/>
                  </a:lnTo>
                  <a:lnTo>
                    <a:pt x="437388" y="3195828"/>
                  </a:lnTo>
                  <a:lnTo>
                    <a:pt x="434340" y="3198876"/>
                  </a:lnTo>
                  <a:lnTo>
                    <a:pt x="434340" y="3247644"/>
                  </a:lnTo>
                  <a:lnTo>
                    <a:pt x="437388" y="3250692"/>
                  </a:lnTo>
                  <a:lnTo>
                    <a:pt x="445008" y="3250692"/>
                  </a:lnTo>
                  <a:lnTo>
                    <a:pt x="448056" y="3247644"/>
                  </a:lnTo>
                  <a:lnTo>
                    <a:pt x="448056" y="3198876"/>
                  </a:lnTo>
                  <a:close/>
                </a:path>
                <a:path w="2184400" h="5782310">
                  <a:moveTo>
                    <a:pt x="448056" y="3116580"/>
                  </a:moveTo>
                  <a:lnTo>
                    <a:pt x="445008" y="3113532"/>
                  </a:lnTo>
                  <a:lnTo>
                    <a:pt x="437388" y="3113532"/>
                  </a:lnTo>
                  <a:lnTo>
                    <a:pt x="434340" y="3116580"/>
                  </a:lnTo>
                  <a:lnTo>
                    <a:pt x="434340" y="3165348"/>
                  </a:lnTo>
                  <a:lnTo>
                    <a:pt x="437388" y="3168396"/>
                  </a:lnTo>
                  <a:lnTo>
                    <a:pt x="445008" y="3168396"/>
                  </a:lnTo>
                  <a:lnTo>
                    <a:pt x="448056" y="3165348"/>
                  </a:lnTo>
                  <a:lnTo>
                    <a:pt x="448056" y="3116580"/>
                  </a:lnTo>
                  <a:close/>
                </a:path>
                <a:path w="2184400" h="5782310">
                  <a:moveTo>
                    <a:pt x="448056" y="3032760"/>
                  </a:moveTo>
                  <a:lnTo>
                    <a:pt x="445008" y="3029712"/>
                  </a:lnTo>
                  <a:lnTo>
                    <a:pt x="437388" y="3029712"/>
                  </a:lnTo>
                  <a:lnTo>
                    <a:pt x="434340" y="3032760"/>
                  </a:lnTo>
                  <a:lnTo>
                    <a:pt x="434340" y="3083052"/>
                  </a:lnTo>
                  <a:lnTo>
                    <a:pt x="437388" y="3086100"/>
                  </a:lnTo>
                  <a:lnTo>
                    <a:pt x="445008" y="3086100"/>
                  </a:lnTo>
                  <a:lnTo>
                    <a:pt x="448056" y="3083052"/>
                  </a:lnTo>
                  <a:lnTo>
                    <a:pt x="448056" y="3032760"/>
                  </a:lnTo>
                  <a:close/>
                </a:path>
                <a:path w="2184400" h="5782310">
                  <a:moveTo>
                    <a:pt x="448056" y="2950464"/>
                  </a:moveTo>
                  <a:lnTo>
                    <a:pt x="445008" y="2947416"/>
                  </a:lnTo>
                  <a:lnTo>
                    <a:pt x="437388" y="2947416"/>
                  </a:lnTo>
                  <a:lnTo>
                    <a:pt x="434340" y="2950464"/>
                  </a:lnTo>
                  <a:lnTo>
                    <a:pt x="434340" y="2999232"/>
                  </a:lnTo>
                  <a:lnTo>
                    <a:pt x="437388" y="3002280"/>
                  </a:lnTo>
                  <a:lnTo>
                    <a:pt x="445008" y="3002280"/>
                  </a:lnTo>
                  <a:lnTo>
                    <a:pt x="448056" y="2999232"/>
                  </a:lnTo>
                  <a:lnTo>
                    <a:pt x="448056" y="2950464"/>
                  </a:lnTo>
                  <a:close/>
                </a:path>
                <a:path w="2184400" h="5782310">
                  <a:moveTo>
                    <a:pt x="448056" y="2868168"/>
                  </a:moveTo>
                  <a:lnTo>
                    <a:pt x="445008" y="2865120"/>
                  </a:lnTo>
                  <a:lnTo>
                    <a:pt x="437388" y="2865120"/>
                  </a:lnTo>
                  <a:lnTo>
                    <a:pt x="434340" y="2868168"/>
                  </a:lnTo>
                  <a:lnTo>
                    <a:pt x="434340" y="2916936"/>
                  </a:lnTo>
                  <a:lnTo>
                    <a:pt x="437388" y="2919984"/>
                  </a:lnTo>
                  <a:lnTo>
                    <a:pt x="445008" y="2919984"/>
                  </a:lnTo>
                  <a:lnTo>
                    <a:pt x="448056" y="2916936"/>
                  </a:lnTo>
                  <a:lnTo>
                    <a:pt x="448056" y="2868168"/>
                  </a:lnTo>
                  <a:close/>
                </a:path>
                <a:path w="2184400" h="5782310">
                  <a:moveTo>
                    <a:pt x="448056" y="2785872"/>
                  </a:moveTo>
                  <a:lnTo>
                    <a:pt x="445008" y="2782824"/>
                  </a:lnTo>
                  <a:lnTo>
                    <a:pt x="437388" y="2782824"/>
                  </a:lnTo>
                  <a:lnTo>
                    <a:pt x="434340" y="2785872"/>
                  </a:lnTo>
                  <a:lnTo>
                    <a:pt x="434340" y="2834640"/>
                  </a:lnTo>
                  <a:lnTo>
                    <a:pt x="437388" y="2837688"/>
                  </a:lnTo>
                  <a:lnTo>
                    <a:pt x="445008" y="2837688"/>
                  </a:lnTo>
                  <a:lnTo>
                    <a:pt x="448056" y="2834640"/>
                  </a:lnTo>
                  <a:lnTo>
                    <a:pt x="448056" y="2785872"/>
                  </a:lnTo>
                  <a:close/>
                </a:path>
                <a:path w="2184400" h="5782310">
                  <a:moveTo>
                    <a:pt x="448056" y="2702052"/>
                  </a:moveTo>
                  <a:lnTo>
                    <a:pt x="445008" y="2699004"/>
                  </a:lnTo>
                  <a:lnTo>
                    <a:pt x="437388" y="2699004"/>
                  </a:lnTo>
                  <a:lnTo>
                    <a:pt x="434340" y="2702052"/>
                  </a:lnTo>
                  <a:lnTo>
                    <a:pt x="434340" y="2750820"/>
                  </a:lnTo>
                  <a:lnTo>
                    <a:pt x="437388" y="2753868"/>
                  </a:lnTo>
                  <a:lnTo>
                    <a:pt x="445008" y="2753868"/>
                  </a:lnTo>
                  <a:lnTo>
                    <a:pt x="448056" y="2750820"/>
                  </a:lnTo>
                  <a:lnTo>
                    <a:pt x="448056" y="2702052"/>
                  </a:lnTo>
                  <a:close/>
                </a:path>
                <a:path w="2184400" h="5782310">
                  <a:moveTo>
                    <a:pt x="448056" y="2619756"/>
                  </a:moveTo>
                  <a:lnTo>
                    <a:pt x="445008" y="2616708"/>
                  </a:lnTo>
                  <a:lnTo>
                    <a:pt x="437388" y="2616708"/>
                  </a:lnTo>
                  <a:lnTo>
                    <a:pt x="434340" y="2619756"/>
                  </a:lnTo>
                  <a:lnTo>
                    <a:pt x="434340" y="2668524"/>
                  </a:lnTo>
                  <a:lnTo>
                    <a:pt x="437388" y="2671572"/>
                  </a:lnTo>
                  <a:lnTo>
                    <a:pt x="445008" y="2671572"/>
                  </a:lnTo>
                  <a:lnTo>
                    <a:pt x="448056" y="2668524"/>
                  </a:lnTo>
                  <a:lnTo>
                    <a:pt x="448056" y="2619756"/>
                  </a:lnTo>
                  <a:close/>
                </a:path>
                <a:path w="2184400" h="5782310">
                  <a:moveTo>
                    <a:pt x="448056" y="2537460"/>
                  </a:moveTo>
                  <a:lnTo>
                    <a:pt x="445008" y="2534412"/>
                  </a:lnTo>
                  <a:lnTo>
                    <a:pt x="437388" y="2534412"/>
                  </a:lnTo>
                  <a:lnTo>
                    <a:pt x="434340" y="2537460"/>
                  </a:lnTo>
                  <a:lnTo>
                    <a:pt x="434340" y="2586228"/>
                  </a:lnTo>
                  <a:lnTo>
                    <a:pt x="437388" y="2589276"/>
                  </a:lnTo>
                  <a:lnTo>
                    <a:pt x="445008" y="2589276"/>
                  </a:lnTo>
                  <a:lnTo>
                    <a:pt x="448056" y="2586228"/>
                  </a:lnTo>
                  <a:lnTo>
                    <a:pt x="448056" y="2537460"/>
                  </a:lnTo>
                  <a:close/>
                </a:path>
                <a:path w="2184400" h="5782310">
                  <a:moveTo>
                    <a:pt x="448056" y="2453640"/>
                  </a:moveTo>
                  <a:lnTo>
                    <a:pt x="445008" y="2450592"/>
                  </a:lnTo>
                  <a:lnTo>
                    <a:pt x="437388" y="2450592"/>
                  </a:lnTo>
                  <a:lnTo>
                    <a:pt x="434340" y="2453640"/>
                  </a:lnTo>
                  <a:lnTo>
                    <a:pt x="434340" y="2503932"/>
                  </a:lnTo>
                  <a:lnTo>
                    <a:pt x="437388" y="2506980"/>
                  </a:lnTo>
                  <a:lnTo>
                    <a:pt x="445008" y="2506980"/>
                  </a:lnTo>
                  <a:lnTo>
                    <a:pt x="448056" y="2503932"/>
                  </a:lnTo>
                  <a:lnTo>
                    <a:pt x="448056" y="2453640"/>
                  </a:lnTo>
                  <a:close/>
                </a:path>
                <a:path w="2184400" h="5782310">
                  <a:moveTo>
                    <a:pt x="448056" y="2371344"/>
                  </a:moveTo>
                  <a:lnTo>
                    <a:pt x="445008" y="2368296"/>
                  </a:lnTo>
                  <a:lnTo>
                    <a:pt x="437388" y="2368296"/>
                  </a:lnTo>
                  <a:lnTo>
                    <a:pt x="434340" y="2371344"/>
                  </a:lnTo>
                  <a:lnTo>
                    <a:pt x="434340" y="2420112"/>
                  </a:lnTo>
                  <a:lnTo>
                    <a:pt x="437388" y="2423160"/>
                  </a:lnTo>
                  <a:lnTo>
                    <a:pt x="445008" y="2423160"/>
                  </a:lnTo>
                  <a:lnTo>
                    <a:pt x="448056" y="2420112"/>
                  </a:lnTo>
                  <a:lnTo>
                    <a:pt x="448056" y="2371344"/>
                  </a:lnTo>
                  <a:close/>
                </a:path>
                <a:path w="2184400" h="5782310">
                  <a:moveTo>
                    <a:pt x="448056" y="2289048"/>
                  </a:moveTo>
                  <a:lnTo>
                    <a:pt x="445008" y="2286000"/>
                  </a:lnTo>
                  <a:lnTo>
                    <a:pt x="437388" y="2286000"/>
                  </a:lnTo>
                  <a:lnTo>
                    <a:pt x="434340" y="2289048"/>
                  </a:lnTo>
                  <a:lnTo>
                    <a:pt x="434340" y="2337816"/>
                  </a:lnTo>
                  <a:lnTo>
                    <a:pt x="437388" y="2340864"/>
                  </a:lnTo>
                  <a:lnTo>
                    <a:pt x="445008" y="2340864"/>
                  </a:lnTo>
                  <a:lnTo>
                    <a:pt x="448056" y="2337816"/>
                  </a:lnTo>
                  <a:lnTo>
                    <a:pt x="448056" y="2289048"/>
                  </a:lnTo>
                  <a:close/>
                </a:path>
                <a:path w="2184400" h="5782310">
                  <a:moveTo>
                    <a:pt x="448056" y="2206752"/>
                  </a:moveTo>
                  <a:lnTo>
                    <a:pt x="445008" y="2203704"/>
                  </a:lnTo>
                  <a:lnTo>
                    <a:pt x="437388" y="2203704"/>
                  </a:lnTo>
                  <a:lnTo>
                    <a:pt x="434340" y="2206752"/>
                  </a:lnTo>
                  <a:lnTo>
                    <a:pt x="434340" y="2255520"/>
                  </a:lnTo>
                  <a:lnTo>
                    <a:pt x="437388" y="2258568"/>
                  </a:lnTo>
                  <a:lnTo>
                    <a:pt x="445008" y="2258568"/>
                  </a:lnTo>
                  <a:lnTo>
                    <a:pt x="448056" y="2255520"/>
                  </a:lnTo>
                  <a:lnTo>
                    <a:pt x="448056" y="2206752"/>
                  </a:lnTo>
                  <a:close/>
                </a:path>
                <a:path w="2184400" h="5782310">
                  <a:moveTo>
                    <a:pt x="448056" y="2122932"/>
                  </a:moveTo>
                  <a:lnTo>
                    <a:pt x="445008" y="2119884"/>
                  </a:lnTo>
                  <a:lnTo>
                    <a:pt x="437388" y="2119884"/>
                  </a:lnTo>
                  <a:lnTo>
                    <a:pt x="434340" y="2122932"/>
                  </a:lnTo>
                  <a:lnTo>
                    <a:pt x="434340" y="2171700"/>
                  </a:lnTo>
                  <a:lnTo>
                    <a:pt x="437388" y="2174748"/>
                  </a:lnTo>
                  <a:lnTo>
                    <a:pt x="445008" y="2174748"/>
                  </a:lnTo>
                  <a:lnTo>
                    <a:pt x="448056" y="2171700"/>
                  </a:lnTo>
                  <a:lnTo>
                    <a:pt x="448056" y="2122932"/>
                  </a:lnTo>
                  <a:close/>
                </a:path>
                <a:path w="2184400" h="5782310">
                  <a:moveTo>
                    <a:pt x="448056" y="2040636"/>
                  </a:moveTo>
                  <a:lnTo>
                    <a:pt x="445008" y="2037588"/>
                  </a:lnTo>
                  <a:lnTo>
                    <a:pt x="437388" y="2037588"/>
                  </a:lnTo>
                  <a:lnTo>
                    <a:pt x="434340" y="2040636"/>
                  </a:lnTo>
                  <a:lnTo>
                    <a:pt x="434340" y="2089404"/>
                  </a:lnTo>
                  <a:lnTo>
                    <a:pt x="437388" y="2092452"/>
                  </a:lnTo>
                  <a:lnTo>
                    <a:pt x="445008" y="2092452"/>
                  </a:lnTo>
                  <a:lnTo>
                    <a:pt x="448056" y="2089404"/>
                  </a:lnTo>
                  <a:lnTo>
                    <a:pt x="448056" y="2040636"/>
                  </a:lnTo>
                  <a:close/>
                </a:path>
                <a:path w="2184400" h="5782310">
                  <a:moveTo>
                    <a:pt x="448056" y="1958340"/>
                  </a:moveTo>
                  <a:lnTo>
                    <a:pt x="445008" y="1955292"/>
                  </a:lnTo>
                  <a:lnTo>
                    <a:pt x="437388" y="1955292"/>
                  </a:lnTo>
                  <a:lnTo>
                    <a:pt x="434340" y="1958340"/>
                  </a:lnTo>
                  <a:lnTo>
                    <a:pt x="434340" y="2007108"/>
                  </a:lnTo>
                  <a:lnTo>
                    <a:pt x="437388" y="2010156"/>
                  </a:lnTo>
                  <a:lnTo>
                    <a:pt x="445008" y="2010156"/>
                  </a:lnTo>
                  <a:lnTo>
                    <a:pt x="448056" y="2007108"/>
                  </a:lnTo>
                  <a:lnTo>
                    <a:pt x="448056" y="1958340"/>
                  </a:lnTo>
                  <a:close/>
                </a:path>
                <a:path w="2184400" h="5782310">
                  <a:moveTo>
                    <a:pt x="448056" y="1874520"/>
                  </a:moveTo>
                  <a:lnTo>
                    <a:pt x="445008" y="1871472"/>
                  </a:lnTo>
                  <a:lnTo>
                    <a:pt x="437388" y="1871472"/>
                  </a:lnTo>
                  <a:lnTo>
                    <a:pt x="434340" y="1874520"/>
                  </a:lnTo>
                  <a:lnTo>
                    <a:pt x="434340" y="1924812"/>
                  </a:lnTo>
                  <a:lnTo>
                    <a:pt x="437388" y="1927860"/>
                  </a:lnTo>
                  <a:lnTo>
                    <a:pt x="445008" y="1927860"/>
                  </a:lnTo>
                  <a:lnTo>
                    <a:pt x="448056" y="1924812"/>
                  </a:lnTo>
                  <a:lnTo>
                    <a:pt x="448056" y="1874520"/>
                  </a:lnTo>
                  <a:close/>
                </a:path>
                <a:path w="2184400" h="5782310">
                  <a:moveTo>
                    <a:pt x="448056" y="1792224"/>
                  </a:moveTo>
                  <a:lnTo>
                    <a:pt x="445008" y="1789176"/>
                  </a:lnTo>
                  <a:lnTo>
                    <a:pt x="437388" y="1789176"/>
                  </a:lnTo>
                  <a:lnTo>
                    <a:pt x="434340" y="1792224"/>
                  </a:lnTo>
                  <a:lnTo>
                    <a:pt x="434340" y="1840992"/>
                  </a:lnTo>
                  <a:lnTo>
                    <a:pt x="437388" y="1844040"/>
                  </a:lnTo>
                  <a:lnTo>
                    <a:pt x="445008" y="1844040"/>
                  </a:lnTo>
                  <a:lnTo>
                    <a:pt x="448056" y="1840992"/>
                  </a:lnTo>
                  <a:lnTo>
                    <a:pt x="448056" y="1792224"/>
                  </a:lnTo>
                  <a:close/>
                </a:path>
                <a:path w="2184400" h="5782310">
                  <a:moveTo>
                    <a:pt x="448056" y="1709928"/>
                  </a:moveTo>
                  <a:lnTo>
                    <a:pt x="445008" y="1706880"/>
                  </a:lnTo>
                  <a:lnTo>
                    <a:pt x="437388" y="1706880"/>
                  </a:lnTo>
                  <a:lnTo>
                    <a:pt x="434340" y="1709928"/>
                  </a:lnTo>
                  <a:lnTo>
                    <a:pt x="434340" y="1758696"/>
                  </a:lnTo>
                  <a:lnTo>
                    <a:pt x="437388" y="1761744"/>
                  </a:lnTo>
                  <a:lnTo>
                    <a:pt x="445008" y="1761744"/>
                  </a:lnTo>
                  <a:lnTo>
                    <a:pt x="448056" y="1758696"/>
                  </a:lnTo>
                  <a:lnTo>
                    <a:pt x="448056" y="1709928"/>
                  </a:lnTo>
                  <a:close/>
                </a:path>
                <a:path w="2184400" h="5782310">
                  <a:moveTo>
                    <a:pt x="448056" y="1627632"/>
                  </a:moveTo>
                  <a:lnTo>
                    <a:pt x="445008" y="1624584"/>
                  </a:lnTo>
                  <a:lnTo>
                    <a:pt x="437388" y="1624584"/>
                  </a:lnTo>
                  <a:lnTo>
                    <a:pt x="434340" y="1627632"/>
                  </a:lnTo>
                  <a:lnTo>
                    <a:pt x="434340" y="1676400"/>
                  </a:lnTo>
                  <a:lnTo>
                    <a:pt x="437388" y="1679448"/>
                  </a:lnTo>
                  <a:lnTo>
                    <a:pt x="445008" y="1679448"/>
                  </a:lnTo>
                  <a:lnTo>
                    <a:pt x="448056" y="1676400"/>
                  </a:lnTo>
                  <a:lnTo>
                    <a:pt x="448056" y="1627632"/>
                  </a:lnTo>
                  <a:close/>
                </a:path>
                <a:path w="2184400" h="5782310">
                  <a:moveTo>
                    <a:pt x="448056" y="1543812"/>
                  </a:moveTo>
                  <a:lnTo>
                    <a:pt x="445008" y="1540764"/>
                  </a:lnTo>
                  <a:lnTo>
                    <a:pt x="437388" y="1540764"/>
                  </a:lnTo>
                  <a:lnTo>
                    <a:pt x="434340" y="1543812"/>
                  </a:lnTo>
                  <a:lnTo>
                    <a:pt x="434340" y="1592580"/>
                  </a:lnTo>
                  <a:lnTo>
                    <a:pt x="437388" y="1595628"/>
                  </a:lnTo>
                  <a:lnTo>
                    <a:pt x="445008" y="1595628"/>
                  </a:lnTo>
                  <a:lnTo>
                    <a:pt x="448056" y="1592580"/>
                  </a:lnTo>
                  <a:lnTo>
                    <a:pt x="448056" y="1543812"/>
                  </a:lnTo>
                  <a:close/>
                </a:path>
                <a:path w="2184400" h="5782310">
                  <a:moveTo>
                    <a:pt x="448056" y="1461516"/>
                  </a:moveTo>
                  <a:lnTo>
                    <a:pt x="445008" y="1458468"/>
                  </a:lnTo>
                  <a:lnTo>
                    <a:pt x="437388" y="1458468"/>
                  </a:lnTo>
                  <a:lnTo>
                    <a:pt x="434340" y="1461516"/>
                  </a:lnTo>
                  <a:lnTo>
                    <a:pt x="434340" y="1510284"/>
                  </a:lnTo>
                  <a:lnTo>
                    <a:pt x="437388" y="1513332"/>
                  </a:lnTo>
                  <a:lnTo>
                    <a:pt x="445008" y="1513332"/>
                  </a:lnTo>
                  <a:lnTo>
                    <a:pt x="448056" y="1510284"/>
                  </a:lnTo>
                  <a:lnTo>
                    <a:pt x="448056" y="1461516"/>
                  </a:lnTo>
                  <a:close/>
                </a:path>
                <a:path w="2184400" h="5782310">
                  <a:moveTo>
                    <a:pt x="448056" y="1379220"/>
                  </a:moveTo>
                  <a:lnTo>
                    <a:pt x="445008" y="1376172"/>
                  </a:lnTo>
                  <a:lnTo>
                    <a:pt x="437388" y="1376172"/>
                  </a:lnTo>
                  <a:lnTo>
                    <a:pt x="434340" y="1379220"/>
                  </a:lnTo>
                  <a:lnTo>
                    <a:pt x="434340" y="1427988"/>
                  </a:lnTo>
                  <a:lnTo>
                    <a:pt x="437388" y="1431036"/>
                  </a:lnTo>
                  <a:lnTo>
                    <a:pt x="445008" y="1431036"/>
                  </a:lnTo>
                  <a:lnTo>
                    <a:pt x="448056" y="1427988"/>
                  </a:lnTo>
                  <a:lnTo>
                    <a:pt x="448056" y="1379220"/>
                  </a:lnTo>
                  <a:close/>
                </a:path>
                <a:path w="2184400" h="5782310">
                  <a:moveTo>
                    <a:pt x="448056" y="1295400"/>
                  </a:moveTo>
                  <a:lnTo>
                    <a:pt x="445008" y="1292352"/>
                  </a:lnTo>
                  <a:lnTo>
                    <a:pt x="437388" y="1292352"/>
                  </a:lnTo>
                  <a:lnTo>
                    <a:pt x="434340" y="1295400"/>
                  </a:lnTo>
                  <a:lnTo>
                    <a:pt x="434340" y="1345692"/>
                  </a:lnTo>
                  <a:lnTo>
                    <a:pt x="437388" y="1348740"/>
                  </a:lnTo>
                  <a:lnTo>
                    <a:pt x="445008" y="1348740"/>
                  </a:lnTo>
                  <a:lnTo>
                    <a:pt x="448056" y="1345692"/>
                  </a:lnTo>
                  <a:lnTo>
                    <a:pt x="448056" y="1295400"/>
                  </a:lnTo>
                  <a:close/>
                </a:path>
                <a:path w="2184400" h="5782310">
                  <a:moveTo>
                    <a:pt x="448056" y="1213104"/>
                  </a:moveTo>
                  <a:lnTo>
                    <a:pt x="445008" y="1210056"/>
                  </a:lnTo>
                  <a:lnTo>
                    <a:pt x="437388" y="1210056"/>
                  </a:lnTo>
                  <a:lnTo>
                    <a:pt x="434340" y="1213104"/>
                  </a:lnTo>
                  <a:lnTo>
                    <a:pt x="434340" y="1261872"/>
                  </a:lnTo>
                  <a:lnTo>
                    <a:pt x="437388" y="1264920"/>
                  </a:lnTo>
                  <a:lnTo>
                    <a:pt x="445008" y="1264920"/>
                  </a:lnTo>
                  <a:lnTo>
                    <a:pt x="448056" y="1261872"/>
                  </a:lnTo>
                  <a:lnTo>
                    <a:pt x="448056" y="1213104"/>
                  </a:lnTo>
                  <a:close/>
                </a:path>
                <a:path w="2184400" h="5782310">
                  <a:moveTo>
                    <a:pt x="448056" y="1130808"/>
                  </a:moveTo>
                  <a:lnTo>
                    <a:pt x="445008" y="1127760"/>
                  </a:lnTo>
                  <a:lnTo>
                    <a:pt x="437388" y="1127760"/>
                  </a:lnTo>
                  <a:lnTo>
                    <a:pt x="434340" y="1130808"/>
                  </a:lnTo>
                  <a:lnTo>
                    <a:pt x="434340" y="1179576"/>
                  </a:lnTo>
                  <a:lnTo>
                    <a:pt x="437388" y="1182624"/>
                  </a:lnTo>
                  <a:lnTo>
                    <a:pt x="445008" y="1182624"/>
                  </a:lnTo>
                  <a:lnTo>
                    <a:pt x="448056" y="1179576"/>
                  </a:lnTo>
                  <a:lnTo>
                    <a:pt x="448056" y="1130808"/>
                  </a:lnTo>
                  <a:close/>
                </a:path>
                <a:path w="2184400" h="5782310">
                  <a:moveTo>
                    <a:pt x="448056" y="1048512"/>
                  </a:moveTo>
                  <a:lnTo>
                    <a:pt x="445008" y="1045464"/>
                  </a:lnTo>
                  <a:lnTo>
                    <a:pt x="437388" y="1045464"/>
                  </a:lnTo>
                  <a:lnTo>
                    <a:pt x="434340" y="1048512"/>
                  </a:lnTo>
                  <a:lnTo>
                    <a:pt x="434340" y="1097280"/>
                  </a:lnTo>
                  <a:lnTo>
                    <a:pt x="437388" y="1100328"/>
                  </a:lnTo>
                  <a:lnTo>
                    <a:pt x="445008" y="1100328"/>
                  </a:lnTo>
                  <a:lnTo>
                    <a:pt x="448056" y="1097280"/>
                  </a:lnTo>
                  <a:lnTo>
                    <a:pt x="448056" y="1048512"/>
                  </a:lnTo>
                  <a:close/>
                </a:path>
                <a:path w="2184400" h="5782310">
                  <a:moveTo>
                    <a:pt x="448056" y="964692"/>
                  </a:moveTo>
                  <a:lnTo>
                    <a:pt x="445008" y="961644"/>
                  </a:lnTo>
                  <a:lnTo>
                    <a:pt x="437388" y="961644"/>
                  </a:lnTo>
                  <a:lnTo>
                    <a:pt x="434340" y="964692"/>
                  </a:lnTo>
                  <a:lnTo>
                    <a:pt x="434340" y="1013460"/>
                  </a:lnTo>
                  <a:lnTo>
                    <a:pt x="437388" y="1016508"/>
                  </a:lnTo>
                  <a:lnTo>
                    <a:pt x="445008" y="1016508"/>
                  </a:lnTo>
                  <a:lnTo>
                    <a:pt x="448056" y="1013460"/>
                  </a:lnTo>
                  <a:lnTo>
                    <a:pt x="448056" y="964692"/>
                  </a:lnTo>
                  <a:close/>
                </a:path>
                <a:path w="2184400" h="5782310">
                  <a:moveTo>
                    <a:pt x="448056" y="882396"/>
                  </a:moveTo>
                  <a:lnTo>
                    <a:pt x="445008" y="879348"/>
                  </a:lnTo>
                  <a:lnTo>
                    <a:pt x="437388" y="879348"/>
                  </a:lnTo>
                  <a:lnTo>
                    <a:pt x="434340" y="882396"/>
                  </a:lnTo>
                  <a:lnTo>
                    <a:pt x="434340" y="931164"/>
                  </a:lnTo>
                  <a:lnTo>
                    <a:pt x="437388" y="934212"/>
                  </a:lnTo>
                  <a:lnTo>
                    <a:pt x="445008" y="934212"/>
                  </a:lnTo>
                  <a:lnTo>
                    <a:pt x="448056" y="931164"/>
                  </a:lnTo>
                  <a:lnTo>
                    <a:pt x="448056" y="882396"/>
                  </a:lnTo>
                  <a:close/>
                </a:path>
                <a:path w="2184400" h="5782310">
                  <a:moveTo>
                    <a:pt x="448056" y="800100"/>
                  </a:moveTo>
                  <a:lnTo>
                    <a:pt x="445008" y="797052"/>
                  </a:lnTo>
                  <a:lnTo>
                    <a:pt x="437388" y="797052"/>
                  </a:lnTo>
                  <a:lnTo>
                    <a:pt x="434340" y="800100"/>
                  </a:lnTo>
                  <a:lnTo>
                    <a:pt x="434340" y="848868"/>
                  </a:lnTo>
                  <a:lnTo>
                    <a:pt x="437388" y="851916"/>
                  </a:lnTo>
                  <a:lnTo>
                    <a:pt x="445008" y="851916"/>
                  </a:lnTo>
                  <a:lnTo>
                    <a:pt x="448056" y="848868"/>
                  </a:lnTo>
                  <a:lnTo>
                    <a:pt x="448056" y="800100"/>
                  </a:lnTo>
                  <a:close/>
                </a:path>
                <a:path w="2184400" h="5782310">
                  <a:moveTo>
                    <a:pt x="448056" y="716280"/>
                  </a:moveTo>
                  <a:lnTo>
                    <a:pt x="445008" y="713232"/>
                  </a:lnTo>
                  <a:lnTo>
                    <a:pt x="437388" y="713232"/>
                  </a:lnTo>
                  <a:lnTo>
                    <a:pt x="434340" y="716280"/>
                  </a:lnTo>
                  <a:lnTo>
                    <a:pt x="434340" y="766572"/>
                  </a:lnTo>
                  <a:lnTo>
                    <a:pt x="437388" y="769620"/>
                  </a:lnTo>
                  <a:lnTo>
                    <a:pt x="445008" y="769620"/>
                  </a:lnTo>
                  <a:lnTo>
                    <a:pt x="448056" y="766572"/>
                  </a:lnTo>
                  <a:lnTo>
                    <a:pt x="448056" y="716280"/>
                  </a:lnTo>
                  <a:close/>
                </a:path>
                <a:path w="2184400" h="5782310">
                  <a:moveTo>
                    <a:pt x="448056" y="633984"/>
                  </a:moveTo>
                  <a:lnTo>
                    <a:pt x="445008" y="630936"/>
                  </a:lnTo>
                  <a:lnTo>
                    <a:pt x="437388" y="630936"/>
                  </a:lnTo>
                  <a:lnTo>
                    <a:pt x="434340" y="633984"/>
                  </a:lnTo>
                  <a:lnTo>
                    <a:pt x="434340" y="682752"/>
                  </a:lnTo>
                  <a:lnTo>
                    <a:pt x="437388" y="685800"/>
                  </a:lnTo>
                  <a:lnTo>
                    <a:pt x="445008" y="685800"/>
                  </a:lnTo>
                  <a:lnTo>
                    <a:pt x="448056" y="682752"/>
                  </a:lnTo>
                  <a:lnTo>
                    <a:pt x="448056" y="633984"/>
                  </a:lnTo>
                  <a:close/>
                </a:path>
                <a:path w="2184400" h="5782310">
                  <a:moveTo>
                    <a:pt x="448056" y="551688"/>
                  </a:moveTo>
                  <a:lnTo>
                    <a:pt x="445008" y="548640"/>
                  </a:lnTo>
                  <a:lnTo>
                    <a:pt x="437388" y="548640"/>
                  </a:lnTo>
                  <a:lnTo>
                    <a:pt x="434340" y="551688"/>
                  </a:lnTo>
                  <a:lnTo>
                    <a:pt x="434340" y="600456"/>
                  </a:lnTo>
                  <a:lnTo>
                    <a:pt x="437388" y="603504"/>
                  </a:lnTo>
                  <a:lnTo>
                    <a:pt x="445008" y="603504"/>
                  </a:lnTo>
                  <a:lnTo>
                    <a:pt x="448056" y="600456"/>
                  </a:lnTo>
                  <a:lnTo>
                    <a:pt x="448056" y="551688"/>
                  </a:lnTo>
                  <a:close/>
                </a:path>
                <a:path w="2184400" h="5782310">
                  <a:moveTo>
                    <a:pt x="448056" y="469392"/>
                  </a:moveTo>
                  <a:lnTo>
                    <a:pt x="445008" y="466344"/>
                  </a:lnTo>
                  <a:lnTo>
                    <a:pt x="437388" y="466344"/>
                  </a:lnTo>
                  <a:lnTo>
                    <a:pt x="434340" y="469392"/>
                  </a:lnTo>
                  <a:lnTo>
                    <a:pt x="434340" y="518160"/>
                  </a:lnTo>
                  <a:lnTo>
                    <a:pt x="437388" y="521208"/>
                  </a:lnTo>
                  <a:lnTo>
                    <a:pt x="445008" y="521208"/>
                  </a:lnTo>
                  <a:lnTo>
                    <a:pt x="448056" y="518160"/>
                  </a:lnTo>
                  <a:lnTo>
                    <a:pt x="448056" y="469392"/>
                  </a:lnTo>
                  <a:close/>
                </a:path>
                <a:path w="2184400" h="5782310">
                  <a:moveTo>
                    <a:pt x="448056" y="385572"/>
                  </a:moveTo>
                  <a:lnTo>
                    <a:pt x="445008" y="382524"/>
                  </a:lnTo>
                  <a:lnTo>
                    <a:pt x="437388" y="382524"/>
                  </a:lnTo>
                  <a:lnTo>
                    <a:pt x="434340" y="385572"/>
                  </a:lnTo>
                  <a:lnTo>
                    <a:pt x="434340" y="434340"/>
                  </a:lnTo>
                  <a:lnTo>
                    <a:pt x="437388" y="437388"/>
                  </a:lnTo>
                  <a:lnTo>
                    <a:pt x="445008" y="437388"/>
                  </a:lnTo>
                  <a:lnTo>
                    <a:pt x="448056" y="434340"/>
                  </a:lnTo>
                  <a:lnTo>
                    <a:pt x="448056" y="385572"/>
                  </a:lnTo>
                  <a:close/>
                </a:path>
                <a:path w="2184400" h="5782310">
                  <a:moveTo>
                    <a:pt x="448056" y="303276"/>
                  </a:moveTo>
                  <a:lnTo>
                    <a:pt x="445008" y="300228"/>
                  </a:lnTo>
                  <a:lnTo>
                    <a:pt x="437388" y="300228"/>
                  </a:lnTo>
                  <a:lnTo>
                    <a:pt x="434340" y="303276"/>
                  </a:lnTo>
                  <a:lnTo>
                    <a:pt x="434340" y="352044"/>
                  </a:lnTo>
                  <a:lnTo>
                    <a:pt x="437388" y="355092"/>
                  </a:lnTo>
                  <a:lnTo>
                    <a:pt x="445008" y="355092"/>
                  </a:lnTo>
                  <a:lnTo>
                    <a:pt x="448056" y="352044"/>
                  </a:lnTo>
                  <a:lnTo>
                    <a:pt x="448056" y="303276"/>
                  </a:lnTo>
                  <a:close/>
                </a:path>
                <a:path w="2184400" h="5782310">
                  <a:moveTo>
                    <a:pt x="448056" y="220980"/>
                  </a:moveTo>
                  <a:lnTo>
                    <a:pt x="445008" y="217932"/>
                  </a:lnTo>
                  <a:lnTo>
                    <a:pt x="437388" y="217932"/>
                  </a:lnTo>
                  <a:lnTo>
                    <a:pt x="434340" y="220980"/>
                  </a:lnTo>
                  <a:lnTo>
                    <a:pt x="434340" y="269748"/>
                  </a:lnTo>
                  <a:lnTo>
                    <a:pt x="437388" y="272796"/>
                  </a:lnTo>
                  <a:lnTo>
                    <a:pt x="445008" y="272796"/>
                  </a:lnTo>
                  <a:lnTo>
                    <a:pt x="448056" y="269748"/>
                  </a:lnTo>
                  <a:lnTo>
                    <a:pt x="448056" y="220980"/>
                  </a:lnTo>
                  <a:close/>
                </a:path>
                <a:path w="2184400" h="5782310">
                  <a:moveTo>
                    <a:pt x="448056" y="137160"/>
                  </a:moveTo>
                  <a:lnTo>
                    <a:pt x="445008" y="134112"/>
                  </a:lnTo>
                  <a:lnTo>
                    <a:pt x="437388" y="134112"/>
                  </a:lnTo>
                  <a:lnTo>
                    <a:pt x="434340" y="137160"/>
                  </a:lnTo>
                  <a:lnTo>
                    <a:pt x="434340" y="187452"/>
                  </a:lnTo>
                  <a:lnTo>
                    <a:pt x="437388" y="190500"/>
                  </a:lnTo>
                  <a:lnTo>
                    <a:pt x="445008" y="190500"/>
                  </a:lnTo>
                  <a:lnTo>
                    <a:pt x="448056" y="187452"/>
                  </a:lnTo>
                  <a:lnTo>
                    <a:pt x="448056" y="137160"/>
                  </a:lnTo>
                  <a:close/>
                </a:path>
                <a:path w="2184400" h="5782310">
                  <a:moveTo>
                    <a:pt x="665988" y="5266944"/>
                  </a:moveTo>
                  <a:lnTo>
                    <a:pt x="662940" y="5263896"/>
                  </a:lnTo>
                  <a:lnTo>
                    <a:pt x="655320" y="5263896"/>
                  </a:lnTo>
                  <a:lnTo>
                    <a:pt x="650748" y="5266944"/>
                  </a:lnTo>
                  <a:lnTo>
                    <a:pt x="650748" y="5291328"/>
                  </a:lnTo>
                  <a:lnTo>
                    <a:pt x="655320" y="5294376"/>
                  </a:lnTo>
                  <a:lnTo>
                    <a:pt x="662940" y="5294376"/>
                  </a:lnTo>
                  <a:lnTo>
                    <a:pt x="665988" y="5291328"/>
                  </a:lnTo>
                  <a:lnTo>
                    <a:pt x="665988" y="5266944"/>
                  </a:lnTo>
                  <a:close/>
                </a:path>
                <a:path w="2184400" h="5782310">
                  <a:moveTo>
                    <a:pt x="665988" y="5184648"/>
                  </a:moveTo>
                  <a:lnTo>
                    <a:pt x="662940" y="5181600"/>
                  </a:lnTo>
                  <a:lnTo>
                    <a:pt x="655320" y="5181600"/>
                  </a:lnTo>
                  <a:lnTo>
                    <a:pt x="650748" y="5184648"/>
                  </a:lnTo>
                  <a:lnTo>
                    <a:pt x="650748" y="5233416"/>
                  </a:lnTo>
                  <a:lnTo>
                    <a:pt x="655320" y="5236464"/>
                  </a:lnTo>
                  <a:lnTo>
                    <a:pt x="662940" y="5236464"/>
                  </a:lnTo>
                  <a:lnTo>
                    <a:pt x="665988" y="5233416"/>
                  </a:lnTo>
                  <a:lnTo>
                    <a:pt x="665988" y="5184648"/>
                  </a:lnTo>
                  <a:close/>
                </a:path>
                <a:path w="2184400" h="5782310">
                  <a:moveTo>
                    <a:pt x="665988" y="5102352"/>
                  </a:moveTo>
                  <a:lnTo>
                    <a:pt x="662940" y="5099304"/>
                  </a:lnTo>
                  <a:lnTo>
                    <a:pt x="655320" y="5099304"/>
                  </a:lnTo>
                  <a:lnTo>
                    <a:pt x="650748" y="5102352"/>
                  </a:lnTo>
                  <a:lnTo>
                    <a:pt x="650748" y="5151120"/>
                  </a:lnTo>
                  <a:lnTo>
                    <a:pt x="655320" y="5154168"/>
                  </a:lnTo>
                  <a:lnTo>
                    <a:pt x="662940" y="5154168"/>
                  </a:lnTo>
                  <a:lnTo>
                    <a:pt x="665988" y="5151120"/>
                  </a:lnTo>
                  <a:lnTo>
                    <a:pt x="665988" y="5102352"/>
                  </a:lnTo>
                  <a:close/>
                </a:path>
                <a:path w="2184400" h="5782310">
                  <a:moveTo>
                    <a:pt x="665988" y="5018532"/>
                  </a:moveTo>
                  <a:lnTo>
                    <a:pt x="662940" y="5015484"/>
                  </a:lnTo>
                  <a:lnTo>
                    <a:pt x="655320" y="5015484"/>
                  </a:lnTo>
                  <a:lnTo>
                    <a:pt x="650748" y="5018532"/>
                  </a:lnTo>
                  <a:lnTo>
                    <a:pt x="650748" y="5067300"/>
                  </a:lnTo>
                  <a:lnTo>
                    <a:pt x="655320" y="5070348"/>
                  </a:lnTo>
                  <a:lnTo>
                    <a:pt x="662940" y="5070348"/>
                  </a:lnTo>
                  <a:lnTo>
                    <a:pt x="665988" y="5067300"/>
                  </a:lnTo>
                  <a:lnTo>
                    <a:pt x="665988" y="5018532"/>
                  </a:lnTo>
                  <a:close/>
                </a:path>
                <a:path w="2184400" h="5782310">
                  <a:moveTo>
                    <a:pt x="665988" y="4936236"/>
                  </a:moveTo>
                  <a:lnTo>
                    <a:pt x="662940" y="4933188"/>
                  </a:lnTo>
                  <a:lnTo>
                    <a:pt x="655320" y="4933188"/>
                  </a:lnTo>
                  <a:lnTo>
                    <a:pt x="650748" y="4936236"/>
                  </a:lnTo>
                  <a:lnTo>
                    <a:pt x="650748" y="4985004"/>
                  </a:lnTo>
                  <a:lnTo>
                    <a:pt x="655320" y="4988052"/>
                  </a:lnTo>
                  <a:lnTo>
                    <a:pt x="662940" y="4988052"/>
                  </a:lnTo>
                  <a:lnTo>
                    <a:pt x="665988" y="4985004"/>
                  </a:lnTo>
                  <a:lnTo>
                    <a:pt x="665988" y="4936236"/>
                  </a:lnTo>
                  <a:close/>
                </a:path>
                <a:path w="2184400" h="5782310">
                  <a:moveTo>
                    <a:pt x="665988" y="4853940"/>
                  </a:moveTo>
                  <a:lnTo>
                    <a:pt x="662940" y="4850892"/>
                  </a:lnTo>
                  <a:lnTo>
                    <a:pt x="655320" y="4850892"/>
                  </a:lnTo>
                  <a:lnTo>
                    <a:pt x="650748" y="4853940"/>
                  </a:lnTo>
                  <a:lnTo>
                    <a:pt x="650748" y="4902708"/>
                  </a:lnTo>
                  <a:lnTo>
                    <a:pt x="655320" y="4905756"/>
                  </a:lnTo>
                  <a:lnTo>
                    <a:pt x="662940" y="4905756"/>
                  </a:lnTo>
                  <a:lnTo>
                    <a:pt x="665988" y="4902708"/>
                  </a:lnTo>
                  <a:lnTo>
                    <a:pt x="665988" y="4853940"/>
                  </a:lnTo>
                  <a:close/>
                </a:path>
                <a:path w="2184400" h="5782310">
                  <a:moveTo>
                    <a:pt x="665988" y="4770120"/>
                  </a:moveTo>
                  <a:lnTo>
                    <a:pt x="662940" y="4767072"/>
                  </a:lnTo>
                  <a:lnTo>
                    <a:pt x="655320" y="4767072"/>
                  </a:lnTo>
                  <a:lnTo>
                    <a:pt x="650748" y="4770120"/>
                  </a:lnTo>
                  <a:lnTo>
                    <a:pt x="650748" y="4820412"/>
                  </a:lnTo>
                  <a:lnTo>
                    <a:pt x="655320" y="4823460"/>
                  </a:lnTo>
                  <a:lnTo>
                    <a:pt x="662940" y="4823460"/>
                  </a:lnTo>
                  <a:lnTo>
                    <a:pt x="665988" y="4820412"/>
                  </a:lnTo>
                  <a:lnTo>
                    <a:pt x="665988" y="4770120"/>
                  </a:lnTo>
                  <a:close/>
                </a:path>
                <a:path w="2184400" h="5782310">
                  <a:moveTo>
                    <a:pt x="665988" y="4687824"/>
                  </a:moveTo>
                  <a:lnTo>
                    <a:pt x="662940" y="4684776"/>
                  </a:lnTo>
                  <a:lnTo>
                    <a:pt x="655320" y="4684776"/>
                  </a:lnTo>
                  <a:lnTo>
                    <a:pt x="650748" y="4687824"/>
                  </a:lnTo>
                  <a:lnTo>
                    <a:pt x="650748" y="4736592"/>
                  </a:lnTo>
                  <a:lnTo>
                    <a:pt x="655320" y="4739640"/>
                  </a:lnTo>
                  <a:lnTo>
                    <a:pt x="662940" y="4739640"/>
                  </a:lnTo>
                  <a:lnTo>
                    <a:pt x="665988" y="4736592"/>
                  </a:lnTo>
                  <a:lnTo>
                    <a:pt x="665988" y="4687824"/>
                  </a:lnTo>
                  <a:close/>
                </a:path>
                <a:path w="2184400" h="5782310">
                  <a:moveTo>
                    <a:pt x="665988" y="4605528"/>
                  </a:moveTo>
                  <a:lnTo>
                    <a:pt x="662940" y="4602480"/>
                  </a:lnTo>
                  <a:lnTo>
                    <a:pt x="655320" y="4602480"/>
                  </a:lnTo>
                  <a:lnTo>
                    <a:pt x="650748" y="4605528"/>
                  </a:lnTo>
                  <a:lnTo>
                    <a:pt x="650748" y="4654308"/>
                  </a:lnTo>
                  <a:lnTo>
                    <a:pt x="655320" y="4657344"/>
                  </a:lnTo>
                  <a:lnTo>
                    <a:pt x="662940" y="4657344"/>
                  </a:lnTo>
                  <a:lnTo>
                    <a:pt x="665988" y="4654308"/>
                  </a:lnTo>
                  <a:lnTo>
                    <a:pt x="665988" y="4605528"/>
                  </a:lnTo>
                  <a:close/>
                </a:path>
                <a:path w="2184400" h="5782310">
                  <a:moveTo>
                    <a:pt x="665988" y="4523232"/>
                  </a:moveTo>
                  <a:lnTo>
                    <a:pt x="662940" y="4520184"/>
                  </a:lnTo>
                  <a:lnTo>
                    <a:pt x="655320" y="4520184"/>
                  </a:lnTo>
                  <a:lnTo>
                    <a:pt x="650748" y="4523232"/>
                  </a:lnTo>
                  <a:lnTo>
                    <a:pt x="650748" y="4572000"/>
                  </a:lnTo>
                  <a:lnTo>
                    <a:pt x="655320" y="4575048"/>
                  </a:lnTo>
                  <a:lnTo>
                    <a:pt x="662940" y="4575048"/>
                  </a:lnTo>
                  <a:lnTo>
                    <a:pt x="665988" y="4572000"/>
                  </a:lnTo>
                  <a:lnTo>
                    <a:pt x="665988" y="4523232"/>
                  </a:lnTo>
                  <a:close/>
                </a:path>
                <a:path w="2184400" h="5782310">
                  <a:moveTo>
                    <a:pt x="665988" y="4439412"/>
                  </a:moveTo>
                  <a:lnTo>
                    <a:pt x="662940" y="4436364"/>
                  </a:lnTo>
                  <a:lnTo>
                    <a:pt x="655320" y="4436364"/>
                  </a:lnTo>
                  <a:lnTo>
                    <a:pt x="650748" y="4439412"/>
                  </a:lnTo>
                  <a:lnTo>
                    <a:pt x="650748" y="4488180"/>
                  </a:lnTo>
                  <a:lnTo>
                    <a:pt x="655320" y="4491228"/>
                  </a:lnTo>
                  <a:lnTo>
                    <a:pt x="662940" y="4491228"/>
                  </a:lnTo>
                  <a:lnTo>
                    <a:pt x="665988" y="4488180"/>
                  </a:lnTo>
                  <a:lnTo>
                    <a:pt x="665988" y="4439412"/>
                  </a:lnTo>
                  <a:close/>
                </a:path>
                <a:path w="2184400" h="5782310">
                  <a:moveTo>
                    <a:pt x="665988" y="4357116"/>
                  </a:moveTo>
                  <a:lnTo>
                    <a:pt x="662940" y="4354068"/>
                  </a:lnTo>
                  <a:lnTo>
                    <a:pt x="655320" y="4354068"/>
                  </a:lnTo>
                  <a:lnTo>
                    <a:pt x="650748" y="4357116"/>
                  </a:lnTo>
                  <a:lnTo>
                    <a:pt x="650748" y="4405884"/>
                  </a:lnTo>
                  <a:lnTo>
                    <a:pt x="655320" y="4408932"/>
                  </a:lnTo>
                  <a:lnTo>
                    <a:pt x="662940" y="4408932"/>
                  </a:lnTo>
                  <a:lnTo>
                    <a:pt x="665988" y="4405884"/>
                  </a:lnTo>
                  <a:lnTo>
                    <a:pt x="665988" y="4357116"/>
                  </a:lnTo>
                  <a:close/>
                </a:path>
                <a:path w="2184400" h="5782310">
                  <a:moveTo>
                    <a:pt x="665988" y="4274820"/>
                  </a:moveTo>
                  <a:lnTo>
                    <a:pt x="662940" y="4271772"/>
                  </a:lnTo>
                  <a:lnTo>
                    <a:pt x="655320" y="4271772"/>
                  </a:lnTo>
                  <a:lnTo>
                    <a:pt x="650748" y="4274820"/>
                  </a:lnTo>
                  <a:lnTo>
                    <a:pt x="650748" y="4323588"/>
                  </a:lnTo>
                  <a:lnTo>
                    <a:pt x="655320" y="4326636"/>
                  </a:lnTo>
                  <a:lnTo>
                    <a:pt x="662940" y="4326636"/>
                  </a:lnTo>
                  <a:lnTo>
                    <a:pt x="665988" y="4323588"/>
                  </a:lnTo>
                  <a:lnTo>
                    <a:pt x="665988" y="4274820"/>
                  </a:lnTo>
                  <a:close/>
                </a:path>
                <a:path w="2184400" h="5782310">
                  <a:moveTo>
                    <a:pt x="665988" y="4191000"/>
                  </a:moveTo>
                  <a:lnTo>
                    <a:pt x="662940" y="4187952"/>
                  </a:lnTo>
                  <a:lnTo>
                    <a:pt x="655320" y="4187952"/>
                  </a:lnTo>
                  <a:lnTo>
                    <a:pt x="650748" y="4191000"/>
                  </a:lnTo>
                  <a:lnTo>
                    <a:pt x="650748" y="4241292"/>
                  </a:lnTo>
                  <a:lnTo>
                    <a:pt x="655320" y="4244340"/>
                  </a:lnTo>
                  <a:lnTo>
                    <a:pt x="662940" y="4244340"/>
                  </a:lnTo>
                  <a:lnTo>
                    <a:pt x="665988" y="4241292"/>
                  </a:lnTo>
                  <a:lnTo>
                    <a:pt x="665988" y="4191000"/>
                  </a:lnTo>
                  <a:close/>
                </a:path>
                <a:path w="2184400" h="5782310">
                  <a:moveTo>
                    <a:pt x="665988" y="4108704"/>
                  </a:moveTo>
                  <a:lnTo>
                    <a:pt x="662940" y="4105656"/>
                  </a:lnTo>
                  <a:lnTo>
                    <a:pt x="655320" y="4105656"/>
                  </a:lnTo>
                  <a:lnTo>
                    <a:pt x="650748" y="4108704"/>
                  </a:lnTo>
                  <a:lnTo>
                    <a:pt x="650748" y="4157472"/>
                  </a:lnTo>
                  <a:lnTo>
                    <a:pt x="655320" y="4160520"/>
                  </a:lnTo>
                  <a:lnTo>
                    <a:pt x="662940" y="4160520"/>
                  </a:lnTo>
                  <a:lnTo>
                    <a:pt x="665988" y="4157472"/>
                  </a:lnTo>
                  <a:lnTo>
                    <a:pt x="665988" y="4108704"/>
                  </a:lnTo>
                  <a:close/>
                </a:path>
                <a:path w="2184400" h="5782310">
                  <a:moveTo>
                    <a:pt x="665988" y="4026408"/>
                  </a:moveTo>
                  <a:lnTo>
                    <a:pt x="662940" y="4023360"/>
                  </a:lnTo>
                  <a:lnTo>
                    <a:pt x="655320" y="4023360"/>
                  </a:lnTo>
                  <a:lnTo>
                    <a:pt x="650748" y="4026408"/>
                  </a:lnTo>
                  <a:lnTo>
                    <a:pt x="650748" y="4075176"/>
                  </a:lnTo>
                  <a:lnTo>
                    <a:pt x="655320" y="4078224"/>
                  </a:lnTo>
                  <a:lnTo>
                    <a:pt x="662940" y="4078224"/>
                  </a:lnTo>
                  <a:lnTo>
                    <a:pt x="665988" y="4075176"/>
                  </a:lnTo>
                  <a:lnTo>
                    <a:pt x="665988" y="4026408"/>
                  </a:lnTo>
                  <a:close/>
                </a:path>
                <a:path w="2184400" h="5782310">
                  <a:moveTo>
                    <a:pt x="665988" y="3944112"/>
                  </a:moveTo>
                  <a:lnTo>
                    <a:pt x="662940" y="3941064"/>
                  </a:lnTo>
                  <a:lnTo>
                    <a:pt x="655320" y="3941064"/>
                  </a:lnTo>
                  <a:lnTo>
                    <a:pt x="650748" y="3944112"/>
                  </a:lnTo>
                  <a:lnTo>
                    <a:pt x="650748" y="3992880"/>
                  </a:lnTo>
                  <a:lnTo>
                    <a:pt x="655320" y="3995928"/>
                  </a:lnTo>
                  <a:lnTo>
                    <a:pt x="662940" y="3995928"/>
                  </a:lnTo>
                  <a:lnTo>
                    <a:pt x="665988" y="3992880"/>
                  </a:lnTo>
                  <a:lnTo>
                    <a:pt x="665988" y="3944112"/>
                  </a:lnTo>
                  <a:close/>
                </a:path>
                <a:path w="2184400" h="5782310">
                  <a:moveTo>
                    <a:pt x="665988" y="3860292"/>
                  </a:moveTo>
                  <a:lnTo>
                    <a:pt x="662940" y="3857244"/>
                  </a:lnTo>
                  <a:lnTo>
                    <a:pt x="655320" y="3857244"/>
                  </a:lnTo>
                  <a:lnTo>
                    <a:pt x="650748" y="3860292"/>
                  </a:lnTo>
                  <a:lnTo>
                    <a:pt x="650748" y="3909060"/>
                  </a:lnTo>
                  <a:lnTo>
                    <a:pt x="655320" y="3912108"/>
                  </a:lnTo>
                  <a:lnTo>
                    <a:pt x="662940" y="3912108"/>
                  </a:lnTo>
                  <a:lnTo>
                    <a:pt x="665988" y="3909060"/>
                  </a:lnTo>
                  <a:lnTo>
                    <a:pt x="665988" y="3860292"/>
                  </a:lnTo>
                  <a:close/>
                </a:path>
                <a:path w="2184400" h="5782310">
                  <a:moveTo>
                    <a:pt x="665988" y="3777996"/>
                  </a:moveTo>
                  <a:lnTo>
                    <a:pt x="662940" y="3774948"/>
                  </a:lnTo>
                  <a:lnTo>
                    <a:pt x="655320" y="3774948"/>
                  </a:lnTo>
                  <a:lnTo>
                    <a:pt x="650748" y="3777996"/>
                  </a:lnTo>
                  <a:lnTo>
                    <a:pt x="650748" y="3826764"/>
                  </a:lnTo>
                  <a:lnTo>
                    <a:pt x="655320" y="3829812"/>
                  </a:lnTo>
                  <a:lnTo>
                    <a:pt x="662940" y="3829812"/>
                  </a:lnTo>
                  <a:lnTo>
                    <a:pt x="665988" y="3826764"/>
                  </a:lnTo>
                  <a:lnTo>
                    <a:pt x="665988" y="3777996"/>
                  </a:lnTo>
                  <a:close/>
                </a:path>
                <a:path w="2184400" h="5782310">
                  <a:moveTo>
                    <a:pt x="665988" y="3695700"/>
                  </a:moveTo>
                  <a:lnTo>
                    <a:pt x="662940" y="3692652"/>
                  </a:lnTo>
                  <a:lnTo>
                    <a:pt x="655320" y="3692652"/>
                  </a:lnTo>
                  <a:lnTo>
                    <a:pt x="650748" y="3695700"/>
                  </a:lnTo>
                  <a:lnTo>
                    <a:pt x="650748" y="3744468"/>
                  </a:lnTo>
                  <a:lnTo>
                    <a:pt x="655320" y="3747516"/>
                  </a:lnTo>
                  <a:lnTo>
                    <a:pt x="662940" y="3747516"/>
                  </a:lnTo>
                  <a:lnTo>
                    <a:pt x="665988" y="3744468"/>
                  </a:lnTo>
                  <a:lnTo>
                    <a:pt x="665988" y="3695700"/>
                  </a:lnTo>
                  <a:close/>
                </a:path>
                <a:path w="2184400" h="5782310">
                  <a:moveTo>
                    <a:pt x="665988" y="3611880"/>
                  </a:moveTo>
                  <a:lnTo>
                    <a:pt x="662940" y="3608832"/>
                  </a:lnTo>
                  <a:lnTo>
                    <a:pt x="655320" y="3608832"/>
                  </a:lnTo>
                  <a:lnTo>
                    <a:pt x="650748" y="3611880"/>
                  </a:lnTo>
                  <a:lnTo>
                    <a:pt x="650748" y="3662172"/>
                  </a:lnTo>
                  <a:lnTo>
                    <a:pt x="655320" y="3665220"/>
                  </a:lnTo>
                  <a:lnTo>
                    <a:pt x="662940" y="3665220"/>
                  </a:lnTo>
                  <a:lnTo>
                    <a:pt x="665988" y="3662172"/>
                  </a:lnTo>
                  <a:lnTo>
                    <a:pt x="665988" y="3611880"/>
                  </a:lnTo>
                  <a:close/>
                </a:path>
                <a:path w="2184400" h="5782310">
                  <a:moveTo>
                    <a:pt x="665988" y="3529584"/>
                  </a:moveTo>
                  <a:lnTo>
                    <a:pt x="662940" y="3526536"/>
                  </a:lnTo>
                  <a:lnTo>
                    <a:pt x="655320" y="3526536"/>
                  </a:lnTo>
                  <a:lnTo>
                    <a:pt x="650748" y="3529584"/>
                  </a:lnTo>
                  <a:lnTo>
                    <a:pt x="650748" y="3578352"/>
                  </a:lnTo>
                  <a:lnTo>
                    <a:pt x="655320" y="3581400"/>
                  </a:lnTo>
                  <a:lnTo>
                    <a:pt x="662940" y="3581400"/>
                  </a:lnTo>
                  <a:lnTo>
                    <a:pt x="665988" y="3578352"/>
                  </a:lnTo>
                  <a:lnTo>
                    <a:pt x="665988" y="3529584"/>
                  </a:lnTo>
                  <a:close/>
                </a:path>
                <a:path w="2184400" h="5782310">
                  <a:moveTo>
                    <a:pt x="665988" y="3447288"/>
                  </a:moveTo>
                  <a:lnTo>
                    <a:pt x="662940" y="3444240"/>
                  </a:lnTo>
                  <a:lnTo>
                    <a:pt x="655320" y="3444240"/>
                  </a:lnTo>
                  <a:lnTo>
                    <a:pt x="650748" y="3447288"/>
                  </a:lnTo>
                  <a:lnTo>
                    <a:pt x="650748" y="3496056"/>
                  </a:lnTo>
                  <a:lnTo>
                    <a:pt x="655320" y="3499104"/>
                  </a:lnTo>
                  <a:lnTo>
                    <a:pt x="662940" y="3499104"/>
                  </a:lnTo>
                  <a:lnTo>
                    <a:pt x="665988" y="3496056"/>
                  </a:lnTo>
                  <a:lnTo>
                    <a:pt x="665988" y="3447288"/>
                  </a:lnTo>
                  <a:close/>
                </a:path>
                <a:path w="2184400" h="5782310">
                  <a:moveTo>
                    <a:pt x="665988" y="3364992"/>
                  </a:moveTo>
                  <a:lnTo>
                    <a:pt x="662940" y="3361944"/>
                  </a:lnTo>
                  <a:lnTo>
                    <a:pt x="655320" y="3361944"/>
                  </a:lnTo>
                  <a:lnTo>
                    <a:pt x="650748" y="3364992"/>
                  </a:lnTo>
                  <a:lnTo>
                    <a:pt x="650748" y="3413760"/>
                  </a:lnTo>
                  <a:lnTo>
                    <a:pt x="655320" y="3416808"/>
                  </a:lnTo>
                  <a:lnTo>
                    <a:pt x="662940" y="3416808"/>
                  </a:lnTo>
                  <a:lnTo>
                    <a:pt x="665988" y="3413760"/>
                  </a:lnTo>
                  <a:lnTo>
                    <a:pt x="665988" y="3364992"/>
                  </a:lnTo>
                  <a:close/>
                </a:path>
                <a:path w="2184400" h="5782310">
                  <a:moveTo>
                    <a:pt x="665988" y="3281172"/>
                  </a:moveTo>
                  <a:lnTo>
                    <a:pt x="662940" y="3278124"/>
                  </a:lnTo>
                  <a:lnTo>
                    <a:pt x="655320" y="3278124"/>
                  </a:lnTo>
                  <a:lnTo>
                    <a:pt x="650748" y="3281172"/>
                  </a:lnTo>
                  <a:lnTo>
                    <a:pt x="650748" y="3329940"/>
                  </a:lnTo>
                  <a:lnTo>
                    <a:pt x="655320" y="3332988"/>
                  </a:lnTo>
                  <a:lnTo>
                    <a:pt x="662940" y="3332988"/>
                  </a:lnTo>
                  <a:lnTo>
                    <a:pt x="665988" y="3329940"/>
                  </a:lnTo>
                  <a:lnTo>
                    <a:pt x="665988" y="3281172"/>
                  </a:lnTo>
                  <a:close/>
                </a:path>
                <a:path w="2184400" h="5782310">
                  <a:moveTo>
                    <a:pt x="665988" y="3198876"/>
                  </a:moveTo>
                  <a:lnTo>
                    <a:pt x="662940" y="3195828"/>
                  </a:lnTo>
                  <a:lnTo>
                    <a:pt x="655320" y="3195828"/>
                  </a:lnTo>
                  <a:lnTo>
                    <a:pt x="650748" y="3198876"/>
                  </a:lnTo>
                  <a:lnTo>
                    <a:pt x="650748" y="3247644"/>
                  </a:lnTo>
                  <a:lnTo>
                    <a:pt x="655320" y="3250692"/>
                  </a:lnTo>
                  <a:lnTo>
                    <a:pt x="662940" y="3250692"/>
                  </a:lnTo>
                  <a:lnTo>
                    <a:pt x="665988" y="3247644"/>
                  </a:lnTo>
                  <a:lnTo>
                    <a:pt x="665988" y="3198876"/>
                  </a:lnTo>
                  <a:close/>
                </a:path>
                <a:path w="2184400" h="5782310">
                  <a:moveTo>
                    <a:pt x="665988" y="3116580"/>
                  </a:moveTo>
                  <a:lnTo>
                    <a:pt x="662940" y="3113532"/>
                  </a:lnTo>
                  <a:lnTo>
                    <a:pt x="655320" y="3113532"/>
                  </a:lnTo>
                  <a:lnTo>
                    <a:pt x="650748" y="3116580"/>
                  </a:lnTo>
                  <a:lnTo>
                    <a:pt x="650748" y="3165348"/>
                  </a:lnTo>
                  <a:lnTo>
                    <a:pt x="655320" y="3168396"/>
                  </a:lnTo>
                  <a:lnTo>
                    <a:pt x="662940" y="3168396"/>
                  </a:lnTo>
                  <a:lnTo>
                    <a:pt x="665988" y="3165348"/>
                  </a:lnTo>
                  <a:lnTo>
                    <a:pt x="665988" y="3116580"/>
                  </a:lnTo>
                  <a:close/>
                </a:path>
                <a:path w="2184400" h="5782310">
                  <a:moveTo>
                    <a:pt x="665988" y="3032760"/>
                  </a:moveTo>
                  <a:lnTo>
                    <a:pt x="662940" y="3029712"/>
                  </a:lnTo>
                  <a:lnTo>
                    <a:pt x="655320" y="3029712"/>
                  </a:lnTo>
                  <a:lnTo>
                    <a:pt x="650748" y="3032760"/>
                  </a:lnTo>
                  <a:lnTo>
                    <a:pt x="650748" y="3083052"/>
                  </a:lnTo>
                  <a:lnTo>
                    <a:pt x="655320" y="3086100"/>
                  </a:lnTo>
                  <a:lnTo>
                    <a:pt x="662940" y="3086100"/>
                  </a:lnTo>
                  <a:lnTo>
                    <a:pt x="665988" y="3083052"/>
                  </a:lnTo>
                  <a:lnTo>
                    <a:pt x="665988" y="3032760"/>
                  </a:lnTo>
                  <a:close/>
                </a:path>
                <a:path w="2184400" h="5782310">
                  <a:moveTo>
                    <a:pt x="665988" y="2950464"/>
                  </a:moveTo>
                  <a:lnTo>
                    <a:pt x="662940" y="2947416"/>
                  </a:lnTo>
                  <a:lnTo>
                    <a:pt x="655320" y="2947416"/>
                  </a:lnTo>
                  <a:lnTo>
                    <a:pt x="650748" y="2950464"/>
                  </a:lnTo>
                  <a:lnTo>
                    <a:pt x="650748" y="2999232"/>
                  </a:lnTo>
                  <a:lnTo>
                    <a:pt x="655320" y="3002280"/>
                  </a:lnTo>
                  <a:lnTo>
                    <a:pt x="662940" y="3002280"/>
                  </a:lnTo>
                  <a:lnTo>
                    <a:pt x="665988" y="2999232"/>
                  </a:lnTo>
                  <a:lnTo>
                    <a:pt x="665988" y="2950464"/>
                  </a:lnTo>
                  <a:close/>
                </a:path>
                <a:path w="2184400" h="5782310">
                  <a:moveTo>
                    <a:pt x="665988" y="2868168"/>
                  </a:moveTo>
                  <a:lnTo>
                    <a:pt x="662940" y="2865120"/>
                  </a:lnTo>
                  <a:lnTo>
                    <a:pt x="655320" y="2865120"/>
                  </a:lnTo>
                  <a:lnTo>
                    <a:pt x="650748" y="2868168"/>
                  </a:lnTo>
                  <a:lnTo>
                    <a:pt x="650748" y="2916936"/>
                  </a:lnTo>
                  <a:lnTo>
                    <a:pt x="655320" y="2919984"/>
                  </a:lnTo>
                  <a:lnTo>
                    <a:pt x="662940" y="2919984"/>
                  </a:lnTo>
                  <a:lnTo>
                    <a:pt x="665988" y="2916936"/>
                  </a:lnTo>
                  <a:lnTo>
                    <a:pt x="665988" y="2868168"/>
                  </a:lnTo>
                  <a:close/>
                </a:path>
                <a:path w="2184400" h="5782310">
                  <a:moveTo>
                    <a:pt x="665988" y="2785872"/>
                  </a:moveTo>
                  <a:lnTo>
                    <a:pt x="662940" y="2782824"/>
                  </a:lnTo>
                  <a:lnTo>
                    <a:pt x="655320" y="2782824"/>
                  </a:lnTo>
                  <a:lnTo>
                    <a:pt x="650748" y="2785872"/>
                  </a:lnTo>
                  <a:lnTo>
                    <a:pt x="650748" y="2834640"/>
                  </a:lnTo>
                  <a:lnTo>
                    <a:pt x="655320" y="2837688"/>
                  </a:lnTo>
                  <a:lnTo>
                    <a:pt x="662940" y="2837688"/>
                  </a:lnTo>
                  <a:lnTo>
                    <a:pt x="665988" y="2834640"/>
                  </a:lnTo>
                  <a:lnTo>
                    <a:pt x="665988" y="2785872"/>
                  </a:lnTo>
                  <a:close/>
                </a:path>
                <a:path w="2184400" h="5782310">
                  <a:moveTo>
                    <a:pt x="665988" y="2702052"/>
                  </a:moveTo>
                  <a:lnTo>
                    <a:pt x="662940" y="2699004"/>
                  </a:lnTo>
                  <a:lnTo>
                    <a:pt x="655320" y="2699004"/>
                  </a:lnTo>
                  <a:lnTo>
                    <a:pt x="650748" y="2702052"/>
                  </a:lnTo>
                  <a:lnTo>
                    <a:pt x="650748" y="2750820"/>
                  </a:lnTo>
                  <a:lnTo>
                    <a:pt x="655320" y="2753868"/>
                  </a:lnTo>
                  <a:lnTo>
                    <a:pt x="662940" y="2753868"/>
                  </a:lnTo>
                  <a:lnTo>
                    <a:pt x="665988" y="2750820"/>
                  </a:lnTo>
                  <a:lnTo>
                    <a:pt x="665988" y="2702052"/>
                  </a:lnTo>
                  <a:close/>
                </a:path>
                <a:path w="2184400" h="5782310">
                  <a:moveTo>
                    <a:pt x="665988" y="2619756"/>
                  </a:moveTo>
                  <a:lnTo>
                    <a:pt x="662940" y="2616708"/>
                  </a:lnTo>
                  <a:lnTo>
                    <a:pt x="655320" y="2616708"/>
                  </a:lnTo>
                  <a:lnTo>
                    <a:pt x="650748" y="2619756"/>
                  </a:lnTo>
                  <a:lnTo>
                    <a:pt x="650748" y="2668524"/>
                  </a:lnTo>
                  <a:lnTo>
                    <a:pt x="655320" y="2671572"/>
                  </a:lnTo>
                  <a:lnTo>
                    <a:pt x="662940" y="2671572"/>
                  </a:lnTo>
                  <a:lnTo>
                    <a:pt x="665988" y="2668524"/>
                  </a:lnTo>
                  <a:lnTo>
                    <a:pt x="665988" y="2619756"/>
                  </a:lnTo>
                  <a:close/>
                </a:path>
                <a:path w="2184400" h="5782310">
                  <a:moveTo>
                    <a:pt x="665988" y="2537460"/>
                  </a:moveTo>
                  <a:lnTo>
                    <a:pt x="662940" y="2534412"/>
                  </a:lnTo>
                  <a:lnTo>
                    <a:pt x="655320" y="2534412"/>
                  </a:lnTo>
                  <a:lnTo>
                    <a:pt x="650748" y="2537460"/>
                  </a:lnTo>
                  <a:lnTo>
                    <a:pt x="650748" y="2586228"/>
                  </a:lnTo>
                  <a:lnTo>
                    <a:pt x="655320" y="2589276"/>
                  </a:lnTo>
                  <a:lnTo>
                    <a:pt x="662940" y="2589276"/>
                  </a:lnTo>
                  <a:lnTo>
                    <a:pt x="665988" y="2586228"/>
                  </a:lnTo>
                  <a:lnTo>
                    <a:pt x="665988" y="2537460"/>
                  </a:lnTo>
                  <a:close/>
                </a:path>
                <a:path w="2184400" h="5782310">
                  <a:moveTo>
                    <a:pt x="665988" y="2453640"/>
                  </a:moveTo>
                  <a:lnTo>
                    <a:pt x="662940" y="2450592"/>
                  </a:lnTo>
                  <a:lnTo>
                    <a:pt x="655320" y="2450592"/>
                  </a:lnTo>
                  <a:lnTo>
                    <a:pt x="650748" y="2453640"/>
                  </a:lnTo>
                  <a:lnTo>
                    <a:pt x="650748" y="2503932"/>
                  </a:lnTo>
                  <a:lnTo>
                    <a:pt x="655320" y="2506980"/>
                  </a:lnTo>
                  <a:lnTo>
                    <a:pt x="662940" y="2506980"/>
                  </a:lnTo>
                  <a:lnTo>
                    <a:pt x="665988" y="2503932"/>
                  </a:lnTo>
                  <a:lnTo>
                    <a:pt x="665988" y="2453640"/>
                  </a:lnTo>
                  <a:close/>
                </a:path>
                <a:path w="2184400" h="5782310">
                  <a:moveTo>
                    <a:pt x="665988" y="2371344"/>
                  </a:moveTo>
                  <a:lnTo>
                    <a:pt x="662940" y="2368296"/>
                  </a:lnTo>
                  <a:lnTo>
                    <a:pt x="655320" y="2368296"/>
                  </a:lnTo>
                  <a:lnTo>
                    <a:pt x="650748" y="2371344"/>
                  </a:lnTo>
                  <a:lnTo>
                    <a:pt x="650748" y="2420112"/>
                  </a:lnTo>
                  <a:lnTo>
                    <a:pt x="655320" y="2423160"/>
                  </a:lnTo>
                  <a:lnTo>
                    <a:pt x="662940" y="2423160"/>
                  </a:lnTo>
                  <a:lnTo>
                    <a:pt x="665988" y="2420112"/>
                  </a:lnTo>
                  <a:lnTo>
                    <a:pt x="665988" y="2371344"/>
                  </a:lnTo>
                  <a:close/>
                </a:path>
                <a:path w="2184400" h="5782310">
                  <a:moveTo>
                    <a:pt x="665988" y="2289048"/>
                  </a:moveTo>
                  <a:lnTo>
                    <a:pt x="662940" y="2286000"/>
                  </a:lnTo>
                  <a:lnTo>
                    <a:pt x="655320" y="2286000"/>
                  </a:lnTo>
                  <a:lnTo>
                    <a:pt x="650748" y="2289048"/>
                  </a:lnTo>
                  <a:lnTo>
                    <a:pt x="650748" y="2337816"/>
                  </a:lnTo>
                  <a:lnTo>
                    <a:pt x="655320" y="2340864"/>
                  </a:lnTo>
                  <a:lnTo>
                    <a:pt x="662940" y="2340864"/>
                  </a:lnTo>
                  <a:lnTo>
                    <a:pt x="665988" y="2337816"/>
                  </a:lnTo>
                  <a:lnTo>
                    <a:pt x="665988" y="2289048"/>
                  </a:lnTo>
                  <a:close/>
                </a:path>
                <a:path w="2184400" h="5782310">
                  <a:moveTo>
                    <a:pt x="665988" y="2206752"/>
                  </a:moveTo>
                  <a:lnTo>
                    <a:pt x="662940" y="2203704"/>
                  </a:lnTo>
                  <a:lnTo>
                    <a:pt x="655320" y="2203704"/>
                  </a:lnTo>
                  <a:lnTo>
                    <a:pt x="650748" y="2206752"/>
                  </a:lnTo>
                  <a:lnTo>
                    <a:pt x="650748" y="2255520"/>
                  </a:lnTo>
                  <a:lnTo>
                    <a:pt x="655320" y="2258568"/>
                  </a:lnTo>
                  <a:lnTo>
                    <a:pt x="662940" y="2258568"/>
                  </a:lnTo>
                  <a:lnTo>
                    <a:pt x="665988" y="2255520"/>
                  </a:lnTo>
                  <a:lnTo>
                    <a:pt x="665988" y="2206752"/>
                  </a:lnTo>
                  <a:close/>
                </a:path>
                <a:path w="2184400" h="5782310">
                  <a:moveTo>
                    <a:pt x="665988" y="2122932"/>
                  </a:moveTo>
                  <a:lnTo>
                    <a:pt x="662940" y="2119884"/>
                  </a:lnTo>
                  <a:lnTo>
                    <a:pt x="655320" y="2119884"/>
                  </a:lnTo>
                  <a:lnTo>
                    <a:pt x="650748" y="2122932"/>
                  </a:lnTo>
                  <a:lnTo>
                    <a:pt x="650748" y="2171700"/>
                  </a:lnTo>
                  <a:lnTo>
                    <a:pt x="655320" y="2174748"/>
                  </a:lnTo>
                  <a:lnTo>
                    <a:pt x="662940" y="2174748"/>
                  </a:lnTo>
                  <a:lnTo>
                    <a:pt x="665988" y="2171700"/>
                  </a:lnTo>
                  <a:lnTo>
                    <a:pt x="665988" y="2122932"/>
                  </a:lnTo>
                  <a:close/>
                </a:path>
                <a:path w="2184400" h="5782310">
                  <a:moveTo>
                    <a:pt x="665988" y="2040636"/>
                  </a:moveTo>
                  <a:lnTo>
                    <a:pt x="662940" y="2037588"/>
                  </a:lnTo>
                  <a:lnTo>
                    <a:pt x="655320" y="2037588"/>
                  </a:lnTo>
                  <a:lnTo>
                    <a:pt x="650748" y="2040636"/>
                  </a:lnTo>
                  <a:lnTo>
                    <a:pt x="650748" y="2089404"/>
                  </a:lnTo>
                  <a:lnTo>
                    <a:pt x="655320" y="2092452"/>
                  </a:lnTo>
                  <a:lnTo>
                    <a:pt x="662940" y="2092452"/>
                  </a:lnTo>
                  <a:lnTo>
                    <a:pt x="665988" y="2089404"/>
                  </a:lnTo>
                  <a:lnTo>
                    <a:pt x="665988" y="2040636"/>
                  </a:lnTo>
                  <a:close/>
                </a:path>
                <a:path w="2184400" h="5782310">
                  <a:moveTo>
                    <a:pt x="665988" y="1958340"/>
                  </a:moveTo>
                  <a:lnTo>
                    <a:pt x="662940" y="1955292"/>
                  </a:lnTo>
                  <a:lnTo>
                    <a:pt x="655320" y="1955292"/>
                  </a:lnTo>
                  <a:lnTo>
                    <a:pt x="650748" y="1958340"/>
                  </a:lnTo>
                  <a:lnTo>
                    <a:pt x="650748" y="2007108"/>
                  </a:lnTo>
                  <a:lnTo>
                    <a:pt x="655320" y="2010156"/>
                  </a:lnTo>
                  <a:lnTo>
                    <a:pt x="662940" y="2010156"/>
                  </a:lnTo>
                  <a:lnTo>
                    <a:pt x="665988" y="2007108"/>
                  </a:lnTo>
                  <a:lnTo>
                    <a:pt x="665988" y="1958340"/>
                  </a:lnTo>
                  <a:close/>
                </a:path>
                <a:path w="2184400" h="5782310">
                  <a:moveTo>
                    <a:pt x="665988" y="1874520"/>
                  </a:moveTo>
                  <a:lnTo>
                    <a:pt x="662940" y="1871472"/>
                  </a:lnTo>
                  <a:lnTo>
                    <a:pt x="655320" y="1871472"/>
                  </a:lnTo>
                  <a:lnTo>
                    <a:pt x="650748" y="1874520"/>
                  </a:lnTo>
                  <a:lnTo>
                    <a:pt x="650748" y="1924812"/>
                  </a:lnTo>
                  <a:lnTo>
                    <a:pt x="655320" y="1927860"/>
                  </a:lnTo>
                  <a:lnTo>
                    <a:pt x="662940" y="1927860"/>
                  </a:lnTo>
                  <a:lnTo>
                    <a:pt x="665988" y="1924812"/>
                  </a:lnTo>
                  <a:lnTo>
                    <a:pt x="665988" y="1874520"/>
                  </a:lnTo>
                  <a:close/>
                </a:path>
                <a:path w="2184400" h="5782310">
                  <a:moveTo>
                    <a:pt x="665988" y="1792224"/>
                  </a:moveTo>
                  <a:lnTo>
                    <a:pt x="662940" y="1789176"/>
                  </a:lnTo>
                  <a:lnTo>
                    <a:pt x="655320" y="1789176"/>
                  </a:lnTo>
                  <a:lnTo>
                    <a:pt x="650748" y="1792224"/>
                  </a:lnTo>
                  <a:lnTo>
                    <a:pt x="650748" y="1840992"/>
                  </a:lnTo>
                  <a:lnTo>
                    <a:pt x="655320" y="1844040"/>
                  </a:lnTo>
                  <a:lnTo>
                    <a:pt x="662940" y="1844040"/>
                  </a:lnTo>
                  <a:lnTo>
                    <a:pt x="665988" y="1840992"/>
                  </a:lnTo>
                  <a:lnTo>
                    <a:pt x="665988" y="1792224"/>
                  </a:lnTo>
                  <a:close/>
                </a:path>
                <a:path w="2184400" h="5782310">
                  <a:moveTo>
                    <a:pt x="665988" y="1709928"/>
                  </a:moveTo>
                  <a:lnTo>
                    <a:pt x="662940" y="1706880"/>
                  </a:lnTo>
                  <a:lnTo>
                    <a:pt x="655320" y="1706880"/>
                  </a:lnTo>
                  <a:lnTo>
                    <a:pt x="650748" y="1709928"/>
                  </a:lnTo>
                  <a:lnTo>
                    <a:pt x="650748" y="1758696"/>
                  </a:lnTo>
                  <a:lnTo>
                    <a:pt x="655320" y="1761744"/>
                  </a:lnTo>
                  <a:lnTo>
                    <a:pt x="662940" y="1761744"/>
                  </a:lnTo>
                  <a:lnTo>
                    <a:pt x="665988" y="1758696"/>
                  </a:lnTo>
                  <a:lnTo>
                    <a:pt x="665988" y="1709928"/>
                  </a:lnTo>
                  <a:close/>
                </a:path>
                <a:path w="2184400" h="5782310">
                  <a:moveTo>
                    <a:pt x="665988" y="1627632"/>
                  </a:moveTo>
                  <a:lnTo>
                    <a:pt x="662940" y="1624584"/>
                  </a:lnTo>
                  <a:lnTo>
                    <a:pt x="655320" y="1624584"/>
                  </a:lnTo>
                  <a:lnTo>
                    <a:pt x="650748" y="1627632"/>
                  </a:lnTo>
                  <a:lnTo>
                    <a:pt x="650748" y="1676400"/>
                  </a:lnTo>
                  <a:lnTo>
                    <a:pt x="655320" y="1679448"/>
                  </a:lnTo>
                  <a:lnTo>
                    <a:pt x="662940" y="1679448"/>
                  </a:lnTo>
                  <a:lnTo>
                    <a:pt x="665988" y="1676400"/>
                  </a:lnTo>
                  <a:lnTo>
                    <a:pt x="665988" y="1627632"/>
                  </a:lnTo>
                  <a:close/>
                </a:path>
                <a:path w="2184400" h="5782310">
                  <a:moveTo>
                    <a:pt x="665988" y="1543812"/>
                  </a:moveTo>
                  <a:lnTo>
                    <a:pt x="662940" y="1540764"/>
                  </a:lnTo>
                  <a:lnTo>
                    <a:pt x="655320" y="1540764"/>
                  </a:lnTo>
                  <a:lnTo>
                    <a:pt x="650748" y="1543812"/>
                  </a:lnTo>
                  <a:lnTo>
                    <a:pt x="650748" y="1592580"/>
                  </a:lnTo>
                  <a:lnTo>
                    <a:pt x="655320" y="1595628"/>
                  </a:lnTo>
                  <a:lnTo>
                    <a:pt x="662940" y="1595628"/>
                  </a:lnTo>
                  <a:lnTo>
                    <a:pt x="665988" y="1592580"/>
                  </a:lnTo>
                  <a:lnTo>
                    <a:pt x="665988" y="1543812"/>
                  </a:lnTo>
                  <a:close/>
                </a:path>
                <a:path w="2184400" h="5782310">
                  <a:moveTo>
                    <a:pt x="665988" y="1461516"/>
                  </a:moveTo>
                  <a:lnTo>
                    <a:pt x="662940" y="1458468"/>
                  </a:lnTo>
                  <a:lnTo>
                    <a:pt x="655320" y="1458468"/>
                  </a:lnTo>
                  <a:lnTo>
                    <a:pt x="650748" y="1461516"/>
                  </a:lnTo>
                  <a:lnTo>
                    <a:pt x="650748" y="1510284"/>
                  </a:lnTo>
                  <a:lnTo>
                    <a:pt x="655320" y="1513332"/>
                  </a:lnTo>
                  <a:lnTo>
                    <a:pt x="662940" y="1513332"/>
                  </a:lnTo>
                  <a:lnTo>
                    <a:pt x="665988" y="1510284"/>
                  </a:lnTo>
                  <a:lnTo>
                    <a:pt x="665988" y="1461516"/>
                  </a:lnTo>
                  <a:close/>
                </a:path>
                <a:path w="2184400" h="5782310">
                  <a:moveTo>
                    <a:pt x="665988" y="1379220"/>
                  </a:moveTo>
                  <a:lnTo>
                    <a:pt x="662940" y="1376172"/>
                  </a:lnTo>
                  <a:lnTo>
                    <a:pt x="655320" y="1376172"/>
                  </a:lnTo>
                  <a:lnTo>
                    <a:pt x="650748" y="1379220"/>
                  </a:lnTo>
                  <a:lnTo>
                    <a:pt x="650748" y="1427988"/>
                  </a:lnTo>
                  <a:lnTo>
                    <a:pt x="655320" y="1431036"/>
                  </a:lnTo>
                  <a:lnTo>
                    <a:pt x="662940" y="1431036"/>
                  </a:lnTo>
                  <a:lnTo>
                    <a:pt x="665988" y="1427988"/>
                  </a:lnTo>
                  <a:lnTo>
                    <a:pt x="665988" y="1379220"/>
                  </a:lnTo>
                  <a:close/>
                </a:path>
                <a:path w="2184400" h="5782310">
                  <a:moveTo>
                    <a:pt x="665988" y="1295400"/>
                  </a:moveTo>
                  <a:lnTo>
                    <a:pt x="662940" y="1292352"/>
                  </a:lnTo>
                  <a:lnTo>
                    <a:pt x="655320" y="1292352"/>
                  </a:lnTo>
                  <a:lnTo>
                    <a:pt x="650748" y="1295400"/>
                  </a:lnTo>
                  <a:lnTo>
                    <a:pt x="650748" y="1345692"/>
                  </a:lnTo>
                  <a:lnTo>
                    <a:pt x="655320" y="1348740"/>
                  </a:lnTo>
                  <a:lnTo>
                    <a:pt x="662940" y="1348740"/>
                  </a:lnTo>
                  <a:lnTo>
                    <a:pt x="665988" y="1345692"/>
                  </a:lnTo>
                  <a:lnTo>
                    <a:pt x="665988" y="1295400"/>
                  </a:lnTo>
                  <a:close/>
                </a:path>
                <a:path w="2184400" h="5782310">
                  <a:moveTo>
                    <a:pt x="665988" y="1213104"/>
                  </a:moveTo>
                  <a:lnTo>
                    <a:pt x="662940" y="1210056"/>
                  </a:lnTo>
                  <a:lnTo>
                    <a:pt x="655320" y="1210056"/>
                  </a:lnTo>
                  <a:lnTo>
                    <a:pt x="650748" y="1213104"/>
                  </a:lnTo>
                  <a:lnTo>
                    <a:pt x="650748" y="1261872"/>
                  </a:lnTo>
                  <a:lnTo>
                    <a:pt x="655320" y="1264920"/>
                  </a:lnTo>
                  <a:lnTo>
                    <a:pt x="662940" y="1264920"/>
                  </a:lnTo>
                  <a:lnTo>
                    <a:pt x="665988" y="1261872"/>
                  </a:lnTo>
                  <a:lnTo>
                    <a:pt x="665988" y="1213104"/>
                  </a:lnTo>
                  <a:close/>
                </a:path>
                <a:path w="2184400" h="5782310">
                  <a:moveTo>
                    <a:pt x="665988" y="1130808"/>
                  </a:moveTo>
                  <a:lnTo>
                    <a:pt x="662940" y="1127760"/>
                  </a:lnTo>
                  <a:lnTo>
                    <a:pt x="655320" y="1127760"/>
                  </a:lnTo>
                  <a:lnTo>
                    <a:pt x="650748" y="1130808"/>
                  </a:lnTo>
                  <a:lnTo>
                    <a:pt x="650748" y="1179576"/>
                  </a:lnTo>
                  <a:lnTo>
                    <a:pt x="655320" y="1182624"/>
                  </a:lnTo>
                  <a:lnTo>
                    <a:pt x="662940" y="1182624"/>
                  </a:lnTo>
                  <a:lnTo>
                    <a:pt x="665988" y="1179576"/>
                  </a:lnTo>
                  <a:lnTo>
                    <a:pt x="665988" y="1130808"/>
                  </a:lnTo>
                  <a:close/>
                </a:path>
                <a:path w="2184400" h="5782310">
                  <a:moveTo>
                    <a:pt x="665988" y="1048512"/>
                  </a:moveTo>
                  <a:lnTo>
                    <a:pt x="662940" y="1045464"/>
                  </a:lnTo>
                  <a:lnTo>
                    <a:pt x="655320" y="1045464"/>
                  </a:lnTo>
                  <a:lnTo>
                    <a:pt x="650748" y="1048512"/>
                  </a:lnTo>
                  <a:lnTo>
                    <a:pt x="650748" y="1097280"/>
                  </a:lnTo>
                  <a:lnTo>
                    <a:pt x="655320" y="1100328"/>
                  </a:lnTo>
                  <a:lnTo>
                    <a:pt x="662940" y="1100328"/>
                  </a:lnTo>
                  <a:lnTo>
                    <a:pt x="665988" y="1097280"/>
                  </a:lnTo>
                  <a:lnTo>
                    <a:pt x="665988" y="1048512"/>
                  </a:lnTo>
                  <a:close/>
                </a:path>
                <a:path w="2184400" h="5782310">
                  <a:moveTo>
                    <a:pt x="665988" y="964692"/>
                  </a:moveTo>
                  <a:lnTo>
                    <a:pt x="662940" y="961644"/>
                  </a:lnTo>
                  <a:lnTo>
                    <a:pt x="655320" y="961644"/>
                  </a:lnTo>
                  <a:lnTo>
                    <a:pt x="650748" y="964692"/>
                  </a:lnTo>
                  <a:lnTo>
                    <a:pt x="650748" y="1013460"/>
                  </a:lnTo>
                  <a:lnTo>
                    <a:pt x="655320" y="1016508"/>
                  </a:lnTo>
                  <a:lnTo>
                    <a:pt x="662940" y="1016508"/>
                  </a:lnTo>
                  <a:lnTo>
                    <a:pt x="665988" y="1013460"/>
                  </a:lnTo>
                  <a:lnTo>
                    <a:pt x="665988" y="964692"/>
                  </a:lnTo>
                  <a:close/>
                </a:path>
                <a:path w="2184400" h="5782310">
                  <a:moveTo>
                    <a:pt x="665988" y="882396"/>
                  </a:moveTo>
                  <a:lnTo>
                    <a:pt x="662940" y="879348"/>
                  </a:lnTo>
                  <a:lnTo>
                    <a:pt x="655320" y="879348"/>
                  </a:lnTo>
                  <a:lnTo>
                    <a:pt x="650748" y="882396"/>
                  </a:lnTo>
                  <a:lnTo>
                    <a:pt x="650748" y="931164"/>
                  </a:lnTo>
                  <a:lnTo>
                    <a:pt x="655320" y="934212"/>
                  </a:lnTo>
                  <a:lnTo>
                    <a:pt x="662940" y="934212"/>
                  </a:lnTo>
                  <a:lnTo>
                    <a:pt x="665988" y="931164"/>
                  </a:lnTo>
                  <a:lnTo>
                    <a:pt x="665988" y="882396"/>
                  </a:lnTo>
                  <a:close/>
                </a:path>
                <a:path w="2184400" h="5782310">
                  <a:moveTo>
                    <a:pt x="665988" y="800100"/>
                  </a:moveTo>
                  <a:lnTo>
                    <a:pt x="662940" y="797052"/>
                  </a:lnTo>
                  <a:lnTo>
                    <a:pt x="655320" y="797052"/>
                  </a:lnTo>
                  <a:lnTo>
                    <a:pt x="650748" y="800100"/>
                  </a:lnTo>
                  <a:lnTo>
                    <a:pt x="650748" y="848868"/>
                  </a:lnTo>
                  <a:lnTo>
                    <a:pt x="655320" y="851916"/>
                  </a:lnTo>
                  <a:lnTo>
                    <a:pt x="662940" y="851916"/>
                  </a:lnTo>
                  <a:lnTo>
                    <a:pt x="665988" y="848868"/>
                  </a:lnTo>
                  <a:lnTo>
                    <a:pt x="665988" y="800100"/>
                  </a:lnTo>
                  <a:close/>
                </a:path>
                <a:path w="2184400" h="5782310">
                  <a:moveTo>
                    <a:pt x="665988" y="716280"/>
                  </a:moveTo>
                  <a:lnTo>
                    <a:pt x="662940" y="713232"/>
                  </a:lnTo>
                  <a:lnTo>
                    <a:pt x="655320" y="713232"/>
                  </a:lnTo>
                  <a:lnTo>
                    <a:pt x="650748" y="716280"/>
                  </a:lnTo>
                  <a:lnTo>
                    <a:pt x="650748" y="766572"/>
                  </a:lnTo>
                  <a:lnTo>
                    <a:pt x="655320" y="769620"/>
                  </a:lnTo>
                  <a:lnTo>
                    <a:pt x="662940" y="769620"/>
                  </a:lnTo>
                  <a:lnTo>
                    <a:pt x="665988" y="766572"/>
                  </a:lnTo>
                  <a:lnTo>
                    <a:pt x="665988" y="716280"/>
                  </a:lnTo>
                  <a:close/>
                </a:path>
                <a:path w="2184400" h="5782310">
                  <a:moveTo>
                    <a:pt x="665988" y="633984"/>
                  </a:moveTo>
                  <a:lnTo>
                    <a:pt x="662940" y="630936"/>
                  </a:lnTo>
                  <a:lnTo>
                    <a:pt x="655320" y="630936"/>
                  </a:lnTo>
                  <a:lnTo>
                    <a:pt x="650748" y="633984"/>
                  </a:lnTo>
                  <a:lnTo>
                    <a:pt x="650748" y="682752"/>
                  </a:lnTo>
                  <a:lnTo>
                    <a:pt x="655320" y="685800"/>
                  </a:lnTo>
                  <a:lnTo>
                    <a:pt x="662940" y="685800"/>
                  </a:lnTo>
                  <a:lnTo>
                    <a:pt x="665988" y="682752"/>
                  </a:lnTo>
                  <a:lnTo>
                    <a:pt x="665988" y="633984"/>
                  </a:lnTo>
                  <a:close/>
                </a:path>
                <a:path w="2184400" h="5782310">
                  <a:moveTo>
                    <a:pt x="665988" y="551688"/>
                  </a:moveTo>
                  <a:lnTo>
                    <a:pt x="662940" y="548640"/>
                  </a:lnTo>
                  <a:lnTo>
                    <a:pt x="655320" y="548640"/>
                  </a:lnTo>
                  <a:lnTo>
                    <a:pt x="650748" y="551688"/>
                  </a:lnTo>
                  <a:lnTo>
                    <a:pt x="650748" y="600456"/>
                  </a:lnTo>
                  <a:lnTo>
                    <a:pt x="655320" y="603504"/>
                  </a:lnTo>
                  <a:lnTo>
                    <a:pt x="662940" y="603504"/>
                  </a:lnTo>
                  <a:lnTo>
                    <a:pt x="665988" y="600456"/>
                  </a:lnTo>
                  <a:lnTo>
                    <a:pt x="665988" y="551688"/>
                  </a:lnTo>
                  <a:close/>
                </a:path>
                <a:path w="2184400" h="5782310">
                  <a:moveTo>
                    <a:pt x="665988" y="469392"/>
                  </a:moveTo>
                  <a:lnTo>
                    <a:pt x="662940" y="466344"/>
                  </a:lnTo>
                  <a:lnTo>
                    <a:pt x="655320" y="466344"/>
                  </a:lnTo>
                  <a:lnTo>
                    <a:pt x="650748" y="469392"/>
                  </a:lnTo>
                  <a:lnTo>
                    <a:pt x="650748" y="518160"/>
                  </a:lnTo>
                  <a:lnTo>
                    <a:pt x="655320" y="521208"/>
                  </a:lnTo>
                  <a:lnTo>
                    <a:pt x="662940" y="521208"/>
                  </a:lnTo>
                  <a:lnTo>
                    <a:pt x="665988" y="518160"/>
                  </a:lnTo>
                  <a:lnTo>
                    <a:pt x="665988" y="469392"/>
                  </a:lnTo>
                  <a:close/>
                </a:path>
                <a:path w="2184400" h="5782310">
                  <a:moveTo>
                    <a:pt x="665988" y="385572"/>
                  </a:moveTo>
                  <a:lnTo>
                    <a:pt x="662940" y="382524"/>
                  </a:lnTo>
                  <a:lnTo>
                    <a:pt x="655320" y="382524"/>
                  </a:lnTo>
                  <a:lnTo>
                    <a:pt x="650748" y="385572"/>
                  </a:lnTo>
                  <a:lnTo>
                    <a:pt x="650748" y="434340"/>
                  </a:lnTo>
                  <a:lnTo>
                    <a:pt x="655320" y="437388"/>
                  </a:lnTo>
                  <a:lnTo>
                    <a:pt x="662940" y="437388"/>
                  </a:lnTo>
                  <a:lnTo>
                    <a:pt x="665988" y="434340"/>
                  </a:lnTo>
                  <a:lnTo>
                    <a:pt x="665988" y="385572"/>
                  </a:lnTo>
                  <a:close/>
                </a:path>
                <a:path w="2184400" h="5782310">
                  <a:moveTo>
                    <a:pt x="665988" y="303276"/>
                  </a:moveTo>
                  <a:lnTo>
                    <a:pt x="662940" y="300228"/>
                  </a:lnTo>
                  <a:lnTo>
                    <a:pt x="655320" y="300228"/>
                  </a:lnTo>
                  <a:lnTo>
                    <a:pt x="650748" y="303276"/>
                  </a:lnTo>
                  <a:lnTo>
                    <a:pt x="650748" y="352044"/>
                  </a:lnTo>
                  <a:lnTo>
                    <a:pt x="655320" y="355092"/>
                  </a:lnTo>
                  <a:lnTo>
                    <a:pt x="662940" y="355092"/>
                  </a:lnTo>
                  <a:lnTo>
                    <a:pt x="665988" y="352044"/>
                  </a:lnTo>
                  <a:lnTo>
                    <a:pt x="665988" y="303276"/>
                  </a:lnTo>
                  <a:close/>
                </a:path>
                <a:path w="2184400" h="5782310">
                  <a:moveTo>
                    <a:pt x="665988" y="220980"/>
                  </a:moveTo>
                  <a:lnTo>
                    <a:pt x="662940" y="217932"/>
                  </a:lnTo>
                  <a:lnTo>
                    <a:pt x="655320" y="217932"/>
                  </a:lnTo>
                  <a:lnTo>
                    <a:pt x="650748" y="220980"/>
                  </a:lnTo>
                  <a:lnTo>
                    <a:pt x="650748" y="269748"/>
                  </a:lnTo>
                  <a:lnTo>
                    <a:pt x="655320" y="272796"/>
                  </a:lnTo>
                  <a:lnTo>
                    <a:pt x="662940" y="272796"/>
                  </a:lnTo>
                  <a:lnTo>
                    <a:pt x="665988" y="269748"/>
                  </a:lnTo>
                  <a:lnTo>
                    <a:pt x="665988" y="220980"/>
                  </a:lnTo>
                  <a:close/>
                </a:path>
                <a:path w="2184400" h="5782310">
                  <a:moveTo>
                    <a:pt x="665988" y="137160"/>
                  </a:moveTo>
                  <a:lnTo>
                    <a:pt x="662940" y="134112"/>
                  </a:lnTo>
                  <a:lnTo>
                    <a:pt x="655320" y="134112"/>
                  </a:lnTo>
                  <a:lnTo>
                    <a:pt x="650748" y="137160"/>
                  </a:lnTo>
                  <a:lnTo>
                    <a:pt x="650748" y="187452"/>
                  </a:lnTo>
                  <a:lnTo>
                    <a:pt x="655320" y="190500"/>
                  </a:lnTo>
                  <a:lnTo>
                    <a:pt x="662940" y="190500"/>
                  </a:lnTo>
                  <a:lnTo>
                    <a:pt x="665988" y="187452"/>
                  </a:lnTo>
                  <a:lnTo>
                    <a:pt x="665988" y="137160"/>
                  </a:lnTo>
                  <a:close/>
                </a:path>
                <a:path w="2184400" h="5782310">
                  <a:moveTo>
                    <a:pt x="882396" y="5266944"/>
                  </a:moveTo>
                  <a:lnTo>
                    <a:pt x="879348" y="5263896"/>
                  </a:lnTo>
                  <a:lnTo>
                    <a:pt x="871728" y="5263896"/>
                  </a:lnTo>
                  <a:lnTo>
                    <a:pt x="868680" y="5266944"/>
                  </a:lnTo>
                  <a:lnTo>
                    <a:pt x="868680" y="5291328"/>
                  </a:lnTo>
                  <a:lnTo>
                    <a:pt x="871728" y="5294376"/>
                  </a:lnTo>
                  <a:lnTo>
                    <a:pt x="879348" y="5294376"/>
                  </a:lnTo>
                  <a:lnTo>
                    <a:pt x="882396" y="5291328"/>
                  </a:lnTo>
                  <a:lnTo>
                    <a:pt x="882396" y="5266944"/>
                  </a:lnTo>
                  <a:close/>
                </a:path>
                <a:path w="2184400" h="5782310">
                  <a:moveTo>
                    <a:pt x="882396" y="5184648"/>
                  </a:moveTo>
                  <a:lnTo>
                    <a:pt x="879348" y="5181600"/>
                  </a:lnTo>
                  <a:lnTo>
                    <a:pt x="871728" y="5181600"/>
                  </a:lnTo>
                  <a:lnTo>
                    <a:pt x="868680" y="5184648"/>
                  </a:lnTo>
                  <a:lnTo>
                    <a:pt x="868680" y="5233416"/>
                  </a:lnTo>
                  <a:lnTo>
                    <a:pt x="871728" y="5236464"/>
                  </a:lnTo>
                  <a:lnTo>
                    <a:pt x="879348" y="5236464"/>
                  </a:lnTo>
                  <a:lnTo>
                    <a:pt x="882396" y="5233416"/>
                  </a:lnTo>
                  <a:lnTo>
                    <a:pt x="882396" y="5184648"/>
                  </a:lnTo>
                  <a:close/>
                </a:path>
                <a:path w="2184400" h="5782310">
                  <a:moveTo>
                    <a:pt x="882396" y="5102352"/>
                  </a:moveTo>
                  <a:lnTo>
                    <a:pt x="879348" y="5099304"/>
                  </a:lnTo>
                  <a:lnTo>
                    <a:pt x="871728" y="5099304"/>
                  </a:lnTo>
                  <a:lnTo>
                    <a:pt x="868680" y="5102352"/>
                  </a:lnTo>
                  <a:lnTo>
                    <a:pt x="868680" y="5151120"/>
                  </a:lnTo>
                  <a:lnTo>
                    <a:pt x="871728" y="5154168"/>
                  </a:lnTo>
                  <a:lnTo>
                    <a:pt x="879348" y="5154168"/>
                  </a:lnTo>
                  <a:lnTo>
                    <a:pt x="882396" y="5151120"/>
                  </a:lnTo>
                  <a:lnTo>
                    <a:pt x="882396" y="5102352"/>
                  </a:lnTo>
                  <a:close/>
                </a:path>
                <a:path w="2184400" h="5782310">
                  <a:moveTo>
                    <a:pt x="882396" y="5018532"/>
                  </a:moveTo>
                  <a:lnTo>
                    <a:pt x="879348" y="5015484"/>
                  </a:lnTo>
                  <a:lnTo>
                    <a:pt x="871728" y="5015484"/>
                  </a:lnTo>
                  <a:lnTo>
                    <a:pt x="868680" y="5018532"/>
                  </a:lnTo>
                  <a:lnTo>
                    <a:pt x="868680" y="5067300"/>
                  </a:lnTo>
                  <a:lnTo>
                    <a:pt x="871728" y="5070348"/>
                  </a:lnTo>
                  <a:lnTo>
                    <a:pt x="879348" y="5070348"/>
                  </a:lnTo>
                  <a:lnTo>
                    <a:pt x="882396" y="5067300"/>
                  </a:lnTo>
                  <a:lnTo>
                    <a:pt x="882396" y="5018532"/>
                  </a:lnTo>
                  <a:close/>
                </a:path>
                <a:path w="2184400" h="5782310">
                  <a:moveTo>
                    <a:pt x="882396" y="4936236"/>
                  </a:moveTo>
                  <a:lnTo>
                    <a:pt x="879348" y="4933188"/>
                  </a:lnTo>
                  <a:lnTo>
                    <a:pt x="871728" y="4933188"/>
                  </a:lnTo>
                  <a:lnTo>
                    <a:pt x="868680" y="4936236"/>
                  </a:lnTo>
                  <a:lnTo>
                    <a:pt x="868680" y="4985004"/>
                  </a:lnTo>
                  <a:lnTo>
                    <a:pt x="871728" y="4988052"/>
                  </a:lnTo>
                  <a:lnTo>
                    <a:pt x="879348" y="4988052"/>
                  </a:lnTo>
                  <a:lnTo>
                    <a:pt x="882396" y="4985004"/>
                  </a:lnTo>
                  <a:lnTo>
                    <a:pt x="882396" y="4936236"/>
                  </a:lnTo>
                  <a:close/>
                </a:path>
                <a:path w="2184400" h="5782310">
                  <a:moveTo>
                    <a:pt x="882396" y="4853940"/>
                  </a:moveTo>
                  <a:lnTo>
                    <a:pt x="879348" y="4850892"/>
                  </a:lnTo>
                  <a:lnTo>
                    <a:pt x="871728" y="4850892"/>
                  </a:lnTo>
                  <a:lnTo>
                    <a:pt x="868680" y="4853940"/>
                  </a:lnTo>
                  <a:lnTo>
                    <a:pt x="868680" y="4902708"/>
                  </a:lnTo>
                  <a:lnTo>
                    <a:pt x="871728" y="4905756"/>
                  </a:lnTo>
                  <a:lnTo>
                    <a:pt x="879348" y="4905756"/>
                  </a:lnTo>
                  <a:lnTo>
                    <a:pt x="882396" y="4902708"/>
                  </a:lnTo>
                  <a:lnTo>
                    <a:pt x="882396" y="4853940"/>
                  </a:lnTo>
                  <a:close/>
                </a:path>
                <a:path w="2184400" h="5782310">
                  <a:moveTo>
                    <a:pt x="882396" y="4770120"/>
                  </a:moveTo>
                  <a:lnTo>
                    <a:pt x="879348" y="4767072"/>
                  </a:lnTo>
                  <a:lnTo>
                    <a:pt x="871728" y="4767072"/>
                  </a:lnTo>
                  <a:lnTo>
                    <a:pt x="868680" y="4770120"/>
                  </a:lnTo>
                  <a:lnTo>
                    <a:pt x="868680" y="4820412"/>
                  </a:lnTo>
                  <a:lnTo>
                    <a:pt x="871728" y="4823460"/>
                  </a:lnTo>
                  <a:lnTo>
                    <a:pt x="879348" y="4823460"/>
                  </a:lnTo>
                  <a:lnTo>
                    <a:pt x="882396" y="4820412"/>
                  </a:lnTo>
                  <a:lnTo>
                    <a:pt x="882396" y="4770120"/>
                  </a:lnTo>
                  <a:close/>
                </a:path>
                <a:path w="2184400" h="5782310">
                  <a:moveTo>
                    <a:pt x="882396" y="4687824"/>
                  </a:moveTo>
                  <a:lnTo>
                    <a:pt x="879348" y="4684776"/>
                  </a:lnTo>
                  <a:lnTo>
                    <a:pt x="871728" y="4684776"/>
                  </a:lnTo>
                  <a:lnTo>
                    <a:pt x="868680" y="4687824"/>
                  </a:lnTo>
                  <a:lnTo>
                    <a:pt x="868680" y="4736592"/>
                  </a:lnTo>
                  <a:lnTo>
                    <a:pt x="871728" y="4739640"/>
                  </a:lnTo>
                  <a:lnTo>
                    <a:pt x="879348" y="4739640"/>
                  </a:lnTo>
                  <a:lnTo>
                    <a:pt x="882396" y="4736592"/>
                  </a:lnTo>
                  <a:lnTo>
                    <a:pt x="882396" y="4687824"/>
                  </a:lnTo>
                  <a:close/>
                </a:path>
                <a:path w="2184400" h="5782310">
                  <a:moveTo>
                    <a:pt x="882396" y="4605528"/>
                  </a:moveTo>
                  <a:lnTo>
                    <a:pt x="879348" y="4602480"/>
                  </a:lnTo>
                  <a:lnTo>
                    <a:pt x="871728" y="4602480"/>
                  </a:lnTo>
                  <a:lnTo>
                    <a:pt x="868680" y="4605528"/>
                  </a:lnTo>
                  <a:lnTo>
                    <a:pt x="868680" y="4654308"/>
                  </a:lnTo>
                  <a:lnTo>
                    <a:pt x="871728" y="4657344"/>
                  </a:lnTo>
                  <a:lnTo>
                    <a:pt x="879348" y="4657344"/>
                  </a:lnTo>
                  <a:lnTo>
                    <a:pt x="882396" y="4654308"/>
                  </a:lnTo>
                  <a:lnTo>
                    <a:pt x="882396" y="4605528"/>
                  </a:lnTo>
                  <a:close/>
                </a:path>
                <a:path w="2184400" h="5782310">
                  <a:moveTo>
                    <a:pt x="882396" y="4523232"/>
                  </a:moveTo>
                  <a:lnTo>
                    <a:pt x="879348" y="4520184"/>
                  </a:lnTo>
                  <a:lnTo>
                    <a:pt x="871728" y="4520184"/>
                  </a:lnTo>
                  <a:lnTo>
                    <a:pt x="868680" y="4523232"/>
                  </a:lnTo>
                  <a:lnTo>
                    <a:pt x="868680" y="4572000"/>
                  </a:lnTo>
                  <a:lnTo>
                    <a:pt x="871728" y="4575048"/>
                  </a:lnTo>
                  <a:lnTo>
                    <a:pt x="879348" y="4575048"/>
                  </a:lnTo>
                  <a:lnTo>
                    <a:pt x="882396" y="4572000"/>
                  </a:lnTo>
                  <a:lnTo>
                    <a:pt x="882396" y="4523232"/>
                  </a:lnTo>
                  <a:close/>
                </a:path>
                <a:path w="2184400" h="5782310">
                  <a:moveTo>
                    <a:pt x="882396" y="4439412"/>
                  </a:moveTo>
                  <a:lnTo>
                    <a:pt x="879348" y="4436364"/>
                  </a:lnTo>
                  <a:lnTo>
                    <a:pt x="871728" y="4436364"/>
                  </a:lnTo>
                  <a:lnTo>
                    <a:pt x="868680" y="4439412"/>
                  </a:lnTo>
                  <a:lnTo>
                    <a:pt x="868680" y="4488180"/>
                  </a:lnTo>
                  <a:lnTo>
                    <a:pt x="871728" y="4491228"/>
                  </a:lnTo>
                  <a:lnTo>
                    <a:pt x="879348" y="4491228"/>
                  </a:lnTo>
                  <a:lnTo>
                    <a:pt x="882396" y="4488180"/>
                  </a:lnTo>
                  <a:lnTo>
                    <a:pt x="882396" y="4439412"/>
                  </a:lnTo>
                  <a:close/>
                </a:path>
                <a:path w="2184400" h="5782310">
                  <a:moveTo>
                    <a:pt x="882396" y="4357116"/>
                  </a:moveTo>
                  <a:lnTo>
                    <a:pt x="879348" y="4354068"/>
                  </a:lnTo>
                  <a:lnTo>
                    <a:pt x="871728" y="4354068"/>
                  </a:lnTo>
                  <a:lnTo>
                    <a:pt x="868680" y="4357116"/>
                  </a:lnTo>
                  <a:lnTo>
                    <a:pt x="868680" y="4405884"/>
                  </a:lnTo>
                  <a:lnTo>
                    <a:pt x="871728" y="4408932"/>
                  </a:lnTo>
                  <a:lnTo>
                    <a:pt x="879348" y="4408932"/>
                  </a:lnTo>
                  <a:lnTo>
                    <a:pt x="882396" y="4405884"/>
                  </a:lnTo>
                  <a:lnTo>
                    <a:pt x="882396" y="4357116"/>
                  </a:lnTo>
                  <a:close/>
                </a:path>
                <a:path w="2184400" h="5782310">
                  <a:moveTo>
                    <a:pt x="882396" y="4274820"/>
                  </a:moveTo>
                  <a:lnTo>
                    <a:pt x="879348" y="4271772"/>
                  </a:lnTo>
                  <a:lnTo>
                    <a:pt x="871728" y="4271772"/>
                  </a:lnTo>
                  <a:lnTo>
                    <a:pt x="868680" y="4274820"/>
                  </a:lnTo>
                  <a:lnTo>
                    <a:pt x="868680" y="4323588"/>
                  </a:lnTo>
                  <a:lnTo>
                    <a:pt x="871728" y="4326636"/>
                  </a:lnTo>
                  <a:lnTo>
                    <a:pt x="879348" y="4326636"/>
                  </a:lnTo>
                  <a:lnTo>
                    <a:pt x="882396" y="4323588"/>
                  </a:lnTo>
                  <a:lnTo>
                    <a:pt x="882396" y="4274820"/>
                  </a:lnTo>
                  <a:close/>
                </a:path>
                <a:path w="2184400" h="5782310">
                  <a:moveTo>
                    <a:pt x="882396" y="4191000"/>
                  </a:moveTo>
                  <a:lnTo>
                    <a:pt x="879348" y="4187952"/>
                  </a:lnTo>
                  <a:lnTo>
                    <a:pt x="871728" y="4187952"/>
                  </a:lnTo>
                  <a:lnTo>
                    <a:pt x="868680" y="4191000"/>
                  </a:lnTo>
                  <a:lnTo>
                    <a:pt x="868680" y="4241292"/>
                  </a:lnTo>
                  <a:lnTo>
                    <a:pt x="871728" y="4244340"/>
                  </a:lnTo>
                  <a:lnTo>
                    <a:pt x="879348" y="4244340"/>
                  </a:lnTo>
                  <a:lnTo>
                    <a:pt x="882396" y="4241292"/>
                  </a:lnTo>
                  <a:lnTo>
                    <a:pt x="882396" y="4191000"/>
                  </a:lnTo>
                  <a:close/>
                </a:path>
                <a:path w="2184400" h="5782310">
                  <a:moveTo>
                    <a:pt x="882396" y="4108704"/>
                  </a:moveTo>
                  <a:lnTo>
                    <a:pt x="879348" y="4105656"/>
                  </a:lnTo>
                  <a:lnTo>
                    <a:pt x="871728" y="4105656"/>
                  </a:lnTo>
                  <a:lnTo>
                    <a:pt x="868680" y="4108704"/>
                  </a:lnTo>
                  <a:lnTo>
                    <a:pt x="868680" y="4157472"/>
                  </a:lnTo>
                  <a:lnTo>
                    <a:pt x="871728" y="4160520"/>
                  </a:lnTo>
                  <a:lnTo>
                    <a:pt x="879348" y="4160520"/>
                  </a:lnTo>
                  <a:lnTo>
                    <a:pt x="882396" y="4157472"/>
                  </a:lnTo>
                  <a:lnTo>
                    <a:pt x="882396" y="4108704"/>
                  </a:lnTo>
                  <a:close/>
                </a:path>
                <a:path w="2184400" h="5782310">
                  <a:moveTo>
                    <a:pt x="882396" y="4026408"/>
                  </a:moveTo>
                  <a:lnTo>
                    <a:pt x="879348" y="4023360"/>
                  </a:lnTo>
                  <a:lnTo>
                    <a:pt x="871728" y="4023360"/>
                  </a:lnTo>
                  <a:lnTo>
                    <a:pt x="868680" y="4026408"/>
                  </a:lnTo>
                  <a:lnTo>
                    <a:pt x="868680" y="4075176"/>
                  </a:lnTo>
                  <a:lnTo>
                    <a:pt x="871728" y="4078224"/>
                  </a:lnTo>
                  <a:lnTo>
                    <a:pt x="879348" y="4078224"/>
                  </a:lnTo>
                  <a:lnTo>
                    <a:pt x="882396" y="4075176"/>
                  </a:lnTo>
                  <a:lnTo>
                    <a:pt x="882396" y="4026408"/>
                  </a:lnTo>
                  <a:close/>
                </a:path>
                <a:path w="2184400" h="5782310">
                  <a:moveTo>
                    <a:pt x="882396" y="3944112"/>
                  </a:moveTo>
                  <a:lnTo>
                    <a:pt x="879348" y="3941064"/>
                  </a:lnTo>
                  <a:lnTo>
                    <a:pt x="871728" y="3941064"/>
                  </a:lnTo>
                  <a:lnTo>
                    <a:pt x="868680" y="3944112"/>
                  </a:lnTo>
                  <a:lnTo>
                    <a:pt x="868680" y="3992880"/>
                  </a:lnTo>
                  <a:lnTo>
                    <a:pt x="871728" y="3995928"/>
                  </a:lnTo>
                  <a:lnTo>
                    <a:pt x="879348" y="3995928"/>
                  </a:lnTo>
                  <a:lnTo>
                    <a:pt x="882396" y="3992880"/>
                  </a:lnTo>
                  <a:lnTo>
                    <a:pt x="882396" y="3944112"/>
                  </a:lnTo>
                  <a:close/>
                </a:path>
                <a:path w="2184400" h="5782310">
                  <a:moveTo>
                    <a:pt x="882396" y="3860292"/>
                  </a:moveTo>
                  <a:lnTo>
                    <a:pt x="879348" y="3857244"/>
                  </a:lnTo>
                  <a:lnTo>
                    <a:pt x="871728" y="3857244"/>
                  </a:lnTo>
                  <a:lnTo>
                    <a:pt x="868680" y="3860292"/>
                  </a:lnTo>
                  <a:lnTo>
                    <a:pt x="868680" y="3909060"/>
                  </a:lnTo>
                  <a:lnTo>
                    <a:pt x="871728" y="3912108"/>
                  </a:lnTo>
                  <a:lnTo>
                    <a:pt x="879348" y="3912108"/>
                  </a:lnTo>
                  <a:lnTo>
                    <a:pt x="882396" y="3909060"/>
                  </a:lnTo>
                  <a:lnTo>
                    <a:pt x="882396" y="3860292"/>
                  </a:lnTo>
                  <a:close/>
                </a:path>
                <a:path w="2184400" h="5782310">
                  <a:moveTo>
                    <a:pt x="882396" y="3777996"/>
                  </a:moveTo>
                  <a:lnTo>
                    <a:pt x="879348" y="3774948"/>
                  </a:lnTo>
                  <a:lnTo>
                    <a:pt x="871728" y="3774948"/>
                  </a:lnTo>
                  <a:lnTo>
                    <a:pt x="868680" y="3777996"/>
                  </a:lnTo>
                  <a:lnTo>
                    <a:pt x="868680" y="3826764"/>
                  </a:lnTo>
                  <a:lnTo>
                    <a:pt x="871728" y="3829812"/>
                  </a:lnTo>
                  <a:lnTo>
                    <a:pt x="879348" y="3829812"/>
                  </a:lnTo>
                  <a:lnTo>
                    <a:pt x="882396" y="3826764"/>
                  </a:lnTo>
                  <a:lnTo>
                    <a:pt x="882396" y="3777996"/>
                  </a:lnTo>
                  <a:close/>
                </a:path>
                <a:path w="2184400" h="5782310">
                  <a:moveTo>
                    <a:pt x="882396" y="3695700"/>
                  </a:moveTo>
                  <a:lnTo>
                    <a:pt x="879348" y="3692652"/>
                  </a:lnTo>
                  <a:lnTo>
                    <a:pt x="871728" y="3692652"/>
                  </a:lnTo>
                  <a:lnTo>
                    <a:pt x="868680" y="3695700"/>
                  </a:lnTo>
                  <a:lnTo>
                    <a:pt x="868680" y="3744468"/>
                  </a:lnTo>
                  <a:lnTo>
                    <a:pt x="871728" y="3747516"/>
                  </a:lnTo>
                  <a:lnTo>
                    <a:pt x="879348" y="3747516"/>
                  </a:lnTo>
                  <a:lnTo>
                    <a:pt x="882396" y="3744468"/>
                  </a:lnTo>
                  <a:lnTo>
                    <a:pt x="882396" y="3695700"/>
                  </a:lnTo>
                  <a:close/>
                </a:path>
                <a:path w="2184400" h="5782310">
                  <a:moveTo>
                    <a:pt x="882396" y="3611880"/>
                  </a:moveTo>
                  <a:lnTo>
                    <a:pt x="879348" y="3608832"/>
                  </a:lnTo>
                  <a:lnTo>
                    <a:pt x="871728" y="3608832"/>
                  </a:lnTo>
                  <a:lnTo>
                    <a:pt x="868680" y="3611880"/>
                  </a:lnTo>
                  <a:lnTo>
                    <a:pt x="868680" y="3662172"/>
                  </a:lnTo>
                  <a:lnTo>
                    <a:pt x="871728" y="3665220"/>
                  </a:lnTo>
                  <a:lnTo>
                    <a:pt x="879348" y="3665220"/>
                  </a:lnTo>
                  <a:lnTo>
                    <a:pt x="882396" y="3662172"/>
                  </a:lnTo>
                  <a:lnTo>
                    <a:pt x="882396" y="3611880"/>
                  </a:lnTo>
                  <a:close/>
                </a:path>
                <a:path w="2184400" h="5782310">
                  <a:moveTo>
                    <a:pt x="882396" y="3529584"/>
                  </a:moveTo>
                  <a:lnTo>
                    <a:pt x="879348" y="3526536"/>
                  </a:lnTo>
                  <a:lnTo>
                    <a:pt x="871728" y="3526536"/>
                  </a:lnTo>
                  <a:lnTo>
                    <a:pt x="868680" y="3529584"/>
                  </a:lnTo>
                  <a:lnTo>
                    <a:pt x="868680" y="3578352"/>
                  </a:lnTo>
                  <a:lnTo>
                    <a:pt x="871728" y="3581400"/>
                  </a:lnTo>
                  <a:lnTo>
                    <a:pt x="879348" y="3581400"/>
                  </a:lnTo>
                  <a:lnTo>
                    <a:pt x="882396" y="3578352"/>
                  </a:lnTo>
                  <a:lnTo>
                    <a:pt x="882396" y="3529584"/>
                  </a:lnTo>
                  <a:close/>
                </a:path>
                <a:path w="2184400" h="5782310">
                  <a:moveTo>
                    <a:pt x="882396" y="3447288"/>
                  </a:moveTo>
                  <a:lnTo>
                    <a:pt x="879348" y="3444240"/>
                  </a:lnTo>
                  <a:lnTo>
                    <a:pt x="871728" y="3444240"/>
                  </a:lnTo>
                  <a:lnTo>
                    <a:pt x="868680" y="3447288"/>
                  </a:lnTo>
                  <a:lnTo>
                    <a:pt x="868680" y="3496056"/>
                  </a:lnTo>
                  <a:lnTo>
                    <a:pt x="871728" y="3499104"/>
                  </a:lnTo>
                  <a:lnTo>
                    <a:pt x="879348" y="3499104"/>
                  </a:lnTo>
                  <a:lnTo>
                    <a:pt x="882396" y="3496056"/>
                  </a:lnTo>
                  <a:lnTo>
                    <a:pt x="882396" y="3447288"/>
                  </a:lnTo>
                  <a:close/>
                </a:path>
                <a:path w="2184400" h="5782310">
                  <a:moveTo>
                    <a:pt x="882396" y="3364992"/>
                  </a:moveTo>
                  <a:lnTo>
                    <a:pt x="879348" y="3361944"/>
                  </a:lnTo>
                  <a:lnTo>
                    <a:pt x="871728" y="3361944"/>
                  </a:lnTo>
                  <a:lnTo>
                    <a:pt x="868680" y="3364992"/>
                  </a:lnTo>
                  <a:lnTo>
                    <a:pt x="868680" y="3413760"/>
                  </a:lnTo>
                  <a:lnTo>
                    <a:pt x="871728" y="3416808"/>
                  </a:lnTo>
                  <a:lnTo>
                    <a:pt x="879348" y="3416808"/>
                  </a:lnTo>
                  <a:lnTo>
                    <a:pt x="882396" y="3413760"/>
                  </a:lnTo>
                  <a:lnTo>
                    <a:pt x="882396" y="3364992"/>
                  </a:lnTo>
                  <a:close/>
                </a:path>
                <a:path w="2184400" h="5782310">
                  <a:moveTo>
                    <a:pt x="882396" y="3281172"/>
                  </a:moveTo>
                  <a:lnTo>
                    <a:pt x="879348" y="3278124"/>
                  </a:lnTo>
                  <a:lnTo>
                    <a:pt x="871728" y="3278124"/>
                  </a:lnTo>
                  <a:lnTo>
                    <a:pt x="868680" y="3281172"/>
                  </a:lnTo>
                  <a:lnTo>
                    <a:pt x="868680" y="3329940"/>
                  </a:lnTo>
                  <a:lnTo>
                    <a:pt x="871728" y="3332988"/>
                  </a:lnTo>
                  <a:lnTo>
                    <a:pt x="879348" y="3332988"/>
                  </a:lnTo>
                  <a:lnTo>
                    <a:pt x="882396" y="3329940"/>
                  </a:lnTo>
                  <a:lnTo>
                    <a:pt x="882396" y="3281172"/>
                  </a:lnTo>
                  <a:close/>
                </a:path>
                <a:path w="2184400" h="5782310">
                  <a:moveTo>
                    <a:pt x="882396" y="3198876"/>
                  </a:moveTo>
                  <a:lnTo>
                    <a:pt x="879348" y="3195828"/>
                  </a:lnTo>
                  <a:lnTo>
                    <a:pt x="871728" y="3195828"/>
                  </a:lnTo>
                  <a:lnTo>
                    <a:pt x="868680" y="3198876"/>
                  </a:lnTo>
                  <a:lnTo>
                    <a:pt x="868680" y="3247644"/>
                  </a:lnTo>
                  <a:lnTo>
                    <a:pt x="871728" y="3250692"/>
                  </a:lnTo>
                  <a:lnTo>
                    <a:pt x="879348" y="3250692"/>
                  </a:lnTo>
                  <a:lnTo>
                    <a:pt x="882396" y="3247644"/>
                  </a:lnTo>
                  <a:lnTo>
                    <a:pt x="882396" y="3198876"/>
                  </a:lnTo>
                  <a:close/>
                </a:path>
                <a:path w="2184400" h="5782310">
                  <a:moveTo>
                    <a:pt x="882396" y="3116580"/>
                  </a:moveTo>
                  <a:lnTo>
                    <a:pt x="879348" y="3113532"/>
                  </a:lnTo>
                  <a:lnTo>
                    <a:pt x="871728" y="3113532"/>
                  </a:lnTo>
                  <a:lnTo>
                    <a:pt x="868680" y="3116580"/>
                  </a:lnTo>
                  <a:lnTo>
                    <a:pt x="868680" y="3165348"/>
                  </a:lnTo>
                  <a:lnTo>
                    <a:pt x="871728" y="3168396"/>
                  </a:lnTo>
                  <a:lnTo>
                    <a:pt x="879348" y="3168396"/>
                  </a:lnTo>
                  <a:lnTo>
                    <a:pt x="882396" y="3165348"/>
                  </a:lnTo>
                  <a:lnTo>
                    <a:pt x="882396" y="3116580"/>
                  </a:lnTo>
                  <a:close/>
                </a:path>
                <a:path w="2184400" h="5782310">
                  <a:moveTo>
                    <a:pt x="882396" y="3032760"/>
                  </a:moveTo>
                  <a:lnTo>
                    <a:pt x="879348" y="3029712"/>
                  </a:lnTo>
                  <a:lnTo>
                    <a:pt x="871728" y="3029712"/>
                  </a:lnTo>
                  <a:lnTo>
                    <a:pt x="868680" y="3032760"/>
                  </a:lnTo>
                  <a:lnTo>
                    <a:pt x="868680" y="3083052"/>
                  </a:lnTo>
                  <a:lnTo>
                    <a:pt x="871728" y="3086100"/>
                  </a:lnTo>
                  <a:lnTo>
                    <a:pt x="879348" y="3086100"/>
                  </a:lnTo>
                  <a:lnTo>
                    <a:pt x="882396" y="3083052"/>
                  </a:lnTo>
                  <a:lnTo>
                    <a:pt x="882396" y="3032760"/>
                  </a:lnTo>
                  <a:close/>
                </a:path>
                <a:path w="2184400" h="5782310">
                  <a:moveTo>
                    <a:pt x="882396" y="2950464"/>
                  </a:moveTo>
                  <a:lnTo>
                    <a:pt x="879348" y="2947416"/>
                  </a:lnTo>
                  <a:lnTo>
                    <a:pt x="871728" y="2947416"/>
                  </a:lnTo>
                  <a:lnTo>
                    <a:pt x="868680" y="2950464"/>
                  </a:lnTo>
                  <a:lnTo>
                    <a:pt x="868680" y="2999232"/>
                  </a:lnTo>
                  <a:lnTo>
                    <a:pt x="871728" y="3002280"/>
                  </a:lnTo>
                  <a:lnTo>
                    <a:pt x="879348" y="3002280"/>
                  </a:lnTo>
                  <a:lnTo>
                    <a:pt x="882396" y="2999232"/>
                  </a:lnTo>
                  <a:lnTo>
                    <a:pt x="882396" y="2950464"/>
                  </a:lnTo>
                  <a:close/>
                </a:path>
                <a:path w="2184400" h="5782310">
                  <a:moveTo>
                    <a:pt x="882396" y="2868168"/>
                  </a:moveTo>
                  <a:lnTo>
                    <a:pt x="879348" y="2865120"/>
                  </a:lnTo>
                  <a:lnTo>
                    <a:pt x="871728" y="2865120"/>
                  </a:lnTo>
                  <a:lnTo>
                    <a:pt x="868680" y="2868168"/>
                  </a:lnTo>
                  <a:lnTo>
                    <a:pt x="868680" y="2916936"/>
                  </a:lnTo>
                  <a:lnTo>
                    <a:pt x="871728" y="2919984"/>
                  </a:lnTo>
                  <a:lnTo>
                    <a:pt x="879348" y="2919984"/>
                  </a:lnTo>
                  <a:lnTo>
                    <a:pt x="882396" y="2916936"/>
                  </a:lnTo>
                  <a:lnTo>
                    <a:pt x="882396" y="2868168"/>
                  </a:lnTo>
                  <a:close/>
                </a:path>
                <a:path w="2184400" h="5782310">
                  <a:moveTo>
                    <a:pt x="882396" y="2785872"/>
                  </a:moveTo>
                  <a:lnTo>
                    <a:pt x="879348" y="2782824"/>
                  </a:lnTo>
                  <a:lnTo>
                    <a:pt x="871728" y="2782824"/>
                  </a:lnTo>
                  <a:lnTo>
                    <a:pt x="868680" y="2785872"/>
                  </a:lnTo>
                  <a:lnTo>
                    <a:pt x="868680" y="2834640"/>
                  </a:lnTo>
                  <a:lnTo>
                    <a:pt x="871728" y="2837688"/>
                  </a:lnTo>
                  <a:lnTo>
                    <a:pt x="879348" y="2837688"/>
                  </a:lnTo>
                  <a:lnTo>
                    <a:pt x="882396" y="2834640"/>
                  </a:lnTo>
                  <a:lnTo>
                    <a:pt x="882396" y="2785872"/>
                  </a:lnTo>
                  <a:close/>
                </a:path>
                <a:path w="2184400" h="5782310">
                  <a:moveTo>
                    <a:pt x="882396" y="2702052"/>
                  </a:moveTo>
                  <a:lnTo>
                    <a:pt x="879348" y="2699004"/>
                  </a:lnTo>
                  <a:lnTo>
                    <a:pt x="871728" y="2699004"/>
                  </a:lnTo>
                  <a:lnTo>
                    <a:pt x="868680" y="2702052"/>
                  </a:lnTo>
                  <a:lnTo>
                    <a:pt x="868680" y="2750820"/>
                  </a:lnTo>
                  <a:lnTo>
                    <a:pt x="871728" y="2753868"/>
                  </a:lnTo>
                  <a:lnTo>
                    <a:pt x="879348" y="2753868"/>
                  </a:lnTo>
                  <a:lnTo>
                    <a:pt x="882396" y="2750820"/>
                  </a:lnTo>
                  <a:lnTo>
                    <a:pt x="882396" y="2702052"/>
                  </a:lnTo>
                  <a:close/>
                </a:path>
                <a:path w="2184400" h="5782310">
                  <a:moveTo>
                    <a:pt x="882396" y="2619756"/>
                  </a:moveTo>
                  <a:lnTo>
                    <a:pt x="879348" y="2616708"/>
                  </a:lnTo>
                  <a:lnTo>
                    <a:pt x="871728" y="2616708"/>
                  </a:lnTo>
                  <a:lnTo>
                    <a:pt x="868680" y="2619756"/>
                  </a:lnTo>
                  <a:lnTo>
                    <a:pt x="868680" y="2668524"/>
                  </a:lnTo>
                  <a:lnTo>
                    <a:pt x="871728" y="2671572"/>
                  </a:lnTo>
                  <a:lnTo>
                    <a:pt x="879348" y="2671572"/>
                  </a:lnTo>
                  <a:lnTo>
                    <a:pt x="882396" y="2668524"/>
                  </a:lnTo>
                  <a:lnTo>
                    <a:pt x="882396" y="2619756"/>
                  </a:lnTo>
                  <a:close/>
                </a:path>
                <a:path w="2184400" h="5782310">
                  <a:moveTo>
                    <a:pt x="882396" y="2537460"/>
                  </a:moveTo>
                  <a:lnTo>
                    <a:pt x="879348" y="2534412"/>
                  </a:lnTo>
                  <a:lnTo>
                    <a:pt x="871728" y="2534412"/>
                  </a:lnTo>
                  <a:lnTo>
                    <a:pt x="868680" y="2537460"/>
                  </a:lnTo>
                  <a:lnTo>
                    <a:pt x="868680" y="2586228"/>
                  </a:lnTo>
                  <a:lnTo>
                    <a:pt x="871728" y="2589276"/>
                  </a:lnTo>
                  <a:lnTo>
                    <a:pt x="879348" y="2589276"/>
                  </a:lnTo>
                  <a:lnTo>
                    <a:pt x="882396" y="2586228"/>
                  </a:lnTo>
                  <a:lnTo>
                    <a:pt x="882396" y="2537460"/>
                  </a:lnTo>
                  <a:close/>
                </a:path>
                <a:path w="2184400" h="5782310">
                  <a:moveTo>
                    <a:pt x="882396" y="2453640"/>
                  </a:moveTo>
                  <a:lnTo>
                    <a:pt x="879348" y="2450592"/>
                  </a:lnTo>
                  <a:lnTo>
                    <a:pt x="871728" y="2450592"/>
                  </a:lnTo>
                  <a:lnTo>
                    <a:pt x="868680" y="2453640"/>
                  </a:lnTo>
                  <a:lnTo>
                    <a:pt x="868680" y="2503932"/>
                  </a:lnTo>
                  <a:lnTo>
                    <a:pt x="871728" y="2506980"/>
                  </a:lnTo>
                  <a:lnTo>
                    <a:pt x="879348" y="2506980"/>
                  </a:lnTo>
                  <a:lnTo>
                    <a:pt x="882396" y="2503932"/>
                  </a:lnTo>
                  <a:lnTo>
                    <a:pt x="882396" y="2453640"/>
                  </a:lnTo>
                  <a:close/>
                </a:path>
                <a:path w="2184400" h="5782310">
                  <a:moveTo>
                    <a:pt x="882396" y="2371344"/>
                  </a:moveTo>
                  <a:lnTo>
                    <a:pt x="879348" y="2368296"/>
                  </a:lnTo>
                  <a:lnTo>
                    <a:pt x="871728" y="2368296"/>
                  </a:lnTo>
                  <a:lnTo>
                    <a:pt x="868680" y="2371344"/>
                  </a:lnTo>
                  <a:lnTo>
                    <a:pt x="868680" y="2420112"/>
                  </a:lnTo>
                  <a:lnTo>
                    <a:pt x="871728" y="2423160"/>
                  </a:lnTo>
                  <a:lnTo>
                    <a:pt x="879348" y="2423160"/>
                  </a:lnTo>
                  <a:lnTo>
                    <a:pt x="882396" y="2420112"/>
                  </a:lnTo>
                  <a:lnTo>
                    <a:pt x="882396" y="2371344"/>
                  </a:lnTo>
                  <a:close/>
                </a:path>
                <a:path w="2184400" h="5782310">
                  <a:moveTo>
                    <a:pt x="882396" y="2289048"/>
                  </a:moveTo>
                  <a:lnTo>
                    <a:pt x="879348" y="2286000"/>
                  </a:lnTo>
                  <a:lnTo>
                    <a:pt x="871728" y="2286000"/>
                  </a:lnTo>
                  <a:lnTo>
                    <a:pt x="868680" y="2289048"/>
                  </a:lnTo>
                  <a:lnTo>
                    <a:pt x="868680" y="2337816"/>
                  </a:lnTo>
                  <a:lnTo>
                    <a:pt x="871728" y="2340864"/>
                  </a:lnTo>
                  <a:lnTo>
                    <a:pt x="879348" y="2340864"/>
                  </a:lnTo>
                  <a:lnTo>
                    <a:pt x="882396" y="2337816"/>
                  </a:lnTo>
                  <a:lnTo>
                    <a:pt x="882396" y="2289048"/>
                  </a:lnTo>
                  <a:close/>
                </a:path>
                <a:path w="2184400" h="5782310">
                  <a:moveTo>
                    <a:pt x="882396" y="2206752"/>
                  </a:moveTo>
                  <a:lnTo>
                    <a:pt x="879348" y="2203704"/>
                  </a:lnTo>
                  <a:lnTo>
                    <a:pt x="871728" y="2203704"/>
                  </a:lnTo>
                  <a:lnTo>
                    <a:pt x="868680" y="2206752"/>
                  </a:lnTo>
                  <a:lnTo>
                    <a:pt x="868680" y="2255520"/>
                  </a:lnTo>
                  <a:lnTo>
                    <a:pt x="871728" y="2258568"/>
                  </a:lnTo>
                  <a:lnTo>
                    <a:pt x="879348" y="2258568"/>
                  </a:lnTo>
                  <a:lnTo>
                    <a:pt x="882396" y="2255520"/>
                  </a:lnTo>
                  <a:lnTo>
                    <a:pt x="882396" y="2206752"/>
                  </a:lnTo>
                  <a:close/>
                </a:path>
                <a:path w="2184400" h="5782310">
                  <a:moveTo>
                    <a:pt x="882396" y="2122932"/>
                  </a:moveTo>
                  <a:lnTo>
                    <a:pt x="879348" y="2119884"/>
                  </a:lnTo>
                  <a:lnTo>
                    <a:pt x="871728" y="2119884"/>
                  </a:lnTo>
                  <a:lnTo>
                    <a:pt x="868680" y="2122932"/>
                  </a:lnTo>
                  <a:lnTo>
                    <a:pt x="868680" y="2171700"/>
                  </a:lnTo>
                  <a:lnTo>
                    <a:pt x="871728" y="2174748"/>
                  </a:lnTo>
                  <a:lnTo>
                    <a:pt x="879348" y="2174748"/>
                  </a:lnTo>
                  <a:lnTo>
                    <a:pt x="882396" y="2171700"/>
                  </a:lnTo>
                  <a:lnTo>
                    <a:pt x="882396" y="2122932"/>
                  </a:lnTo>
                  <a:close/>
                </a:path>
                <a:path w="2184400" h="5782310">
                  <a:moveTo>
                    <a:pt x="882396" y="2040636"/>
                  </a:moveTo>
                  <a:lnTo>
                    <a:pt x="879348" y="2037588"/>
                  </a:lnTo>
                  <a:lnTo>
                    <a:pt x="871728" y="2037588"/>
                  </a:lnTo>
                  <a:lnTo>
                    <a:pt x="868680" y="2040636"/>
                  </a:lnTo>
                  <a:lnTo>
                    <a:pt x="868680" y="2089404"/>
                  </a:lnTo>
                  <a:lnTo>
                    <a:pt x="871728" y="2092452"/>
                  </a:lnTo>
                  <a:lnTo>
                    <a:pt x="879348" y="2092452"/>
                  </a:lnTo>
                  <a:lnTo>
                    <a:pt x="882396" y="2089404"/>
                  </a:lnTo>
                  <a:lnTo>
                    <a:pt x="882396" y="2040636"/>
                  </a:lnTo>
                  <a:close/>
                </a:path>
                <a:path w="2184400" h="5782310">
                  <a:moveTo>
                    <a:pt x="882396" y="1958340"/>
                  </a:moveTo>
                  <a:lnTo>
                    <a:pt x="879348" y="1955292"/>
                  </a:lnTo>
                  <a:lnTo>
                    <a:pt x="871728" y="1955292"/>
                  </a:lnTo>
                  <a:lnTo>
                    <a:pt x="868680" y="1958340"/>
                  </a:lnTo>
                  <a:lnTo>
                    <a:pt x="868680" y="2007108"/>
                  </a:lnTo>
                  <a:lnTo>
                    <a:pt x="871728" y="2010156"/>
                  </a:lnTo>
                  <a:lnTo>
                    <a:pt x="879348" y="2010156"/>
                  </a:lnTo>
                  <a:lnTo>
                    <a:pt x="882396" y="2007108"/>
                  </a:lnTo>
                  <a:lnTo>
                    <a:pt x="882396" y="1958340"/>
                  </a:lnTo>
                  <a:close/>
                </a:path>
                <a:path w="2184400" h="5782310">
                  <a:moveTo>
                    <a:pt x="882396" y="1874520"/>
                  </a:moveTo>
                  <a:lnTo>
                    <a:pt x="879348" y="1871472"/>
                  </a:lnTo>
                  <a:lnTo>
                    <a:pt x="871728" y="1871472"/>
                  </a:lnTo>
                  <a:lnTo>
                    <a:pt x="868680" y="1874520"/>
                  </a:lnTo>
                  <a:lnTo>
                    <a:pt x="868680" y="1924812"/>
                  </a:lnTo>
                  <a:lnTo>
                    <a:pt x="871728" y="1927860"/>
                  </a:lnTo>
                  <a:lnTo>
                    <a:pt x="879348" y="1927860"/>
                  </a:lnTo>
                  <a:lnTo>
                    <a:pt x="882396" y="1924812"/>
                  </a:lnTo>
                  <a:lnTo>
                    <a:pt x="882396" y="1874520"/>
                  </a:lnTo>
                  <a:close/>
                </a:path>
                <a:path w="2184400" h="5782310">
                  <a:moveTo>
                    <a:pt x="882396" y="1792224"/>
                  </a:moveTo>
                  <a:lnTo>
                    <a:pt x="879348" y="1789176"/>
                  </a:lnTo>
                  <a:lnTo>
                    <a:pt x="871728" y="1789176"/>
                  </a:lnTo>
                  <a:lnTo>
                    <a:pt x="868680" y="1792224"/>
                  </a:lnTo>
                  <a:lnTo>
                    <a:pt x="868680" y="1840992"/>
                  </a:lnTo>
                  <a:lnTo>
                    <a:pt x="871728" y="1844040"/>
                  </a:lnTo>
                  <a:lnTo>
                    <a:pt x="879348" y="1844040"/>
                  </a:lnTo>
                  <a:lnTo>
                    <a:pt x="882396" y="1840992"/>
                  </a:lnTo>
                  <a:lnTo>
                    <a:pt x="882396" y="1792224"/>
                  </a:lnTo>
                  <a:close/>
                </a:path>
                <a:path w="2184400" h="5782310">
                  <a:moveTo>
                    <a:pt x="882396" y="1709928"/>
                  </a:moveTo>
                  <a:lnTo>
                    <a:pt x="879348" y="1706880"/>
                  </a:lnTo>
                  <a:lnTo>
                    <a:pt x="871728" y="1706880"/>
                  </a:lnTo>
                  <a:lnTo>
                    <a:pt x="868680" y="1709928"/>
                  </a:lnTo>
                  <a:lnTo>
                    <a:pt x="868680" y="1758696"/>
                  </a:lnTo>
                  <a:lnTo>
                    <a:pt x="871728" y="1761744"/>
                  </a:lnTo>
                  <a:lnTo>
                    <a:pt x="879348" y="1761744"/>
                  </a:lnTo>
                  <a:lnTo>
                    <a:pt x="882396" y="1758696"/>
                  </a:lnTo>
                  <a:lnTo>
                    <a:pt x="882396" y="1709928"/>
                  </a:lnTo>
                  <a:close/>
                </a:path>
                <a:path w="2184400" h="5782310">
                  <a:moveTo>
                    <a:pt x="882396" y="1627632"/>
                  </a:moveTo>
                  <a:lnTo>
                    <a:pt x="879348" y="1624584"/>
                  </a:lnTo>
                  <a:lnTo>
                    <a:pt x="871728" y="1624584"/>
                  </a:lnTo>
                  <a:lnTo>
                    <a:pt x="868680" y="1627632"/>
                  </a:lnTo>
                  <a:lnTo>
                    <a:pt x="868680" y="1676400"/>
                  </a:lnTo>
                  <a:lnTo>
                    <a:pt x="871728" y="1679448"/>
                  </a:lnTo>
                  <a:lnTo>
                    <a:pt x="879348" y="1679448"/>
                  </a:lnTo>
                  <a:lnTo>
                    <a:pt x="882396" y="1676400"/>
                  </a:lnTo>
                  <a:lnTo>
                    <a:pt x="882396" y="1627632"/>
                  </a:lnTo>
                  <a:close/>
                </a:path>
                <a:path w="2184400" h="5782310">
                  <a:moveTo>
                    <a:pt x="882396" y="1543812"/>
                  </a:moveTo>
                  <a:lnTo>
                    <a:pt x="879348" y="1540764"/>
                  </a:lnTo>
                  <a:lnTo>
                    <a:pt x="871728" y="1540764"/>
                  </a:lnTo>
                  <a:lnTo>
                    <a:pt x="868680" y="1543812"/>
                  </a:lnTo>
                  <a:lnTo>
                    <a:pt x="868680" y="1592580"/>
                  </a:lnTo>
                  <a:lnTo>
                    <a:pt x="871728" y="1595628"/>
                  </a:lnTo>
                  <a:lnTo>
                    <a:pt x="879348" y="1595628"/>
                  </a:lnTo>
                  <a:lnTo>
                    <a:pt x="882396" y="1592580"/>
                  </a:lnTo>
                  <a:lnTo>
                    <a:pt x="882396" y="1543812"/>
                  </a:lnTo>
                  <a:close/>
                </a:path>
                <a:path w="2184400" h="5782310">
                  <a:moveTo>
                    <a:pt x="882396" y="1461516"/>
                  </a:moveTo>
                  <a:lnTo>
                    <a:pt x="879348" y="1458468"/>
                  </a:lnTo>
                  <a:lnTo>
                    <a:pt x="871728" y="1458468"/>
                  </a:lnTo>
                  <a:lnTo>
                    <a:pt x="868680" y="1461516"/>
                  </a:lnTo>
                  <a:lnTo>
                    <a:pt x="868680" y="1510284"/>
                  </a:lnTo>
                  <a:lnTo>
                    <a:pt x="871728" y="1513332"/>
                  </a:lnTo>
                  <a:lnTo>
                    <a:pt x="879348" y="1513332"/>
                  </a:lnTo>
                  <a:lnTo>
                    <a:pt x="882396" y="1510284"/>
                  </a:lnTo>
                  <a:lnTo>
                    <a:pt x="882396" y="1461516"/>
                  </a:lnTo>
                  <a:close/>
                </a:path>
                <a:path w="2184400" h="5782310">
                  <a:moveTo>
                    <a:pt x="882396" y="1379220"/>
                  </a:moveTo>
                  <a:lnTo>
                    <a:pt x="879348" y="1376172"/>
                  </a:lnTo>
                  <a:lnTo>
                    <a:pt x="871728" y="1376172"/>
                  </a:lnTo>
                  <a:lnTo>
                    <a:pt x="868680" y="1379220"/>
                  </a:lnTo>
                  <a:lnTo>
                    <a:pt x="868680" y="1427988"/>
                  </a:lnTo>
                  <a:lnTo>
                    <a:pt x="871728" y="1431036"/>
                  </a:lnTo>
                  <a:lnTo>
                    <a:pt x="879348" y="1431036"/>
                  </a:lnTo>
                  <a:lnTo>
                    <a:pt x="882396" y="1427988"/>
                  </a:lnTo>
                  <a:lnTo>
                    <a:pt x="882396" y="1379220"/>
                  </a:lnTo>
                  <a:close/>
                </a:path>
                <a:path w="2184400" h="5782310">
                  <a:moveTo>
                    <a:pt x="882396" y="1295400"/>
                  </a:moveTo>
                  <a:lnTo>
                    <a:pt x="879348" y="1292352"/>
                  </a:lnTo>
                  <a:lnTo>
                    <a:pt x="871728" y="1292352"/>
                  </a:lnTo>
                  <a:lnTo>
                    <a:pt x="868680" y="1295400"/>
                  </a:lnTo>
                  <a:lnTo>
                    <a:pt x="868680" y="1345692"/>
                  </a:lnTo>
                  <a:lnTo>
                    <a:pt x="871728" y="1348740"/>
                  </a:lnTo>
                  <a:lnTo>
                    <a:pt x="879348" y="1348740"/>
                  </a:lnTo>
                  <a:lnTo>
                    <a:pt x="882396" y="1345692"/>
                  </a:lnTo>
                  <a:lnTo>
                    <a:pt x="882396" y="1295400"/>
                  </a:lnTo>
                  <a:close/>
                </a:path>
                <a:path w="2184400" h="5782310">
                  <a:moveTo>
                    <a:pt x="882396" y="1213104"/>
                  </a:moveTo>
                  <a:lnTo>
                    <a:pt x="879348" y="1210056"/>
                  </a:lnTo>
                  <a:lnTo>
                    <a:pt x="871728" y="1210056"/>
                  </a:lnTo>
                  <a:lnTo>
                    <a:pt x="868680" y="1213104"/>
                  </a:lnTo>
                  <a:lnTo>
                    <a:pt x="868680" y="1261872"/>
                  </a:lnTo>
                  <a:lnTo>
                    <a:pt x="871728" y="1264920"/>
                  </a:lnTo>
                  <a:lnTo>
                    <a:pt x="879348" y="1264920"/>
                  </a:lnTo>
                  <a:lnTo>
                    <a:pt x="882396" y="1261872"/>
                  </a:lnTo>
                  <a:lnTo>
                    <a:pt x="882396" y="1213104"/>
                  </a:lnTo>
                  <a:close/>
                </a:path>
                <a:path w="2184400" h="5782310">
                  <a:moveTo>
                    <a:pt x="882396" y="1130808"/>
                  </a:moveTo>
                  <a:lnTo>
                    <a:pt x="879348" y="1127760"/>
                  </a:lnTo>
                  <a:lnTo>
                    <a:pt x="871728" y="1127760"/>
                  </a:lnTo>
                  <a:lnTo>
                    <a:pt x="868680" y="1130808"/>
                  </a:lnTo>
                  <a:lnTo>
                    <a:pt x="868680" y="1179576"/>
                  </a:lnTo>
                  <a:lnTo>
                    <a:pt x="871728" y="1182624"/>
                  </a:lnTo>
                  <a:lnTo>
                    <a:pt x="879348" y="1182624"/>
                  </a:lnTo>
                  <a:lnTo>
                    <a:pt x="882396" y="1179576"/>
                  </a:lnTo>
                  <a:lnTo>
                    <a:pt x="882396" y="1130808"/>
                  </a:lnTo>
                  <a:close/>
                </a:path>
                <a:path w="2184400" h="5782310">
                  <a:moveTo>
                    <a:pt x="882396" y="1048512"/>
                  </a:moveTo>
                  <a:lnTo>
                    <a:pt x="879348" y="1045464"/>
                  </a:lnTo>
                  <a:lnTo>
                    <a:pt x="871728" y="1045464"/>
                  </a:lnTo>
                  <a:lnTo>
                    <a:pt x="868680" y="1048512"/>
                  </a:lnTo>
                  <a:lnTo>
                    <a:pt x="868680" y="1097280"/>
                  </a:lnTo>
                  <a:lnTo>
                    <a:pt x="871728" y="1100328"/>
                  </a:lnTo>
                  <a:lnTo>
                    <a:pt x="879348" y="1100328"/>
                  </a:lnTo>
                  <a:lnTo>
                    <a:pt x="882396" y="1097280"/>
                  </a:lnTo>
                  <a:lnTo>
                    <a:pt x="882396" y="1048512"/>
                  </a:lnTo>
                  <a:close/>
                </a:path>
                <a:path w="2184400" h="5782310">
                  <a:moveTo>
                    <a:pt x="882396" y="964692"/>
                  </a:moveTo>
                  <a:lnTo>
                    <a:pt x="879348" y="961644"/>
                  </a:lnTo>
                  <a:lnTo>
                    <a:pt x="871728" y="961644"/>
                  </a:lnTo>
                  <a:lnTo>
                    <a:pt x="868680" y="964692"/>
                  </a:lnTo>
                  <a:lnTo>
                    <a:pt x="868680" y="1013460"/>
                  </a:lnTo>
                  <a:lnTo>
                    <a:pt x="871728" y="1016508"/>
                  </a:lnTo>
                  <a:lnTo>
                    <a:pt x="879348" y="1016508"/>
                  </a:lnTo>
                  <a:lnTo>
                    <a:pt x="882396" y="1013460"/>
                  </a:lnTo>
                  <a:lnTo>
                    <a:pt x="882396" y="964692"/>
                  </a:lnTo>
                  <a:close/>
                </a:path>
                <a:path w="2184400" h="5782310">
                  <a:moveTo>
                    <a:pt x="882396" y="882396"/>
                  </a:moveTo>
                  <a:lnTo>
                    <a:pt x="879348" y="879348"/>
                  </a:lnTo>
                  <a:lnTo>
                    <a:pt x="871728" y="879348"/>
                  </a:lnTo>
                  <a:lnTo>
                    <a:pt x="868680" y="882396"/>
                  </a:lnTo>
                  <a:lnTo>
                    <a:pt x="868680" y="931164"/>
                  </a:lnTo>
                  <a:lnTo>
                    <a:pt x="871728" y="934212"/>
                  </a:lnTo>
                  <a:lnTo>
                    <a:pt x="879348" y="934212"/>
                  </a:lnTo>
                  <a:lnTo>
                    <a:pt x="882396" y="931164"/>
                  </a:lnTo>
                  <a:lnTo>
                    <a:pt x="882396" y="882396"/>
                  </a:lnTo>
                  <a:close/>
                </a:path>
                <a:path w="2184400" h="5782310">
                  <a:moveTo>
                    <a:pt x="882396" y="800100"/>
                  </a:moveTo>
                  <a:lnTo>
                    <a:pt x="879348" y="797052"/>
                  </a:lnTo>
                  <a:lnTo>
                    <a:pt x="871728" y="797052"/>
                  </a:lnTo>
                  <a:lnTo>
                    <a:pt x="868680" y="800100"/>
                  </a:lnTo>
                  <a:lnTo>
                    <a:pt x="868680" y="848868"/>
                  </a:lnTo>
                  <a:lnTo>
                    <a:pt x="871728" y="851916"/>
                  </a:lnTo>
                  <a:lnTo>
                    <a:pt x="879348" y="851916"/>
                  </a:lnTo>
                  <a:lnTo>
                    <a:pt x="882396" y="848868"/>
                  </a:lnTo>
                  <a:lnTo>
                    <a:pt x="882396" y="800100"/>
                  </a:lnTo>
                  <a:close/>
                </a:path>
                <a:path w="2184400" h="5782310">
                  <a:moveTo>
                    <a:pt x="882396" y="716280"/>
                  </a:moveTo>
                  <a:lnTo>
                    <a:pt x="879348" y="713232"/>
                  </a:lnTo>
                  <a:lnTo>
                    <a:pt x="871728" y="713232"/>
                  </a:lnTo>
                  <a:lnTo>
                    <a:pt x="868680" y="716280"/>
                  </a:lnTo>
                  <a:lnTo>
                    <a:pt x="868680" y="766572"/>
                  </a:lnTo>
                  <a:lnTo>
                    <a:pt x="871728" y="769620"/>
                  </a:lnTo>
                  <a:lnTo>
                    <a:pt x="879348" y="769620"/>
                  </a:lnTo>
                  <a:lnTo>
                    <a:pt x="882396" y="766572"/>
                  </a:lnTo>
                  <a:lnTo>
                    <a:pt x="882396" y="716280"/>
                  </a:lnTo>
                  <a:close/>
                </a:path>
                <a:path w="2184400" h="5782310">
                  <a:moveTo>
                    <a:pt x="882396" y="633984"/>
                  </a:moveTo>
                  <a:lnTo>
                    <a:pt x="879348" y="630936"/>
                  </a:lnTo>
                  <a:lnTo>
                    <a:pt x="871728" y="630936"/>
                  </a:lnTo>
                  <a:lnTo>
                    <a:pt x="868680" y="633984"/>
                  </a:lnTo>
                  <a:lnTo>
                    <a:pt x="868680" y="682752"/>
                  </a:lnTo>
                  <a:lnTo>
                    <a:pt x="871728" y="685800"/>
                  </a:lnTo>
                  <a:lnTo>
                    <a:pt x="879348" y="685800"/>
                  </a:lnTo>
                  <a:lnTo>
                    <a:pt x="882396" y="682752"/>
                  </a:lnTo>
                  <a:lnTo>
                    <a:pt x="882396" y="633984"/>
                  </a:lnTo>
                  <a:close/>
                </a:path>
                <a:path w="2184400" h="5782310">
                  <a:moveTo>
                    <a:pt x="882396" y="551688"/>
                  </a:moveTo>
                  <a:lnTo>
                    <a:pt x="879348" y="548640"/>
                  </a:lnTo>
                  <a:lnTo>
                    <a:pt x="871728" y="548640"/>
                  </a:lnTo>
                  <a:lnTo>
                    <a:pt x="868680" y="551688"/>
                  </a:lnTo>
                  <a:lnTo>
                    <a:pt x="868680" y="600456"/>
                  </a:lnTo>
                  <a:lnTo>
                    <a:pt x="871728" y="603504"/>
                  </a:lnTo>
                  <a:lnTo>
                    <a:pt x="879348" y="603504"/>
                  </a:lnTo>
                  <a:lnTo>
                    <a:pt x="882396" y="600456"/>
                  </a:lnTo>
                  <a:lnTo>
                    <a:pt x="882396" y="551688"/>
                  </a:lnTo>
                  <a:close/>
                </a:path>
                <a:path w="2184400" h="5782310">
                  <a:moveTo>
                    <a:pt x="882396" y="469392"/>
                  </a:moveTo>
                  <a:lnTo>
                    <a:pt x="879348" y="466344"/>
                  </a:lnTo>
                  <a:lnTo>
                    <a:pt x="871728" y="466344"/>
                  </a:lnTo>
                  <a:lnTo>
                    <a:pt x="868680" y="469392"/>
                  </a:lnTo>
                  <a:lnTo>
                    <a:pt x="868680" y="518160"/>
                  </a:lnTo>
                  <a:lnTo>
                    <a:pt x="871728" y="521208"/>
                  </a:lnTo>
                  <a:lnTo>
                    <a:pt x="879348" y="521208"/>
                  </a:lnTo>
                  <a:lnTo>
                    <a:pt x="882396" y="518160"/>
                  </a:lnTo>
                  <a:lnTo>
                    <a:pt x="882396" y="469392"/>
                  </a:lnTo>
                  <a:close/>
                </a:path>
                <a:path w="2184400" h="5782310">
                  <a:moveTo>
                    <a:pt x="882396" y="385572"/>
                  </a:moveTo>
                  <a:lnTo>
                    <a:pt x="879348" y="382524"/>
                  </a:lnTo>
                  <a:lnTo>
                    <a:pt x="871728" y="382524"/>
                  </a:lnTo>
                  <a:lnTo>
                    <a:pt x="868680" y="385572"/>
                  </a:lnTo>
                  <a:lnTo>
                    <a:pt x="868680" y="434340"/>
                  </a:lnTo>
                  <a:lnTo>
                    <a:pt x="871728" y="437388"/>
                  </a:lnTo>
                  <a:lnTo>
                    <a:pt x="879348" y="437388"/>
                  </a:lnTo>
                  <a:lnTo>
                    <a:pt x="882396" y="434340"/>
                  </a:lnTo>
                  <a:lnTo>
                    <a:pt x="882396" y="385572"/>
                  </a:lnTo>
                  <a:close/>
                </a:path>
                <a:path w="2184400" h="5782310">
                  <a:moveTo>
                    <a:pt x="882396" y="303276"/>
                  </a:moveTo>
                  <a:lnTo>
                    <a:pt x="879348" y="300228"/>
                  </a:lnTo>
                  <a:lnTo>
                    <a:pt x="871728" y="300228"/>
                  </a:lnTo>
                  <a:lnTo>
                    <a:pt x="868680" y="303276"/>
                  </a:lnTo>
                  <a:lnTo>
                    <a:pt x="868680" y="352044"/>
                  </a:lnTo>
                  <a:lnTo>
                    <a:pt x="871728" y="355092"/>
                  </a:lnTo>
                  <a:lnTo>
                    <a:pt x="879348" y="355092"/>
                  </a:lnTo>
                  <a:lnTo>
                    <a:pt x="882396" y="352044"/>
                  </a:lnTo>
                  <a:lnTo>
                    <a:pt x="882396" y="303276"/>
                  </a:lnTo>
                  <a:close/>
                </a:path>
                <a:path w="2184400" h="5782310">
                  <a:moveTo>
                    <a:pt x="882396" y="220980"/>
                  </a:moveTo>
                  <a:lnTo>
                    <a:pt x="879348" y="217932"/>
                  </a:lnTo>
                  <a:lnTo>
                    <a:pt x="871728" y="217932"/>
                  </a:lnTo>
                  <a:lnTo>
                    <a:pt x="868680" y="220980"/>
                  </a:lnTo>
                  <a:lnTo>
                    <a:pt x="868680" y="269748"/>
                  </a:lnTo>
                  <a:lnTo>
                    <a:pt x="871728" y="272796"/>
                  </a:lnTo>
                  <a:lnTo>
                    <a:pt x="879348" y="272796"/>
                  </a:lnTo>
                  <a:lnTo>
                    <a:pt x="882396" y="269748"/>
                  </a:lnTo>
                  <a:lnTo>
                    <a:pt x="882396" y="220980"/>
                  </a:lnTo>
                  <a:close/>
                </a:path>
                <a:path w="2184400" h="5782310">
                  <a:moveTo>
                    <a:pt x="882396" y="137160"/>
                  </a:moveTo>
                  <a:lnTo>
                    <a:pt x="879348" y="134112"/>
                  </a:lnTo>
                  <a:lnTo>
                    <a:pt x="871728" y="134112"/>
                  </a:lnTo>
                  <a:lnTo>
                    <a:pt x="868680" y="137160"/>
                  </a:lnTo>
                  <a:lnTo>
                    <a:pt x="868680" y="187452"/>
                  </a:lnTo>
                  <a:lnTo>
                    <a:pt x="871728" y="190500"/>
                  </a:lnTo>
                  <a:lnTo>
                    <a:pt x="879348" y="190500"/>
                  </a:lnTo>
                  <a:lnTo>
                    <a:pt x="882396" y="187452"/>
                  </a:lnTo>
                  <a:lnTo>
                    <a:pt x="882396" y="137160"/>
                  </a:lnTo>
                  <a:close/>
                </a:path>
                <a:path w="2184400" h="5782310">
                  <a:moveTo>
                    <a:pt x="1098804" y="5215128"/>
                  </a:moveTo>
                  <a:lnTo>
                    <a:pt x="1095756" y="5212080"/>
                  </a:lnTo>
                  <a:lnTo>
                    <a:pt x="1088136" y="5212080"/>
                  </a:lnTo>
                  <a:lnTo>
                    <a:pt x="1085088" y="5215128"/>
                  </a:lnTo>
                  <a:lnTo>
                    <a:pt x="1085088" y="5263896"/>
                  </a:lnTo>
                  <a:lnTo>
                    <a:pt x="1088136" y="5266944"/>
                  </a:lnTo>
                  <a:lnTo>
                    <a:pt x="1095756" y="5266944"/>
                  </a:lnTo>
                  <a:lnTo>
                    <a:pt x="1098804" y="5263896"/>
                  </a:lnTo>
                  <a:lnTo>
                    <a:pt x="1098804" y="5215128"/>
                  </a:lnTo>
                  <a:close/>
                </a:path>
                <a:path w="2184400" h="5782310">
                  <a:moveTo>
                    <a:pt x="1098804" y="5131308"/>
                  </a:moveTo>
                  <a:lnTo>
                    <a:pt x="1095756" y="5128260"/>
                  </a:lnTo>
                  <a:lnTo>
                    <a:pt x="1088136" y="5128260"/>
                  </a:lnTo>
                  <a:lnTo>
                    <a:pt x="1085088" y="5131308"/>
                  </a:lnTo>
                  <a:lnTo>
                    <a:pt x="1085088" y="5180076"/>
                  </a:lnTo>
                  <a:lnTo>
                    <a:pt x="1088136" y="5183124"/>
                  </a:lnTo>
                  <a:lnTo>
                    <a:pt x="1095756" y="5183124"/>
                  </a:lnTo>
                  <a:lnTo>
                    <a:pt x="1098804" y="5180076"/>
                  </a:lnTo>
                  <a:lnTo>
                    <a:pt x="1098804" y="5131308"/>
                  </a:lnTo>
                  <a:close/>
                </a:path>
                <a:path w="2184400" h="5782310">
                  <a:moveTo>
                    <a:pt x="1098804" y="5049012"/>
                  </a:moveTo>
                  <a:lnTo>
                    <a:pt x="1095756" y="5045964"/>
                  </a:lnTo>
                  <a:lnTo>
                    <a:pt x="1088136" y="5045964"/>
                  </a:lnTo>
                  <a:lnTo>
                    <a:pt x="1085088" y="5049012"/>
                  </a:lnTo>
                  <a:lnTo>
                    <a:pt x="1085088" y="5097780"/>
                  </a:lnTo>
                  <a:lnTo>
                    <a:pt x="1088136" y="5100828"/>
                  </a:lnTo>
                  <a:lnTo>
                    <a:pt x="1095756" y="5100828"/>
                  </a:lnTo>
                  <a:lnTo>
                    <a:pt x="1098804" y="5097780"/>
                  </a:lnTo>
                  <a:lnTo>
                    <a:pt x="1098804" y="5049012"/>
                  </a:lnTo>
                  <a:close/>
                </a:path>
                <a:path w="2184400" h="5782310">
                  <a:moveTo>
                    <a:pt x="1098804" y="4966716"/>
                  </a:moveTo>
                  <a:lnTo>
                    <a:pt x="1095756" y="4963668"/>
                  </a:lnTo>
                  <a:lnTo>
                    <a:pt x="1088136" y="4963668"/>
                  </a:lnTo>
                  <a:lnTo>
                    <a:pt x="1085088" y="4966716"/>
                  </a:lnTo>
                  <a:lnTo>
                    <a:pt x="1085088" y="5015484"/>
                  </a:lnTo>
                  <a:lnTo>
                    <a:pt x="1088136" y="5018532"/>
                  </a:lnTo>
                  <a:lnTo>
                    <a:pt x="1095756" y="5018532"/>
                  </a:lnTo>
                  <a:lnTo>
                    <a:pt x="1098804" y="5015484"/>
                  </a:lnTo>
                  <a:lnTo>
                    <a:pt x="1098804" y="4966716"/>
                  </a:lnTo>
                  <a:close/>
                </a:path>
                <a:path w="2184400" h="5782310">
                  <a:moveTo>
                    <a:pt x="1098804" y="4882896"/>
                  </a:moveTo>
                  <a:lnTo>
                    <a:pt x="1095756" y="4879848"/>
                  </a:lnTo>
                  <a:lnTo>
                    <a:pt x="1088136" y="4879848"/>
                  </a:lnTo>
                  <a:lnTo>
                    <a:pt x="1085088" y="4882896"/>
                  </a:lnTo>
                  <a:lnTo>
                    <a:pt x="1085088" y="4933188"/>
                  </a:lnTo>
                  <a:lnTo>
                    <a:pt x="1088136" y="4936236"/>
                  </a:lnTo>
                  <a:lnTo>
                    <a:pt x="1095756" y="4936236"/>
                  </a:lnTo>
                  <a:lnTo>
                    <a:pt x="1098804" y="4933188"/>
                  </a:lnTo>
                  <a:lnTo>
                    <a:pt x="1098804" y="4882896"/>
                  </a:lnTo>
                  <a:close/>
                </a:path>
                <a:path w="2184400" h="5782310">
                  <a:moveTo>
                    <a:pt x="1098804" y="4800600"/>
                  </a:moveTo>
                  <a:lnTo>
                    <a:pt x="1095756" y="4797552"/>
                  </a:lnTo>
                  <a:lnTo>
                    <a:pt x="1088136" y="4797552"/>
                  </a:lnTo>
                  <a:lnTo>
                    <a:pt x="1085088" y="4800600"/>
                  </a:lnTo>
                  <a:lnTo>
                    <a:pt x="1085088" y="4849368"/>
                  </a:lnTo>
                  <a:lnTo>
                    <a:pt x="1088136" y="4852416"/>
                  </a:lnTo>
                  <a:lnTo>
                    <a:pt x="1095756" y="4852416"/>
                  </a:lnTo>
                  <a:lnTo>
                    <a:pt x="1098804" y="4849368"/>
                  </a:lnTo>
                  <a:lnTo>
                    <a:pt x="1098804" y="4800600"/>
                  </a:lnTo>
                  <a:close/>
                </a:path>
                <a:path w="2184400" h="5782310">
                  <a:moveTo>
                    <a:pt x="1098804" y="4718304"/>
                  </a:moveTo>
                  <a:lnTo>
                    <a:pt x="1095756" y="4715256"/>
                  </a:lnTo>
                  <a:lnTo>
                    <a:pt x="1088136" y="4715256"/>
                  </a:lnTo>
                  <a:lnTo>
                    <a:pt x="1085088" y="4718304"/>
                  </a:lnTo>
                  <a:lnTo>
                    <a:pt x="1085088" y="4767072"/>
                  </a:lnTo>
                  <a:lnTo>
                    <a:pt x="1088136" y="4770120"/>
                  </a:lnTo>
                  <a:lnTo>
                    <a:pt x="1095756" y="4770120"/>
                  </a:lnTo>
                  <a:lnTo>
                    <a:pt x="1098804" y="4767072"/>
                  </a:lnTo>
                  <a:lnTo>
                    <a:pt x="1098804" y="4718304"/>
                  </a:lnTo>
                  <a:close/>
                </a:path>
                <a:path w="2184400" h="5782310">
                  <a:moveTo>
                    <a:pt x="1098804" y="4636020"/>
                  </a:moveTo>
                  <a:lnTo>
                    <a:pt x="1095756" y="4632960"/>
                  </a:lnTo>
                  <a:lnTo>
                    <a:pt x="1088136" y="4632960"/>
                  </a:lnTo>
                  <a:lnTo>
                    <a:pt x="1085088" y="4636020"/>
                  </a:lnTo>
                  <a:lnTo>
                    <a:pt x="1085088" y="4684776"/>
                  </a:lnTo>
                  <a:lnTo>
                    <a:pt x="1088136" y="4687824"/>
                  </a:lnTo>
                  <a:lnTo>
                    <a:pt x="1095756" y="4687824"/>
                  </a:lnTo>
                  <a:lnTo>
                    <a:pt x="1098804" y="4684776"/>
                  </a:lnTo>
                  <a:lnTo>
                    <a:pt x="1098804" y="4636020"/>
                  </a:lnTo>
                  <a:close/>
                </a:path>
                <a:path w="2184400" h="5782310">
                  <a:moveTo>
                    <a:pt x="1098804" y="4552188"/>
                  </a:moveTo>
                  <a:lnTo>
                    <a:pt x="1095756" y="4549140"/>
                  </a:lnTo>
                  <a:lnTo>
                    <a:pt x="1088136" y="4549140"/>
                  </a:lnTo>
                  <a:lnTo>
                    <a:pt x="1085088" y="4552188"/>
                  </a:lnTo>
                  <a:lnTo>
                    <a:pt x="1085088" y="4600956"/>
                  </a:lnTo>
                  <a:lnTo>
                    <a:pt x="1088136" y="4604004"/>
                  </a:lnTo>
                  <a:lnTo>
                    <a:pt x="1095756" y="4604004"/>
                  </a:lnTo>
                  <a:lnTo>
                    <a:pt x="1098804" y="4600956"/>
                  </a:lnTo>
                  <a:lnTo>
                    <a:pt x="1098804" y="4552188"/>
                  </a:lnTo>
                  <a:close/>
                </a:path>
                <a:path w="2184400" h="5782310">
                  <a:moveTo>
                    <a:pt x="1098804" y="4469892"/>
                  </a:moveTo>
                  <a:lnTo>
                    <a:pt x="1095756" y="4466844"/>
                  </a:lnTo>
                  <a:lnTo>
                    <a:pt x="1088136" y="4466844"/>
                  </a:lnTo>
                  <a:lnTo>
                    <a:pt x="1085088" y="4469892"/>
                  </a:lnTo>
                  <a:lnTo>
                    <a:pt x="1085088" y="4518660"/>
                  </a:lnTo>
                  <a:lnTo>
                    <a:pt x="1088136" y="4521708"/>
                  </a:lnTo>
                  <a:lnTo>
                    <a:pt x="1095756" y="4521708"/>
                  </a:lnTo>
                  <a:lnTo>
                    <a:pt x="1098804" y="4518660"/>
                  </a:lnTo>
                  <a:lnTo>
                    <a:pt x="1098804" y="4469892"/>
                  </a:lnTo>
                  <a:close/>
                </a:path>
                <a:path w="2184400" h="5782310">
                  <a:moveTo>
                    <a:pt x="1098804" y="4387596"/>
                  </a:moveTo>
                  <a:lnTo>
                    <a:pt x="1095756" y="4384548"/>
                  </a:lnTo>
                  <a:lnTo>
                    <a:pt x="1088136" y="4384548"/>
                  </a:lnTo>
                  <a:lnTo>
                    <a:pt x="1085088" y="4387596"/>
                  </a:lnTo>
                  <a:lnTo>
                    <a:pt x="1085088" y="4436364"/>
                  </a:lnTo>
                  <a:lnTo>
                    <a:pt x="1088136" y="4439412"/>
                  </a:lnTo>
                  <a:lnTo>
                    <a:pt x="1095756" y="4439412"/>
                  </a:lnTo>
                  <a:lnTo>
                    <a:pt x="1098804" y="4436364"/>
                  </a:lnTo>
                  <a:lnTo>
                    <a:pt x="1098804" y="4387596"/>
                  </a:lnTo>
                  <a:close/>
                </a:path>
                <a:path w="2184400" h="5782310">
                  <a:moveTo>
                    <a:pt x="1098804" y="4303776"/>
                  </a:moveTo>
                  <a:lnTo>
                    <a:pt x="1095756" y="4300728"/>
                  </a:lnTo>
                  <a:lnTo>
                    <a:pt x="1088136" y="4300728"/>
                  </a:lnTo>
                  <a:lnTo>
                    <a:pt x="1085088" y="4303776"/>
                  </a:lnTo>
                  <a:lnTo>
                    <a:pt x="1085088" y="4354068"/>
                  </a:lnTo>
                  <a:lnTo>
                    <a:pt x="1088136" y="4357116"/>
                  </a:lnTo>
                  <a:lnTo>
                    <a:pt x="1095756" y="4357116"/>
                  </a:lnTo>
                  <a:lnTo>
                    <a:pt x="1098804" y="4354068"/>
                  </a:lnTo>
                  <a:lnTo>
                    <a:pt x="1098804" y="4303776"/>
                  </a:lnTo>
                  <a:close/>
                </a:path>
                <a:path w="2184400" h="5782310">
                  <a:moveTo>
                    <a:pt x="1098804" y="4221480"/>
                  </a:moveTo>
                  <a:lnTo>
                    <a:pt x="1095756" y="4218432"/>
                  </a:lnTo>
                  <a:lnTo>
                    <a:pt x="1088136" y="4218432"/>
                  </a:lnTo>
                  <a:lnTo>
                    <a:pt x="1085088" y="4221480"/>
                  </a:lnTo>
                  <a:lnTo>
                    <a:pt x="1085088" y="4270248"/>
                  </a:lnTo>
                  <a:lnTo>
                    <a:pt x="1088136" y="4273296"/>
                  </a:lnTo>
                  <a:lnTo>
                    <a:pt x="1095756" y="4273296"/>
                  </a:lnTo>
                  <a:lnTo>
                    <a:pt x="1098804" y="4270248"/>
                  </a:lnTo>
                  <a:lnTo>
                    <a:pt x="1098804" y="4221480"/>
                  </a:lnTo>
                  <a:close/>
                </a:path>
                <a:path w="2184400" h="5782310">
                  <a:moveTo>
                    <a:pt x="1098804" y="4139184"/>
                  </a:moveTo>
                  <a:lnTo>
                    <a:pt x="1095756" y="4136136"/>
                  </a:lnTo>
                  <a:lnTo>
                    <a:pt x="1088136" y="4136136"/>
                  </a:lnTo>
                  <a:lnTo>
                    <a:pt x="1085088" y="4139184"/>
                  </a:lnTo>
                  <a:lnTo>
                    <a:pt x="1085088" y="4187952"/>
                  </a:lnTo>
                  <a:lnTo>
                    <a:pt x="1088136" y="4191000"/>
                  </a:lnTo>
                  <a:lnTo>
                    <a:pt x="1095756" y="4191000"/>
                  </a:lnTo>
                  <a:lnTo>
                    <a:pt x="1098804" y="4187952"/>
                  </a:lnTo>
                  <a:lnTo>
                    <a:pt x="1098804" y="4139184"/>
                  </a:lnTo>
                  <a:close/>
                </a:path>
                <a:path w="2184400" h="5782310">
                  <a:moveTo>
                    <a:pt x="1098804" y="4056888"/>
                  </a:moveTo>
                  <a:lnTo>
                    <a:pt x="1095756" y="4053840"/>
                  </a:lnTo>
                  <a:lnTo>
                    <a:pt x="1088136" y="4053840"/>
                  </a:lnTo>
                  <a:lnTo>
                    <a:pt x="1085088" y="4056888"/>
                  </a:lnTo>
                  <a:lnTo>
                    <a:pt x="1085088" y="4105656"/>
                  </a:lnTo>
                  <a:lnTo>
                    <a:pt x="1088136" y="4108704"/>
                  </a:lnTo>
                  <a:lnTo>
                    <a:pt x="1095756" y="4108704"/>
                  </a:lnTo>
                  <a:lnTo>
                    <a:pt x="1098804" y="4105656"/>
                  </a:lnTo>
                  <a:lnTo>
                    <a:pt x="1098804" y="4056888"/>
                  </a:lnTo>
                  <a:close/>
                </a:path>
                <a:path w="2184400" h="5782310">
                  <a:moveTo>
                    <a:pt x="1098804" y="3973068"/>
                  </a:moveTo>
                  <a:lnTo>
                    <a:pt x="1095756" y="3970020"/>
                  </a:lnTo>
                  <a:lnTo>
                    <a:pt x="1088136" y="3970020"/>
                  </a:lnTo>
                  <a:lnTo>
                    <a:pt x="1085088" y="3973068"/>
                  </a:lnTo>
                  <a:lnTo>
                    <a:pt x="1085088" y="4021836"/>
                  </a:lnTo>
                  <a:lnTo>
                    <a:pt x="1088136" y="4024884"/>
                  </a:lnTo>
                  <a:lnTo>
                    <a:pt x="1095756" y="4024884"/>
                  </a:lnTo>
                  <a:lnTo>
                    <a:pt x="1098804" y="4021836"/>
                  </a:lnTo>
                  <a:lnTo>
                    <a:pt x="1098804" y="3973068"/>
                  </a:lnTo>
                  <a:close/>
                </a:path>
                <a:path w="2184400" h="5782310">
                  <a:moveTo>
                    <a:pt x="1098804" y="3890772"/>
                  </a:moveTo>
                  <a:lnTo>
                    <a:pt x="1095756" y="3887724"/>
                  </a:lnTo>
                  <a:lnTo>
                    <a:pt x="1088136" y="3887724"/>
                  </a:lnTo>
                  <a:lnTo>
                    <a:pt x="1085088" y="3890772"/>
                  </a:lnTo>
                  <a:lnTo>
                    <a:pt x="1085088" y="3939540"/>
                  </a:lnTo>
                  <a:lnTo>
                    <a:pt x="1088136" y="3942588"/>
                  </a:lnTo>
                  <a:lnTo>
                    <a:pt x="1095756" y="3942588"/>
                  </a:lnTo>
                  <a:lnTo>
                    <a:pt x="1098804" y="3939540"/>
                  </a:lnTo>
                  <a:lnTo>
                    <a:pt x="1098804" y="3890772"/>
                  </a:lnTo>
                  <a:close/>
                </a:path>
                <a:path w="2184400" h="5782310">
                  <a:moveTo>
                    <a:pt x="1098804" y="3808476"/>
                  </a:moveTo>
                  <a:lnTo>
                    <a:pt x="1095756" y="3805428"/>
                  </a:lnTo>
                  <a:lnTo>
                    <a:pt x="1088136" y="3805428"/>
                  </a:lnTo>
                  <a:lnTo>
                    <a:pt x="1085088" y="3808476"/>
                  </a:lnTo>
                  <a:lnTo>
                    <a:pt x="1085088" y="3857244"/>
                  </a:lnTo>
                  <a:lnTo>
                    <a:pt x="1088136" y="3860292"/>
                  </a:lnTo>
                  <a:lnTo>
                    <a:pt x="1095756" y="3860292"/>
                  </a:lnTo>
                  <a:lnTo>
                    <a:pt x="1098804" y="3857244"/>
                  </a:lnTo>
                  <a:lnTo>
                    <a:pt x="1098804" y="3808476"/>
                  </a:lnTo>
                  <a:close/>
                </a:path>
                <a:path w="2184400" h="5782310">
                  <a:moveTo>
                    <a:pt x="1098804" y="3724656"/>
                  </a:moveTo>
                  <a:lnTo>
                    <a:pt x="1095756" y="3721608"/>
                  </a:lnTo>
                  <a:lnTo>
                    <a:pt x="1088136" y="3721608"/>
                  </a:lnTo>
                  <a:lnTo>
                    <a:pt x="1085088" y="3724656"/>
                  </a:lnTo>
                  <a:lnTo>
                    <a:pt x="1085088" y="3774948"/>
                  </a:lnTo>
                  <a:lnTo>
                    <a:pt x="1088136" y="3777996"/>
                  </a:lnTo>
                  <a:lnTo>
                    <a:pt x="1095756" y="3777996"/>
                  </a:lnTo>
                  <a:lnTo>
                    <a:pt x="1098804" y="3774948"/>
                  </a:lnTo>
                  <a:lnTo>
                    <a:pt x="1098804" y="3724656"/>
                  </a:lnTo>
                  <a:close/>
                </a:path>
                <a:path w="2184400" h="5782310">
                  <a:moveTo>
                    <a:pt x="1098804" y="3642360"/>
                  </a:moveTo>
                  <a:lnTo>
                    <a:pt x="1095756" y="3639312"/>
                  </a:lnTo>
                  <a:lnTo>
                    <a:pt x="1088136" y="3639312"/>
                  </a:lnTo>
                  <a:lnTo>
                    <a:pt x="1085088" y="3642360"/>
                  </a:lnTo>
                  <a:lnTo>
                    <a:pt x="1085088" y="3691128"/>
                  </a:lnTo>
                  <a:lnTo>
                    <a:pt x="1088136" y="3694176"/>
                  </a:lnTo>
                  <a:lnTo>
                    <a:pt x="1095756" y="3694176"/>
                  </a:lnTo>
                  <a:lnTo>
                    <a:pt x="1098804" y="3691128"/>
                  </a:lnTo>
                  <a:lnTo>
                    <a:pt x="1098804" y="3642360"/>
                  </a:lnTo>
                  <a:close/>
                </a:path>
                <a:path w="2184400" h="5782310">
                  <a:moveTo>
                    <a:pt x="1098804" y="3560064"/>
                  </a:moveTo>
                  <a:lnTo>
                    <a:pt x="1095756" y="3557016"/>
                  </a:lnTo>
                  <a:lnTo>
                    <a:pt x="1088136" y="3557016"/>
                  </a:lnTo>
                  <a:lnTo>
                    <a:pt x="1085088" y="3560064"/>
                  </a:lnTo>
                  <a:lnTo>
                    <a:pt x="1085088" y="3608832"/>
                  </a:lnTo>
                  <a:lnTo>
                    <a:pt x="1088136" y="3611880"/>
                  </a:lnTo>
                  <a:lnTo>
                    <a:pt x="1095756" y="3611880"/>
                  </a:lnTo>
                  <a:lnTo>
                    <a:pt x="1098804" y="3608832"/>
                  </a:lnTo>
                  <a:lnTo>
                    <a:pt x="1098804" y="3560064"/>
                  </a:lnTo>
                  <a:close/>
                </a:path>
                <a:path w="2184400" h="5782310">
                  <a:moveTo>
                    <a:pt x="1098804" y="3477768"/>
                  </a:moveTo>
                  <a:lnTo>
                    <a:pt x="1095756" y="3474720"/>
                  </a:lnTo>
                  <a:lnTo>
                    <a:pt x="1088136" y="3474720"/>
                  </a:lnTo>
                  <a:lnTo>
                    <a:pt x="1085088" y="3477768"/>
                  </a:lnTo>
                  <a:lnTo>
                    <a:pt x="1085088" y="3526536"/>
                  </a:lnTo>
                  <a:lnTo>
                    <a:pt x="1088136" y="3529584"/>
                  </a:lnTo>
                  <a:lnTo>
                    <a:pt x="1095756" y="3529584"/>
                  </a:lnTo>
                  <a:lnTo>
                    <a:pt x="1098804" y="3526536"/>
                  </a:lnTo>
                  <a:lnTo>
                    <a:pt x="1098804" y="3477768"/>
                  </a:lnTo>
                  <a:close/>
                </a:path>
                <a:path w="2184400" h="5782310">
                  <a:moveTo>
                    <a:pt x="1098804" y="3393948"/>
                  </a:moveTo>
                  <a:lnTo>
                    <a:pt x="1095756" y="3390900"/>
                  </a:lnTo>
                  <a:lnTo>
                    <a:pt x="1088136" y="3390900"/>
                  </a:lnTo>
                  <a:lnTo>
                    <a:pt x="1085088" y="3393948"/>
                  </a:lnTo>
                  <a:lnTo>
                    <a:pt x="1085088" y="3442716"/>
                  </a:lnTo>
                  <a:lnTo>
                    <a:pt x="1088136" y="3445764"/>
                  </a:lnTo>
                  <a:lnTo>
                    <a:pt x="1095756" y="3445764"/>
                  </a:lnTo>
                  <a:lnTo>
                    <a:pt x="1098804" y="3442716"/>
                  </a:lnTo>
                  <a:lnTo>
                    <a:pt x="1098804" y="3393948"/>
                  </a:lnTo>
                  <a:close/>
                </a:path>
                <a:path w="2184400" h="5782310">
                  <a:moveTo>
                    <a:pt x="1098804" y="3311652"/>
                  </a:moveTo>
                  <a:lnTo>
                    <a:pt x="1095756" y="3308604"/>
                  </a:lnTo>
                  <a:lnTo>
                    <a:pt x="1088136" y="3308604"/>
                  </a:lnTo>
                  <a:lnTo>
                    <a:pt x="1085088" y="3311652"/>
                  </a:lnTo>
                  <a:lnTo>
                    <a:pt x="1085088" y="3360420"/>
                  </a:lnTo>
                  <a:lnTo>
                    <a:pt x="1088136" y="3363468"/>
                  </a:lnTo>
                  <a:lnTo>
                    <a:pt x="1095756" y="3363468"/>
                  </a:lnTo>
                  <a:lnTo>
                    <a:pt x="1098804" y="3360420"/>
                  </a:lnTo>
                  <a:lnTo>
                    <a:pt x="1098804" y="3311652"/>
                  </a:lnTo>
                  <a:close/>
                </a:path>
                <a:path w="2184400" h="5782310">
                  <a:moveTo>
                    <a:pt x="1098804" y="3229356"/>
                  </a:moveTo>
                  <a:lnTo>
                    <a:pt x="1095756" y="3226308"/>
                  </a:lnTo>
                  <a:lnTo>
                    <a:pt x="1088136" y="3226308"/>
                  </a:lnTo>
                  <a:lnTo>
                    <a:pt x="1085088" y="3229356"/>
                  </a:lnTo>
                  <a:lnTo>
                    <a:pt x="1085088" y="3278124"/>
                  </a:lnTo>
                  <a:lnTo>
                    <a:pt x="1088136" y="3281172"/>
                  </a:lnTo>
                  <a:lnTo>
                    <a:pt x="1095756" y="3281172"/>
                  </a:lnTo>
                  <a:lnTo>
                    <a:pt x="1098804" y="3278124"/>
                  </a:lnTo>
                  <a:lnTo>
                    <a:pt x="1098804" y="3229356"/>
                  </a:lnTo>
                  <a:close/>
                </a:path>
                <a:path w="2184400" h="5782310">
                  <a:moveTo>
                    <a:pt x="1098804" y="3145536"/>
                  </a:moveTo>
                  <a:lnTo>
                    <a:pt x="1095756" y="3142488"/>
                  </a:lnTo>
                  <a:lnTo>
                    <a:pt x="1088136" y="3142488"/>
                  </a:lnTo>
                  <a:lnTo>
                    <a:pt x="1085088" y="3145536"/>
                  </a:lnTo>
                  <a:lnTo>
                    <a:pt x="1085088" y="3195828"/>
                  </a:lnTo>
                  <a:lnTo>
                    <a:pt x="1088136" y="3198876"/>
                  </a:lnTo>
                  <a:lnTo>
                    <a:pt x="1095756" y="3198876"/>
                  </a:lnTo>
                  <a:lnTo>
                    <a:pt x="1098804" y="3195828"/>
                  </a:lnTo>
                  <a:lnTo>
                    <a:pt x="1098804" y="3145536"/>
                  </a:lnTo>
                  <a:close/>
                </a:path>
                <a:path w="2184400" h="5782310">
                  <a:moveTo>
                    <a:pt x="1098804" y="3063240"/>
                  </a:moveTo>
                  <a:lnTo>
                    <a:pt x="1095756" y="3060192"/>
                  </a:lnTo>
                  <a:lnTo>
                    <a:pt x="1088136" y="3060192"/>
                  </a:lnTo>
                  <a:lnTo>
                    <a:pt x="1085088" y="3063240"/>
                  </a:lnTo>
                  <a:lnTo>
                    <a:pt x="1085088" y="3112008"/>
                  </a:lnTo>
                  <a:lnTo>
                    <a:pt x="1088136" y="3115056"/>
                  </a:lnTo>
                  <a:lnTo>
                    <a:pt x="1095756" y="3115056"/>
                  </a:lnTo>
                  <a:lnTo>
                    <a:pt x="1098804" y="3112008"/>
                  </a:lnTo>
                  <a:lnTo>
                    <a:pt x="1098804" y="3063240"/>
                  </a:lnTo>
                  <a:close/>
                </a:path>
                <a:path w="2184400" h="5782310">
                  <a:moveTo>
                    <a:pt x="1098804" y="2980944"/>
                  </a:moveTo>
                  <a:lnTo>
                    <a:pt x="1095756" y="2977896"/>
                  </a:lnTo>
                  <a:lnTo>
                    <a:pt x="1088136" y="2977896"/>
                  </a:lnTo>
                  <a:lnTo>
                    <a:pt x="1085088" y="2980944"/>
                  </a:lnTo>
                  <a:lnTo>
                    <a:pt x="1085088" y="3029712"/>
                  </a:lnTo>
                  <a:lnTo>
                    <a:pt x="1088136" y="3032760"/>
                  </a:lnTo>
                  <a:lnTo>
                    <a:pt x="1095756" y="3032760"/>
                  </a:lnTo>
                  <a:lnTo>
                    <a:pt x="1098804" y="3029712"/>
                  </a:lnTo>
                  <a:lnTo>
                    <a:pt x="1098804" y="2980944"/>
                  </a:lnTo>
                  <a:close/>
                </a:path>
                <a:path w="2184400" h="5782310">
                  <a:moveTo>
                    <a:pt x="1098804" y="2898648"/>
                  </a:moveTo>
                  <a:lnTo>
                    <a:pt x="1095756" y="2895600"/>
                  </a:lnTo>
                  <a:lnTo>
                    <a:pt x="1088136" y="2895600"/>
                  </a:lnTo>
                  <a:lnTo>
                    <a:pt x="1085088" y="2898648"/>
                  </a:lnTo>
                  <a:lnTo>
                    <a:pt x="1085088" y="2947416"/>
                  </a:lnTo>
                  <a:lnTo>
                    <a:pt x="1088136" y="2950464"/>
                  </a:lnTo>
                  <a:lnTo>
                    <a:pt x="1095756" y="2950464"/>
                  </a:lnTo>
                  <a:lnTo>
                    <a:pt x="1098804" y="2947416"/>
                  </a:lnTo>
                  <a:lnTo>
                    <a:pt x="1098804" y="2898648"/>
                  </a:lnTo>
                  <a:close/>
                </a:path>
                <a:path w="2184400" h="5782310">
                  <a:moveTo>
                    <a:pt x="1098804" y="2814828"/>
                  </a:moveTo>
                  <a:lnTo>
                    <a:pt x="1095756" y="2811780"/>
                  </a:lnTo>
                  <a:lnTo>
                    <a:pt x="1088136" y="2811780"/>
                  </a:lnTo>
                  <a:lnTo>
                    <a:pt x="1085088" y="2814828"/>
                  </a:lnTo>
                  <a:lnTo>
                    <a:pt x="1085088" y="2863596"/>
                  </a:lnTo>
                  <a:lnTo>
                    <a:pt x="1088136" y="2866644"/>
                  </a:lnTo>
                  <a:lnTo>
                    <a:pt x="1095756" y="2866644"/>
                  </a:lnTo>
                  <a:lnTo>
                    <a:pt x="1098804" y="2863596"/>
                  </a:lnTo>
                  <a:lnTo>
                    <a:pt x="1098804" y="2814828"/>
                  </a:lnTo>
                  <a:close/>
                </a:path>
                <a:path w="2184400" h="5782310">
                  <a:moveTo>
                    <a:pt x="1098804" y="2732532"/>
                  </a:moveTo>
                  <a:lnTo>
                    <a:pt x="1095756" y="2729484"/>
                  </a:lnTo>
                  <a:lnTo>
                    <a:pt x="1088136" y="2729484"/>
                  </a:lnTo>
                  <a:lnTo>
                    <a:pt x="1085088" y="2732532"/>
                  </a:lnTo>
                  <a:lnTo>
                    <a:pt x="1085088" y="2781300"/>
                  </a:lnTo>
                  <a:lnTo>
                    <a:pt x="1088136" y="2784348"/>
                  </a:lnTo>
                  <a:lnTo>
                    <a:pt x="1095756" y="2784348"/>
                  </a:lnTo>
                  <a:lnTo>
                    <a:pt x="1098804" y="2781300"/>
                  </a:lnTo>
                  <a:lnTo>
                    <a:pt x="1098804" y="2732532"/>
                  </a:lnTo>
                  <a:close/>
                </a:path>
                <a:path w="2184400" h="5782310">
                  <a:moveTo>
                    <a:pt x="1098804" y="2650236"/>
                  </a:moveTo>
                  <a:lnTo>
                    <a:pt x="1095756" y="2647188"/>
                  </a:lnTo>
                  <a:lnTo>
                    <a:pt x="1088136" y="2647188"/>
                  </a:lnTo>
                  <a:lnTo>
                    <a:pt x="1085088" y="2650236"/>
                  </a:lnTo>
                  <a:lnTo>
                    <a:pt x="1085088" y="2699004"/>
                  </a:lnTo>
                  <a:lnTo>
                    <a:pt x="1088136" y="2702052"/>
                  </a:lnTo>
                  <a:lnTo>
                    <a:pt x="1095756" y="2702052"/>
                  </a:lnTo>
                  <a:lnTo>
                    <a:pt x="1098804" y="2699004"/>
                  </a:lnTo>
                  <a:lnTo>
                    <a:pt x="1098804" y="2650236"/>
                  </a:lnTo>
                  <a:close/>
                </a:path>
                <a:path w="2184400" h="5782310">
                  <a:moveTo>
                    <a:pt x="1098804" y="2566416"/>
                  </a:moveTo>
                  <a:lnTo>
                    <a:pt x="1095756" y="2563368"/>
                  </a:lnTo>
                  <a:lnTo>
                    <a:pt x="1088136" y="2563368"/>
                  </a:lnTo>
                  <a:lnTo>
                    <a:pt x="1085088" y="2566416"/>
                  </a:lnTo>
                  <a:lnTo>
                    <a:pt x="1085088" y="2616708"/>
                  </a:lnTo>
                  <a:lnTo>
                    <a:pt x="1088136" y="2619756"/>
                  </a:lnTo>
                  <a:lnTo>
                    <a:pt x="1095756" y="2619756"/>
                  </a:lnTo>
                  <a:lnTo>
                    <a:pt x="1098804" y="2616708"/>
                  </a:lnTo>
                  <a:lnTo>
                    <a:pt x="1098804" y="2566416"/>
                  </a:lnTo>
                  <a:close/>
                </a:path>
                <a:path w="2184400" h="5782310">
                  <a:moveTo>
                    <a:pt x="1098804" y="2484120"/>
                  </a:moveTo>
                  <a:lnTo>
                    <a:pt x="1095756" y="2481072"/>
                  </a:lnTo>
                  <a:lnTo>
                    <a:pt x="1088136" y="2481072"/>
                  </a:lnTo>
                  <a:lnTo>
                    <a:pt x="1085088" y="2484120"/>
                  </a:lnTo>
                  <a:lnTo>
                    <a:pt x="1085088" y="2532888"/>
                  </a:lnTo>
                  <a:lnTo>
                    <a:pt x="1088136" y="2535936"/>
                  </a:lnTo>
                  <a:lnTo>
                    <a:pt x="1095756" y="2535936"/>
                  </a:lnTo>
                  <a:lnTo>
                    <a:pt x="1098804" y="2532888"/>
                  </a:lnTo>
                  <a:lnTo>
                    <a:pt x="1098804" y="2484120"/>
                  </a:lnTo>
                  <a:close/>
                </a:path>
                <a:path w="2184400" h="5782310">
                  <a:moveTo>
                    <a:pt x="1098804" y="2401824"/>
                  </a:moveTo>
                  <a:lnTo>
                    <a:pt x="1095756" y="2398776"/>
                  </a:lnTo>
                  <a:lnTo>
                    <a:pt x="1088136" y="2398776"/>
                  </a:lnTo>
                  <a:lnTo>
                    <a:pt x="1085088" y="2401824"/>
                  </a:lnTo>
                  <a:lnTo>
                    <a:pt x="1085088" y="2450592"/>
                  </a:lnTo>
                  <a:lnTo>
                    <a:pt x="1088136" y="2453640"/>
                  </a:lnTo>
                  <a:lnTo>
                    <a:pt x="1095756" y="2453640"/>
                  </a:lnTo>
                  <a:lnTo>
                    <a:pt x="1098804" y="2450592"/>
                  </a:lnTo>
                  <a:lnTo>
                    <a:pt x="1098804" y="2401824"/>
                  </a:lnTo>
                  <a:close/>
                </a:path>
                <a:path w="2184400" h="5782310">
                  <a:moveTo>
                    <a:pt x="1098804" y="2319528"/>
                  </a:moveTo>
                  <a:lnTo>
                    <a:pt x="1095756" y="2316480"/>
                  </a:lnTo>
                  <a:lnTo>
                    <a:pt x="1088136" y="2316480"/>
                  </a:lnTo>
                  <a:lnTo>
                    <a:pt x="1085088" y="2319528"/>
                  </a:lnTo>
                  <a:lnTo>
                    <a:pt x="1085088" y="2368296"/>
                  </a:lnTo>
                  <a:lnTo>
                    <a:pt x="1088136" y="2371344"/>
                  </a:lnTo>
                  <a:lnTo>
                    <a:pt x="1095756" y="2371344"/>
                  </a:lnTo>
                  <a:lnTo>
                    <a:pt x="1098804" y="2368296"/>
                  </a:lnTo>
                  <a:lnTo>
                    <a:pt x="1098804" y="2319528"/>
                  </a:lnTo>
                  <a:close/>
                </a:path>
                <a:path w="2184400" h="5782310">
                  <a:moveTo>
                    <a:pt x="1098804" y="2235708"/>
                  </a:moveTo>
                  <a:lnTo>
                    <a:pt x="1095756" y="2232660"/>
                  </a:lnTo>
                  <a:lnTo>
                    <a:pt x="1088136" y="2232660"/>
                  </a:lnTo>
                  <a:lnTo>
                    <a:pt x="1085088" y="2235708"/>
                  </a:lnTo>
                  <a:lnTo>
                    <a:pt x="1085088" y="2284476"/>
                  </a:lnTo>
                  <a:lnTo>
                    <a:pt x="1088136" y="2287524"/>
                  </a:lnTo>
                  <a:lnTo>
                    <a:pt x="1095756" y="2287524"/>
                  </a:lnTo>
                  <a:lnTo>
                    <a:pt x="1098804" y="2284476"/>
                  </a:lnTo>
                  <a:lnTo>
                    <a:pt x="1098804" y="2235708"/>
                  </a:lnTo>
                  <a:close/>
                </a:path>
                <a:path w="2184400" h="5782310">
                  <a:moveTo>
                    <a:pt x="1098804" y="2153412"/>
                  </a:moveTo>
                  <a:lnTo>
                    <a:pt x="1095756" y="2150364"/>
                  </a:lnTo>
                  <a:lnTo>
                    <a:pt x="1088136" y="2150364"/>
                  </a:lnTo>
                  <a:lnTo>
                    <a:pt x="1085088" y="2153412"/>
                  </a:lnTo>
                  <a:lnTo>
                    <a:pt x="1085088" y="2202180"/>
                  </a:lnTo>
                  <a:lnTo>
                    <a:pt x="1088136" y="2205228"/>
                  </a:lnTo>
                  <a:lnTo>
                    <a:pt x="1095756" y="2205228"/>
                  </a:lnTo>
                  <a:lnTo>
                    <a:pt x="1098804" y="2202180"/>
                  </a:lnTo>
                  <a:lnTo>
                    <a:pt x="1098804" y="2153412"/>
                  </a:lnTo>
                  <a:close/>
                </a:path>
                <a:path w="2184400" h="5782310">
                  <a:moveTo>
                    <a:pt x="1098804" y="2071116"/>
                  </a:moveTo>
                  <a:lnTo>
                    <a:pt x="1095756" y="2068068"/>
                  </a:lnTo>
                  <a:lnTo>
                    <a:pt x="1088136" y="2068068"/>
                  </a:lnTo>
                  <a:lnTo>
                    <a:pt x="1085088" y="2071116"/>
                  </a:lnTo>
                  <a:lnTo>
                    <a:pt x="1085088" y="2119884"/>
                  </a:lnTo>
                  <a:lnTo>
                    <a:pt x="1088136" y="2122932"/>
                  </a:lnTo>
                  <a:lnTo>
                    <a:pt x="1095756" y="2122932"/>
                  </a:lnTo>
                  <a:lnTo>
                    <a:pt x="1098804" y="2119884"/>
                  </a:lnTo>
                  <a:lnTo>
                    <a:pt x="1098804" y="2071116"/>
                  </a:lnTo>
                  <a:close/>
                </a:path>
                <a:path w="2184400" h="5782310">
                  <a:moveTo>
                    <a:pt x="1098804" y="1987296"/>
                  </a:moveTo>
                  <a:lnTo>
                    <a:pt x="1095756" y="1984248"/>
                  </a:lnTo>
                  <a:lnTo>
                    <a:pt x="1088136" y="1984248"/>
                  </a:lnTo>
                  <a:lnTo>
                    <a:pt x="1085088" y="1987296"/>
                  </a:lnTo>
                  <a:lnTo>
                    <a:pt x="1085088" y="2037588"/>
                  </a:lnTo>
                  <a:lnTo>
                    <a:pt x="1088136" y="2040636"/>
                  </a:lnTo>
                  <a:lnTo>
                    <a:pt x="1095756" y="2040636"/>
                  </a:lnTo>
                  <a:lnTo>
                    <a:pt x="1098804" y="2037588"/>
                  </a:lnTo>
                  <a:lnTo>
                    <a:pt x="1098804" y="1987296"/>
                  </a:lnTo>
                  <a:close/>
                </a:path>
                <a:path w="2184400" h="5782310">
                  <a:moveTo>
                    <a:pt x="1098804" y="1905000"/>
                  </a:moveTo>
                  <a:lnTo>
                    <a:pt x="1095756" y="1901952"/>
                  </a:lnTo>
                  <a:lnTo>
                    <a:pt x="1088136" y="1901952"/>
                  </a:lnTo>
                  <a:lnTo>
                    <a:pt x="1085088" y="1905000"/>
                  </a:lnTo>
                  <a:lnTo>
                    <a:pt x="1085088" y="1953768"/>
                  </a:lnTo>
                  <a:lnTo>
                    <a:pt x="1088136" y="1956816"/>
                  </a:lnTo>
                  <a:lnTo>
                    <a:pt x="1095756" y="1956816"/>
                  </a:lnTo>
                  <a:lnTo>
                    <a:pt x="1098804" y="1953768"/>
                  </a:lnTo>
                  <a:lnTo>
                    <a:pt x="1098804" y="1905000"/>
                  </a:lnTo>
                  <a:close/>
                </a:path>
                <a:path w="2184400" h="5782310">
                  <a:moveTo>
                    <a:pt x="1098804" y="1822704"/>
                  </a:moveTo>
                  <a:lnTo>
                    <a:pt x="1095756" y="1819656"/>
                  </a:lnTo>
                  <a:lnTo>
                    <a:pt x="1088136" y="1819656"/>
                  </a:lnTo>
                  <a:lnTo>
                    <a:pt x="1085088" y="1822704"/>
                  </a:lnTo>
                  <a:lnTo>
                    <a:pt x="1085088" y="1871472"/>
                  </a:lnTo>
                  <a:lnTo>
                    <a:pt x="1088136" y="1874520"/>
                  </a:lnTo>
                  <a:lnTo>
                    <a:pt x="1095756" y="1874520"/>
                  </a:lnTo>
                  <a:lnTo>
                    <a:pt x="1098804" y="1871472"/>
                  </a:lnTo>
                  <a:lnTo>
                    <a:pt x="1098804" y="1822704"/>
                  </a:lnTo>
                  <a:close/>
                </a:path>
                <a:path w="2184400" h="5782310">
                  <a:moveTo>
                    <a:pt x="1098804" y="1740408"/>
                  </a:moveTo>
                  <a:lnTo>
                    <a:pt x="1095756" y="1737360"/>
                  </a:lnTo>
                  <a:lnTo>
                    <a:pt x="1088136" y="1737360"/>
                  </a:lnTo>
                  <a:lnTo>
                    <a:pt x="1085088" y="1740408"/>
                  </a:lnTo>
                  <a:lnTo>
                    <a:pt x="1085088" y="1789176"/>
                  </a:lnTo>
                  <a:lnTo>
                    <a:pt x="1088136" y="1792224"/>
                  </a:lnTo>
                  <a:lnTo>
                    <a:pt x="1095756" y="1792224"/>
                  </a:lnTo>
                  <a:lnTo>
                    <a:pt x="1098804" y="1789176"/>
                  </a:lnTo>
                  <a:lnTo>
                    <a:pt x="1098804" y="1740408"/>
                  </a:lnTo>
                  <a:close/>
                </a:path>
                <a:path w="2184400" h="5782310">
                  <a:moveTo>
                    <a:pt x="1098804" y="1656588"/>
                  </a:moveTo>
                  <a:lnTo>
                    <a:pt x="1095756" y="1653540"/>
                  </a:lnTo>
                  <a:lnTo>
                    <a:pt x="1088136" y="1653540"/>
                  </a:lnTo>
                  <a:lnTo>
                    <a:pt x="1085088" y="1656588"/>
                  </a:lnTo>
                  <a:lnTo>
                    <a:pt x="1085088" y="1705356"/>
                  </a:lnTo>
                  <a:lnTo>
                    <a:pt x="1088136" y="1708404"/>
                  </a:lnTo>
                  <a:lnTo>
                    <a:pt x="1095756" y="1708404"/>
                  </a:lnTo>
                  <a:lnTo>
                    <a:pt x="1098804" y="1705356"/>
                  </a:lnTo>
                  <a:lnTo>
                    <a:pt x="1098804" y="1656588"/>
                  </a:lnTo>
                  <a:close/>
                </a:path>
                <a:path w="2184400" h="5782310">
                  <a:moveTo>
                    <a:pt x="1098804" y="1574292"/>
                  </a:moveTo>
                  <a:lnTo>
                    <a:pt x="1095756" y="1571244"/>
                  </a:lnTo>
                  <a:lnTo>
                    <a:pt x="1088136" y="1571244"/>
                  </a:lnTo>
                  <a:lnTo>
                    <a:pt x="1085088" y="1574292"/>
                  </a:lnTo>
                  <a:lnTo>
                    <a:pt x="1085088" y="1623060"/>
                  </a:lnTo>
                  <a:lnTo>
                    <a:pt x="1088136" y="1626108"/>
                  </a:lnTo>
                  <a:lnTo>
                    <a:pt x="1095756" y="1626108"/>
                  </a:lnTo>
                  <a:lnTo>
                    <a:pt x="1098804" y="1623060"/>
                  </a:lnTo>
                  <a:lnTo>
                    <a:pt x="1098804" y="1574292"/>
                  </a:lnTo>
                  <a:close/>
                </a:path>
                <a:path w="2184400" h="5782310">
                  <a:moveTo>
                    <a:pt x="1098804" y="1491996"/>
                  </a:moveTo>
                  <a:lnTo>
                    <a:pt x="1095756" y="1488948"/>
                  </a:lnTo>
                  <a:lnTo>
                    <a:pt x="1088136" y="1488948"/>
                  </a:lnTo>
                  <a:lnTo>
                    <a:pt x="1085088" y="1491996"/>
                  </a:lnTo>
                  <a:lnTo>
                    <a:pt x="1085088" y="1540764"/>
                  </a:lnTo>
                  <a:lnTo>
                    <a:pt x="1088136" y="1543812"/>
                  </a:lnTo>
                  <a:lnTo>
                    <a:pt x="1095756" y="1543812"/>
                  </a:lnTo>
                  <a:lnTo>
                    <a:pt x="1098804" y="1540764"/>
                  </a:lnTo>
                  <a:lnTo>
                    <a:pt x="1098804" y="1491996"/>
                  </a:lnTo>
                  <a:close/>
                </a:path>
                <a:path w="2184400" h="5782310">
                  <a:moveTo>
                    <a:pt x="1098804" y="1408176"/>
                  </a:moveTo>
                  <a:lnTo>
                    <a:pt x="1095756" y="1405128"/>
                  </a:lnTo>
                  <a:lnTo>
                    <a:pt x="1088136" y="1405128"/>
                  </a:lnTo>
                  <a:lnTo>
                    <a:pt x="1085088" y="1408176"/>
                  </a:lnTo>
                  <a:lnTo>
                    <a:pt x="1085088" y="1458468"/>
                  </a:lnTo>
                  <a:lnTo>
                    <a:pt x="1088136" y="1461516"/>
                  </a:lnTo>
                  <a:lnTo>
                    <a:pt x="1095756" y="1461516"/>
                  </a:lnTo>
                  <a:lnTo>
                    <a:pt x="1098804" y="1458468"/>
                  </a:lnTo>
                  <a:lnTo>
                    <a:pt x="1098804" y="1408176"/>
                  </a:lnTo>
                  <a:close/>
                </a:path>
                <a:path w="2184400" h="5782310">
                  <a:moveTo>
                    <a:pt x="1098804" y="1325880"/>
                  </a:moveTo>
                  <a:lnTo>
                    <a:pt x="1095756" y="1322832"/>
                  </a:lnTo>
                  <a:lnTo>
                    <a:pt x="1088136" y="1322832"/>
                  </a:lnTo>
                  <a:lnTo>
                    <a:pt x="1085088" y="1325880"/>
                  </a:lnTo>
                  <a:lnTo>
                    <a:pt x="1085088" y="1374648"/>
                  </a:lnTo>
                  <a:lnTo>
                    <a:pt x="1088136" y="1377696"/>
                  </a:lnTo>
                  <a:lnTo>
                    <a:pt x="1095756" y="1377696"/>
                  </a:lnTo>
                  <a:lnTo>
                    <a:pt x="1098804" y="1374648"/>
                  </a:lnTo>
                  <a:lnTo>
                    <a:pt x="1098804" y="1325880"/>
                  </a:lnTo>
                  <a:close/>
                </a:path>
                <a:path w="2184400" h="5782310">
                  <a:moveTo>
                    <a:pt x="1098804" y="1243584"/>
                  </a:moveTo>
                  <a:lnTo>
                    <a:pt x="1095756" y="1240536"/>
                  </a:lnTo>
                  <a:lnTo>
                    <a:pt x="1088136" y="1240536"/>
                  </a:lnTo>
                  <a:lnTo>
                    <a:pt x="1085088" y="1243584"/>
                  </a:lnTo>
                  <a:lnTo>
                    <a:pt x="1085088" y="1292352"/>
                  </a:lnTo>
                  <a:lnTo>
                    <a:pt x="1088136" y="1295400"/>
                  </a:lnTo>
                  <a:lnTo>
                    <a:pt x="1095756" y="1295400"/>
                  </a:lnTo>
                  <a:lnTo>
                    <a:pt x="1098804" y="1292352"/>
                  </a:lnTo>
                  <a:lnTo>
                    <a:pt x="1098804" y="1243584"/>
                  </a:lnTo>
                  <a:close/>
                </a:path>
                <a:path w="2184400" h="5782310">
                  <a:moveTo>
                    <a:pt x="1098804" y="1161288"/>
                  </a:moveTo>
                  <a:lnTo>
                    <a:pt x="1095756" y="1158240"/>
                  </a:lnTo>
                  <a:lnTo>
                    <a:pt x="1088136" y="1158240"/>
                  </a:lnTo>
                  <a:lnTo>
                    <a:pt x="1085088" y="1161288"/>
                  </a:lnTo>
                  <a:lnTo>
                    <a:pt x="1085088" y="1210056"/>
                  </a:lnTo>
                  <a:lnTo>
                    <a:pt x="1088136" y="1213104"/>
                  </a:lnTo>
                  <a:lnTo>
                    <a:pt x="1095756" y="1213104"/>
                  </a:lnTo>
                  <a:lnTo>
                    <a:pt x="1098804" y="1210056"/>
                  </a:lnTo>
                  <a:lnTo>
                    <a:pt x="1098804" y="1161288"/>
                  </a:lnTo>
                  <a:close/>
                </a:path>
                <a:path w="2184400" h="5782310">
                  <a:moveTo>
                    <a:pt x="1098804" y="1077468"/>
                  </a:moveTo>
                  <a:lnTo>
                    <a:pt x="1095756" y="1074420"/>
                  </a:lnTo>
                  <a:lnTo>
                    <a:pt x="1088136" y="1074420"/>
                  </a:lnTo>
                  <a:lnTo>
                    <a:pt x="1085088" y="1077468"/>
                  </a:lnTo>
                  <a:lnTo>
                    <a:pt x="1085088" y="1126236"/>
                  </a:lnTo>
                  <a:lnTo>
                    <a:pt x="1088136" y="1129284"/>
                  </a:lnTo>
                  <a:lnTo>
                    <a:pt x="1095756" y="1129284"/>
                  </a:lnTo>
                  <a:lnTo>
                    <a:pt x="1098804" y="1126236"/>
                  </a:lnTo>
                  <a:lnTo>
                    <a:pt x="1098804" y="1077468"/>
                  </a:lnTo>
                  <a:close/>
                </a:path>
                <a:path w="2184400" h="5782310">
                  <a:moveTo>
                    <a:pt x="1098804" y="995172"/>
                  </a:moveTo>
                  <a:lnTo>
                    <a:pt x="1095756" y="992124"/>
                  </a:lnTo>
                  <a:lnTo>
                    <a:pt x="1088136" y="992124"/>
                  </a:lnTo>
                  <a:lnTo>
                    <a:pt x="1085088" y="995172"/>
                  </a:lnTo>
                  <a:lnTo>
                    <a:pt x="1085088" y="1043940"/>
                  </a:lnTo>
                  <a:lnTo>
                    <a:pt x="1088136" y="1046988"/>
                  </a:lnTo>
                  <a:lnTo>
                    <a:pt x="1095756" y="1046988"/>
                  </a:lnTo>
                  <a:lnTo>
                    <a:pt x="1098804" y="1043940"/>
                  </a:lnTo>
                  <a:lnTo>
                    <a:pt x="1098804" y="995172"/>
                  </a:lnTo>
                  <a:close/>
                </a:path>
                <a:path w="2184400" h="5782310">
                  <a:moveTo>
                    <a:pt x="1098804" y="912876"/>
                  </a:moveTo>
                  <a:lnTo>
                    <a:pt x="1095756" y="909828"/>
                  </a:lnTo>
                  <a:lnTo>
                    <a:pt x="1088136" y="909828"/>
                  </a:lnTo>
                  <a:lnTo>
                    <a:pt x="1085088" y="912876"/>
                  </a:lnTo>
                  <a:lnTo>
                    <a:pt x="1085088" y="961644"/>
                  </a:lnTo>
                  <a:lnTo>
                    <a:pt x="1088136" y="964692"/>
                  </a:lnTo>
                  <a:lnTo>
                    <a:pt x="1095756" y="964692"/>
                  </a:lnTo>
                  <a:lnTo>
                    <a:pt x="1098804" y="961644"/>
                  </a:lnTo>
                  <a:lnTo>
                    <a:pt x="1098804" y="912876"/>
                  </a:lnTo>
                  <a:close/>
                </a:path>
                <a:path w="2184400" h="5782310">
                  <a:moveTo>
                    <a:pt x="1098804" y="829056"/>
                  </a:moveTo>
                  <a:lnTo>
                    <a:pt x="1095756" y="826008"/>
                  </a:lnTo>
                  <a:lnTo>
                    <a:pt x="1088136" y="826008"/>
                  </a:lnTo>
                  <a:lnTo>
                    <a:pt x="1085088" y="829056"/>
                  </a:lnTo>
                  <a:lnTo>
                    <a:pt x="1085088" y="879348"/>
                  </a:lnTo>
                  <a:lnTo>
                    <a:pt x="1088136" y="882396"/>
                  </a:lnTo>
                  <a:lnTo>
                    <a:pt x="1095756" y="882396"/>
                  </a:lnTo>
                  <a:lnTo>
                    <a:pt x="1098804" y="879348"/>
                  </a:lnTo>
                  <a:lnTo>
                    <a:pt x="1098804" y="829056"/>
                  </a:lnTo>
                  <a:close/>
                </a:path>
                <a:path w="2184400" h="5782310">
                  <a:moveTo>
                    <a:pt x="1098804" y="746760"/>
                  </a:moveTo>
                  <a:lnTo>
                    <a:pt x="1095756" y="743712"/>
                  </a:lnTo>
                  <a:lnTo>
                    <a:pt x="1088136" y="743712"/>
                  </a:lnTo>
                  <a:lnTo>
                    <a:pt x="1085088" y="746760"/>
                  </a:lnTo>
                  <a:lnTo>
                    <a:pt x="1085088" y="795528"/>
                  </a:lnTo>
                  <a:lnTo>
                    <a:pt x="1088136" y="798576"/>
                  </a:lnTo>
                  <a:lnTo>
                    <a:pt x="1095756" y="798576"/>
                  </a:lnTo>
                  <a:lnTo>
                    <a:pt x="1098804" y="795528"/>
                  </a:lnTo>
                  <a:lnTo>
                    <a:pt x="1098804" y="746760"/>
                  </a:lnTo>
                  <a:close/>
                </a:path>
                <a:path w="2184400" h="5782310">
                  <a:moveTo>
                    <a:pt x="1098804" y="664464"/>
                  </a:moveTo>
                  <a:lnTo>
                    <a:pt x="1095756" y="661416"/>
                  </a:lnTo>
                  <a:lnTo>
                    <a:pt x="1088136" y="661416"/>
                  </a:lnTo>
                  <a:lnTo>
                    <a:pt x="1085088" y="664464"/>
                  </a:lnTo>
                  <a:lnTo>
                    <a:pt x="1085088" y="713232"/>
                  </a:lnTo>
                  <a:lnTo>
                    <a:pt x="1088136" y="716280"/>
                  </a:lnTo>
                  <a:lnTo>
                    <a:pt x="1095756" y="716280"/>
                  </a:lnTo>
                  <a:lnTo>
                    <a:pt x="1098804" y="713232"/>
                  </a:lnTo>
                  <a:lnTo>
                    <a:pt x="1098804" y="664464"/>
                  </a:lnTo>
                  <a:close/>
                </a:path>
                <a:path w="2184400" h="5782310">
                  <a:moveTo>
                    <a:pt x="1098804" y="582168"/>
                  </a:moveTo>
                  <a:lnTo>
                    <a:pt x="1095756" y="579120"/>
                  </a:lnTo>
                  <a:lnTo>
                    <a:pt x="1088136" y="579120"/>
                  </a:lnTo>
                  <a:lnTo>
                    <a:pt x="1085088" y="582168"/>
                  </a:lnTo>
                  <a:lnTo>
                    <a:pt x="1085088" y="630936"/>
                  </a:lnTo>
                  <a:lnTo>
                    <a:pt x="1088136" y="633984"/>
                  </a:lnTo>
                  <a:lnTo>
                    <a:pt x="1095756" y="633984"/>
                  </a:lnTo>
                  <a:lnTo>
                    <a:pt x="1098804" y="630936"/>
                  </a:lnTo>
                  <a:lnTo>
                    <a:pt x="1098804" y="582168"/>
                  </a:lnTo>
                  <a:close/>
                </a:path>
                <a:path w="2184400" h="5782310">
                  <a:moveTo>
                    <a:pt x="1098804" y="498348"/>
                  </a:moveTo>
                  <a:lnTo>
                    <a:pt x="1095756" y="495300"/>
                  </a:lnTo>
                  <a:lnTo>
                    <a:pt x="1088136" y="495300"/>
                  </a:lnTo>
                  <a:lnTo>
                    <a:pt x="1085088" y="498348"/>
                  </a:lnTo>
                  <a:lnTo>
                    <a:pt x="1085088" y="547116"/>
                  </a:lnTo>
                  <a:lnTo>
                    <a:pt x="1088136" y="550164"/>
                  </a:lnTo>
                  <a:lnTo>
                    <a:pt x="1095756" y="550164"/>
                  </a:lnTo>
                  <a:lnTo>
                    <a:pt x="1098804" y="547116"/>
                  </a:lnTo>
                  <a:lnTo>
                    <a:pt x="1098804" y="498348"/>
                  </a:lnTo>
                  <a:close/>
                </a:path>
                <a:path w="2184400" h="5782310">
                  <a:moveTo>
                    <a:pt x="1098804" y="416052"/>
                  </a:moveTo>
                  <a:lnTo>
                    <a:pt x="1095756" y="413004"/>
                  </a:lnTo>
                  <a:lnTo>
                    <a:pt x="1088136" y="413004"/>
                  </a:lnTo>
                  <a:lnTo>
                    <a:pt x="1085088" y="416052"/>
                  </a:lnTo>
                  <a:lnTo>
                    <a:pt x="1085088" y="464820"/>
                  </a:lnTo>
                  <a:lnTo>
                    <a:pt x="1088136" y="467868"/>
                  </a:lnTo>
                  <a:lnTo>
                    <a:pt x="1095756" y="467868"/>
                  </a:lnTo>
                  <a:lnTo>
                    <a:pt x="1098804" y="464820"/>
                  </a:lnTo>
                  <a:lnTo>
                    <a:pt x="1098804" y="416052"/>
                  </a:lnTo>
                  <a:close/>
                </a:path>
                <a:path w="2184400" h="5782310">
                  <a:moveTo>
                    <a:pt x="1098804" y="333756"/>
                  </a:moveTo>
                  <a:lnTo>
                    <a:pt x="1095756" y="330708"/>
                  </a:lnTo>
                  <a:lnTo>
                    <a:pt x="1088136" y="330708"/>
                  </a:lnTo>
                  <a:lnTo>
                    <a:pt x="1085088" y="333756"/>
                  </a:lnTo>
                  <a:lnTo>
                    <a:pt x="1085088" y="382524"/>
                  </a:lnTo>
                  <a:lnTo>
                    <a:pt x="1088136" y="385572"/>
                  </a:lnTo>
                  <a:lnTo>
                    <a:pt x="1095756" y="385572"/>
                  </a:lnTo>
                  <a:lnTo>
                    <a:pt x="1098804" y="382524"/>
                  </a:lnTo>
                  <a:lnTo>
                    <a:pt x="1098804" y="333756"/>
                  </a:lnTo>
                  <a:close/>
                </a:path>
                <a:path w="2184400" h="5782310">
                  <a:moveTo>
                    <a:pt x="1098804" y="249936"/>
                  </a:moveTo>
                  <a:lnTo>
                    <a:pt x="1095756" y="246888"/>
                  </a:lnTo>
                  <a:lnTo>
                    <a:pt x="1088136" y="246888"/>
                  </a:lnTo>
                  <a:lnTo>
                    <a:pt x="1085088" y="249936"/>
                  </a:lnTo>
                  <a:lnTo>
                    <a:pt x="1085088" y="300228"/>
                  </a:lnTo>
                  <a:lnTo>
                    <a:pt x="1088136" y="303276"/>
                  </a:lnTo>
                  <a:lnTo>
                    <a:pt x="1095756" y="303276"/>
                  </a:lnTo>
                  <a:lnTo>
                    <a:pt x="1098804" y="300228"/>
                  </a:lnTo>
                  <a:lnTo>
                    <a:pt x="1098804" y="249936"/>
                  </a:lnTo>
                  <a:close/>
                </a:path>
                <a:path w="2184400" h="5782310">
                  <a:moveTo>
                    <a:pt x="1098804" y="167640"/>
                  </a:moveTo>
                  <a:lnTo>
                    <a:pt x="1095756" y="164592"/>
                  </a:lnTo>
                  <a:lnTo>
                    <a:pt x="1088136" y="164592"/>
                  </a:lnTo>
                  <a:lnTo>
                    <a:pt x="1085088" y="167640"/>
                  </a:lnTo>
                  <a:lnTo>
                    <a:pt x="1085088" y="216408"/>
                  </a:lnTo>
                  <a:lnTo>
                    <a:pt x="1088136" y="219456"/>
                  </a:lnTo>
                  <a:lnTo>
                    <a:pt x="1095756" y="219456"/>
                  </a:lnTo>
                  <a:lnTo>
                    <a:pt x="1098804" y="216408"/>
                  </a:lnTo>
                  <a:lnTo>
                    <a:pt x="1098804" y="167640"/>
                  </a:lnTo>
                  <a:close/>
                </a:path>
                <a:path w="2184400" h="5782310">
                  <a:moveTo>
                    <a:pt x="1098804" y="85344"/>
                  </a:moveTo>
                  <a:lnTo>
                    <a:pt x="1095756" y="82296"/>
                  </a:lnTo>
                  <a:lnTo>
                    <a:pt x="1088136" y="82296"/>
                  </a:lnTo>
                  <a:lnTo>
                    <a:pt x="1085088" y="85344"/>
                  </a:lnTo>
                  <a:lnTo>
                    <a:pt x="1085088" y="134112"/>
                  </a:lnTo>
                  <a:lnTo>
                    <a:pt x="1088136" y="137160"/>
                  </a:lnTo>
                  <a:lnTo>
                    <a:pt x="1095756" y="137160"/>
                  </a:lnTo>
                  <a:lnTo>
                    <a:pt x="1098804" y="134112"/>
                  </a:lnTo>
                  <a:lnTo>
                    <a:pt x="1098804" y="85344"/>
                  </a:lnTo>
                  <a:close/>
                </a:path>
                <a:path w="2184400" h="5782310">
                  <a:moveTo>
                    <a:pt x="1098804" y="3048"/>
                  </a:moveTo>
                  <a:lnTo>
                    <a:pt x="1095756" y="0"/>
                  </a:lnTo>
                  <a:lnTo>
                    <a:pt x="1088136" y="0"/>
                  </a:lnTo>
                  <a:lnTo>
                    <a:pt x="1085088" y="3048"/>
                  </a:lnTo>
                  <a:lnTo>
                    <a:pt x="1085088" y="51816"/>
                  </a:lnTo>
                  <a:lnTo>
                    <a:pt x="1088136" y="54864"/>
                  </a:lnTo>
                  <a:lnTo>
                    <a:pt x="1095756" y="54864"/>
                  </a:lnTo>
                  <a:lnTo>
                    <a:pt x="1098804" y="51816"/>
                  </a:lnTo>
                  <a:lnTo>
                    <a:pt x="1098804" y="3048"/>
                  </a:lnTo>
                  <a:close/>
                </a:path>
                <a:path w="2184400" h="5782310">
                  <a:moveTo>
                    <a:pt x="1316736" y="5215128"/>
                  </a:moveTo>
                  <a:lnTo>
                    <a:pt x="1313688" y="5212080"/>
                  </a:lnTo>
                  <a:lnTo>
                    <a:pt x="1306068" y="5212080"/>
                  </a:lnTo>
                  <a:lnTo>
                    <a:pt x="1303020" y="5215128"/>
                  </a:lnTo>
                  <a:lnTo>
                    <a:pt x="1303020" y="5263896"/>
                  </a:lnTo>
                  <a:lnTo>
                    <a:pt x="1306068" y="5266944"/>
                  </a:lnTo>
                  <a:lnTo>
                    <a:pt x="1313688" y="5266944"/>
                  </a:lnTo>
                  <a:lnTo>
                    <a:pt x="1316736" y="5263896"/>
                  </a:lnTo>
                  <a:lnTo>
                    <a:pt x="1316736" y="5215128"/>
                  </a:lnTo>
                  <a:close/>
                </a:path>
                <a:path w="2184400" h="5782310">
                  <a:moveTo>
                    <a:pt x="1316736" y="5131308"/>
                  </a:moveTo>
                  <a:lnTo>
                    <a:pt x="1313688" y="5128260"/>
                  </a:lnTo>
                  <a:lnTo>
                    <a:pt x="1306068" y="5128260"/>
                  </a:lnTo>
                  <a:lnTo>
                    <a:pt x="1303020" y="5131308"/>
                  </a:lnTo>
                  <a:lnTo>
                    <a:pt x="1303020" y="5180076"/>
                  </a:lnTo>
                  <a:lnTo>
                    <a:pt x="1306068" y="5183124"/>
                  </a:lnTo>
                  <a:lnTo>
                    <a:pt x="1313688" y="5183124"/>
                  </a:lnTo>
                  <a:lnTo>
                    <a:pt x="1316736" y="5180076"/>
                  </a:lnTo>
                  <a:lnTo>
                    <a:pt x="1316736" y="5131308"/>
                  </a:lnTo>
                  <a:close/>
                </a:path>
                <a:path w="2184400" h="5782310">
                  <a:moveTo>
                    <a:pt x="1316736" y="5049012"/>
                  </a:moveTo>
                  <a:lnTo>
                    <a:pt x="1313688" y="5045964"/>
                  </a:lnTo>
                  <a:lnTo>
                    <a:pt x="1306068" y="5045964"/>
                  </a:lnTo>
                  <a:lnTo>
                    <a:pt x="1303020" y="5049012"/>
                  </a:lnTo>
                  <a:lnTo>
                    <a:pt x="1303020" y="5097780"/>
                  </a:lnTo>
                  <a:lnTo>
                    <a:pt x="1306068" y="5100828"/>
                  </a:lnTo>
                  <a:lnTo>
                    <a:pt x="1313688" y="5100828"/>
                  </a:lnTo>
                  <a:lnTo>
                    <a:pt x="1316736" y="5097780"/>
                  </a:lnTo>
                  <a:lnTo>
                    <a:pt x="1316736" y="5049012"/>
                  </a:lnTo>
                  <a:close/>
                </a:path>
                <a:path w="2184400" h="5782310">
                  <a:moveTo>
                    <a:pt x="1316736" y="4966716"/>
                  </a:moveTo>
                  <a:lnTo>
                    <a:pt x="1313688" y="4963668"/>
                  </a:lnTo>
                  <a:lnTo>
                    <a:pt x="1306068" y="4963668"/>
                  </a:lnTo>
                  <a:lnTo>
                    <a:pt x="1303020" y="4966716"/>
                  </a:lnTo>
                  <a:lnTo>
                    <a:pt x="1303020" y="5015484"/>
                  </a:lnTo>
                  <a:lnTo>
                    <a:pt x="1306068" y="5018532"/>
                  </a:lnTo>
                  <a:lnTo>
                    <a:pt x="1313688" y="5018532"/>
                  </a:lnTo>
                  <a:lnTo>
                    <a:pt x="1316736" y="5015484"/>
                  </a:lnTo>
                  <a:lnTo>
                    <a:pt x="1316736" y="4966716"/>
                  </a:lnTo>
                  <a:close/>
                </a:path>
                <a:path w="2184400" h="5782310">
                  <a:moveTo>
                    <a:pt x="1316736" y="4882896"/>
                  </a:moveTo>
                  <a:lnTo>
                    <a:pt x="1313688" y="4879848"/>
                  </a:lnTo>
                  <a:lnTo>
                    <a:pt x="1306068" y="4879848"/>
                  </a:lnTo>
                  <a:lnTo>
                    <a:pt x="1303020" y="4882896"/>
                  </a:lnTo>
                  <a:lnTo>
                    <a:pt x="1303020" y="4933188"/>
                  </a:lnTo>
                  <a:lnTo>
                    <a:pt x="1306068" y="4936236"/>
                  </a:lnTo>
                  <a:lnTo>
                    <a:pt x="1313688" y="4936236"/>
                  </a:lnTo>
                  <a:lnTo>
                    <a:pt x="1316736" y="4933188"/>
                  </a:lnTo>
                  <a:lnTo>
                    <a:pt x="1316736" y="4882896"/>
                  </a:lnTo>
                  <a:close/>
                </a:path>
                <a:path w="2184400" h="5782310">
                  <a:moveTo>
                    <a:pt x="1316736" y="4800600"/>
                  </a:moveTo>
                  <a:lnTo>
                    <a:pt x="1313688" y="4797552"/>
                  </a:lnTo>
                  <a:lnTo>
                    <a:pt x="1306068" y="4797552"/>
                  </a:lnTo>
                  <a:lnTo>
                    <a:pt x="1303020" y="4800600"/>
                  </a:lnTo>
                  <a:lnTo>
                    <a:pt x="1303020" y="4849368"/>
                  </a:lnTo>
                  <a:lnTo>
                    <a:pt x="1306068" y="4852416"/>
                  </a:lnTo>
                  <a:lnTo>
                    <a:pt x="1313688" y="4852416"/>
                  </a:lnTo>
                  <a:lnTo>
                    <a:pt x="1316736" y="4849368"/>
                  </a:lnTo>
                  <a:lnTo>
                    <a:pt x="1316736" y="4800600"/>
                  </a:lnTo>
                  <a:close/>
                </a:path>
                <a:path w="2184400" h="5782310">
                  <a:moveTo>
                    <a:pt x="1316736" y="4718304"/>
                  </a:moveTo>
                  <a:lnTo>
                    <a:pt x="1313688" y="4715256"/>
                  </a:lnTo>
                  <a:lnTo>
                    <a:pt x="1306068" y="4715256"/>
                  </a:lnTo>
                  <a:lnTo>
                    <a:pt x="1303020" y="4718304"/>
                  </a:lnTo>
                  <a:lnTo>
                    <a:pt x="1303020" y="4767072"/>
                  </a:lnTo>
                  <a:lnTo>
                    <a:pt x="1306068" y="4770120"/>
                  </a:lnTo>
                  <a:lnTo>
                    <a:pt x="1313688" y="4770120"/>
                  </a:lnTo>
                  <a:lnTo>
                    <a:pt x="1316736" y="4767072"/>
                  </a:lnTo>
                  <a:lnTo>
                    <a:pt x="1316736" y="4718304"/>
                  </a:lnTo>
                  <a:close/>
                </a:path>
                <a:path w="2184400" h="5782310">
                  <a:moveTo>
                    <a:pt x="1316736" y="4636020"/>
                  </a:moveTo>
                  <a:lnTo>
                    <a:pt x="1313688" y="4632960"/>
                  </a:lnTo>
                  <a:lnTo>
                    <a:pt x="1306068" y="4632960"/>
                  </a:lnTo>
                  <a:lnTo>
                    <a:pt x="1303020" y="4636020"/>
                  </a:lnTo>
                  <a:lnTo>
                    <a:pt x="1303020" y="4684776"/>
                  </a:lnTo>
                  <a:lnTo>
                    <a:pt x="1306068" y="4687824"/>
                  </a:lnTo>
                  <a:lnTo>
                    <a:pt x="1313688" y="4687824"/>
                  </a:lnTo>
                  <a:lnTo>
                    <a:pt x="1316736" y="4684776"/>
                  </a:lnTo>
                  <a:lnTo>
                    <a:pt x="1316736" y="4636020"/>
                  </a:lnTo>
                  <a:close/>
                </a:path>
                <a:path w="2184400" h="5782310">
                  <a:moveTo>
                    <a:pt x="1316736" y="4552188"/>
                  </a:moveTo>
                  <a:lnTo>
                    <a:pt x="1313688" y="4549140"/>
                  </a:lnTo>
                  <a:lnTo>
                    <a:pt x="1306068" y="4549140"/>
                  </a:lnTo>
                  <a:lnTo>
                    <a:pt x="1303020" y="4552188"/>
                  </a:lnTo>
                  <a:lnTo>
                    <a:pt x="1303020" y="4600956"/>
                  </a:lnTo>
                  <a:lnTo>
                    <a:pt x="1306068" y="4604004"/>
                  </a:lnTo>
                  <a:lnTo>
                    <a:pt x="1313688" y="4604004"/>
                  </a:lnTo>
                  <a:lnTo>
                    <a:pt x="1316736" y="4600956"/>
                  </a:lnTo>
                  <a:lnTo>
                    <a:pt x="1316736" y="4552188"/>
                  </a:lnTo>
                  <a:close/>
                </a:path>
                <a:path w="2184400" h="5782310">
                  <a:moveTo>
                    <a:pt x="1316736" y="4469892"/>
                  </a:moveTo>
                  <a:lnTo>
                    <a:pt x="1313688" y="4466844"/>
                  </a:lnTo>
                  <a:lnTo>
                    <a:pt x="1306068" y="4466844"/>
                  </a:lnTo>
                  <a:lnTo>
                    <a:pt x="1303020" y="4469892"/>
                  </a:lnTo>
                  <a:lnTo>
                    <a:pt x="1303020" y="4518660"/>
                  </a:lnTo>
                  <a:lnTo>
                    <a:pt x="1306068" y="4521708"/>
                  </a:lnTo>
                  <a:lnTo>
                    <a:pt x="1313688" y="4521708"/>
                  </a:lnTo>
                  <a:lnTo>
                    <a:pt x="1316736" y="4518660"/>
                  </a:lnTo>
                  <a:lnTo>
                    <a:pt x="1316736" y="4469892"/>
                  </a:lnTo>
                  <a:close/>
                </a:path>
                <a:path w="2184400" h="5782310">
                  <a:moveTo>
                    <a:pt x="1316736" y="4387596"/>
                  </a:moveTo>
                  <a:lnTo>
                    <a:pt x="1313688" y="4384548"/>
                  </a:lnTo>
                  <a:lnTo>
                    <a:pt x="1306068" y="4384548"/>
                  </a:lnTo>
                  <a:lnTo>
                    <a:pt x="1303020" y="4387596"/>
                  </a:lnTo>
                  <a:lnTo>
                    <a:pt x="1303020" y="4436364"/>
                  </a:lnTo>
                  <a:lnTo>
                    <a:pt x="1306068" y="4439412"/>
                  </a:lnTo>
                  <a:lnTo>
                    <a:pt x="1313688" y="4439412"/>
                  </a:lnTo>
                  <a:lnTo>
                    <a:pt x="1316736" y="4436364"/>
                  </a:lnTo>
                  <a:lnTo>
                    <a:pt x="1316736" y="4387596"/>
                  </a:lnTo>
                  <a:close/>
                </a:path>
                <a:path w="2184400" h="5782310">
                  <a:moveTo>
                    <a:pt x="1316736" y="4303776"/>
                  </a:moveTo>
                  <a:lnTo>
                    <a:pt x="1313688" y="4300728"/>
                  </a:lnTo>
                  <a:lnTo>
                    <a:pt x="1306068" y="4300728"/>
                  </a:lnTo>
                  <a:lnTo>
                    <a:pt x="1303020" y="4303776"/>
                  </a:lnTo>
                  <a:lnTo>
                    <a:pt x="1303020" y="4354068"/>
                  </a:lnTo>
                  <a:lnTo>
                    <a:pt x="1306068" y="4357116"/>
                  </a:lnTo>
                  <a:lnTo>
                    <a:pt x="1313688" y="4357116"/>
                  </a:lnTo>
                  <a:lnTo>
                    <a:pt x="1316736" y="4354068"/>
                  </a:lnTo>
                  <a:lnTo>
                    <a:pt x="1316736" y="4303776"/>
                  </a:lnTo>
                  <a:close/>
                </a:path>
                <a:path w="2184400" h="5782310">
                  <a:moveTo>
                    <a:pt x="1316736" y="4221480"/>
                  </a:moveTo>
                  <a:lnTo>
                    <a:pt x="1313688" y="4218432"/>
                  </a:lnTo>
                  <a:lnTo>
                    <a:pt x="1306068" y="4218432"/>
                  </a:lnTo>
                  <a:lnTo>
                    <a:pt x="1303020" y="4221480"/>
                  </a:lnTo>
                  <a:lnTo>
                    <a:pt x="1303020" y="4270248"/>
                  </a:lnTo>
                  <a:lnTo>
                    <a:pt x="1306068" y="4273296"/>
                  </a:lnTo>
                  <a:lnTo>
                    <a:pt x="1313688" y="4273296"/>
                  </a:lnTo>
                  <a:lnTo>
                    <a:pt x="1316736" y="4270248"/>
                  </a:lnTo>
                  <a:lnTo>
                    <a:pt x="1316736" y="4221480"/>
                  </a:lnTo>
                  <a:close/>
                </a:path>
                <a:path w="2184400" h="5782310">
                  <a:moveTo>
                    <a:pt x="1316736" y="4139184"/>
                  </a:moveTo>
                  <a:lnTo>
                    <a:pt x="1313688" y="4136136"/>
                  </a:lnTo>
                  <a:lnTo>
                    <a:pt x="1306068" y="4136136"/>
                  </a:lnTo>
                  <a:lnTo>
                    <a:pt x="1303020" y="4139184"/>
                  </a:lnTo>
                  <a:lnTo>
                    <a:pt x="1303020" y="4187952"/>
                  </a:lnTo>
                  <a:lnTo>
                    <a:pt x="1306068" y="4191000"/>
                  </a:lnTo>
                  <a:lnTo>
                    <a:pt x="1313688" y="4191000"/>
                  </a:lnTo>
                  <a:lnTo>
                    <a:pt x="1316736" y="4187952"/>
                  </a:lnTo>
                  <a:lnTo>
                    <a:pt x="1316736" y="4139184"/>
                  </a:lnTo>
                  <a:close/>
                </a:path>
                <a:path w="2184400" h="5782310">
                  <a:moveTo>
                    <a:pt x="1316736" y="4056888"/>
                  </a:moveTo>
                  <a:lnTo>
                    <a:pt x="1313688" y="4053840"/>
                  </a:lnTo>
                  <a:lnTo>
                    <a:pt x="1306068" y="4053840"/>
                  </a:lnTo>
                  <a:lnTo>
                    <a:pt x="1303020" y="4056888"/>
                  </a:lnTo>
                  <a:lnTo>
                    <a:pt x="1303020" y="4105656"/>
                  </a:lnTo>
                  <a:lnTo>
                    <a:pt x="1306068" y="4108704"/>
                  </a:lnTo>
                  <a:lnTo>
                    <a:pt x="1313688" y="4108704"/>
                  </a:lnTo>
                  <a:lnTo>
                    <a:pt x="1316736" y="4105656"/>
                  </a:lnTo>
                  <a:lnTo>
                    <a:pt x="1316736" y="4056888"/>
                  </a:lnTo>
                  <a:close/>
                </a:path>
                <a:path w="2184400" h="5782310">
                  <a:moveTo>
                    <a:pt x="1316736" y="3973068"/>
                  </a:moveTo>
                  <a:lnTo>
                    <a:pt x="1313688" y="3970020"/>
                  </a:lnTo>
                  <a:lnTo>
                    <a:pt x="1306068" y="3970020"/>
                  </a:lnTo>
                  <a:lnTo>
                    <a:pt x="1303020" y="3973068"/>
                  </a:lnTo>
                  <a:lnTo>
                    <a:pt x="1303020" y="4021836"/>
                  </a:lnTo>
                  <a:lnTo>
                    <a:pt x="1306068" y="4024884"/>
                  </a:lnTo>
                  <a:lnTo>
                    <a:pt x="1313688" y="4024884"/>
                  </a:lnTo>
                  <a:lnTo>
                    <a:pt x="1316736" y="4021836"/>
                  </a:lnTo>
                  <a:lnTo>
                    <a:pt x="1316736" y="3973068"/>
                  </a:lnTo>
                  <a:close/>
                </a:path>
                <a:path w="2184400" h="5782310">
                  <a:moveTo>
                    <a:pt x="1316736" y="3890772"/>
                  </a:moveTo>
                  <a:lnTo>
                    <a:pt x="1313688" y="3887724"/>
                  </a:lnTo>
                  <a:lnTo>
                    <a:pt x="1306068" y="3887724"/>
                  </a:lnTo>
                  <a:lnTo>
                    <a:pt x="1303020" y="3890772"/>
                  </a:lnTo>
                  <a:lnTo>
                    <a:pt x="1303020" y="3939540"/>
                  </a:lnTo>
                  <a:lnTo>
                    <a:pt x="1306068" y="3942588"/>
                  </a:lnTo>
                  <a:lnTo>
                    <a:pt x="1313688" y="3942588"/>
                  </a:lnTo>
                  <a:lnTo>
                    <a:pt x="1316736" y="3939540"/>
                  </a:lnTo>
                  <a:lnTo>
                    <a:pt x="1316736" y="3890772"/>
                  </a:lnTo>
                  <a:close/>
                </a:path>
                <a:path w="2184400" h="5782310">
                  <a:moveTo>
                    <a:pt x="1316736" y="3808476"/>
                  </a:moveTo>
                  <a:lnTo>
                    <a:pt x="1313688" y="3805428"/>
                  </a:lnTo>
                  <a:lnTo>
                    <a:pt x="1306068" y="3805428"/>
                  </a:lnTo>
                  <a:lnTo>
                    <a:pt x="1303020" y="3808476"/>
                  </a:lnTo>
                  <a:lnTo>
                    <a:pt x="1303020" y="3857244"/>
                  </a:lnTo>
                  <a:lnTo>
                    <a:pt x="1306068" y="3860292"/>
                  </a:lnTo>
                  <a:lnTo>
                    <a:pt x="1313688" y="3860292"/>
                  </a:lnTo>
                  <a:lnTo>
                    <a:pt x="1316736" y="3857244"/>
                  </a:lnTo>
                  <a:lnTo>
                    <a:pt x="1316736" y="3808476"/>
                  </a:lnTo>
                  <a:close/>
                </a:path>
                <a:path w="2184400" h="5782310">
                  <a:moveTo>
                    <a:pt x="1316736" y="3724656"/>
                  </a:moveTo>
                  <a:lnTo>
                    <a:pt x="1313688" y="3721608"/>
                  </a:lnTo>
                  <a:lnTo>
                    <a:pt x="1306068" y="3721608"/>
                  </a:lnTo>
                  <a:lnTo>
                    <a:pt x="1303020" y="3724656"/>
                  </a:lnTo>
                  <a:lnTo>
                    <a:pt x="1303020" y="3774948"/>
                  </a:lnTo>
                  <a:lnTo>
                    <a:pt x="1306068" y="3777996"/>
                  </a:lnTo>
                  <a:lnTo>
                    <a:pt x="1313688" y="3777996"/>
                  </a:lnTo>
                  <a:lnTo>
                    <a:pt x="1316736" y="3774948"/>
                  </a:lnTo>
                  <a:lnTo>
                    <a:pt x="1316736" y="3724656"/>
                  </a:lnTo>
                  <a:close/>
                </a:path>
                <a:path w="2184400" h="5782310">
                  <a:moveTo>
                    <a:pt x="1316736" y="3642360"/>
                  </a:moveTo>
                  <a:lnTo>
                    <a:pt x="1313688" y="3639312"/>
                  </a:lnTo>
                  <a:lnTo>
                    <a:pt x="1306068" y="3639312"/>
                  </a:lnTo>
                  <a:lnTo>
                    <a:pt x="1303020" y="3642360"/>
                  </a:lnTo>
                  <a:lnTo>
                    <a:pt x="1303020" y="3691128"/>
                  </a:lnTo>
                  <a:lnTo>
                    <a:pt x="1306068" y="3694176"/>
                  </a:lnTo>
                  <a:lnTo>
                    <a:pt x="1313688" y="3694176"/>
                  </a:lnTo>
                  <a:lnTo>
                    <a:pt x="1316736" y="3691128"/>
                  </a:lnTo>
                  <a:lnTo>
                    <a:pt x="1316736" y="3642360"/>
                  </a:lnTo>
                  <a:close/>
                </a:path>
                <a:path w="2184400" h="5782310">
                  <a:moveTo>
                    <a:pt x="1316736" y="3560064"/>
                  </a:moveTo>
                  <a:lnTo>
                    <a:pt x="1313688" y="3557016"/>
                  </a:lnTo>
                  <a:lnTo>
                    <a:pt x="1306068" y="3557016"/>
                  </a:lnTo>
                  <a:lnTo>
                    <a:pt x="1303020" y="3560064"/>
                  </a:lnTo>
                  <a:lnTo>
                    <a:pt x="1303020" y="3608832"/>
                  </a:lnTo>
                  <a:lnTo>
                    <a:pt x="1306068" y="3611880"/>
                  </a:lnTo>
                  <a:lnTo>
                    <a:pt x="1313688" y="3611880"/>
                  </a:lnTo>
                  <a:lnTo>
                    <a:pt x="1316736" y="3608832"/>
                  </a:lnTo>
                  <a:lnTo>
                    <a:pt x="1316736" y="3560064"/>
                  </a:lnTo>
                  <a:close/>
                </a:path>
                <a:path w="2184400" h="5782310">
                  <a:moveTo>
                    <a:pt x="1316736" y="3477768"/>
                  </a:moveTo>
                  <a:lnTo>
                    <a:pt x="1313688" y="3474720"/>
                  </a:lnTo>
                  <a:lnTo>
                    <a:pt x="1306068" y="3474720"/>
                  </a:lnTo>
                  <a:lnTo>
                    <a:pt x="1303020" y="3477768"/>
                  </a:lnTo>
                  <a:lnTo>
                    <a:pt x="1303020" y="3526536"/>
                  </a:lnTo>
                  <a:lnTo>
                    <a:pt x="1306068" y="3529584"/>
                  </a:lnTo>
                  <a:lnTo>
                    <a:pt x="1313688" y="3529584"/>
                  </a:lnTo>
                  <a:lnTo>
                    <a:pt x="1316736" y="3526536"/>
                  </a:lnTo>
                  <a:lnTo>
                    <a:pt x="1316736" y="3477768"/>
                  </a:lnTo>
                  <a:close/>
                </a:path>
                <a:path w="2184400" h="5782310">
                  <a:moveTo>
                    <a:pt x="1316736" y="3393948"/>
                  </a:moveTo>
                  <a:lnTo>
                    <a:pt x="1313688" y="3390900"/>
                  </a:lnTo>
                  <a:lnTo>
                    <a:pt x="1306068" y="3390900"/>
                  </a:lnTo>
                  <a:lnTo>
                    <a:pt x="1303020" y="3393948"/>
                  </a:lnTo>
                  <a:lnTo>
                    <a:pt x="1303020" y="3442716"/>
                  </a:lnTo>
                  <a:lnTo>
                    <a:pt x="1306068" y="3445764"/>
                  </a:lnTo>
                  <a:lnTo>
                    <a:pt x="1313688" y="3445764"/>
                  </a:lnTo>
                  <a:lnTo>
                    <a:pt x="1316736" y="3442716"/>
                  </a:lnTo>
                  <a:lnTo>
                    <a:pt x="1316736" y="3393948"/>
                  </a:lnTo>
                  <a:close/>
                </a:path>
                <a:path w="2184400" h="5782310">
                  <a:moveTo>
                    <a:pt x="1316736" y="3311652"/>
                  </a:moveTo>
                  <a:lnTo>
                    <a:pt x="1313688" y="3308604"/>
                  </a:lnTo>
                  <a:lnTo>
                    <a:pt x="1306068" y="3308604"/>
                  </a:lnTo>
                  <a:lnTo>
                    <a:pt x="1303020" y="3311652"/>
                  </a:lnTo>
                  <a:lnTo>
                    <a:pt x="1303020" y="3360420"/>
                  </a:lnTo>
                  <a:lnTo>
                    <a:pt x="1306068" y="3363468"/>
                  </a:lnTo>
                  <a:lnTo>
                    <a:pt x="1313688" y="3363468"/>
                  </a:lnTo>
                  <a:lnTo>
                    <a:pt x="1316736" y="3360420"/>
                  </a:lnTo>
                  <a:lnTo>
                    <a:pt x="1316736" y="3311652"/>
                  </a:lnTo>
                  <a:close/>
                </a:path>
                <a:path w="2184400" h="5782310">
                  <a:moveTo>
                    <a:pt x="1316736" y="3229356"/>
                  </a:moveTo>
                  <a:lnTo>
                    <a:pt x="1313688" y="3226308"/>
                  </a:lnTo>
                  <a:lnTo>
                    <a:pt x="1306068" y="3226308"/>
                  </a:lnTo>
                  <a:lnTo>
                    <a:pt x="1303020" y="3229356"/>
                  </a:lnTo>
                  <a:lnTo>
                    <a:pt x="1303020" y="3278124"/>
                  </a:lnTo>
                  <a:lnTo>
                    <a:pt x="1306068" y="3281172"/>
                  </a:lnTo>
                  <a:lnTo>
                    <a:pt x="1313688" y="3281172"/>
                  </a:lnTo>
                  <a:lnTo>
                    <a:pt x="1316736" y="3278124"/>
                  </a:lnTo>
                  <a:lnTo>
                    <a:pt x="1316736" y="3229356"/>
                  </a:lnTo>
                  <a:close/>
                </a:path>
                <a:path w="2184400" h="5782310">
                  <a:moveTo>
                    <a:pt x="1316736" y="3145536"/>
                  </a:moveTo>
                  <a:lnTo>
                    <a:pt x="1313688" y="3142488"/>
                  </a:lnTo>
                  <a:lnTo>
                    <a:pt x="1306068" y="3142488"/>
                  </a:lnTo>
                  <a:lnTo>
                    <a:pt x="1303020" y="3145536"/>
                  </a:lnTo>
                  <a:lnTo>
                    <a:pt x="1303020" y="3195828"/>
                  </a:lnTo>
                  <a:lnTo>
                    <a:pt x="1306068" y="3198876"/>
                  </a:lnTo>
                  <a:lnTo>
                    <a:pt x="1313688" y="3198876"/>
                  </a:lnTo>
                  <a:lnTo>
                    <a:pt x="1316736" y="3195828"/>
                  </a:lnTo>
                  <a:lnTo>
                    <a:pt x="1316736" y="3145536"/>
                  </a:lnTo>
                  <a:close/>
                </a:path>
                <a:path w="2184400" h="5782310">
                  <a:moveTo>
                    <a:pt x="1316736" y="3063240"/>
                  </a:moveTo>
                  <a:lnTo>
                    <a:pt x="1313688" y="3060192"/>
                  </a:lnTo>
                  <a:lnTo>
                    <a:pt x="1306068" y="3060192"/>
                  </a:lnTo>
                  <a:lnTo>
                    <a:pt x="1303020" y="3063240"/>
                  </a:lnTo>
                  <a:lnTo>
                    <a:pt x="1303020" y="3112008"/>
                  </a:lnTo>
                  <a:lnTo>
                    <a:pt x="1306068" y="3115056"/>
                  </a:lnTo>
                  <a:lnTo>
                    <a:pt x="1313688" y="3115056"/>
                  </a:lnTo>
                  <a:lnTo>
                    <a:pt x="1316736" y="3112008"/>
                  </a:lnTo>
                  <a:lnTo>
                    <a:pt x="1316736" y="3063240"/>
                  </a:lnTo>
                  <a:close/>
                </a:path>
                <a:path w="2184400" h="5782310">
                  <a:moveTo>
                    <a:pt x="1316736" y="2980944"/>
                  </a:moveTo>
                  <a:lnTo>
                    <a:pt x="1313688" y="2977896"/>
                  </a:lnTo>
                  <a:lnTo>
                    <a:pt x="1306068" y="2977896"/>
                  </a:lnTo>
                  <a:lnTo>
                    <a:pt x="1303020" y="2980944"/>
                  </a:lnTo>
                  <a:lnTo>
                    <a:pt x="1303020" y="3029712"/>
                  </a:lnTo>
                  <a:lnTo>
                    <a:pt x="1306068" y="3032760"/>
                  </a:lnTo>
                  <a:lnTo>
                    <a:pt x="1313688" y="3032760"/>
                  </a:lnTo>
                  <a:lnTo>
                    <a:pt x="1316736" y="3029712"/>
                  </a:lnTo>
                  <a:lnTo>
                    <a:pt x="1316736" y="2980944"/>
                  </a:lnTo>
                  <a:close/>
                </a:path>
                <a:path w="2184400" h="5782310">
                  <a:moveTo>
                    <a:pt x="1316736" y="2898648"/>
                  </a:moveTo>
                  <a:lnTo>
                    <a:pt x="1313688" y="2895600"/>
                  </a:lnTo>
                  <a:lnTo>
                    <a:pt x="1306068" y="2895600"/>
                  </a:lnTo>
                  <a:lnTo>
                    <a:pt x="1303020" y="2898648"/>
                  </a:lnTo>
                  <a:lnTo>
                    <a:pt x="1303020" y="2947416"/>
                  </a:lnTo>
                  <a:lnTo>
                    <a:pt x="1306068" y="2950464"/>
                  </a:lnTo>
                  <a:lnTo>
                    <a:pt x="1313688" y="2950464"/>
                  </a:lnTo>
                  <a:lnTo>
                    <a:pt x="1316736" y="2947416"/>
                  </a:lnTo>
                  <a:lnTo>
                    <a:pt x="1316736" y="2898648"/>
                  </a:lnTo>
                  <a:close/>
                </a:path>
                <a:path w="2184400" h="5782310">
                  <a:moveTo>
                    <a:pt x="1316736" y="2814828"/>
                  </a:moveTo>
                  <a:lnTo>
                    <a:pt x="1313688" y="2811780"/>
                  </a:lnTo>
                  <a:lnTo>
                    <a:pt x="1306068" y="2811780"/>
                  </a:lnTo>
                  <a:lnTo>
                    <a:pt x="1303020" y="2814828"/>
                  </a:lnTo>
                  <a:lnTo>
                    <a:pt x="1303020" y="2863596"/>
                  </a:lnTo>
                  <a:lnTo>
                    <a:pt x="1306068" y="2866644"/>
                  </a:lnTo>
                  <a:lnTo>
                    <a:pt x="1313688" y="2866644"/>
                  </a:lnTo>
                  <a:lnTo>
                    <a:pt x="1316736" y="2863596"/>
                  </a:lnTo>
                  <a:lnTo>
                    <a:pt x="1316736" y="2814828"/>
                  </a:lnTo>
                  <a:close/>
                </a:path>
                <a:path w="2184400" h="5782310">
                  <a:moveTo>
                    <a:pt x="1316736" y="2732532"/>
                  </a:moveTo>
                  <a:lnTo>
                    <a:pt x="1313688" y="2729484"/>
                  </a:lnTo>
                  <a:lnTo>
                    <a:pt x="1306068" y="2729484"/>
                  </a:lnTo>
                  <a:lnTo>
                    <a:pt x="1303020" y="2732532"/>
                  </a:lnTo>
                  <a:lnTo>
                    <a:pt x="1303020" y="2781300"/>
                  </a:lnTo>
                  <a:lnTo>
                    <a:pt x="1306068" y="2784348"/>
                  </a:lnTo>
                  <a:lnTo>
                    <a:pt x="1313688" y="2784348"/>
                  </a:lnTo>
                  <a:lnTo>
                    <a:pt x="1316736" y="2781300"/>
                  </a:lnTo>
                  <a:lnTo>
                    <a:pt x="1316736" y="2732532"/>
                  </a:lnTo>
                  <a:close/>
                </a:path>
                <a:path w="2184400" h="5782310">
                  <a:moveTo>
                    <a:pt x="1316736" y="2650236"/>
                  </a:moveTo>
                  <a:lnTo>
                    <a:pt x="1313688" y="2647188"/>
                  </a:lnTo>
                  <a:lnTo>
                    <a:pt x="1306068" y="2647188"/>
                  </a:lnTo>
                  <a:lnTo>
                    <a:pt x="1303020" y="2650236"/>
                  </a:lnTo>
                  <a:lnTo>
                    <a:pt x="1303020" y="2699004"/>
                  </a:lnTo>
                  <a:lnTo>
                    <a:pt x="1306068" y="2702052"/>
                  </a:lnTo>
                  <a:lnTo>
                    <a:pt x="1313688" y="2702052"/>
                  </a:lnTo>
                  <a:lnTo>
                    <a:pt x="1316736" y="2699004"/>
                  </a:lnTo>
                  <a:lnTo>
                    <a:pt x="1316736" y="2650236"/>
                  </a:lnTo>
                  <a:close/>
                </a:path>
                <a:path w="2184400" h="5782310">
                  <a:moveTo>
                    <a:pt x="1316736" y="2566416"/>
                  </a:moveTo>
                  <a:lnTo>
                    <a:pt x="1313688" y="2563368"/>
                  </a:lnTo>
                  <a:lnTo>
                    <a:pt x="1306068" y="2563368"/>
                  </a:lnTo>
                  <a:lnTo>
                    <a:pt x="1303020" y="2566416"/>
                  </a:lnTo>
                  <a:lnTo>
                    <a:pt x="1303020" y="2616708"/>
                  </a:lnTo>
                  <a:lnTo>
                    <a:pt x="1306068" y="2619756"/>
                  </a:lnTo>
                  <a:lnTo>
                    <a:pt x="1313688" y="2619756"/>
                  </a:lnTo>
                  <a:lnTo>
                    <a:pt x="1316736" y="2616708"/>
                  </a:lnTo>
                  <a:lnTo>
                    <a:pt x="1316736" y="2566416"/>
                  </a:lnTo>
                  <a:close/>
                </a:path>
                <a:path w="2184400" h="5782310">
                  <a:moveTo>
                    <a:pt x="1316736" y="2484120"/>
                  </a:moveTo>
                  <a:lnTo>
                    <a:pt x="1313688" y="2481072"/>
                  </a:lnTo>
                  <a:lnTo>
                    <a:pt x="1306068" y="2481072"/>
                  </a:lnTo>
                  <a:lnTo>
                    <a:pt x="1303020" y="2484120"/>
                  </a:lnTo>
                  <a:lnTo>
                    <a:pt x="1303020" y="2532888"/>
                  </a:lnTo>
                  <a:lnTo>
                    <a:pt x="1306068" y="2535936"/>
                  </a:lnTo>
                  <a:lnTo>
                    <a:pt x="1313688" y="2535936"/>
                  </a:lnTo>
                  <a:lnTo>
                    <a:pt x="1316736" y="2532888"/>
                  </a:lnTo>
                  <a:lnTo>
                    <a:pt x="1316736" y="2484120"/>
                  </a:lnTo>
                  <a:close/>
                </a:path>
                <a:path w="2184400" h="5782310">
                  <a:moveTo>
                    <a:pt x="1316736" y="2401824"/>
                  </a:moveTo>
                  <a:lnTo>
                    <a:pt x="1313688" y="2398776"/>
                  </a:lnTo>
                  <a:lnTo>
                    <a:pt x="1306068" y="2398776"/>
                  </a:lnTo>
                  <a:lnTo>
                    <a:pt x="1303020" y="2401824"/>
                  </a:lnTo>
                  <a:lnTo>
                    <a:pt x="1303020" y="2450592"/>
                  </a:lnTo>
                  <a:lnTo>
                    <a:pt x="1306068" y="2453640"/>
                  </a:lnTo>
                  <a:lnTo>
                    <a:pt x="1313688" y="2453640"/>
                  </a:lnTo>
                  <a:lnTo>
                    <a:pt x="1316736" y="2450592"/>
                  </a:lnTo>
                  <a:lnTo>
                    <a:pt x="1316736" y="2401824"/>
                  </a:lnTo>
                  <a:close/>
                </a:path>
                <a:path w="2184400" h="5782310">
                  <a:moveTo>
                    <a:pt x="1316736" y="2319528"/>
                  </a:moveTo>
                  <a:lnTo>
                    <a:pt x="1313688" y="2316480"/>
                  </a:lnTo>
                  <a:lnTo>
                    <a:pt x="1306068" y="2316480"/>
                  </a:lnTo>
                  <a:lnTo>
                    <a:pt x="1303020" y="2319528"/>
                  </a:lnTo>
                  <a:lnTo>
                    <a:pt x="1303020" y="2368296"/>
                  </a:lnTo>
                  <a:lnTo>
                    <a:pt x="1306068" y="2371344"/>
                  </a:lnTo>
                  <a:lnTo>
                    <a:pt x="1313688" y="2371344"/>
                  </a:lnTo>
                  <a:lnTo>
                    <a:pt x="1316736" y="2368296"/>
                  </a:lnTo>
                  <a:lnTo>
                    <a:pt x="1316736" y="2319528"/>
                  </a:lnTo>
                  <a:close/>
                </a:path>
                <a:path w="2184400" h="5782310">
                  <a:moveTo>
                    <a:pt x="1316736" y="2235708"/>
                  </a:moveTo>
                  <a:lnTo>
                    <a:pt x="1313688" y="2232660"/>
                  </a:lnTo>
                  <a:lnTo>
                    <a:pt x="1306068" y="2232660"/>
                  </a:lnTo>
                  <a:lnTo>
                    <a:pt x="1303020" y="2235708"/>
                  </a:lnTo>
                  <a:lnTo>
                    <a:pt x="1303020" y="2284476"/>
                  </a:lnTo>
                  <a:lnTo>
                    <a:pt x="1306068" y="2287524"/>
                  </a:lnTo>
                  <a:lnTo>
                    <a:pt x="1313688" y="2287524"/>
                  </a:lnTo>
                  <a:lnTo>
                    <a:pt x="1316736" y="2284476"/>
                  </a:lnTo>
                  <a:lnTo>
                    <a:pt x="1316736" y="2235708"/>
                  </a:lnTo>
                  <a:close/>
                </a:path>
                <a:path w="2184400" h="5782310">
                  <a:moveTo>
                    <a:pt x="1316736" y="2153412"/>
                  </a:moveTo>
                  <a:lnTo>
                    <a:pt x="1313688" y="2150364"/>
                  </a:lnTo>
                  <a:lnTo>
                    <a:pt x="1306068" y="2150364"/>
                  </a:lnTo>
                  <a:lnTo>
                    <a:pt x="1303020" y="2153412"/>
                  </a:lnTo>
                  <a:lnTo>
                    <a:pt x="1303020" y="2202180"/>
                  </a:lnTo>
                  <a:lnTo>
                    <a:pt x="1306068" y="2205228"/>
                  </a:lnTo>
                  <a:lnTo>
                    <a:pt x="1313688" y="2205228"/>
                  </a:lnTo>
                  <a:lnTo>
                    <a:pt x="1316736" y="2202180"/>
                  </a:lnTo>
                  <a:lnTo>
                    <a:pt x="1316736" y="2153412"/>
                  </a:lnTo>
                  <a:close/>
                </a:path>
                <a:path w="2184400" h="5782310">
                  <a:moveTo>
                    <a:pt x="1316736" y="2071116"/>
                  </a:moveTo>
                  <a:lnTo>
                    <a:pt x="1313688" y="2068068"/>
                  </a:lnTo>
                  <a:lnTo>
                    <a:pt x="1306068" y="2068068"/>
                  </a:lnTo>
                  <a:lnTo>
                    <a:pt x="1303020" y="2071116"/>
                  </a:lnTo>
                  <a:lnTo>
                    <a:pt x="1303020" y="2119884"/>
                  </a:lnTo>
                  <a:lnTo>
                    <a:pt x="1306068" y="2122932"/>
                  </a:lnTo>
                  <a:lnTo>
                    <a:pt x="1313688" y="2122932"/>
                  </a:lnTo>
                  <a:lnTo>
                    <a:pt x="1316736" y="2119884"/>
                  </a:lnTo>
                  <a:lnTo>
                    <a:pt x="1316736" y="2071116"/>
                  </a:lnTo>
                  <a:close/>
                </a:path>
                <a:path w="2184400" h="5782310">
                  <a:moveTo>
                    <a:pt x="1316736" y="1987296"/>
                  </a:moveTo>
                  <a:lnTo>
                    <a:pt x="1313688" y="1984248"/>
                  </a:lnTo>
                  <a:lnTo>
                    <a:pt x="1306068" y="1984248"/>
                  </a:lnTo>
                  <a:lnTo>
                    <a:pt x="1303020" y="1987296"/>
                  </a:lnTo>
                  <a:lnTo>
                    <a:pt x="1303020" y="2037588"/>
                  </a:lnTo>
                  <a:lnTo>
                    <a:pt x="1306068" y="2040636"/>
                  </a:lnTo>
                  <a:lnTo>
                    <a:pt x="1313688" y="2040636"/>
                  </a:lnTo>
                  <a:lnTo>
                    <a:pt x="1316736" y="2037588"/>
                  </a:lnTo>
                  <a:lnTo>
                    <a:pt x="1316736" y="1987296"/>
                  </a:lnTo>
                  <a:close/>
                </a:path>
                <a:path w="2184400" h="5782310">
                  <a:moveTo>
                    <a:pt x="1316736" y="1905000"/>
                  </a:moveTo>
                  <a:lnTo>
                    <a:pt x="1313688" y="1901952"/>
                  </a:lnTo>
                  <a:lnTo>
                    <a:pt x="1306068" y="1901952"/>
                  </a:lnTo>
                  <a:lnTo>
                    <a:pt x="1303020" y="1905000"/>
                  </a:lnTo>
                  <a:lnTo>
                    <a:pt x="1303020" y="1953768"/>
                  </a:lnTo>
                  <a:lnTo>
                    <a:pt x="1306068" y="1956816"/>
                  </a:lnTo>
                  <a:lnTo>
                    <a:pt x="1313688" y="1956816"/>
                  </a:lnTo>
                  <a:lnTo>
                    <a:pt x="1316736" y="1953768"/>
                  </a:lnTo>
                  <a:lnTo>
                    <a:pt x="1316736" y="1905000"/>
                  </a:lnTo>
                  <a:close/>
                </a:path>
                <a:path w="2184400" h="5782310">
                  <a:moveTo>
                    <a:pt x="1316736" y="1822704"/>
                  </a:moveTo>
                  <a:lnTo>
                    <a:pt x="1313688" y="1819656"/>
                  </a:lnTo>
                  <a:lnTo>
                    <a:pt x="1306068" y="1819656"/>
                  </a:lnTo>
                  <a:lnTo>
                    <a:pt x="1303020" y="1822704"/>
                  </a:lnTo>
                  <a:lnTo>
                    <a:pt x="1303020" y="1871472"/>
                  </a:lnTo>
                  <a:lnTo>
                    <a:pt x="1306068" y="1874520"/>
                  </a:lnTo>
                  <a:lnTo>
                    <a:pt x="1313688" y="1874520"/>
                  </a:lnTo>
                  <a:lnTo>
                    <a:pt x="1316736" y="1871472"/>
                  </a:lnTo>
                  <a:lnTo>
                    <a:pt x="1316736" y="1822704"/>
                  </a:lnTo>
                  <a:close/>
                </a:path>
                <a:path w="2184400" h="5782310">
                  <a:moveTo>
                    <a:pt x="1316736" y="1740408"/>
                  </a:moveTo>
                  <a:lnTo>
                    <a:pt x="1313688" y="1737360"/>
                  </a:lnTo>
                  <a:lnTo>
                    <a:pt x="1306068" y="1737360"/>
                  </a:lnTo>
                  <a:lnTo>
                    <a:pt x="1303020" y="1740408"/>
                  </a:lnTo>
                  <a:lnTo>
                    <a:pt x="1303020" y="1789176"/>
                  </a:lnTo>
                  <a:lnTo>
                    <a:pt x="1306068" y="1792224"/>
                  </a:lnTo>
                  <a:lnTo>
                    <a:pt x="1313688" y="1792224"/>
                  </a:lnTo>
                  <a:lnTo>
                    <a:pt x="1316736" y="1789176"/>
                  </a:lnTo>
                  <a:lnTo>
                    <a:pt x="1316736" y="1740408"/>
                  </a:lnTo>
                  <a:close/>
                </a:path>
                <a:path w="2184400" h="5782310">
                  <a:moveTo>
                    <a:pt x="1316736" y="1656588"/>
                  </a:moveTo>
                  <a:lnTo>
                    <a:pt x="1313688" y="1653540"/>
                  </a:lnTo>
                  <a:lnTo>
                    <a:pt x="1306068" y="1653540"/>
                  </a:lnTo>
                  <a:lnTo>
                    <a:pt x="1303020" y="1656588"/>
                  </a:lnTo>
                  <a:lnTo>
                    <a:pt x="1303020" y="1705356"/>
                  </a:lnTo>
                  <a:lnTo>
                    <a:pt x="1306068" y="1708404"/>
                  </a:lnTo>
                  <a:lnTo>
                    <a:pt x="1313688" y="1708404"/>
                  </a:lnTo>
                  <a:lnTo>
                    <a:pt x="1316736" y="1705356"/>
                  </a:lnTo>
                  <a:lnTo>
                    <a:pt x="1316736" y="1656588"/>
                  </a:lnTo>
                  <a:close/>
                </a:path>
                <a:path w="2184400" h="5782310">
                  <a:moveTo>
                    <a:pt x="1316736" y="1574292"/>
                  </a:moveTo>
                  <a:lnTo>
                    <a:pt x="1313688" y="1571244"/>
                  </a:lnTo>
                  <a:lnTo>
                    <a:pt x="1306068" y="1571244"/>
                  </a:lnTo>
                  <a:lnTo>
                    <a:pt x="1303020" y="1574292"/>
                  </a:lnTo>
                  <a:lnTo>
                    <a:pt x="1303020" y="1623060"/>
                  </a:lnTo>
                  <a:lnTo>
                    <a:pt x="1306068" y="1626108"/>
                  </a:lnTo>
                  <a:lnTo>
                    <a:pt x="1313688" y="1626108"/>
                  </a:lnTo>
                  <a:lnTo>
                    <a:pt x="1316736" y="1623060"/>
                  </a:lnTo>
                  <a:lnTo>
                    <a:pt x="1316736" y="1574292"/>
                  </a:lnTo>
                  <a:close/>
                </a:path>
                <a:path w="2184400" h="5782310">
                  <a:moveTo>
                    <a:pt x="1316736" y="1491996"/>
                  </a:moveTo>
                  <a:lnTo>
                    <a:pt x="1313688" y="1488948"/>
                  </a:lnTo>
                  <a:lnTo>
                    <a:pt x="1306068" y="1488948"/>
                  </a:lnTo>
                  <a:lnTo>
                    <a:pt x="1303020" y="1491996"/>
                  </a:lnTo>
                  <a:lnTo>
                    <a:pt x="1303020" y="1540764"/>
                  </a:lnTo>
                  <a:lnTo>
                    <a:pt x="1306068" y="1543812"/>
                  </a:lnTo>
                  <a:lnTo>
                    <a:pt x="1313688" y="1543812"/>
                  </a:lnTo>
                  <a:lnTo>
                    <a:pt x="1316736" y="1540764"/>
                  </a:lnTo>
                  <a:lnTo>
                    <a:pt x="1316736" y="1491996"/>
                  </a:lnTo>
                  <a:close/>
                </a:path>
                <a:path w="2184400" h="5782310">
                  <a:moveTo>
                    <a:pt x="1316736" y="1408176"/>
                  </a:moveTo>
                  <a:lnTo>
                    <a:pt x="1313688" y="1405128"/>
                  </a:lnTo>
                  <a:lnTo>
                    <a:pt x="1306068" y="1405128"/>
                  </a:lnTo>
                  <a:lnTo>
                    <a:pt x="1303020" y="1408176"/>
                  </a:lnTo>
                  <a:lnTo>
                    <a:pt x="1303020" y="1458468"/>
                  </a:lnTo>
                  <a:lnTo>
                    <a:pt x="1306068" y="1461516"/>
                  </a:lnTo>
                  <a:lnTo>
                    <a:pt x="1313688" y="1461516"/>
                  </a:lnTo>
                  <a:lnTo>
                    <a:pt x="1316736" y="1458468"/>
                  </a:lnTo>
                  <a:lnTo>
                    <a:pt x="1316736" y="1408176"/>
                  </a:lnTo>
                  <a:close/>
                </a:path>
                <a:path w="2184400" h="5782310">
                  <a:moveTo>
                    <a:pt x="1316736" y="1325880"/>
                  </a:moveTo>
                  <a:lnTo>
                    <a:pt x="1313688" y="1322832"/>
                  </a:lnTo>
                  <a:lnTo>
                    <a:pt x="1306068" y="1322832"/>
                  </a:lnTo>
                  <a:lnTo>
                    <a:pt x="1303020" y="1325880"/>
                  </a:lnTo>
                  <a:lnTo>
                    <a:pt x="1303020" y="1374648"/>
                  </a:lnTo>
                  <a:lnTo>
                    <a:pt x="1306068" y="1377696"/>
                  </a:lnTo>
                  <a:lnTo>
                    <a:pt x="1313688" y="1377696"/>
                  </a:lnTo>
                  <a:lnTo>
                    <a:pt x="1316736" y="1374648"/>
                  </a:lnTo>
                  <a:lnTo>
                    <a:pt x="1316736" y="1325880"/>
                  </a:lnTo>
                  <a:close/>
                </a:path>
                <a:path w="2184400" h="5782310">
                  <a:moveTo>
                    <a:pt x="1316736" y="1243584"/>
                  </a:moveTo>
                  <a:lnTo>
                    <a:pt x="1313688" y="1240536"/>
                  </a:lnTo>
                  <a:lnTo>
                    <a:pt x="1306068" y="1240536"/>
                  </a:lnTo>
                  <a:lnTo>
                    <a:pt x="1303020" y="1243584"/>
                  </a:lnTo>
                  <a:lnTo>
                    <a:pt x="1303020" y="1292352"/>
                  </a:lnTo>
                  <a:lnTo>
                    <a:pt x="1306068" y="1295400"/>
                  </a:lnTo>
                  <a:lnTo>
                    <a:pt x="1313688" y="1295400"/>
                  </a:lnTo>
                  <a:lnTo>
                    <a:pt x="1316736" y="1292352"/>
                  </a:lnTo>
                  <a:lnTo>
                    <a:pt x="1316736" y="1243584"/>
                  </a:lnTo>
                  <a:close/>
                </a:path>
                <a:path w="2184400" h="5782310">
                  <a:moveTo>
                    <a:pt x="1316736" y="1161288"/>
                  </a:moveTo>
                  <a:lnTo>
                    <a:pt x="1313688" y="1158240"/>
                  </a:lnTo>
                  <a:lnTo>
                    <a:pt x="1306068" y="1158240"/>
                  </a:lnTo>
                  <a:lnTo>
                    <a:pt x="1303020" y="1161288"/>
                  </a:lnTo>
                  <a:lnTo>
                    <a:pt x="1303020" y="1210056"/>
                  </a:lnTo>
                  <a:lnTo>
                    <a:pt x="1306068" y="1213104"/>
                  </a:lnTo>
                  <a:lnTo>
                    <a:pt x="1313688" y="1213104"/>
                  </a:lnTo>
                  <a:lnTo>
                    <a:pt x="1316736" y="1210056"/>
                  </a:lnTo>
                  <a:lnTo>
                    <a:pt x="1316736" y="1161288"/>
                  </a:lnTo>
                  <a:close/>
                </a:path>
                <a:path w="2184400" h="5782310">
                  <a:moveTo>
                    <a:pt x="1316736" y="1077468"/>
                  </a:moveTo>
                  <a:lnTo>
                    <a:pt x="1313688" y="1074420"/>
                  </a:lnTo>
                  <a:lnTo>
                    <a:pt x="1306068" y="1074420"/>
                  </a:lnTo>
                  <a:lnTo>
                    <a:pt x="1303020" y="1077468"/>
                  </a:lnTo>
                  <a:lnTo>
                    <a:pt x="1303020" y="1126236"/>
                  </a:lnTo>
                  <a:lnTo>
                    <a:pt x="1306068" y="1129284"/>
                  </a:lnTo>
                  <a:lnTo>
                    <a:pt x="1313688" y="1129284"/>
                  </a:lnTo>
                  <a:lnTo>
                    <a:pt x="1316736" y="1126236"/>
                  </a:lnTo>
                  <a:lnTo>
                    <a:pt x="1316736" y="1077468"/>
                  </a:lnTo>
                  <a:close/>
                </a:path>
                <a:path w="2184400" h="5782310">
                  <a:moveTo>
                    <a:pt x="1316736" y="995172"/>
                  </a:moveTo>
                  <a:lnTo>
                    <a:pt x="1313688" y="992124"/>
                  </a:lnTo>
                  <a:lnTo>
                    <a:pt x="1306068" y="992124"/>
                  </a:lnTo>
                  <a:lnTo>
                    <a:pt x="1303020" y="995172"/>
                  </a:lnTo>
                  <a:lnTo>
                    <a:pt x="1303020" y="1043940"/>
                  </a:lnTo>
                  <a:lnTo>
                    <a:pt x="1306068" y="1046988"/>
                  </a:lnTo>
                  <a:lnTo>
                    <a:pt x="1313688" y="1046988"/>
                  </a:lnTo>
                  <a:lnTo>
                    <a:pt x="1316736" y="1043940"/>
                  </a:lnTo>
                  <a:lnTo>
                    <a:pt x="1316736" y="995172"/>
                  </a:lnTo>
                  <a:close/>
                </a:path>
                <a:path w="2184400" h="5782310">
                  <a:moveTo>
                    <a:pt x="1316736" y="912876"/>
                  </a:moveTo>
                  <a:lnTo>
                    <a:pt x="1313688" y="909828"/>
                  </a:lnTo>
                  <a:lnTo>
                    <a:pt x="1306068" y="909828"/>
                  </a:lnTo>
                  <a:lnTo>
                    <a:pt x="1303020" y="912876"/>
                  </a:lnTo>
                  <a:lnTo>
                    <a:pt x="1303020" y="961644"/>
                  </a:lnTo>
                  <a:lnTo>
                    <a:pt x="1306068" y="964692"/>
                  </a:lnTo>
                  <a:lnTo>
                    <a:pt x="1313688" y="964692"/>
                  </a:lnTo>
                  <a:lnTo>
                    <a:pt x="1316736" y="961644"/>
                  </a:lnTo>
                  <a:lnTo>
                    <a:pt x="1316736" y="912876"/>
                  </a:lnTo>
                  <a:close/>
                </a:path>
                <a:path w="2184400" h="5782310">
                  <a:moveTo>
                    <a:pt x="1316736" y="829056"/>
                  </a:moveTo>
                  <a:lnTo>
                    <a:pt x="1313688" y="826008"/>
                  </a:lnTo>
                  <a:lnTo>
                    <a:pt x="1306068" y="826008"/>
                  </a:lnTo>
                  <a:lnTo>
                    <a:pt x="1303020" y="829056"/>
                  </a:lnTo>
                  <a:lnTo>
                    <a:pt x="1303020" y="879348"/>
                  </a:lnTo>
                  <a:lnTo>
                    <a:pt x="1306068" y="882396"/>
                  </a:lnTo>
                  <a:lnTo>
                    <a:pt x="1313688" y="882396"/>
                  </a:lnTo>
                  <a:lnTo>
                    <a:pt x="1316736" y="879348"/>
                  </a:lnTo>
                  <a:lnTo>
                    <a:pt x="1316736" y="829056"/>
                  </a:lnTo>
                  <a:close/>
                </a:path>
                <a:path w="2184400" h="5782310">
                  <a:moveTo>
                    <a:pt x="1316736" y="746760"/>
                  </a:moveTo>
                  <a:lnTo>
                    <a:pt x="1313688" y="743712"/>
                  </a:lnTo>
                  <a:lnTo>
                    <a:pt x="1306068" y="743712"/>
                  </a:lnTo>
                  <a:lnTo>
                    <a:pt x="1303020" y="746760"/>
                  </a:lnTo>
                  <a:lnTo>
                    <a:pt x="1303020" y="795528"/>
                  </a:lnTo>
                  <a:lnTo>
                    <a:pt x="1306068" y="798576"/>
                  </a:lnTo>
                  <a:lnTo>
                    <a:pt x="1313688" y="798576"/>
                  </a:lnTo>
                  <a:lnTo>
                    <a:pt x="1316736" y="795528"/>
                  </a:lnTo>
                  <a:lnTo>
                    <a:pt x="1316736" y="746760"/>
                  </a:lnTo>
                  <a:close/>
                </a:path>
                <a:path w="2184400" h="5782310">
                  <a:moveTo>
                    <a:pt x="1316736" y="664464"/>
                  </a:moveTo>
                  <a:lnTo>
                    <a:pt x="1313688" y="661416"/>
                  </a:lnTo>
                  <a:lnTo>
                    <a:pt x="1306068" y="661416"/>
                  </a:lnTo>
                  <a:lnTo>
                    <a:pt x="1303020" y="664464"/>
                  </a:lnTo>
                  <a:lnTo>
                    <a:pt x="1303020" y="713232"/>
                  </a:lnTo>
                  <a:lnTo>
                    <a:pt x="1306068" y="716280"/>
                  </a:lnTo>
                  <a:lnTo>
                    <a:pt x="1313688" y="716280"/>
                  </a:lnTo>
                  <a:lnTo>
                    <a:pt x="1316736" y="713232"/>
                  </a:lnTo>
                  <a:lnTo>
                    <a:pt x="1316736" y="664464"/>
                  </a:lnTo>
                  <a:close/>
                </a:path>
                <a:path w="2184400" h="5782310">
                  <a:moveTo>
                    <a:pt x="1316736" y="582168"/>
                  </a:moveTo>
                  <a:lnTo>
                    <a:pt x="1313688" y="579120"/>
                  </a:lnTo>
                  <a:lnTo>
                    <a:pt x="1306068" y="579120"/>
                  </a:lnTo>
                  <a:lnTo>
                    <a:pt x="1303020" y="582168"/>
                  </a:lnTo>
                  <a:lnTo>
                    <a:pt x="1303020" y="630936"/>
                  </a:lnTo>
                  <a:lnTo>
                    <a:pt x="1306068" y="633984"/>
                  </a:lnTo>
                  <a:lnTo>
                    <a:pt x="1313688" y="633984"/>
                  </a:lnTo>
                  <a:lnTo>
                    <a:pt x="1316736" y="630936"/>
                  </a:lnTo>
                  <a:lnTo>
                    <a:pt x="1316736" y="582168"/>
                  </a:lnTo>
                  <a:close/>
                </a:path>
                <a:path w="2184400" h="5782310">
                  <a:moveTo>
                    <a:pt x="1316736" y="498348"/>
                  </a:moveTo>
                  <a:lnTo>
                    <a:pt x="1313688" y="495300"/>
                  </a:lnTo>
                  <a:lnTo>
                    <a:pt x="1306068" y="495300"/>
                  </a:lnTo>
                  <a:lnTo>
                    <a:pt x="1303020" y="498348"/>
                  </a:lnTo>
                  <a:lnTo>
                    <a:pt x="1303020" y="547116"/>
                  </a:lnTo>
                  <a:lnTo>
                    <a:pt x="1306068" y="550164"/>
                  </a:lnTo>
                  <a:lnTo>
                    <a:pt x="1313688" y="550164"/>
                  </a:lnTo>
                  <a:lnTo>
                    <a:pt x="1316736" y="547116"/>
                  </a:lnTo>
                  <a:lnTo>
                    <a:pt x="1316736" y="498348"/>
                  </a:lnTo>
                  <a:close/>
                </a:path>
                <a:path w="2184400" h="5782310">
                  <a:moveTo>
                    <a:pt x="1316736" y="416052"/>
                  </a:moveTo>
                  <a:lnTo>
                    <a:pt x="1313688" y="413004"/>
                  </a:lnTo>
                  <a:lnTo>
                    <a:pt x="1306068" y="413004"/>
                  </a:lnTo>
                  <a:lnTo>
                    <a:pt x="1303020" y="416052"/>
                  </a:lnTo>
                  <a:lnTo>
                    <a:pt x="1303020" y="464820"/>
                  </a:lnTo>
                  <a:lnTo>
                    <a:pt x="1306068" y="467868"/>
                  </a:lnTo>
                  <a:lnTo>
                    <a:pt x="1313688" y="467868"/>
                  </a:lnTo>
                  <a:lnTo>
                    <a:pt x="1316736" y="464820"/>
                  </a:lnTo>
                  <a:lnTo>
                    <a:pt x="1316736" y="416052"/>
                  </a:lnTo>
                  <a:close/>
                </a:path>
                <a:path w="2184400" h="5782310">
                  <a:moveTo>
                    <a:pt x="1316736" y="333756"/>
                  </a:moveTo>
                  <a:lnTo>
                    <a:pt x="1313688" y="330708"/>
                  </a:lnTo>
                  <a:lnTo>
                    <a:pt x="1306068" y="330708"/>
                  </a:lnTo>
                  <a:lnTo>
                    <a:pt x="1303020" y="333756"/>
                  </a:lnTo>
                  <a:lnTo>
                    <a:pt x="1303020" y="382524"/>
                  </a:lnTo>
                  <a:lnTo>
                    <a:pt x="1306068" y="385572"/>
                  </a:lnTo>
                  <a:lnTo>
                    <a:pt x="1313688" y="385572"/>
                  </a:lnTo>
                  <a:lnTo>
                    <a:pt x="1316736" y="382524"/>
                  </a:lnTo>
                  <a:lnTo>
                    <a:pt x="1316736" y="333756"/>
                  </a:lnTo>
                  <a:close/>
                </a:path>
                <a:path w="2184400" h="5782310">
                  <a:moveTo>
                    <a:pt x="1316736" y="249936"/>
                  </a:moveTo>
                  <a:lnTo>
                    <a:pt x="1313688" y="246888"/>
                  </a:lnTo>
                  <a:lnTo>
                    <a:pt x="1306068" y="246888"/>
                  </a:lnTo>
                  <a:lnTo>
                    <a:pt x="1303020" y="249936"/>
                  </a:lnTo>
                  <a:lnTo>
                    <a:pt x="1303020" y="300228"/>
                  </a:lnTo>
                  <a:lnTo>
                    <a:pt x="1306068" y="303276"/>
                  </a:lnTo>
                  <a:lnTo>
                    <a:pt x="1313688" y="303276"/>
                  </a:lnTo>
                  <a:lnTo>
                    <a:pt x="1316736" y="300228"/>
                  </a:lnTo>
                  <a:lnTo>
                    <a:pt x="1316736" y="249936"/>
                  </a:lnTo>
                  <a:close/>
                </a:path>
                <a:path w="2184400" h="5782310">
                  <a:moveTo>
                    <a:pt x="1316736" y="167640"/>
                  </a:moveTo>
                  <a:lnTo>
                    <a:pt x="1313688" y="164592"/>
                  </a:lnTo>
                  <a:lnTo>
                    <a:pt x="1306068" y="164592"/>
                  </a:lnTo>
                  <a:lnTo>
                    <a:pt x="1303020" y="167640"/>
                  </a:lnTo>
                  <a:lnTo>
                    <a:pt x="1303020" y="216408"/>
                  </a:lnTo>
                  <a:lnTo>
                    <a:pt x="1306068" y="219456"/>
                  </a:lnTo>
                  <a:lnTo>
                    <a:pt x="1313688" y="219456"/>
                  </a:lnTo>
                  <a:lnTo>
                    <a:pt x="1316736" y="216408"/>
                  </a:lnTo>
                  <a:lnTo>
                    <a:pt x="1316736" y="167640"/>
                  </a:lnTo>
                  <a:close/>
                </a:path>
                <a:path w="2184400" h="5782310">
                  <a:moveTo>
                    <a:pt x="1316736" y="85344"/>
                  </a:moveTo>
                  <a:lnTo>
                    <a:pt x="1313688" y="82296"/>
                  </a:lnTo>
                  <a:lnTo>
                    <a:pt x="1306068" y="82296"/>
                  </a:lnTo>
                  <a:lnTo>
                    <a:pt x="1303020" y="85344"/>
                  </a:lnTo>
                  <a:lnTo>
                    <a:pt x="1303020" y="134112"/>
                  </a:lnTo>
                  <a:lnTo>
                    <a:pt x="1306068" y="137160"/>
                  </a:lnTo>
                  <a:lnTo>
                    <a:pt x="1313688" y="137160"/>
                  </a:lnTo>
                  <a:lnTo>
                    <a:pt x="1316736" y="134112"/>
                  </a:lnTo>
                  <a:lnTo>
                    <a:pt x="1316736" y="85344"/>
                  </a:lnTo>
                  <a:close/>
                </a:path>
                <a:path w="2184400" h="5782310">
                  <a:moveTo>
                    <a:pt x="1316736" y="3048"/>
                  </a:moveTo>
                  <a:lnTo>
                    <a:pt x="1313688" y="0"/>
                  </a:lnTo>
                  <a:lnTo>
                    <a:pt x="1306068" y="0"/>
                  </a:lnTo>
                  <a:lnTo>
                    <a:pt x="1303020" y="3048"/>
                  </a:lnTo>
                  <a:lnTo>
                    <a:pt x="1303020" y="51816"/>
                  </a:lnTo>
                  <a:lnTo>
                    <a:pt x="1306068" y="54864"/>
                  </a:lnTo>
                  <a:lnTo>
                    <a:pt x="1313688" y="54864"/>
                  </a:lnTo>
                  <a:lnTo>
                    <a:pt x="1316736" y="51816"/>
                  </a:lnTo>
                  <a:lnTo>
                    <a:pt x="1316736" y="3048"/>
                  </a:lnTo>
                  <a:close/>
                </a:path>
                <a:path w="2184400" h="5782310">
                  <a:moveTo>
                    <a:pt x="1533144" y="5266944"/>
                  </a:moveTo>
                  <a:lnTo>
                    <a:pt x="1530096" y="5263896"/>
                  </a:lnTo>
                  <a:lnTo>
                    <a:pt x="1522476" y="5263896"/>
                  </a:lnTo>
                  <a:lnTo>
                    <a:pt x="1519428" y="5266944"/>
                  </a:lnTo>
                  <a:lnTo>
                    <a:pt x="1519428" y="5291328"/>
                  </a:lnTo>
                  <a:lnTo>
                    <a:pt x="1522476" y="5294376"/>
                  </a:lnTo>
                  <a:lnTo>
                    <a:pt x="1530096" y="5294376"/>
                  </a:lnTo>
                  <a:lnTo>
                    <a:pt x="1533144" y="5291328"/>
                  </a:lnTo>
                  <a:lnTo>
                    <a:pt x="1533144" y="5266944"/>
                  </a:lnTo>
                  <a:close/>
                </a:path>
                <a:path w="2184400" h="5782310">
                  <a:moveTo>
                    <a:pt x="1533144" y="5184648"/>
                  </a:moveTo>
                  <a:lnTo>
                    <a:pt x="1530096" y="5181600"/>
                  </a:lnTo>
                  <a:lnTo>
                    <a:pt x="1522476" y="5181600"/>
                  </a:lnTo>
                  <a:lnTo>
                    <a:pt x="1519428" y="5184648"/>
                  </a:lnTo>
                  <a:lnTo>
                    <a:pt x="1519428" y="5233416"/>
                  </a:lnTo>
                  <a:lnTo>
                    <a:pt x="1522476" y="5236464"/>
                  </a:lnTo>
                  <a:lnTo>
                    <a:pt x="1530096" y="5236464"/>
                  </a:lnTo>
                  <a:lnTo>
                    <a:pt x="1533144" y="5233416"/>
                  </a:lnTo>
                  <a:lnTo>
                    <a:pt x="1533144" y="5184648"/>
                  </a:lnTo>
                  <a:close/>
                </a:path>
                <a:path w="2184400" h="5782310">
                  <a:moveTo>
                    <a:pt x="1533144" y="5102352"/>
                  </a:moveTo>
                  <a:lnTo>
                    <a:pt x="1530096" y="5099304"/>
                  </a:lnTo>
                  <a:lnTo>
                    <a:pt x="1522476" y="5099304"/>
                  </a:lnTo>
                  <a:lnTo>
                    <a:pt x="1519428" y="5102352"/>
                  </a:lnTo>
                  <a:lnTo>
                    <a:pt x="1519428" y="5151120"/>
                  </a:lnTo>
                  <a:lnTo>
                    <a:pt x="1522476" y="5154168"/>
                  </a:lnTo>
                  <a:lnTo>
                    <a:pt x="1530096" y="5154168"/>
                  </a:lnTo>
                  <a:lnTo>
                    <a:pt x="1533144" y="5151120"/>
                  </a:lnTo>
                  <a:lnTo>
                    <a:pt x="1533144" y="5102352"/>
                  </a:lnTo>
                  <a:close/>
                </a:path>
                <a:path w="2184400" h="5782310">
                  <a:moveTo>
                    <a:pt x="1533144" y="5018532"/>
                  </a:moveTo>
                  <a:lnTo>
                    <a:pt x="1530096" y="5015484"/>
                  </a:lnTo>
                  <a:lnTo>
                    <a:pt x="1522476" y="5015484"/>
                  </a:lnTo>
                  <a:lnTo>
                    <a:pt x="1519428" y="5018532"/>
                  </a:lnTo>
                  <a:lnTo>
                    <a:pt x="1519428" y="5067300"/>
                  </a:lnTo>
                  <a:lnTo>
                    <a:pt x="1522476" y="5070348"/>
                  </a:lnTo>
                  <a:lnTo>
                    <a:pt x="1530096" y="5070348"/>
                  </a:lnTo>
                  <a:lnTo>
                    <a:pt x="1533144" y="5067300"/>
                  </a:lnTo>
                  <a:lnTo>
                    <a:pt x="1533144" y="5018532"/>
                  </a:lnTo>
                  <a:close/>
                </a:path>
                <a:path w="2184400" h="5782310">
                  <a:moveTo>
                    <a:pt x="1533144" y="4936236"/>
                  </a:moveTo>
                  <a:lnTo>
                    <a:pt x="1530096" y="4933188"/>
                  </a:lnTo>
                  <a:lnTo>
                    <a:pt x="1522476" y="4933188"/>
                  </a:lnTo>
                  <a:lnTo>
                    <a:pt x="1519428" y="4936236"/>
                  </a:lnTo>
                  <a:lnTo>
                    <a:pt x="1519428" y="4985004"/>
                  </a:lnTo>
                  <a:lnTo>
                    <a:pt x="1522476" y="4988052"/>
                  </a:lnTo>
                  <a:lnTo>
                    <a:pt x="1530096" y="4988052"/>
                  </a:lnTo>
                  <a:lnTo>
                    <a:pt x="1533144" y="4985004"/>
                  </a:lnTo>
                  <a:lnTo>
                    <a:pt x="1533144" y="4936236"/>
                  </a:lnTo>
                  <a:close/>
                </a:path>
                <a:path w="2184400" h="5782310">
                  <a:moveTo>
                    <a:pt x="1533144" y="4853940"/>
                  </a:moveTo>
                  <a:lnTo>
                    <a:pt x="1530096" y="4850892"/>
                  </a:lnTo>
                  <a:lnTo>
                    <a:pt x="1522476" y="4850892"/>
                  </a:lnTo>
                  <a:lnTo>
                    <a:pt x="1519428" y="4853940"/>
                  </a:lnTo>
                  <a:lnTo>
                    <a:pt x="1519428" y="4902708"/>
                  </a:lnTo>
                  <a:lnTo>
                    <a:pt x="1522476" y="4905756"/>
                  </a:lnTo>
                  <a:lnTo>
                    <a:pt x="1530096" y="4905756"/>
                  </a:lnTo>
                  <a:lnTo>
                    <a:pt x="1533144" y="4902708"/>
                  </a:lnTo>
                  <a:lnTo>
                    <a:pt x="1533144" y="4853940"/>
                  </a:lnTo>
                  <a:close/>
                </a:path>
                <a:path w="2184400" h="5782310">
                  <a:moveTo>
                    <a:pt x="1533144" y="4770120"/>
                  </a:moveTo>
                  <a:lnTo>
                    <a:pt x="1530096" y="4767072"/>
                  </a:lnTo>
                  <a:lnTo>
                    <a:pt x="1522476" y="4767072"/>
                  </a:lnTo>
                  <a:lnTo>
                    <a:pt x="1519428" y="4770120"/>
                  </a:lnTo>
                  <a:lnTo>
                    <a:pt x="1519428" y="4820412"/>
                  </a:lnTo>
                  <a:lnTo>
                    <a:pt x="1522476" y="4823460"/>
                  </a:lnTo>
                  <a:lnTo>
                    <a:pt x="1530096" y="4823460"/>
                  </a:lnTo>
                  <a:lnTo>
                    <a:pt x="1533144" y="4820412"/>
                  </a:lnTo>
                  <a:lnTo>
                    <a:pt x="1533144" y="4770120"/>
                  </a:lnTo>
                  <a:close/>
                </a:path>
                <a:path w="2184400" h="5782310">
                  <a:moveTo>
                    <a:pt x="1533144" y="4687824"/>
                  </a:moveTo>
                  <a:lnTo>
                    <a:pt x="1530096" y="4684776"/>
                  </a:lnTo>
                  <a:lnTo>
                    <a:pt x="1522476" y="4684776"/>
                  </a:lnTo>
                  <a:lnTo>
                    <a:pt x="1519428" y="4687824"/>
                  </a:lnTo>
                  <a:lnTo>
                    <a:pt x="1519428" y="4736592"/>
                  </a:lnTo>
                  <a:lnTo>
                    <a:pt x="1522476" y="4739640"/>
                  </a:lnTo>
                  <a:lnTo>
                    <a:pt x="1530096" y="4739640"/>
                  </a:lnTo>
                  <a:lnTo>
                    <a:pt x="1533144" y="4736592"/>
                  </a:lnTo>
                  <a:lnTo>
                    <a:pt x="1533144" y="4687824"/>
                  </a:lnTo>
                  <a:close/>
                </a:path>
                <a:path w="2184400" h="5782310">
                  <a:moveTo>
                    <a:pt x="1533144" y="4605528"/>
                  </a:moveTo>
                  <a:lnTo>
                    <a:pt x="1530096" y="4602480"/>
                  </a:lnTo>
                  <a:lnTo>
                    <a:pt x="1522476" y="4602480"/>
                  </a:lnTo>
                  <a:lnTo>
                    <a:pt x="1519428" y="4605528"/>
                  </a:lnTo>
                  <a:lnTo>
                    <a:pt x="1519428" y="4654308"/>
                  </a:lnTo>
                  <a:lnTo>
                    <a:pt x="1522476" y="4657344"/>
                  </a:lnTo>
                  <a:lnTo>
                    <a:pt x="1530096" y="4657344"/>
                  </a:lnTo>
                  <a:lnTo>
                    <a:pt x="1533144" y="4654308"/>
                  </a:lnTo>
                  <a:lnTo>
                    <a:pt x="1533144" y="4605528"/>
                  </a:lnTo>
                  <a:close/>
                </a:path>
                <a:path w="2184400" h="5782310">
                  <a:moveTo>
                    <a:pt x="1533144" y="4523232"/>
                  </a:moveTo>
                  <a:lnTo>
                    <a:pt x="1530096" y="4520184"/>
                  </a:lnTo>
                  <a:lnTo>
                    <a:pt x="1522476" y="4520184"/>
                  </a:lnTo>
                  <a:lnTo>
                    <a:pt x="1519428" y="4523232"/>
                  </a:lnTo>
                  <a:lnTo>
                    <a:pt x="1519428" y="4572000"/>
                  </a:lnTo>
                  <a:lnTo>
                    <a:pt x="1522476" y="4575048"/>
                  </a:lnTo>
                  <a:lnTo>
                    <a:pt x="1530096" y="4575048"/>
                  </a:lnTo>
                  <a:lnTo>
                    <a:pt x="1533144" y="4572000"/>
                  </a:lnTo>
                  <a:lnTo>
                    <a:pt x="1533144" y="4523232"/>
                  </a:lnTo>
                  <a:close/>
                </a:path>
                <a:path w="2184400" h="5782310">
                  <a:moveTo>
                    <a:pt x="1533144" y="4439412"/>
                  </a:moveTo>
                  <a:lnTo>
                    <a:pt x="1530096" y="4436364"/>
                  </a:lnTo>
                  <a:lnTo>
                    <a:pt x="1522476" y="4436364"/>
                  </a:lnTo>
                  <a:lnTo>
                    <a:pt x="1519428" y="4439412"/>
                  </a:lnTo>
                  <a:lnTo>
                    <a:pt x="1519428" y="4488180"/>
                  </a:lnTo>
                  <a:lnTo>
                    <a:pt x="1522476" y="4491228"/>
                  </a:lnTo>
                  <a:lnTo>
                    <a:pt x="1530096" y="4491228"/>
                  </a:lnTo>
                  <a:lnTo>
                    <a:pt x="1533144" y="4488180"/>
                  </a:lnTo>
                  <a:lnTo>
                    <a:pt x="1533144" y="4439412"/>
                  </a:lnTo>
                  <a:close/>
                </a:path>
                <a:path w="2184400" h="5782310">
                  <a:moveTo>
                    <a:pt x="1533144" y="4357116"/>
                  </a:moveTo>
                  <a:lnTo>
                    <a:pt x="1530096" y="4354068"/>
                  </a:lnTo>
                  <a:lnTo>
                    <a:pt x="1522476" y="4354068"/>
                  </a:lnTo>
                  <a:lnTo>
                    <a:pt x="1519428" y="4357116"/>
                  </a:lnTo>
                  <a:lnTo>
                    <a:pt x="1519428" y="4405884"/>
                  </a:lnTo>
                  <a:lnTo>
                    <a:pt x="1522476" y="4408932"/>
                  </a:lnTo>
                  <a:lnTo>
                    <a:pt x="1530096" y="4408932"/>
                  </a:lnTo>
                  <a:lnTo>
                    <a:pt x="1533144" y="4405884"/>
                  </a:lnTo>
                  <a:lnTo>
                    <a:pt x="1533144" y="4357116"/>
                  </a:lnTo>
                  <a:close/>
                </a:path>
                <a:path w="2184400" h="5782310">
                  <a:moveTo>
                    <a:pt x="1533144" y="4274820"/>
                  </a:moveTo>
                  <a:lnTo>
                    <a:pt x="1530096" y="4271772"/>
                  </a:lnTo>
                  <a:lnTo>
                    <a:pt x="1522476" y="4271772"/>
                  </a:lnTo>
                  <a:lnTo>
                    <a:pt x="1519428" y="4274820"/>
                  </a:lnTo>
                  <a:lnTo>
                    <a:pt x="1519428" y="4323588"/>
                  </a:lnTo>
                  <a:lnTo>
                    <a:pt x="1522476" y="4326636"/>
                  </a:lnTo>
                  <a:lnTo>
                    <a:pt x="1530096" y="4326636"/>
                  </a:lnTo>
                  <a:lnTo>
                    <a:pt x="1533144" y="4323588"/>
                  </a:lnTo>
                  <a:lnTo>
                    <a:pt x="1533144" y="4274820"/>
                  </a:lnTo>
                  <a:close/>
                </a:path>
                <a:path w="2184400" h="5782310">
                  <a:moveTo>
                    <a:pt x="1533144" y="4191000"/>
                  </a:moveTo>
                  <a:lnTo>
                    <a:pt x="1530096" y="4187952"/>
                  </a:lnTo>
                  <a:lnTo>
                    <a:pt x="1522476" y="4187952"/>
                  </a:lnTo>
                  <a:lnTo>
                    <a:pt x="1519428" y="4191000"/>
                  </a:lnTo>
                  <a:lnTo>
                    <a:pt x="1519428" y="4241292"/>
                  </a:lnTo>
                  <a:lnTo>
                    <a:pt x="1522476" y="4244340"/>
                  </a:lnTo>
                  <a:lnTo>
                    <a:pt x="1530096" y="4244340"/>
                  </a:lnTo>
                  <a:lnTo>
                    <a:pt x="1533144" y="4241292"/>
                  </a:lnTo>
                  <a:lnTo>
                    <a:pt x="1533144" y="4191000"/>
                  </a:lnTo>
                  <a:close/>
                </a:path>
                <a:path w="2184400" h="5782310">
                  <a:moveTo>
                    <a:pt x="1533144" y="4108704"/>
                  </a:moveTo>
                  <a:lnTo>
                    <a:pt x="1530096" y="4105656"/>
                  </a:lnTo>
                  <a:lnTo>
                    <a:pt x="1522476" y="4105656"/>
                  </a:lnTo>
                  <a:lnTo>
                    <a:pt x="1519428" y="4108704"/>
                  </a:lnTo>
                  <a:lnTo>
                    <a:pt x="1519428" y="4157472"/>
                  </a:lnTo>
                  <a:lnTo>
                    <a:pt x="1522476" y="4160520"/>
                  </a:lnTo>
                  <a:lnTo>
                    <a:pt x="1530096" y="4160520"/>
                  </a:lnTo>
                  <a:lnTo>
                    <a:pt x="1533144" y="4157472"/>
                  </a:lnTo>
                  <a:lnTo>
                    <a:pt x="1533144" y="4108704"/>
                  </a:lnTo>
                  <a:close/>
                </a:path>
                <a:path w="2184400" h="5782310">
                  <a:moveTo>
                    <a:pt x="1533144" y="4026408"/>
                  </a:moveTo>
                  <a:lnTo>
                    <a:pt x="1530096" y="4023360"/>
                  </a:lnTo>
                  <a:lnTo>
                    <a:pt x="1522476" y="4023360"/>
                  </a:lnTo>
                  <a:lnTo>
                    <a:pt x="1519428" y="4026408"/>
                  </a:lnTo>
                  <a:lnTo>
                    <a:pt x="1519428" y="4075176"/>
                  </a:lnTo>
                  <a:lnTo>
                    <a:pt x="1522476" y="4078224"/>
                  </a:lnTo>
                  <a:lnTo>
                    <a:pt x="1530096" y="4078224"/>
                  </a:lnTo>
                  <a:lnTo>
                    <a:pt x="1533144" y="4075176"/>
                  </a:lnTo>
                  <a:lnTo>
                    <a:pt x="1533144" y="4026408"/>
                  </a:lnTo>
                  <a:close/>
                </a:path>
                <a:path w="2184400" h="5782310">
                  <a:moveTo>
                    <a:pt x="1533144" y="3944112"/>
                  </a:moveTo>
                  <a:lnTo>
                    <a:pt x="1530096" y="3941064"/>
                  </a:lnTo>
                  <a:lnTo>
                    <a:pt x="1522476" y="3941064"/>
                  </a:lnTo>
                  <a:lnTo>
                    <a:pt x="1519428" y="3944112"/>
                  </a:lnTo>
                  <a:lnTo>
                    <a:pt x="1519428" y="3992880"/>
                  </a:lnTo>
                  <a:lnTo>
                    <a:pt x="1522476" y="3995928"/>
                  </a:lnTo>
                  <a:lnTo>
                    <a:pt x="1530096" y="3995928"/>
                  </a:lnTo>
                  <a:lnTo>
                    <a:pt x="1533144" y="3992880"/>
                  </a:lnTo>
                  <a:lnTo>
                    <a:pt x="1533144" y="3944112"/>
                  </a:lnTo>
                  <a:close/>
                </a:path>
                <a:path w="2184400" h="5782310">
                  <a:moveTo>
                    <a:pt x="1533144" y="3860292"/>
                  </a:moveTo>
                  <a:lnTo>
                    <a:pt x="1530096" y="3857244"/>
                  </a:lnTo>
                  <a:lnTo>
                    <a:pt x="1522476" y="3857244"/>
                  </a:lnTo>
                  <a:lnTo>
                    <a:pt x="1519428" y="3860292"/>
                  </a:lnTo>
                  <a:lnTo>
                    <a:pt x="1519428" y="3909060"/>
                  </a:lnTo>
                  <a:lnTo>
                    <a:pt x="1522476" y="3912108"/>
                  </a:lnTo>
                  <a:lnTo>
                    <a:pt x="1530096" y="3912108"/>
                  </a:lnTo>
                  <a:lnTo>
                    <a:pt x="1533144" y="3909060"/>
                  </a:lnTo>
                  <a:lnTo>
                    <a:pt x="1533144" y="3860292"/>
                  </a:lnTo>
                  <a:close/>
                </a:path>
                <a:path w="2184400" h="5782310">
                  <a:moveTo>
                    <a:pt x="1533144" y="3777996"/>
                  </a:moveTo>
                  <a:lnTo>
                    <a:pt x="1530096" y="3774948"/>
                  </a:lnTo>
                  <a:lnTo>
                    <a:pt x="1522476" y="3774948"/>
                  </a:lnTo>
                  <a:lnTo>
                    <a:pt x="1519428" y="3777996"/>
                  </a:lnTo>
                  <a:lnTo>
                    <a:pt x="1519428" y="3826764"/>
                  </a:lnTo>
                  <a:lnTo>
                    <a:pt x="1522476" y="3829812"/>
                  </a:lnTo>
                  <a:lnTo>
                    <a:pt x="1530096" y="3829812"/>
                  </a:lnTo>
                  <a:lnTo>
                    <a:pt x="1533144" y="3826764"/>
                  </a:lnTo>
                  <a:lnTo>
                    <a:pt x="1533144" y="3777996"/>
                  </a:lnTo>
                  <a:close/>
                </a:path>
                <a:path w="2184400" h="5782310">
                  <a:moveTo>
                    <a:pt x="1533144" y="3695700"/>
                  </a:moveTo>
                  <a:lnTo>
                    <a:pt x="1530096" y="3692652"/>
                  </a:lnTo>
                  <a:lnTo>
                    <a:pt x="1522476" y="3692652"/>
                  </a:lnTo>
                  <a:lnTo>
                    <a:pt x="1519428" y="3695700"/>
                  </a:lnTo>
                  <a:lnTo>
                    <a:pt x="1519428" y="3744468"/>
                  </a:lnTo>
                  <a:lnTo>
                    <a:pt x="1522476" y="3747516"/>
                  </a:lnTo>
                  <a:lnTo>
                    <a:pt x="1530096" y="3747516"/>
                  </a:lnTo>
                  <a:lnTo>
                    <a:pt x="1533144" y="3744468"/>
                  </a:lnTo>
                  <a:lnTo>
                    <a:pt x="1533144" y="3695700"/>
                  </a:lnTo>
                  <a:close/>
                </a:path>
                <a:path w="2184400" h="5782310">
                  <a:moveTo>
                    <a:pt x="1533144" y="3611880"/>
                  </a:moveTo>
                  <a:lnTo>
                    <a:pt x="1530096" y="3608832"/>
                  </a:lnTo>
                  <a:lnTo>
                    <a:pt x="1522476" y="3608832"/>
                  </a:lnTo>
                  <a:lnTo>
                    <a:pt x="1519428" y="3611880"/>
                  </a:lnTo>
                  <a:lnTo>
                    <a:pt x="1519428" y="3662172"/>
                  </a:lnTo>
                  <a:lnTo>
                    <a:pt x="1522476" y="3665220"/>
                  </a:lnTo>
                  <a:lnTo>
                    <a:pt x="1530096" y="3665220"/>
                  </a:lnTo>
                  <a:lnTo>
                    <a:pt x="1533144" y="3662172"/>
                  </a:lnTo>
                  <a:lnTo>
                    <a:pt x="1533144" y="3611880"/>
                  </a:lnTo>
                  <a:close/>
                </a:path>
                <a:path w="2184400" h="5782310">
                  <a:moveTo>
                    <a:pt x="1533144" y="3529584"/>
                  </a:moveTo>
                  <a:lnTo>
                    <a:pt x="1530096" y="3526536"/>
                  </a:lnTo>
                  <a:lnTo>
                    <a:pt x="1522476" y="3526536"/>
                  </a:lnTo>
                  <a:lnTo>
                    <a:pt x="1519428" y="3529584"/>
                  </a:lnTo>
                  <a:lnTo>
                    <a:pt x="1519428" y="3578352"/>
                  </a:lnTo>
                  <a:lnTo>
                    <a:pt x="1522476" y="3581400"/>
                  </a:lnTo>
                  <a:lnTo>
                    <a:pt x="1530096" y="3581400"/>
                  </a:lnTo>
                  <a:lnTo>
                    <a:pt x="1533144" y="3578352"/>
                  </a:lnTo>
                  <a:lnTo>
                    <a:pt x="1533144" y="3529584"/>
                  </a:lnTo>
                  <a:close/>
                </a:path>
                <a:path w="2184400" h="5782310">
                  <a:moveTo>
                    <a:pt x="1533144" y="3447288"/>
                  </a:moveTo>
                  <a:lnTo>
                    <a:pt x="1530096" y="3444240"/>
                  </a:lnTo>
                  <a:lnTo>
                    <a:pt x="1522476" y="3444240"/>
                  </a:lnTo>
                  <a:lnTo>
                    <a:pt x="1519428" y="3447288"/>
                  </a:lnTo>
                  <a:lnTo>
                    <a:pt x="1519428" y="3496056"/>
                  </a:lnTo>
                  <a:lnTo>
                    <a:pt x="1522476" y="3499104"/>
                  </a:lnTo>
                  <a:lnTo>
                    <a:pt x="1530096" y="3499104"/>
                  </a:lnTo>
                  <a:lnTo>
                    <a:pt x="1533144" y="3496056"/>
                  </a:lnTo>
                  <a:lnTo>
                    <a:pt x="1533144" y="3447288"/>
                  </a:lnTo>
                  <a:close/>
                </a:path>
                <a:path w="2184400" h="5782310">
                  <a:moveTo>
                    <a:pt x="1533144" y="3364992"/>
                  </a:moveTo>
                  <a:lnTo>
                    <a:pt x="1530096" y="3361944"/>
                  </a:lnTo>
                  <a:lnTo>
                    <a:pt x="1522476" y="3361944"/>
                  </a:lnTo>
                  <a:lnTo>
                    <a:pt x="1519428" y="3364992"/>
                  </a:lnTo>
                  <a:lnTo>
                    <a:pt x="1519428" y="3413760"/>
                  </a:lnTo>
                  <a:lnTo>
                    <a:pt x="1522476" y="3416808"/>
                  </a:lnTo>
                  <a:lnTo>
                    <a:pt x="1530096" y="3416808"/>
                  </a:lnTo>
                  <a:lnTo>
                    <a:pt x="1533144" y="3413760"/>
                  </a:lnTo>
                  <a:lnTo>
                    <a:pt x="1533144" y="3364992"/>
                  </a:lnTo>
                  <a:close/>
                </a:path>
                <a:path w="2184400" h="5782310">
                  <a:moveTo>
                    <a:pt x="1533144" y="3281172"/>
                  </a:moveTo>
                  <a:lnTo>
                    <a:pt x="1530096" y="3278124"/>
                  </a:lnTo>
                  <a:lnTo>
                    <a:pt x="1522476" y="3278124"/>
                  </a:lnTo>
                  <a:lnTo>
                    <a:pt x="1519428" y="3281172"/>
                  </a:lnTo>
                  <a:lnTo>
                    <a:pt x="1519428" y="3329940"/>
                  </a:lnTo>
                  <a:lnTo>
                    <a:pt x="1522476" y="3332988"/>
                  </a:lnTo>
                  <a:lnTo>
                    <a:pt x="1530096" y="3332988"/>
                  </a:lnTo>
                  <a:lnTo>
                    <a:pt x="1533144" y="3329940"/>
                  </a:lnTo>
                  <a:lnTo>
                    <a:pt x="1533144" y="3281172"/>
                  </a:lnTo>
                  <a:close/>
                </a:path>
                <a:path w="2184400" h="5782310">
                  <a:moveTo>
                    <a:pt x="1533144" y="3198876"/>
                  </a:moveTo>
                  <a:lnTo>
                    <a:pt x="1530096" y="3195828"/>
                  </a:lnTo>
                  <a:lnTo>
                    <a:pt x="1522476" y="3195828"/>
                  </a:lnTo>
                  <a:lnTo>
                    <a:pt x="1519428" y="3198876"/>
                  </a:lnTo>
                  <a:lnTo>
                    <a:pt x="1519428" y="3247644"/>
                  </a:lnTo>
                  <a:lnTo>
                    <a:pt x="1522476" y="3250692"/>
                  </a:lnTo>
                  <a:lnTo>
                    <a:pt x="1530096" y="3250692"/>
                  </a:lnTo>
                  <a:lnTo>
                    <a:pt x="1533144" y="3247644"/>
                  </a:lnTo>
                  <a:lnTo>
                    <a:pt x="1533144" y="3198876"/>
                  </a:lnTo>
                  <a:close/>
                </a:path>
                <a:path w="2184400" h="5782310">
                  <a:moveTo>
                    <a:pt x="1533144" y="3116580"/>
                  </a:moveTo>
                  <a:lnTo>
                    <a:pt x="1530096" y="3113532"/>
                  </a:lnTo>
                  <a:lnTo>
                    <a:pt x="1522476" y="3113532"/>
                  </a:lnTo>
                  <a:lnTo>
                    <a:pt x="1519428" y="3116580"/>
                  </a:lnTo>
                  <a:lnTo>
                    <a:pt x="1519428" y="3165348"/>
                  </a:lnTo>
                  <a:lnTo>
                    <a:pt x="1522476" y="3168396"/>
                  </a:lnTo>
                  <a:lnTo>
                    <a:pt x="1530096" y="3168396"/>
                  </a:lnTo>
                  <a:lnTo>
                    <a:pt x="1533144" y="3165348"/>
                  </a:lnTo>
                  <a:lnTo>
                    <a:pt x="1533144" y="3116580"/>
                  </a:lnTo>
                  <a:close/>
                </a:path>
                <a:path w="2184400" h="5782310">
                  <a:moveTo>
                    <a:pt x="1533144" y="3032760"/>
                  </a:moveTo>
                  <a:lnTo>
                    <a:pt x="1530096" y="3029712"/>
                  </a:lnTo>
                  <a:lnTo>
                    <a:pt x="1522476" y="3029712"/>
                  </a:lnTo>
                  <a:lnTo>
                    <a:pt x="1519428" y="3032760"/>
                  </a:lnTo>
                  <a:lnTo>
                    <a:pt x="1519428" y="3083052"/>
                  </a:lnTo>
                  <a:lnTo>
                    <a:pt x="1522476" y="3086100"/>
                  </a:lnTo>
                  <a:lnTo>
                    <a:pt x="1530096" y="3086100"/>
                  </a:lnTo>
                  <a:lnTo>
                    <a:pt x="1533144" y="3083052"/>
                  </a:lnTo>
                  <a:lnTo>
                    <a:pt x="1533144" y="3032760"/>
                  </a:lnTo>
                  <a:close/>
                </a:path>
                <a:path w="2184400" h="5782310">
                  <a:moveTo>
                    <a:pt x="1533144" y="2950464"/>
                  </a:moveTo>
                  <a:lnTo>
                    <a:pt x="1530096" y="2947416"/>
                  </a:lnTo>
                  <a:lnTo>
                    <a:pt x="1522476" y="2947416"/>
                  </a:lnTo>
                  <a:lnTo>
                    <a:pt x="1519428" y="2950464"/>
                  </a:lnTo>
                  <a:lnTo>
                    <a:pt x="1519428" y="2999232"/>
                  </a:lnTo>
                  <a:lnTo>
                    <a:pt x="1522476" y="3002280"/>
                  </a:lnTo>
                  <a:lnTo>
                    <a:pt x="1530096" y="3002280"/>
                  </a:lnTo>
                  <a:lnTo>
                    <a:pt x="1533144" y="2999232"/>
                  </a:lnTo>
                  <a:lnTo>
                    <a:pt x="1533144" y="2950464"/>
                  </a:lnTo>
                  <a:close/>
                </a:path>
                <a:path w="2184400" h="5782310">
                  <a:moveTo>
                    <a:pt x="1533144" y="2868168"/>
                  </a:moveTo>
                  <a:lnTo>
                    <a:pt x="1530096" y="2865120"/>
                  </a:lnTo>
                  <a:lnTo>
                    <a:pt x="1522476" y="2865120"/>
                  </a:lnTo>
                  <a:lnTo>
                    <a:pt x="1519428" y="2868168"/>
                  </a:lnTo>
                  <a:lnTo>
                    <a:pt x="1519428" y="2916936"/>
                  </a:lnTo>
                  <a:lnTo>
                    <a:pt x="1522476" y="2919984"/>
                  </a:lnTo>
                  <a:lnTo>
                    <a:pt x="1530096" y="2919984"/>
                  </a:lnTo>
                  <a:lnTo>
                    <a:pt x="1533144" y="2916936"/>
                  </a:lnTo>
                  <a:lnTo>
                    <a:pt x="1533144" y="2868168"/>
                  </a:lnTo>
                  <a:close/>
                </a:path>
                <a:path w="2184400" h="5782310">
                  <a:moveTo>
                    <a:pt x="1533144" y="2785872"/>
                  </a:moveTo>
                  <a:lnTo>
                    <a:pt x="1530096" y="2782824"/>
                  </a:lnTo>
                  <a:lnTo>
                    <a:pt x="1522476" y="2782824"/>
                  </a:lnTo>
                  <a:lnTo>
                    <a:pt x="1519428" y="2785872"/>
                  </a:lnTo>
                  <a:lnTo>
                    <a:pt x="1519428" y="2834640"/>
                  </a:lnTo>
                  <a:lnTo>
                    <a:pt x="1522476" y="2837688"/>
                  </a:lnTo>
                  <a:lnTo>
                    <a:pt x="1530096" y="2837688"/>
                  </a:lnTo>
                  <a:lnTo>
                    <a:pt x="1533144" y="2834640"/>
                  </a:lnTo>
                  <a:lnTo>
                    <a:pt x="1533144" y="2785872"/>
                  </a:lnTo>
                  <a:close/>
                </a:path>
                <a:path w="2184400" h="5782310">
                  <a:moveTo>
                    <a:pt x="1533144" y="2702052"/>
                  </a:moveTo>
                  <a:lnTo>
                    <a:pt x="1530096" y="2699004"/>
                  </a:lnTo>
                  <a:lnTo>
                    <a:pt x="1522476" y="2699004"/>
                  </a:lnTo>
                  <a:lnTo>
                    <a:pt x="1519428" y="2702052"/>
                  </a:lnTo>
                  <a:lnTo>
                    <a:pt x="1519428" y="2750820"/>
                  </a:lnTo>
                  <a:lnTo>
                    <a:pt x="1522476" y="2753868"/>
                  </a:lnTo>
                  <a:lnTo>
                    <a:pt x="1530096" y="2753868"/>
                  </a:lnTo>
                  <a:lnTo>
                    <a:pt x="1533144" y="2750820"/>
                  </a:lnTo>
                  <a:lnTo>
                    <a:pt x="1533144" y="2702052"/>
                  </a:lnTo>
                  <a:close/>
                </a:path>
                <a:path w="2184400" h="5782310">
                  <a:moveTo>
                    <a:pt x="1533144" y="2619756"/>
                  </a:moveTo>
                  <a:lnTo>
                    <a:pt x="1530096" y="2616708"/>
                  </a:lnTo>
                  <a:lnTo>
                    <a:pt x="1522476" y="2616708"/>
                  </a:lnTo>
                  <a:lnTo>
                    <a:pt x="1519428" y="2619756"/>
                  </a:lnTo>
                  <a:lnTo>
                    <a:pt x="1519428" y="2668524"/>
                  </a:lnTo>
                  <a:lnTo>
                    <a:pt x="1522476" y="2671572"/>
                  </a:lnTo>
                  <a:lnTo>
                    <a:pt x="1530096" y="2671572"/>
                  </a:lnTo>
                  <a:lnTo>
                    <a:pt x="1533144" y="2668524"/>
                  </a:lnTo>
                  <a:lnTo>
                    <a:pt x="1533144" y="2619756"/>
                  </a:lnTo>
                  <a:close/>
                </a:path>
                <a:path w="2184400" h="5782310">
                  <a:moveTo>
                    <a:pt x="1533144" y="2537460"/>
                  </a:moveTo>
                  <a:lnTo>
                    <a:pt x="1530096" y="2534412"/>
                  </a:lnTo>
                  <a:lnTo>
                    <a:pt x="1522476" y="2534412"/>
                  </a:lnTo>
                  <a:lnTo>
                    <a:pt x="1519428" y="2537460"/>
                  </a:lnTo>
                  <a:lnTo>
                    <a:pt x="1519428" y="2586228"/>
                  </a:lnTo>
                  <a:lnTo>
                    <a:pt x="1522476" y="2589276"/>
                  </a:lnTo>
                  <a:lnTo>
                    <a:pt x="1530096" y="2589276"/>
                  </a:lnTo>
                  <a:lnTo>
                    <a:pt x="1533144" y="2586228"/>
                  </a:lnTo>
                  <a:lnTo>
                    <a:pt x="1533144" y="2537460"/>
                  </a:lnTo>
                  <a:close/>
                </a:path>
                <a:path w="2184400" h="5782310">
                  <a:moveTo>
                    <a:pt x="1533144" y="2453640"/>
                  </a:moveTo>
                  <a:lnTo>
                    <a:pt x="1530096" y="2450592"/>
                  </a:lnTo>
                  <a:lnTo>
                    <a:pt x="1522476" y="2450592"/>
                  </a:lnTo>
                  <a:lnTo>
                    <a:pt x="1519428" y="2453640"/>
                  </a:lnTo>
                  <a:lnTo>
                    <a:pt x="1519428" y="2503932"/>
                  </a:lnTo>
                  <a:lnTo>
                    <a:pt x="1522476" y="2506980"/>
                  </a:lnTo>
                  <a:lnTo>
                    <a:pt x="1530096" y="2506980"/>
                  </a:lnTo>
                  <a:lnTo>
                    <a:pt x="1533144" y="2503932"/>
                  </a:lnTo>
                  <a:lnTo>
                    <a:pt x="1533144" y="2453640"/>
                  </a:lnTo>
                  <a:close/>
                </a:path>
                <a:path w="2184400" h="5782310">
                  <a:moveTo>
                    <a:pt x="1533144" y="2371344"/>
                  </a:moveTo>
                  <a:lnTo>
                    <a:pt x="1530096" y="2368296"/>
                  </a:lnTo>
                  <a:lnTo>
                    <a:pt x="1522476" y="2368296"/>
                  </a:lnTo>
                  <a:lnTo>
                    <a:pt x="1519428" y="2371344"/>
                  </a:lnTo>
                  <a:lnTo>
                    <a:pt x="1519428" y="2420112"/>
                  </a:lnTo>
                  <a:lnTo>
                    <a:pt x="1522476" y="2423160"/>
                  </a:lnTo>
                  <a:lnTo>
                    <a:pt x="1530096" y="2423160"/>
                  </a:lnTo>
                  <a:lnTo>
                    <a:pt x="1533144" y="2420112"/>
                  </a:lnTo>
                  <a:lnTo>
                    <a:pt x="1533144" y="2371344"/>
                  </a:lnTo>
                  <a:close/>
                </a:path>
                <a:path w="2184400" h="5782310">
                  <a:moveTo>
                    <a:pt x="1533144" y="2289048"/>
                  </a:moveTo>
                  <a:lnTo>
                    <a:pt x="1530096" y="2286000"/>
                  </a:lnTo>
                  <a:lnTo>
                    <a:pt x="1522476" y="2286000"/>
                  </a:lnTo>
                  <a:lnTo>
                    <a:pt x="1519428" y="2289048"/>
                  </a:lnTo>
                  <a:lnTo>
                    <a:pt x="1519428" y="2337816"/>
                  </a:lnTo>
                  <a:lnTo>
                    <a:pt x="1522476" y="2340864"/>
                  </a:lnTo>
                  <a:lnTo>
                    <a:pt x="1530096" y="2340864"/>
                  </a:lnTo>
                  <a:lnTo>
                    <a:pt x="1533144" y="2337816"/>
                  </a:lnTo>
                  <a:lnTo>
                    <a:pt x="1533144" y="2289048"/>
                  </a:lnTo>
                  <a:close/>
                </a:path>
                <a:path w="2184400" h="5782310">
                  <a:moveTo>
                    <a:pt x="1533144" y="2206752"/>
                  </a:moveTo>
                  <a:lnTo>
                    <a:pt x="1530096" y="2203704"/>
                  </a:lnTo>
                  <a:lnTo>
                    <a:pt x="1522476" y="2203704"/>
                  </a:lnTo>
                  <a:lnTo>
                    <a:pt x="1519428" y="2206752"/>
                  </a:lnTo>
                  <a:lnTo>
                    <a:pt x="1519428" y="2255520"/>
                  </a:lnTo>
                  <a:lnTo>
                    <a:pt x="1522476" y="2258568"/>
                  </a:lnTo>
                  <a:lnTo>
                    <a:pt x="1530096" y="2258568"/>
                  </a:lnTo>
                  <a:lnTo>
                    <a:pt x="1533144" y="2255520"/>
                  </a:lnTo>
                  <a:lnTo>
                    <a:pt x="1533144" y="2206752"/>
                  </a:lnTo>
                  <a:close/>
                </a:path>
                <a:path w="2184400" h="5782310">
                  <a:moveTo>
                    <a:pt x="1533144" y="2122932"/>
                  </a:moveTo>
                  <a:lnTo>
                    <a:pt x="1530096" y="2119884"/>
                  </a:lnTo>
                  <a:lnTo>
                    <a:pt x="1522476" y="2119884"/>
                  </a:lnTo>
                  <a:lnTo>
                    <a:pt x="1519428" y="2122932"/>
                  </a:lnTo>
                  <a:lnTo>
                    <a:pt x="1519428" y="2171700"/>
                  </a:lnTo>
                  <a:lnTo>
                    <a:pt x="1522476" y="2174748"/>
                  </a:lnTo>
                  <a:lnTo>
                    <a:pt x="1530096" y="2174748"/>
                  </a:lnTo>
                  <a:lnTo>
                    <a:pt x="1533144" y="2171700"/>
                  </a:lnTo>
                  <a:lnTo>
                    <a:pt x="1533144" y="2122932"/>
                  </a:lnTo>
                  <a:close/>
                </a:path>
                <a:path w="2184400" h="5782310">
                  <a:moveTo>
                    <a:pt x="1533144" y="2040636"/>
                  </a:moveTo>
                  <a:lnTo>
                    <a:pt x="1530096" y="2037588"/>
                  </a:lnTo>
                  <a:lnTo>
                    <a:pt x="1522476" y="2037588"/>
                  </a:lnTo>
                  <a:lnTo>
                    <a:pt x="1519428" y="2040636"/>
                  </a:lnTo>
                  <a:lnTo>
                    <a:pt x="1519428" y="2089404"/>
                  </a:lnTo>
                  <a:lnTo>
                    <a:pt x="1522476" y="2092452"/>
                  </a:lnTo>
                  <a:lnTo>
                    <a:pt x="1530096" y="2092452"/>
                  </a:lnTo>
                  <a:lnTo>
                    <a:pt x="1533144" y="2089404"/>
                  </a:lnTo>
                  <a:lnTo>
                    <a:pt x="1533144" y="2040636"/>
                  </a:lnTo>
                  <a:close/>
                </a:path>
                <a:path w="2184400" h="5782310">
                  <a:moveTo>
                    <a:pt x="1533144" y="1958340"/>
                  </a:moveTo>
                  <a:lnTo>
                    <a:pt x="1530096" y="1955292"/>
                  </a:lnTo>
                  <a:lnTo>
                    <a:pt x="1522476" y="1955292"/>
                  </a:lnTo>
                  <a:lnTo>
                    <a:pt x="1519428" y="1958340"/>
                  </a:lnTo>
                  <a:lnTo>
                    <a:pt x="1519428" y="2007108"/>
                  </a:lnTo>
                  <a:lnTo>
                    <a:pt x="1522476" y="2010156"/>
                  </a:lnTo>
                  <a:lnTo>
                    <a:pt x="1530096" y="2010156"/>
                  </a:lnTo>
                  <a:lnTo>
                    <a:pt x="1533144" y="2007108"/>
                  </a:lnTo>
                  <a:lnTo>
                    <a:pt x="1533144" y="1958340"/>
                  </a:lnTo>
                  <a:close/>
                </a:path>
                <a:path w="2184400" h="5782310">
                  <a:moveTo>
                    <a:pt x="1533144" y="1874520"/>
                  </a:moveTo>
                  <a:lnTo>
                    <a:pt x="1530096" y="1871472"/>
                  </a:lnTo>
                  <a:lnTo>
                    <a:pt x="1522476" y="1871472"/>
                  </a:lnTo>
                  <a:lnTo>
                    <a:pt x="1519428" y="1874520"/>
                  </a:lnTo>
                  <a:lnTo>
                    <a:pt x="1519428" y="1924812"/>
                  </a:lnTo>
                  <a:lnTo>
                    <a:pt x="1522476" y="1927860"/>
                  </a:lnTo>
                  <a:lnTo>
                    <a:pt x="1530096" y="1927860"/>
                  </a:lnTo>
                  <a:lnTo>
                    <a:pt x="1533144" y="1924812"/>
                  </a:lnTo>
                  <a:lnTo>
                    <a:pt x="1533144" y="1874520"/>
                  </a:lnTo>
                  <a:close/>
                </a:path>
                <a:path w="2184400" h="5782310">
                  <a:moveTo>
                    <a:pt x="1533144" y="1792224"/>
                  </a:moveTo>
                  <a:lnTo>
                    <a:pt x="1530096" y="1789176"/>
                  </a:lnTo>
                  <a:lnTo>
                    <a:pt x="1522476" y="1789176"/>
                  </a:lnTo>
                  <a:lnTo>
                    <a:pt x="1519428" y="1792224"/>
                  </a:lnTo>
                  <a:lnTo>
                    <a:pt x="1519428" y="1840992"/>
                  </a:lnTo>
                  <a:lnTo>
                    <a:pt x="1522476" y="1844040"/>
                  </a:lnTo>
                  <a:lnTo>
                    <a:pt x="1530096" y="1844040"/>
                  </a:lnTo>
                  <a:lnTo>
                    <a:pt x="1533144" y="1840992"/>
                  </a:lnTo>
                  <a:lnTo>
                    <a:pt x="1533144" y="1792224"/>
                  </a:lnTo>
                  <a:close/>
                </a:path>
                <a:path w="2184400" h="5782310">
                  <a:moveTo>
                    <a:pt x="1533144" y="1709928"/>
                  </a:moveTo>
                  <a:lnTo>
                    <a:pt x="1530096" y="1706880"/>
                  </a:lnTo>
                  <a:lnTo>
                    <a:pt x="1522476" y="1706880"/>
                  </a:lnTo>
                  <a:lnTo>
                    <a:pt x="1519428" y="1709928"/>
                  </a:lnTo>
                  <a:lnTo>
                    <a:pt x="1519428" y="1758696"/>
                  </a:lnTo>
                  <a:lnTo>
                    <a:pt x="1522476" y="1761744"/>
                  </a:lnTo>
                  <a:lnTo>
                    <a:pt x="1530096" y="1761744"/>
                  </a:lnTo>
                  <a:lnTo>
                    <a:pt x="1533144" y="1758696"/>
                  </a:lnTo>
                  <a:lnTo>
                    <a:pt x="1533144" y="1709928"/>
                  </a:lnTo>
                  <a:close/>
                </a:path>
                <a:path w="2184400" h="5782310">
                  <a:moveTo>
                    <a:pt x="1533144" y="1627632"/>
                  </a:moveTo>
                  <a:lnTo>
                    <a:pt x="1530096" y="1624584"/>
                  </a:lnTo>
                  <a:lnTo>
                    <a:pt x="1522476" y="1624584"/>
                  </a:lnTo>
                  <a:lnTo>
                    <a:pt x="1519428" y="1627632"/>
                  </a:lnTo>
                  <a:lnTo>
                    <a:pt x="1519428" y="1676400"/>
                  </a:lnTo>
                  <a:lnTo>
                    <a:pt x="1522476" y="1679448"/>
                  </a:lnTo>
                  <a:lnTo>
                    <a:pt x="1530096" y="1679448"/>
                  </a:lnTo>
                  <a:lnTo>
                    <a:pt x="1533144" y="1676400"/>
                  </a:lnTo>
                  <a:lnTo>
                    <a:pt x="1533144" y="1627632"/>
                  </a:lnTo>
                  <a:close/>
                </a:path>
                <a:path w="2184400" h="5782310">
                  <a:moveTo>
                    <a:pt x="1533144" y="1543812"/>
                  </a:moveTo>
                  <a:lnTo>
                    <a:pt x="1530096" y="1540764"/>
                  </a:lnTo>
                  <a:lnTo>
                    <a:pt x="1522476" y="1540764"/>
                  </a:lnTo>
                  <a:lnTo>
                    <a:pt x="1519428" y="1543812"/>
                  </a:lnTo>
                  <a:lnTo>
                    <a:pt x="1519428" y="1592580"/>
                  </a:lnTo>
                  <a:lnTo>
                    <a:pt x="1522476" y="1595628"/>
                  </a:lnTo>
                  <a:lnTo>
                    <a:pt x="1530096" y="1595628"/>
                  </a:lnTo>
                  <a:lnTo>
                    <a:pt x="1533144" y="1592580"/>
                  </a:lnTo>
                  <a:lnTo>
                    <a:pt x="1533144" y="1543812"/>
                  </a:lnTo>
                  <a:close/>
                </a:path>
                <a:path w="2184400" h="5782310">
                  <a:moveTo>
                    <a:pt x="1533144" y="1461516"/>
                  </a:moveTo>
                  <a:lnTo>
                    <a:pt x="1530096" y="1458468"/>
                  </a:lnTo>
                  <a:lnTo>
                    <a:pt x="1522476" y="1458468"/>
                  </a:lnTo>
                  <a:lnTo>
                    <a:pt x="1519428" y="1461516"/>
                  </a:lnTo>
                  <a:lnTo>
                    <a:pt x="1519428" y="1510284"/>
                  </a:lnTo>
                  <a:lnTo>
                    <a:pt x="1522476" y="1513332"/>
                  </a:lnTo>
                  <a:lnTo>
                    <a:pt x="1530096" y="1513332"/>
                  </a:lnTo>
                  <a:lnTo>
                    <a:pt x="1533144" y="1510284"/>
                  </a:lnTo>
                  <a:lnTo>
                    <a:pt x="1533144" y="1461516"/>
                  </a:lnTo>
                  <a:close/>
                </a:path>
                <a:path w="2184400" h="5782310">
                  <a:moveTo>
                    <a:pt x="1533144" y="1379220"/>
                  </a:moveTo>
                  <a:lnTo>
                    <a:pt x="1530096" y="1376172"/>
                  </a:lnTo>
                  <a:lnTo>
                    <a:pt x="1522476" y="1376172"/>
                  </a:lnTo>
                  <a:lnTo>
                    <a:pt x="1519428" y="1379220"/>
                  </a:lnTo>
                  <a:lnTo>
                    <a:pt x="1519428" y="1427988"/>
                  </a:lnTo>
                  <a:lnTo>
                    <a:pt x="1522476" y="1431036"/>
                  </a:lnTo>
                  <a:lnTo>
                    <a:pt x="1530096" y="1431036"/>
                  </a:lnTo>
                  <a:lnTo>
                    <a:pt x="1533144" y="1427988"/>
                  </a:lnTo>
                  <a:lnTo>
                    <a:pt x="1533144" y="1379220"/>
                  </a:lnTo>
                  <a:close/>
                </a:path>
                <a:path w="2184400" h="5782310">
                  <a:moveTo>
                    <a:pt x="1533144" y="1295400"/>
                  </a:moveTo>
                  <a:lnTo>
                    <a:pt x="1530096" y="1292352"/>
                  </a:lnTo>
                  <a:lnTo>
                    <a:pt x="1522476" y="1292352"/>
                  </a:lnTo>
                  <a:lnTo>
                    <a:pt x="1519428" y="1295400"/>
                  </a:lnTo>
                  <a:lnTo>
                    <a:pt x="1519428" y="1345692"/>
                  </a:lnTo>
                  <a:lnTo>
                    <a:pt x="1522476" y="1348740"/>
                  </a:lnTo>
                  <a:lnTo>
                    <a:pt x="1530096" y="1348740"/>
                  </a:lnTo>
                  <a:lnTo>
                    <a:pt x="1533144" y="1345692"/>
                  </a:lnTo>
                  <a:lnTo>
                    <a:pt x="1533144" y="1295400"/>
                  </a:lnTo>
                  <a:close/>
                </a:path>
                <a:path w="2184400" h="5782310">
                  <a:moveTo>
                    <a:pt x="1533144" y="1213104"/>
                  </a:moveTo>
                  <a:lnTo>
                    <a:pt x="1530096" y="1210056"/>
                  </a:lnTo>
                  <a:lnTo>
                    <a:pt x="1522476" y="1210056"/>
                  </a:lnTo>
                  <a:lnTo>
                    <a:pt x="1519428" y="1213104"/>
                  </a:lnTo>
                  <a:lnTo>
                    <a:pt x="1519428" y="1261872"/>
                  </a:lnTo>
                  <a:lnTo>
                    <a:pt x="1522476" y="1264920"/>
                  </a:lnTo>
                  <a:lnTo>
                    <a:pt x="1530096" y="1264920"/>
                  </a:lnTo>
                  <a:lnTo>
                    <a:pt x="1533144" y="1261872"/>
                  </a:lnTo>
                  <a:lnTo>
                    <a:pt x="1533144" y="1213104"/>
                  </a:lnTo>
                  <a:close/>
                </a:path>
                <a:path w="2184400" h="5782310">
                  <a:moveTo>
                    <a:pt x="1533144" y="1130808"/>
                  </a:moveTo>
                  <a:lnTo>
                    <a:pt x="1530096" y="1127760"/>
                  </a:lnTo>
                  <a:lnTo>
                    <a:pt x="1522476" y="1127760"/>
                  </a:lnTo>
                  <a:lnTo>
                    <a:pt x="1519428" y="1130808"/>
                  </a:lnTo>
                  <a:lnTo>
                    <a:pt x="1519428" y="1179576"/>
                  </a:lnTo>
                  <a:lnTo>
                    <a:pt x="1522476" y="1182624"/>
                  </a:lnTo>
                  <a:lnTo>
                    <a:pt x="1530096" y="1182624"/>
                  </a:lnTo>
                  <a:lnTo>
                    <a:pt x="1533144" y="1179576"/>
                  </a:lnTo>
                  <a:lnTo>
                    <a:pt x="1533144" y="1130808"/>
                  </a:lnTo>
                  <a:close/>
                </a:path>
                <a:path w="2184400" h="5782310">
                  <a:moveTo>
                    <a:pt x="1533144" y="1048512"/>
                  </a:moveTo>
                  <a:lnTo>
                    <a:pt x="1530096" y="1045464"/>
                  </a:lnTo>
                  <a:lnTo>
                    <a:pt x="1522476" y="1045464"/>
                  </a:lnTo>
                  <a:lnTo>
                    <a:pt x="1519428" y="1048512"/>
                  </a:lnTo>
                  <a:lnTo>
                    <a:pt x="1519428" y="1097280"/>
                  </a:lnTo>
                  <a:lnTo>
                    <a:pt x="1522476" y="1100328"/>
                  </a:lnTo>
                  <a:lnTo>
                    <a:pt x="1530096" y="1100328"/>
                  </a:lnTo>
                  <a:lnTo>
                    <a:pt x="1533144" y="1097280"/>
                  </a:lnTo>
                  <a:lnTo>
                    <a:pt x="1533144" y="1048512"/>
                  </a:lnTo>
                  <a:close/>
                </a:path>
                <a:path w="2184400" h="5782310">
                  <a:moveTo>
                    <a:pt x="1533144" y="964692"/>
                  </a:moveTo>
                  <a:lnTo>
                    <a:pt x="1530096" y="961644"/>
                  </a:lnTo>
                  <a:lnTo>
                    <a:pt x="1522476" y="961644"/>
                  </a:lnTo>
                  <a:lnTo>
                    <a:pt x="1519428" y="964692"/>
                  </a:lnTo>
                  <a:lnTo>
                    <a:pt x="1519428" y="1013460"/>
                  </a:lnTo>
                  <a:lnTo>
                    <a:pt x="1522476" y="1016508"/>
                  </a:lnTo>
                  <a:lnTo>
                    <a:pt x="1530096" y="1016508"/>
                  </a:lnTo>
                  <a:lnTo>
                    <a:pt x="1533144" y="1013460"/>
                  </a:lnTo>
                  <a:lnTo>
                    <a:pt x="1533144" y="964692"/>
                  </a:lnTo>
                  <a:close/>
                </a:path>
                <a:path w="2184400" h="5782310">
                  <a:moveTo>
                    <a:pt x="1533144" y="882396"/>
                  </a:moveTo>
                  <a:lnTo>
                    <a:pt x="1530096" y="879348"/>
                  </a:lnTo>
                  <a:lnTo>
                    <a:pt x="1522476" y="879348"/>
                  </a:lnTo>
                  <a:lnTo>
                    <a:pt x="1519428" y="882396"/>
                  </a:lnTo>
                  <a:lnTo>
                    <a:pt x="1519428" y="931164"/>
                  </a:lnTo>
                  <a:lnTo>
                    <a:pt x="1522476" y="934212"/>
                  </a:lnTo>
                  <a:lnTo>
                    <a:pt x="1530096" y="934212"/>
                  </a:lnTo>
                  <a:lnTo>
                    <a:pt x="1533144" y="931164"/>
                  </a:lnTo>
                  <a:lnTo>
                    <a:pt x="1533144" y="882396"/>
                  </a:lnTo>
                  <a:close/>
                </a:path>
                <a:path w="2184400" h="5782310">
                  <a:moveTo>
                    <a:pt x="1533144" y="800100"/>
                  </a:moveTo>
                  <a:lnTo>
                    <a:pt x="1530096" y="797052"/>
                  </a:lnTo>
                  <a:lnTo>
                    <a:pt x="1522476" y="797052"/>
                  </a:lnTo>
                  <a:lnTo>
                    <a:pt x="1519428" y="800100"/>
                  </a:lnTo>
                  <a:lnTo>
                    <a:pt x="1519428" y="848868"/>
                  </a:lnTo>
                  <a:lnTo>
                    <a:pt x="1522476" y="851916"/>
                  </a:lnTo>
                  <a:lnTo>
                    <a:pt x="1530096" y="851916"/>
                  </a:lnTo>
                  <a:lnTo>
                    <a:pt x="1533144" y="848868"/>
                  </a:lnTo>
                  <a:lnTo>
                    <a:pt x="1533144" y="800100"/>
                  </a:lnTo>
                  <a:close/>
                </a:path>
                <a:path w="2184400" h="5782310">
                  <a:moveTo>
                    <a:pt x="1533144" y="716280"/>
                  </a:moveTo>
                  <a:lnTo>
                    <a:pt x="1530096" y="713232"/>
                  </a:lnTo>
                  <a:lnTo>
                    <a:pt x="1522476" y="713232"/>
                  </a:lnTo>
                  <a:lnTo>
                    <a:pt x="1519428" y="716280"/>
                  </a:lnTo>
                  <a:lnTo>
                    <a:pt x="1519428" y="766572"/>
                  </a:lnTo>
                  <a:lnTo>
                    <a:pt x="1522476" y="769620"/>
                  </a:lnTo>
                  <a:lnTo>
                    <a:pt x="1530096" y="769620"/>
                  </a:lnTo>
                  <a:lnTo>
                    <a:pt x="1533144" y="766572"/>
                  </a:lnTo>
                  <a:lnTo>
                    <a:pt x="1533144" y="716280"/>
                  </a:lnTo>
                  <a:close/>
                </a:path>
                <a:path w="2184400" h="5782310">
                  <a:moveTo>
                    <a:pt x="1533144" y="633984"/>
                  </a:moveTo>
                  <a:lnTo>
                    <a:pt x="1530096" y="630936"/>
                  </a:lnTo>
                  <a:lnTo>
                    <a:pt x="1522476" y="630936"/>
                  </a:lnTo>
                  <a:lnTo>
                    <a:pt x="1519428" y="633984"/>
                  </a:lnTo>
                  <a:lnTo>
                    <a:pt x="1519428" y="682752"/>
                  </a:lnTo>
                  <a:lnTo>
                    <a:pt x="1522476" y="685800"/>
                  </a:lnTo>
                  <a:lnTo>
                    <a:pt x="1530096" y="685800"/>
                  </a:lnTo>
                  <a:lnTo>
                    <a:pt x="1533144" y="682752"/>
                  </a:lnTo>
                  <a:lnTo>
                    <a:pt x="1533144" y="633984"/>
                  </a:lnTo>
                  <a:close/>
                </a:path>
                <a:path w="2184400" h="5782310">
                  <a:moveTo>
                    <a:pt x="1533144" y="551688"/>
                  </a:moveTo>
                  <a:lnTo>
                    <a:pt x="1530096" y="548640"/>
                  </a:lnTo>
                  <a:lnTo>
                    <a:pt x="1522476" y="548640"/>
                  </a:lnTo>
                  <a:lnTo>
                    <a:pt x="1519428" y="551688"/>
                  </a:lnTo>
                  <a:lnTo>
                    <a:pt x="1519428" y="600456"/>
                  </a:lnTo>
                  <a:lnTo>
                    <a:pt x="1522476" y="603504"/>
                  </a:lnTo>
                  <a:lnTo>
                    <a:pt x="1530096" y="603504"/>
                  </a:lnTo>
                  <a:lnTo>
                    <a:pt x="1533144" y="600456"/>
                  </a:lnTo>
                  <a:lnTo>
                    <a:pt x="1533144" y="551688"/>
                  </a:lnTo>
                  <a:close/>
                </a:path>
                <a:path w="2184400" h="5782310">
                  <a:moveTo>
                    <a:pt x="1533144" y="469392"/>
                  </a:moveTo>
                  <a:lnTo>
                    <a:pt x="1530096" y="466344"/>
                  </a:lnTo>
                  <a:lnTo>
                    <a:pt x="1522476" y="466344"/>
                  </a:lnTo>
                  <a:lnTo>
                    <a:pt x="1519428" y="469392"/>
                  </a:lnTo>
                  <a:lnTo>
                    <a:pt x="1519428" y="518160"/>
                  </a:lnTo>
                  <a:lnTo>
                    <a:pt x="1522476" y="521208"/>
                  </a:lnTo>
                  <a:lnTo>
                    <a:pt x="1530096" y="521208"/>
                  </a:lnTo>
                  <a:lnTo>
                    <a:pt x="1533144" y="518160"/>
                  </a:lnTo>
                  <a:lnTo>
                    <a:pt x="1533144" y="469392"/>
                  </a:lnTo>
                  <a:close/>
                </a:path>
                <a:path w="2184400" h="5782310">
                  <a:moveTo>
                    <a:pt x="1533144" y="385572"/>
                  </a:moveTo>
                  <a:lnTo>
                    <a:pt x="1530096" y="382524"/>
                  </a:lnTo>
                  <a:lnTo>
                    <a:pt x="1522476" y="382524"/>
                  </a:lnTo>
                  <a:lnTo>
                    <a:pt x="1519428" y="385572"/>
                  </a:lnTo>
                  <a:lnTo>
                    <a:pt x="1519428" y="434340"/>
                  </a:lnTo>
                  <a:lnTo>
                    <a:pt x="1522476" y="437388"/>
                  </a:lnTo>
                  <a:lnTo>
                    <a:pt x="1530096" y="437388"/>
                  </a:lnTo>
                  <a:lnTo>
                    <a:pt x="1533144" y="434340"/>
                  </a:lnTo>
                  <a:lnTo>
                    <a:pt x="1533144" y="385572"/>
                  </a:lnTo>
                  <a:close/>
                </a:path>
                <a:path w="2184400" h="5782310">
                  <a:moveTo>
                    <a:pt x="1533144" y="303276"/>
                  </a:moveTo>
                  <a:lnTo>
                    <a:pt x="1530096" y="300228"/>
                  </a:lnTo>
                  <a:lnTo>
                    <a:pt x="1522476" y="300228"/>
                  </a:lnTo>
                  <a:lnTo>
                    <a:pt x="1519428" y="303276"/>
                  </a:lnTo>
                  <a:lnTo>
                    <a:pt x="1519428" y="352044"/>
                  </a:lnTo>
                  <a:lnTo>
                    <a:pt x="1522476" y="355092"/>
                  </a:lnTo>
                  <a:lnTo>
                    <a:pt x="1530096" y="355092"/>
                  </a:lnTo>
                  <a:lnTo>
                    <a:pt x="1533144" y="352044"/>
                  </a:lnTo>
                  <a:lnTo>
                    <a:pt x="1533144" y="303276"/>
                  </a:lnTo>
                  <a:close/>
                </a:path>
                <a:path w="2184400" h="5782310">
                  <a:moveTo>
                    <a:pt x="1533144" y="220980"/>
                  </a:moveTo>
                  <a:lnTo>
                    <a:pt x="1530096" y="217932"/>
                  </a:lnTo>
                  <a:lnTo>
                    <a:pt x="1522476" y="217932"/>
                  </a:lnTo>
                  <a:lnTo>
                    <a:pt x="1519428" y="220980"/>
                  </a:lnTo>
                  <a:lnTo>
                    <a:pt x="1519428" y="269748"/>
                  </a:lnTo>
                  <a:lnTo>
                    <a:pt x="1522476" y="272796"/>
                  </a:lnTo>
                  <a:lnTo>
                    <a:pt x="1530096" y="272796"/>
                  </a:lnTo>
                  <a:lnTo>
                    <a:pt x="1533144" y="269748"/>
                  </a:lnTo>
                  <a:lnTo>
                    <a:pt x="1533144" y="220980"/>
                  </a:lnTo>
                  <a:close/>
                </a:path>
                <a:path w="2184400" h="5782310">
                  <a:moveTo>
                    <a:pt x="1533144" y="137160"/>
                  </a:moveTo>
                  <a:lnTo>
                    <a:pt x="1530096" y="134112"/>
                  </a:lnTo>
                  <a:lnTo>
                    <a:pt x="1522476" y="134112"/>
                  </a:lnTo>
                  <a:lnTo>
                    <a:pt x="1519428" y="137160"/>
                  </a:lnTo>
                  <a:lnTo>
                    <a:pt x="1519428" y="187452"/>
                  </a:lnTo>
                  <a:lnTo>
                    <a:pt x="1522476" y="190500"/>
                  </a:lnTo>
                  <a:lnTo>
                    <a:pt x="1530096" y="190500"/>
                  </a:lnTo>
                  <a:lnTo>
                    <a:pt x="1533144" y="187452"/>
                  </a:lnTo>
                  <a:lnTo>
                    <a:pt x="1533144" y="137160"/>
                  </a:lnTo>
                  <a:close/>
                </a:path>
                <a:path w="2184400" h="5782310">
                  <a:moveTo>
                    <a:pt x="1751076" y="5763768"/>
                  </a:moveTo>
                  <a:lnTo>
                    <a:pt x="1748028" y="5760720"/>
                  </a:lnTo>
                  <a:lnTo>
                    <a:pt x="1740408" y="5760720"/>
                  </a:lnTo>
                  <a:lnTo>
                    <a:pt x="1735836" y="5763768"/>
                  </a:lnTo>
                  <a:lnTo>
                    <a:pt x="1735836" y="5779008"/>
                  </a:lnTo>
                  <a:lnTo>
                    <a:pt x="1740408" y="5782056"/>
                  </a:lnTo>
                  <a:lnTo>
                    <a:pt x="1748028" y="5782056"/>
                  </a:lnTo>
                  <a:lnTo>
                    <a:pt x="1751076" y="5779008"/>
                  </a:lnTo>
                  <a:lnTo>
                    <a:pt x="1751076" y="5763768"/>
                  </a:lnTo>
                  <a:close/>
                </a:path>
                <a:path w="2184400" h="5782310">
                  <a:moveTo>
                    <a:pt x="1751076" y="5681472"/>
                  </a:moveTo>
                  <a:lnTo>
                    <a:pt x="1748028" y="5678424"/>
                  </a:lnTo>
                  <a:lnTo>
                    <a:pt x="1740408" y="5678424"/>
                  </a:lnTo>
                  <a:lnTo>
                    <a:pt x="1735836" y="5681472"/>
                  </a:lnTo>
                  <a:lnTo>
                    <a:pt x="1735836" y="5730240"/>
                  </a:lnTo>
                  <a:lnTo>
                    <a:pt x="1740408" y="5733288"/>
                  </a:lnTo>
                  <a:lnTo>
                    <a:pt x="1748028" y="5733288"/>
                  </a:lnTo>
                  <a:lnTo>
                    <a:pt x="1751076" y="5730240"/>
                  </a:lnTo>
                  <a:lnTo>
                    <a:pt x="1751076" y="5681472"/>
                  </a:lnTo>
                  <a:close/>
                </a:path>
                <a:path w="2184400" h="5782310">
                  <a:moveTo>
                    <a:pt x="1751076" y="5597652"/>
                  </a:moveTo>
                  <a:lnTo>
                    <a:pt x="1748028" y="5594604"/>
                  </a:lnTo>
                  <a:lnTo>
                    <a:pt x="1740408" y="5594604"/>
                  </a:lnTo>
                  <a:lnTo>
                    <a:pt x="1735836" y="5597652"/>
                  </a:lnTo>
                  <a:lnTo>
                    <a:pt x="1735836" y="5646420"/>
                  </a:lnTo>
                  <a:lnTo>
                    <a:pt x="1740408" y="5649468"/>
                  </a:lnTo>
                  <a:lnTo>
                    <a:pt x="1748028" y="5649468"/>
                  </a:lnTo>
                  <a:lnTo>
                    <a:pt x="1751076" y="5646420"/>
                  </a:lnTo>
                  <a:lnTo>
                    <a:pt x="1751076" y="5597652"/>
                  </a:lnTo>
                  <a:close/>
                </a:path>
                <a:path w="2184400" h="5782310">
                  <a:moveTo>
                    <a:pt x="1751076" y="5515356"/>
                  </a:moveTo>
                  <a:lnTo>
                    <a:pt x="1748028" y="5512308"/>
                  </a:lnTo>
                  <a:lnTo>
                    <a:pt x="1740408" y="5512308"/>
                  </a:lnTo>
                  <a:lnTo>
                    <a:pt x="1735836" y="5515356"/>
                  </a:lnTo>
                  <a:lnTo>
                    <a:pt x="1735836" y="5564124"/>
                  </a:lnTo>
                  <a:lnTo>
                    <a:pt x="1740408" y="5567172"/>
                  </a:lnTo>
                  <a:lnTo>
                    <a:pt x="1748028" y="5567172"/>
                  </a:lnTo>
                  <a:lnTo>
                    <a:pt x="1751076" y="5564124"/>
                  </a:lnTo>
                  <a:lnTo>
                    <a:pt x="1751076" y="5515356"/>
                  </a:lnTo>
                  <a:close/>
                </a:path>
                <a:path w="2184400" h="5782310">
                  <a:moveTo>
                    <a:pt x="1751076" y="5433060"/>
                  </a:moveTo>
                  <a:lnTo>
                    <a:pt x="1748028" y="5430012"/>
                  </a:lnTo>
                  <a:lnTo>
                    <a:pt x="1740408" y="5430012"/>
                  </a:lnTo>
                  <a:lnTo>
                    <a:pt x="1735836" y="5433060"/>
                  </a:lnTo>
                  <a:lnTo>
                    <a:pt x="1735836" y="5481828"/>
                  </a:lnTo>
                  <a:lnTo>
                    <a:pt x="1740408" y="5484876"/>
                  </a:lnTo>
                  <a:lnTo>
                    <a:pt x="1748028" y="5484876"/>
                  </a:lnTo>
                  <a:lnTo>
                    <a:pt x="1751076" y="5481828"/>
                  </a:lnTo>
                  <a:lnTo>
                    <a:pt x="1751076" y="5433060"/>
                  </a:lnTo>
                  <a:close/>
                </a:path>
                <a:path w="2184400" h="5782310">
                  <a:moveTo>
                    <a:pt x="1751076" y="5349240"/>
                  </a:moveTo>
                  <a:lnTo>
                    <a:pt x="1748028" y="5346192"/>
                  </a:lnTo>
                  <a:lnTo>
                    <a:pt x="1740408" y="5346192"/>
                  </a:lnTo>
                  <a:lnTo>
                    <a:pt x="1735836" y="5349240"/>
                  </a:lnTo>
                  <a:lnTo>
                    <a:pt x="1735836" y="5399532"/>
                  </a:lnTo>
                  <a:lnTo>
                    <a:pt x="1740408" y="5402580"/>
                  </a:lnTo>
                  <a:lnTo>
                    <a:pt x="1748028" y="5402580"/>
                  </a:lnTo>
                  <a:lnTo>
                    <a:pt x="1751076" y="5399532"/>
                  </a:lnTo>
                  <a:lnTo>
                    <a:pt x="1751076" y="5349240"/>
                  </a:lnTo>
                  <a:close/>
                </a:path>
                <a:path w="2184400" h="5782310">
                  <a:moveTo>
                    <a:pt x="1751076" y="5266944"/>
                  </a:moveTo>
                  <a:lnTo>
                    <a:pt x="1748028" y="5263896"/>
                  </a:lnTo>
                  <a:lnTo>
                    <a:pt x="1740408" y="5263896"/>
                  </a:lnTo>
                  <a:lnTo>
                    <a:pt x="1735836" y="5266944"/>
                  </a:lnTo>
                  <a:lnTo>
                    <a:pt x="1735836" y="5315712"/>
                  </a:lnTo>
                  <a:lnTo>
                    <a:pt x="1740408" y="5318760"/>
                  </a:lnTo>
                  <a:lnTo>
                    <a:pt x="1748028" y="5318760"/>
                  </a:lnTo>
                  <a:lnTo>
                    <a:pt x="1751076" y="5315712"/>
                  </a:lnTo>
                  <a:lnTo>
                    <a:pt x="1751076" y="5266944"/>
                  </a:lnTo>
                  <a:close/>
                </a:path>
                <a:path w="2184400" h="5782310">
                  <a:moveTo>
                    <a:pt x="1751076" y="5184648"/>
                  </a:moveTo>
                  <a:lnTo>
                    <a:pt x="1748028" y="5181600"/>
                  </a:lnTo>
                  <a:lnTo>
                    <a:pt x="1740408" y="5181600"/>
                  </a:lnTo>
                  <a:lnTo>
                    <a:pt x="1735836" y="5184648"/>
                  </a:lnTo>
                  <a:lnTo>
                    <a:pt x="1735836" y="5233416"/>
                  </a:lnTo>
                  <a:lnTo>
                    <a:pt x="1740408" y="5236464"/>
                  </a:lnTo>
                  <a:lnTo>
                    <a:pt x="1748028" y="5236464"/>
                  </a:lnTo>
                  <a:lnTo>
                    <a:pt x="1751076" y="5233416"/>
                  </a:lnTo>
                  <a:lnTo>
                    <a:pt x="1751076" y="5184648"/>
                  </a:lnTo>
                  <a:close/>
                </a:path>
                <a:path w="2184400" h="5782310">
                  <a:moveTo>
                    <a:pt x="1751076" y="5102352"/>
                  </a:moveTo>
                  <a:lnTo>
                    <a:pt x="1748028" y="5099304"/>
                  </a:lnTo>
                  <a:lnTo>
                    <a:pt x="1740408" y="5099304"/>
                  </a:lnTo>
                  <a:lnTo>
                    <a:pt x="1735836" y="5102352"/>
                  </a:lnTo>
                  <a:lnTo>
                    <a:pt x="1735836" y="5151120"/>
                  </a:lnTo>
                  <a:lnTo>
                    <a:pt x="1740408" y="5154168"/>
                  </a:lnTo>
                  <a:lnTo>
                    <a:pt x="1748028" y="5154168"/>
                  </a:lnTo>
                  <a:lnTo>
                    <a:pt x="1751076" y="5151120"/>
                  </a:lnTo>
                  <a:lnTo>
                    <a:pt x="1751076" y="5102352"/>
                  </a:lnTo>
                  <a:close/>
                </a:path>
                <a:path w="2184400" h="5782310">
                  <a:moveTo>
                    <a:pt x="1751076" y="5018532"/>
                  </a:moveTo>
                  <a:lnTo>
                    <a:pt x="1748028" y="5015484"/>
                  </a:lnTo>
                  <a:lnTo>
                    <a:pt x="1740408" y="5015484"/>
                  </a:lnTo>
                  <a:lnTo>
                    <a:pt x="1735836" y="5018532"/>
                  </a:lnTo>
                  <a:lnTo>
                    <a:pt x="1735836" y="5067300"/>
                  </a:lnTo>
                  <a:lnTo>
                    <a:pt x="1740408" y="5070348"/>
                  </a:lnTo>
                  <a:lnTo>
                    <a:pt x="1748028" y="5070348"/>
                  </a:lnTo>
                  <a:lnTo>
                    <a:pt x="1751076" y="5067300"/>
                  </a:lnTo>
                  <a:lnTo>
                    <a:pt x="1751076" y="5018532"/>
                  </a:lnTo>
                  <a:close/>
                </a:path>
                <a:path w="2184400" h="5782310">
                  <a:moveTo>
                    <a:pt x="1751076" y="4936236"/>
                  </a:moveTo>
                  <a:lnTo>
                    <a:pt x="1748028" y="4933188"/>
                  </a:lnTo>
                  <a:lnTo>
                    <a:pt x="1740408" y="4933188"/>
                  </a:lnTo>
                  <a:lnTo>
                    <a:pt x="1735836" y="4936236"/>
                  </a:lnTo>
                  <a:lnTo>
                    <a:pt x="1735836" y="4985004"/>
                  </a:lnTo>
                  <a:lnTo>
                    <a:pt x="1740408" y="4988052"/>
                  </a:lnTo>
                  <a:lnTo>
                    <a:pt x="1748028" y="4988052"/>
                  </a:lnTo>
                  <a:lnTo>
                    <a:pt x="1751076" y="4985004"/>
                  </a:lnTo>
                  <a:lnTo>
                    <a:pt x="1751076" y="4936236"/>
                  </a:lnTo>
                  <a:close/>
                </a:path>
                <a:path w="2184400" h="5782310">
                  <a:moveTo>
                    <a:pt x="1751076" y="4853940"/>
                  </a:moveTo>
                  <a:lnTo>
                    <a:pt x="1748028" y="4850892"/>
                  </a:lnTo>
                  <a:lnTo>
                    <a:pt x="1740408" y="4850892"/>
                  </a:lnTo>
                  <a:lnTo>
                    <a:pt x="1735836" y="4853940"/>
                  </a:lnTo>
                  <a:lnTo>
                    <a:pt x="1735836" y="4902708"/>
                  </a:lnTo>
                  <a:lnTo>
                    <a:pt x="1740408" y="4905756"/>
                  </a:lnTo>
                  <a:lnTo>
                    <a:pt x="1748028" y="4905756"/>
                  </a:lnTo>
                  <a:lnTo>
                    <a:pt x="1751076" y="4902708"/>
                  </a:lnTo>
                  <a:lnTo>
                    <a:pt x="1751076" y="4853940"/>
                  </a:lnTo>
                  <a:close/>
                </a:path>
                <a:path w="2184400" h="5782310">
                  <a:moveTo>
                    <a:pt x="1751076" y="4770120"/>
                  </a:moveTo>
                  <a:lnTo>
                    <a:pt x="1748028" y="4767072"/>
                  </a:lnTo>
                  <a:lnTo>
                    <a:pt x="1740408" y="4767072"/>
                  </a:lnTo>
                  <a:lnTo>
                    <a:pt x="1735836" y="4770120"/>
                  </a:lnTo>
                  <a:lnTo>
                    <a:pt x="1735836" y="4820412"/>
                  </a:lnTo>
                  <a:lnTo>
                    <a:pt x="1740408" y="4823460"/>
                  </a:lnTo>
                  <a:lnTo>
                    <a:pt x="1748028" y="4823460"/>
                  </a:lnTo>
                  <a:lnTo>
                    <a:pt x="1751076" y="4820412"/>
                  </a:lnTo>
                  <a:lnTo>
                    <a:pt x="1751076" y="4770120"/>
                  </a:lnTo>
                  <a:close/>
                </a:path>
                <a:path w="2184400" h="5782310">
                  <a:moveTo>
                    <a:pt x="1751076" y="4687824"/>
                  </a:moveTo>
                  <a:lnTo>
                    <a:pt x="1748028" y="4684776"/>
                  </a:lnTo>
                  <a:lnTo>
                    <a:pt x="1740408" y="4684776"/>
                  </a:lnTo>
                  <a:lnTo>
                    <a:pt x="1735836" y="4687824"/>
                  </a:lnTo>
                  <a:lnTo>
                    <a:pt x="1735836" y="4736592"/>
                  </a:lnTo>
                  <a:lnTo>
                    <a:pt x="1740408" y="4739640"/>
                  </a:lnTo>
                  <a:lnTo>
                    <a:pt x="1748028" y="4739640"/>
                  </a:lnTo>
                  <a:lnTo>
                    <a:pt x="1751076" y="4736592"/>
                  </a:lnTo>
                  <a:lnTo>
                    <a:pt x="1751076" y="4687824"/>
                  </a:lnTo>
                  <a:close/>
                </a:path>
                <a:path w="2184400" h="5782310">
                  <a:moveTo>
                    <a:pt x="1751076" y="4605528"/>
                  </a:moveTo>
                  <a:lnTo>
                    <a:pt x="1748028" y="4602480"/>
                  </a:lnTo>
                  <a:lnTo>
                    <a:pt x="1740408" y="4602480"/>
                  </a:lnTo>
                  <a:lnTo>
                    <a:pt x="1735836" y="4605528"/>
                  </a:lnTo>
                  <a:lnTo>
                    <a:pt x="1735836" y="4654308"/>
                  </a:lnTo>
                  <a:lnTo>
                    <a:pt x="1740408" y="4657344"/>
                  </a:lnTo>
                  <a:lnTo>
                    <a:pt x="1748028" y="4657344"/>
                  </a:lnTo>
                  <a:lnTo>
                    <a:pt x="1751076" y="4654308"/>
                  </a:lnTo>
                  <a:lnTo>
                    <a:pt x="1751076" y="4605528"/>
                  </a:lnTo>
                  <a:close/>
                </a:path>
                <a:path w="2184400" h="5782310">
                  <a:moveTo>
                    <a:pt x="1751076" y="4523232"/>
                  </a:moveTo>
                  <a:lnTo>
                    <a:pt x="1748028" y="4520184"/>
                  </a:lnTo>
                  <a:lnTo>
                    <a:pt x="1740408" y="4520184"/>
                  </a:lnTo>
                  <a:lnTo>
                    <a:pt x="1735836" y="4523232"/>
                  </a:lnTo>
                  <a:lnTo>
                    <a:pt x="1735836" y="4572000"/>
                  </a:lnTo>
                  <a:lnTo>
                    <a:pt x="1740408" y="4575048"/>
                  </a:lnTo>
                  <a:lnTo>
                    <a:pt x="1748028" y="4575048"/>
                  </a:lnTo>
                  <a:lnTo>
                    <a:pt x="1751076" y="4572000"/>
                  </a:lnTo>
                  <a:lnTo>
                    <a:pt x="1751076" y="4523232"/>
                  </a:lnTo>
                  <a:close/>
                </a:path>
                <a:path w="2184400" h="5782310">
                  <a:moveTo>
                    <a:pt x="1751076" y="4439412"/>
                  </a:moveTo>
                  <a:lnTo>
                    <a:pt x="1748028" y="4436364"/>
                  </a:lnTo>
                  <a:lnTo>
                    <a:pt x="1740408" y="4436364"/>
                  </a:lnTo>
                  <a:lnTo>
                    <a:pt x="1735836" y="4439412"/>
                  </a:lnTo>
                  <a:lnTo>
                    <a:pt x="1735836" y="4488180"/>
                  </a:lnTo>
                  <a:lnTo>
                    <a:pt x="1740408" y="4491228"/>
                  </a:lnTo>
                  <a:lnTo>
                    <a:pt x="1748028" y="4491228"/>
                  </a:lnTo>
                  <a:lnTo>
                    <a:pt x="1751076" y="4488180"/>
                  </a:lnTo>
                  <a:lnTo>
                    <a:pt x="1751076" y="4439412"/>
                  </a:lnTo>
                  <a:close/>
                </a:path>
                <a:path w="2184400" h="5782310">
                  <a:moveTo>
                    <a:pt x="1751076" y="4357116"/>
                  </a:moveTo>
                  <a:lnTo>
                    <a:pt x="1748028" y="4354068"/>
                  </a:lnTo>
                  <a:lnTo>
                    <a:pt x="1740408" y="4354068"/>
                  </a:lnTo>
                  <a:lnTo>
                    <a:pt x="1735836" y="4357116"/>
                  </a:lnTo>
                  <a:lnTo>
                    <a:pt x="1735836" y="4405884"/>
                  </a:lnTo>
                  <a:lnTo>
                    <a:pt x="1740408" y="4408932"/>
                  </a:lnTo>
                  <a:lnTo>
                    <a:pt x="1748028" y="4408932"/>
                  </a:lnTo>
                  <a:lnTo>
                    <a:pt x="1751076" y="4405884"/>
                  </a:lnTo>
                  <a:lnTo>
                    <a:pt x="1751076" y="4357116"/>
                  </a:lnTo>
                  <a:close/>
                </a:path>
                <a:path w="2184400" h="5782310">
                  <a:moveTo>
                    <a:pt x="1751076" y="4274820"/>
                  </a:moveTo>
                  <a:lnTo>
                    <a:pt x="1748028" y="4271772"/>
                  </a:lnTo>
                  <a:lnTo>
                    <a:pt x="1740408" y="4271772"/>
                  </a:lnTo>
                  <a:lnTo>
                    <a:pt x="1735836" y="4274820"/>
                  </a:lnTo>
                  <a:lnTo>
                    <a:pt x="1735836" y="4323588"/>
                  </a:lnTo>
                  <a:lnTo>
                    <a:pt x="1740408" y="4326636"/>
                  </a:lnTo>
                  <a:lnTo>
                    <a:pt x="1748028" y="4326636"/>
                  </a:lnTo>
                  <a:lnTo>
                    <a:pt x="1751076" y="4323588"/>
                  </a:lnTo>
                  <a:lnTo>
                    <a:pt x="1751076" y="4274820"/>
                  </a:lnTo>
                  <a:close/>
                </a:path>
                <a:path w="2184400" h="5782310">
                  <a:moveTo>
                    <a:pt x="1751076" y="4191000"/>
                  </a:moveTo>
                  <a:lnTo>
                    <a:pt x="1748028" y="4187952"/>
                  </a:lnTo>
                  <a:lnTo>
                    <a:pt x="1740408" y="4187952"/>
                  </a:lnTo>
                  <a:lnTo>
                    <a:pt x="1735836" y="4191000"/>
                  </a:lnTo>
                  <a:lnTo>
                    <a:pt x="1735836" y="4241292"/>
                  </a:lnTo>
                  <a:lnTo>
                    <a:pt x="1740408" y="4244340"/>
                  </a:lnTo>
                  <a:lnTo>
                    <a:pt x="1748028" y="4244340"/>
                  </a:lnTo>
                  <a:lnTo>
                    <a:pt x="1751076" y="4241292"/>
                  </a:lnTo>
                  <a:lnTo>
                    <a:pt x="1751076" y="4191000"/>
                  </a:lnTo>
                  <a:close/>
                </a:path>
                <a:path w="2184400" h="5782310">
                  <a:moveTo>
                    <a:pt x="1751076" y="4108704"/>
                  </a:moveTo>
                  <a:lnTo>
                    <a:pt x="1748028" y="4105656"/>
                  </a:lnTo>
                  <a:lnTo>
                    <a:pt x="1740408" y="4105656"/>
                  </a:lnTo>
                  <a:lnTo>
                    <a:pt x="1735836" y="4108704"/>
                  </a:lnTo>
                  <a:lnTo>
                    <a:pt x="1735836" y="4157472"/>
                  </a:lnTo>
                  <a:lnTo>
                    <a:pt x="1740408" y="4160520"/>
                  </a:lnTo>
                  <a:lnTo>
                    <a:pt x="1748028" y="4160520"/>
                  </a:lnTo>
                  <a:lnTo>
                    <a:pt x="1751076" y="4157472"/>
                  </a:lnTo>
                  <a:lnTo>
                    <a:pt x="1751076" y="4108704"/>
                  </a:lnTo>
                  <a:close/>
                </a:path>
                <a:path w="2184400" h="5782310">
                  <a:moveTo>
                    <a:pt x="1751076" y="4026408"/>
                  </a:moveTo>
                  <a:lnTo>
                    <a:pt x="1748028" y="4023360"/>
                  </a:lnTo>
                  <a:lnTo>
                    <a:pt x="1740408" y="4023360"/>
                  </a:lnTo>
                  <a:lnTo>
                    <a:pt x="1735836" y="4026408"/>
                  </a:lnTo>
                  <a:lnTo>
                    <a:pt x="1735836" y="4075176"/>
                  </a:lnTo>
                  <a:lnTo>
                    <a:pt x="1740408" y="4078224"/>
                  </a:lnTo>
                  <a:lnTo>
                    <a:pt x="1748028" y="4078224"/>
                  </a:lnTo>
                  <a:lnTo>
                    <a:pt x="1751076" y="4075176"/>
                  </a:lnTo>
                  <a:lnTo>
                    <a:pt x="1751076" y="4026408"/>
                  </a:lnTo>
                  <a:close/>
                </a:path>
                <a:path w="2184400" h="5782310">
                  <a:moveTo>
                    <a:pt x="1751076" y="3944112"/>
                  </a:moveTo>
                  <a:lnTo>
                    <a:pt x="1748028" y="3941064"/>
                  </a:lnTo>
                  <a:lnTo>
                    <a:pt x="1740408" y="3941064"/>
                  </a:lnTo>
                  <a:lnTo>
                    <a:pt x="1735836" y="3944112"/>
                  </a:lnTo>
                  <a:lnTo>
                    <a:pt x="1735836" y="3992880"/>
                  </a:lnTo>
                  <a:lnTo>
                    <a:pt x="1740408" y="3995928"/>
                  </a:lnTo>
                  <a:lnTo>
                    <a:pt x="1748028" y="3995928"/>
                  </a:lnTo>
                  <a:lnTo>
                    <a:pt x="1751076" y="3992880"/>
                  </a:lnTo>
                  <a:lnTo>
                    <a:pt x="1751076" y="3944112"/>
                  </a:lnTo>
                  <a:close/>
                </a:path>
                <a:path w="2184400" h="5782310">
                  <a:moveTo>
                    <a:pt x="1751076" y="3860292"/>
                  </a:moveTo>
                  <a:lnTo>
                    <a:pt x="1748028" y="3857244"/>
                  </a:lnTo>
                  <a:lnTo>
                    <a:pt x="1740408" y="3857244"/>
                  </a:lnTo>
                  <a:lnTo>
                    <a:pt x="1735836" y="3860292"/>
                  </a:lnTo>
                  <a:lnTo>
                    <a:pt x="1735836" y="3909060"/>
                  </a:lnTo>
                  <a:lnTo>
                    <a:pt x="1740408" y="3912108"/>
                  </a:lnTo>
                  <a:lnTo>
                    <a:pt x="1748028" y="3912108"/>
                  </a:lnTo>
                  <a:lnTo>
                    <a:pt x="1751076" y="3909060"/>
                  </a:lnTo>
                  <a:lnTo>
                    <a:pt x="1751076" y="3860292"/>
                  </a:lnTo>
                  <a:close/>
                </a:path>
                <a:path w="2184400" h="5782310">
                  <a:moveTo>
                    <a:pt x="1751076" y="3777996"/>
                  </a:moveTo>
                  <a:lnTo>
                    <a:pt x="1748028" y="3774948"/>
                  </a:lnTo>
                  <a:lnTo>
                    <a:pt x="1740408" y="3774948"/>
                  </a:lnTo>
                  <a:lnTo>
                    <a:pt x="1735836" y="3777996"/>
                  </a:lnTo>
                  <a:lnTo>
                    <a:pt x="1735836" y="3826764"/>
                  </a:lnTo>
                  <a:lnTo>
                    <a:pt x="1740408" y="3829812"/>
                  </a:lnTo>
                  <a:lnTo>
                    <a:pt x="1748028" y="3829812"/>
                  </a:lnTo>
                  <a:lnTo>
                    <a:pt x="1751076" y="3826764"/>
                  </a:lnTo>
                  <a:lnTo>
                    <a:pt x="1751076" y="3777996"/>
                  </a:lnTo>
                  <a:close/>
                </a:path>
                <a:path w="2184400" h="5782310">
                  <a:moveTo>
                    <a:pt x="1751076" y="3695700"/>
                  </a:moveTo>
                  <a:lnTo>
                    <a:pt x="1748028" y="3692652"/>
                  </a:lnTo>
                  <a:lnTo>
                    <a:pt x="1740408" y="3692652"/>
                  </a:lnTo>
                  <a:lnTo>
                    <a:pt x="1735836" y="3695700"/>
                  </a:lnTo>
                  <a:lnTo>
                    <a:pt x="1735836" y="3744468"/>
                  </a:lnTo>
                  <a:lnTo>
                    <a:pt x="1740408" y="3747516"/>
                  </a:lnTo>
                  <a:lnTo>
                    <a:pt x="1748028" y="3747516"/>
                  </a:lnTo>
                  <a:lnTo>
                    <a:pt x="1751076" y="3744468"/>
                  </a:lnTo>
                  <a:lnTo>
                    <a:pt x="1751076" y="3695700"/>
                  </a:lnTo>
                  <a:close/>
                </a:path>
                <a:path w="2184400" h="5782310">
                  <a:moveTo>
                    <a:pt x="1751076" y="3611880"/>
                  </a:moveTo>
                  <a:lnTo>
                    <a:pt x="1748028" y="3608832"/>
                  </a:lnTo>
                  <a:lnTo>
                    <a:pt x="1740408" y="3608832"/>
                  </a:lnTo>
                  <a:lnTo>
                    <a:pt x="1735836" y="3611880"/>
                  </a:lnTo>
                  <a:lnTo>
                    <a:pt x="1735836" y="3662172"/>
                  </a:lnTo>
                  <a:lnTo>
                    <a:pt x="1740408" y="3665220"/>
                  </a:lnTo>
                  <a:lnTo>
                    <a:pt x="1748028" y="3665220"/>
                  </a:lnTo>
                  <a:lnTo>
                    <a:pt x="1751076" y="3662172"/>
                  </a:lnTo>
                  <a:lnTo>
                    <a:pt x="1751076" y="3611880"/>
                  </a:lnTo>
                  <a:close/>
                </a:path>
                <a:path w="2184400" h="5782310">
                  <a:moveTo>
                    <a:pt x="1751076" y="3529584"/>
                  </a:moveTo>
                  <a:lnTo>
                    <a:pt x="1748028" y="3526536"/>
                  </a:lnTo>
                  <a:lnTo>
                    <a:pt x="1740408" y="3526536"/>
                  </a:lnTo>
                  <a:lnTo>
                    <a:pt x="1735836" y="3529584"/>
                  </a:lnTo>
                  <a:lnTo>
                    <a:pt x="1735836" y="3578352"/>
                  </a:lnTo>
                  <a:lnTo>
                    <a:pt x="1740408" y="3581400"/>
                  </a:lnTo>
                  <a:lnTo>
                    <a:pt x="1748028" y="3581400"/>
                  </a:lnTo>
                  <a:lnTo>
                    <a:pt x="1751076" y="3578352"/>
                  </a:lnTo>
                  <a:lnTo>
                    <a:pt x="1751076" y="3529584"/>
                  </a:lnTo>
                  <a:close/>
                </a:path>
                <a:path w="2184400" h="5782310">
                  <a:moveTo>
                    <a:pt x="1751076" y="3447288"/>
                  </a:moveTo>
                  <a:lnTo>
                    <a:pt x="1748028" y="3444240"/>
                  </a:lnTo>
                  <a:lnTo>
                    <a:pt x="1740408" y="3444240"/>
                  </a:lnTo>
                  <a:lnTo>
                    <a:pt x="1735836" y="3447288"/>
                  </a:lnTo>
                  <a:lnTo>
                    <a:pt x="1735836" y="3496056"/>
                  </a:lnTo>
                  <a:lnTo>
                    <a:pt x="1740408" y="3499104"/>
                  </a:lnTo>
                  <a:lnTo>
                    <a:pt x="1748028" y="3499104"/>
                  </a:lnTo>
                  <a:lnTo>
                    <a:pt x="1751076" y="3496056"/>
                  </a:lnTo>
                  <a:lnTo>
                    <a:pt x="1751076" y="3447288"/>
                  </a:lnTo>
                  <a:close/>
                </a:path>
                <a:path w="2184400" h="5782310">
                  <a:moveTo>
                    <a:pt x="1751076" y="3364992"/>
                  </a:moveTo>
                  <a:lnTo>
                    <a:pt x="1748028" y="3361944"/>
                  </a:lnTo>
                  <a:lnTo>
                    <a:pt x="1740408" y="3361944"/>
                  </a:lnTo>
                  <a:lnTo>
                    <a:pt x="1735836" y="3364992"/>
                  </a:lnTo>
                  <a:lnTo>
                    <a:pt x="1735836" y="3413760"/>
                  </a:lnTo>
                  <a:lnTo>
                    <a:pt x="1740408" y="3416808"/>
                  </a:lnTo>
                  <a:lnTo>
                    <a:pt x="1748028" y="3416808"/>
                  </a:lnTo>
                  <a:lnTo>
                    <a:pt x="1751076" y="3413760"/>
                  </a:lnTo>
                  <a:lnTo>
                    <a:pt x="1751076" y="3364992"/>
                  </a:lnTo>
                  <a:close/>
                </a:path>
                <a:path w="2184400" h="5782310">
                  <a:moveTo>
                    <a:pt x="1751076" y="3281172"/>
                  </a:moveTo>
                  <a:lnTo>
                    <a:pt x="1748028" y="3278124"/>
                  </a:lnTo>
                  <a:lnTo>
                    <a:pt x="1740408" y="3278124"/>
                  </a:lnTo>
                  <a:lnTo>
                    <a:pt x="1735836" y="3281172"/>
                  </a:lnTo>
                  <a:lnTo>
                    <a:pt x="1735836" y="3329940"/>
                  </a:lnTo>
                  <a:lnTo>
                    <a:pt x="1740408" y="3332988"/>
                  </a:lnTo>
                  <a:lnTo>
                    <a:pt x="1748028" y="3332988"/>
                  </a:lnTo>
                  <a:lnTo>
                    <a:pt x="1751076" y="3329940"/>
                  </a:lnTo>
                  <a:lnTo>
                    <a:pt x="1751076" y="3281172"/>
                  </a:lnTo>
                  <a:close/>
                </a:path>
                <a:path w="2184400" h="5782310">
                  <a:moveTo>
                    <a:pt x="1751076" y="3198876"/>
                  </a:moveTo>
                  <a:lnTo>
                    <a:pt x="1748028" y="3195828"/>
                  </a:lnTo>
                  <a:lnTo>
                    <a:pt x="1740408" y="3195828"/>
                  </a:lnTo>
                  <a:lnTo>
                    <a:pt x="1735836" y="3198876"/>
                  </a:lnTo>
                  <a:lnTo>
                    <a:pt x="1735836" y="3247644"/>
                  </a:lnTo>
                  <a:lnTo>
                    <a:pt x="1740408" y="3250692"/>
                  </a:lnTo>
                  <a:lnTo>
                    <a:pt x="1748028" y="3250692"/>
                  </a:lnTo>
                  <a:lnTo>
                    <a:pt x="1751076" y="3247644"/>
                  </a:lnTo>
                  <a:lnTo>
                    <a:pt x="1751076" y="3198876"/>
                  </a:lnTo>
                  <a:close/>
                </a:path>
                <a:path w="2184400" h="5782310">
                  <a:moveTo>
                    <a:pt x="1751076" y="3116580"/>
                  </a:moveTo>
                  <a:lnTo>
                    <a:pt x="1748028" y="3113532"/>
                  </a:lnTo>
                  <a:lnTo>
                    <a:pt x="1740408" y="3113532"/>
                  </a:lnTo>
                  <a:lnTo>
                    <a:pt x="1735836" y="3116580"/>
                  </a:lnTo>
                  <a:lnTo>
                    <a:pt x="1735836" y="3165348"/>
                  </a:lnTo>
                  <a:lnTo>
                    <a:pt x="1740408" y="3168396"/>
                  </a:lnTo>
                  <a:lnTo>
                    <a:pt x="1748028" y="3168396"/>
                  </a:lnTo>
                  <a:lnTo>
                    <a:pt x="1751076" y="3165348"/>
                  </a:lnTo>
                  <a:lnTo>
                    <a:pt x="1751076" y="3116580"/>
                  </a:lnTo>
                  <a:close/>
                </a:path>
                <a:path w="2184400" h="5782310">
                  <a:moveTo>
                    <a:pt x="1751076" y="3032760"/>
                  </a:moveTo>
                  <a:lnTo>
                    <a:pt x="1748028" y="3029712"/>
                  </a:lnTo>
                  <a:lnTo>
                    <a:pt x="1740408" y="3029712"/>
                  </a:lnTo>
                  <a:lnTo>
                    <a:pt x="1735836" y="3032760"/>
                  </a:lnTo>
                  <a:lnTo>
                    <a:pt x="1735836" y="3083052"/>
                  </a:lnTo>
                  <a:lnTo>
                    <a:pt x="1740408" y="3086100"/>
                  </a:lnTo>
                  <a:lnTo>
                    <a:pt x="1748028" y="3086100"/>
                  </a:lnTo>
                  <a:lnTo>
                    <a:pt x="1751076" y="3083052"/>
                  </a:lnTo>
                  <a:lnTo>
                    <a:pt x="1751076" y="3032760"/>
                  </a:lnTo>
                  <a:close/>
                </a:path>
                <a:path w="2184400" h="5782310">
                  <a:moveTo>
                    <a:pt x="1751076" y="2950464"/>
                  </a:moveTo>
                  <a:lnTo>
                    <a:pt x="1748028" y="2947416"/>
                  </a:lnTo>
                  <a:lnTo>
                    <a:pt x="1740408" y="2947416"/>
                  </a:lnTo>
                  <a:lnTo>
                    <a:pt x="1735836" y="2950464"/>
                  </a:lnTo>
                  <a:lnTo>
                    <a:pt x="1735836" y="2999232"/>
                  </a:lnTo>
                  <a:lnTo>
                    <a:pt x="1740408" y="3002280"/>
                  </a:lnTo>
                  <a:lnTo>
                    <a:pt x="1748028" y="3002280"/>
                  </a:lnTo>
                  <a:lnTo>
                    <a:pt x="1751076" y="2999232"/>
                  </a:lnTo>
                  <a:lnTo>
                    <a:pt x="1751076" y="2950464"/>
                  </a:lnTo>
                  <a:close/>
                </a:path>
                <a:path w="2184400" h="5782310">
                  <a:moveTo>
                    <a:pt x="1751076" y="2868168"/>
                  </a:moveTo>
                  <a:lnTo>
                    <a:pt x="1748028" y="2865120"/>
                  </a:lnTo>
                  <a:lnTo>
                    <a:pt x="1740408" y="2865120"/>
                  </a:lnTo>
                  <a:lnTo>
                    <a:pt x="1735836" y="2868168"/>
                  </a:lnTo>
                  <a:lnTo>
                    <a:pt x="1735836" y="2916936"/>
                  </a:lnTo>
                  <a:lnTo>
                    <a:pt x="1740408" y="2919984"/>
                  </a:lnTo>
                  <a:lnTo>
                    <a:pt x="1748028" y="2919984"/>
                  </a:lnTo>
                  <a:lnTo>
                    <a:pt x="1751076" y="2916936"/>
                  </a:lnTo>
                  <a:lnTo>
                    <a:pt x="1751076" y="2868168"/>
                  </a:lnTo>
                  <a:close/>
                </a:path>
                <a:path w="2184400" h="5782310">
                  <a:moveTo>
                    <a:pt x="1751076" y="2785872"/>
                  </a:moveTo>
                  <a:lnTo>
                    <a:pt x="1748028" y="2782824"/>
                  </a:lnTo>
                  <a:lnTo>
                    <a:pt x="1740408" y="2782824"/>
                  </a:lnTo>
                  <a:lnTo>
                    <a:pt x="1735836" y="2785872"/>
                  </a:lnTo>
                  <a:lnTo>
                    <a:pt x="1735836" y="2834640"/>
                  </a:lnTo>
                  <a:lnTo>
                    <a:pt x="1740408" y="2837688"/>
                  </a:lnTo>
                  <a:lnTo>
                    <a:pt x="1748028" y="2837688"/>
                  </a:lnTo>
                  <a:lnTo>
                    <a:pt x="1751076" y="2834640"/>
                  </a:lnTo>
                  <a:lnTo>
                    <a:pt x="1751076" y="2785872"/>
                  </a:lnTo>
                  <a:close/>
                </a:path>
                <a:path w="2184400" h="5782310">
                  <a:moveTo>
                    <a:pt x="1751076" y="2702052"/>
                  </a:moveTo>
                  <a:lnTo>
                    <a:pt x="1748028" y="2699004"/>
                  </a:lnTo>
                  <a:lnTo>
                    <a:pt x="1740408" y="2699004"/>
                  </a:lnTo>
                  <a:lnTo>
                    <a:pt x="1735836" y="2702052"/>
                  </a:lnTo>
                  <a:lnTo>
                    <a:pt x="1735836" y="2750820"/>
                  </a:lnTo>
                  <a:lnTo>
                    <a:pt x="1740408" y="2753868"/>
                  </a:lnTo>
                  <a:lnTo>
                    <a:pt x="1748028" y="2753868"/>
                  </a:lnTo>
                  <a:lnTo>
                    <a:pt x="1751076" y="2750820"/>
                  </a:lnTo>
                  <a:lnTo>
                    <a:pt x="1751076" y="2702052"/>
                  </a:lnTo>
                  <a:close/>
                </a:path>
                <a:path w="2184400" h="5782310">
                  <a:moveTo>
                    <a:pt x="1751076" y="2619756"/>
                  </a:moveTo>
                  <a:lnTo>
                    <a:pt x="1748028" y="2616708"/>
                  </a:lnTo>
                  <a:lnTo>
                    <a:pt x="1740408" y="2616708"/>
                  </a:lnTo>
                  <a:lnTo>
                    <a:pt x="1735836" y="2619756"/>
                  </a:lnTo>
                  <a:lnTo>
                    <a:pt x="1735836" y="2668524"/>
                  </a:lnTo>
                  <a:lnTo>
                    <a:pt x="1740408" y="2671572"/>
                  </a:lnTo>
                  <a:lnTo>
                    <a:pt x="1748028" y="2671572"/>
                  </a:lnTo>
                  <a:lnTo>
                    <a:pt x="1751076" y="2668524"/>
                  </a:lnTo>
                  <a:lnTo>
                    <a:pt x="1751076" y="2619756"/>
                  </a:lnTo>
                  <a:close/>
                </a:path>
                <a:path w="2184400" h="5782310">
                  <a:moveTo>
                    <a:pt x="1751076" y="2537460"/>
                  </a:moveTo>
                  <a:lnTo>
                    <a:pt x="1748028" y="2534412"/>
                  </a:lnTo>
                  <a:lnTo>
                    <a:pt x="1740408" y="2534412"/>
                  </a:lnTo>
                  <a:lnTo>
                    <a:pt x="1735836" y="2537460"/>
                  </a:lnTo>
                  <a:lnTo>
                    <a:pt x="1735836" y="2586228"/>
                  </a:lnTo>
                  <a:lnTo>
                    <a:pt x="1740408" y="2589276"/>
                  </a:lnTo>
                  <a:lnTo>
                    <a:pt x="1748028" y="2589276"/>
                  </a:lnTo>
                  <a:lnTo>
                    <a:pt x="1751076" y="2586228"/>
                  </a:lnTo>
                  <a:lnTo>
                    <a:pt x="1751076" y="2537460"/>
                  </a:lnTo>
                  <a:close/>
                </a:path>
                <a:path w="2184400" h="5782310">
                  <a:moveTo>
                    <a:pt x="1751076" y="2453640"/>
                  </a:moveTo>
                  <a:lnTo>
                    <a:pt x="1748028" y="2450592"/>
                  </a:lnTo>
                  <a:lnTo>
                    <a:pt x="1740408" y="2450592"/>
                  </a:lnTo>
                  <a:lnTo>
                    <a:pt x="1735836" y="2453640"/>
                  </a:lnTo>
                  <a:lnTo>
                    <a:pt x="1735836" y="2503932"/>
                  </a:lnTo>
                  <a:lnTo>
                    <a:pt x="1740408" y="2506980"/>
                  </a:lnTo>
                  <a:lnTo>
                    <a:pt x="1748028" y="2506980"/>
                  </a:lnTo>
                  <a:lnTo>
                    <a:pt x="1751076" y="2503932"/>
                  </a:lnTo>
                  <a:lnTo>
                    <a:pt x="1751076" y="2453640"/>
                  </a:lnTo>
                  <a:close/>
                </a:path>
                <a:path w="2184400" h="5782310">
                  <a:moveTo>
                    <a:pt x="1751076" y="2371344"/>
                  </a:moveTo>
                  <a:lnTo>
                    <a:pt x="1748028" y="2368296"/>
                  </a:lnTo>
                  <a:lnTo>
                    <a:pt x="1740408" y="2368296"/>
                  </a:lnTo>
                  <a:lnTo>
                    <a:pt x="1735836" y="2371344"/>
                  </a:lnTo>
                  <a:lnTo>
                    <a:pt x="1735836" y="2420112"/>
                  </a:lnTo>
                  <a:lnTo>
                    <a:pt x="1740408" y="2423160"/>
                  </a:lnTo>
                  <a:lnTo>
                    <a:pt x="1748028" y="2423160"/>
                  </a:lnTo>
                  <a:lnTo>
                    <a:pt x="1751076" y="2420112"/>
                  </a:lnTo>
                  <a:lnTo>
                    <a:pt x="1751076" y="2371344"/>
                  </a:lnTo>
                  <a:close/>
                </a:path>
                <a:path w="2184400" h="5782310">
                  <a:moveTo>
                    <a:pt x="1751076" y="2289048"/>
                  </a:moveTo>
                  <a:lnTo>
                    <a:pt x="1748028" y="2286000"/>
                  </a:lnTo>
                  <a:lnTo>
                    <a:pt x="1740408" y="2286000"/>
                  </a:lnTo>
                  <a:lnTo>
                    <a:pt x="1735836" y="2289048"/>
                  </a:lnTo>
                  <a:lnTo>
                    <a:pt x="1735836" y="2337816"/>
                  </a:lnTo>
                  <a:lnTo>
                    <a:pt x="1740408" y="2340864"/>
                  </a:lnTo>
                  <a:lnTo>
                    <a:pt x="1748028" y="2340864"/>
                  </a:lnTo>
                  <a:lnTo>
                    <a:pt x="1751076" y="2337816"/>
                  </a:lnTo>
                  <a:lnTo>
                    <a:pt x="1751076" y="2289048"/>
                  </a:lnTo>
                  <a:close/>
                </a:path>
                <a:path w="2184400" h="5782310">
                  <a:moveTo>
                    <a:pt x="1751076" y="2206752"/>
                  </a:moveTo>
                  <a:lnTo>
                    <a:pt x="1748028" y="2203704"/>
                  </a:lnTo>
                  <a:lnTo>
                    <a:pt x="1740408" y="2203704"/>
                  </a:lnTo>
                  <a:lnTo>
                    <a:pt x="1735836" y="2206752"/>
                  </a:lnTo>
                  <a:lnTo>
                    <a:pt x="1735836" y="2255520"/>
                  </a:lnTo>
                  <a:lnTo>
                    <a:pt x="1740408" y="2258568"/>
                  </a:lnTo>
                  <a:lnTo>
                    <a:pt x="1748028" y="2258568"/>
                  </a:lnTo>
                  <a:lnTo>
                    <a:pt x="1751076" y="2255520"/>
                  </a:lnTo>
                  <a:lnTo>
                    <a:pt x="1751076" y="2206752"/>
                  </a:lnTo>
                  <a:close/>
                </a:path>
                <a:path w="2184400" h="5782310">
                  <a:moveTo>
                    <a:pt x="1751076" y="2122932"/>
                  </a:moveTo>
                  <a:lnTo>
                    <a:pt x="1748028" y="2119884"/>
                  </a:lnTo>
                  <a:lnTo>
                    <a:pt x="1740408" y="2119884"/>
                  </a:lnTo>
                  <a:lnTo>
                    <a:pt x="1735836" y="2122932"/>
                  </a:lnTo>
                  <a:lnTo>
                    <a:pt x="1735836" y="2171700"/>
                  </a:lnTo>
                  <a:lnTo>
                    <a:pt x="1740408" y="2174748"/>
                  </a:lnTo>
                  <a:lnTo>
                    <a:pt x="1748028" y="2174748"/>
                  </a:lnTo>
                  <a:lnTo>
                    <a:pt x="1751076" y="2171700"/>
                  </a:lnTo>
                  <a:lnTo>
                    <a:pt x="1751076" y="2122932"/>
                  </a:lnTo>
                  <a:close/>
                </a:path>
                <a:path w="2184400" h="5782310">
                  <a:moveTo>
                    <a:pt x="1751076" y="2040636"/>
                  </a:moveTo>
                  <a:lnTo>
                    <a:pt x="1748028" y="2037588"/>
                  </a:lnTo>
                  <a:lnTo>
                    <a:pt x="1740408" y="2037588"/>
                  </a:lnTo>
                  <a:lnTo>
                    <a:pt x="1735836" y="2040636"/>
                  </a:lnTo>
                  <a:lnTo>
                    <a:pt x="1735836" y="2089404"/>
                  </a:lnTo>
                  <a:lnTo>
                    <a:pt x="1740408" y="2092452"/>
                  </a:lnTo>
                  <a:lnTo>
                    <a:pt x="1748028" y="2092452"/>
                  </a:lnTo>
                  <a:lnTo>
                    <a:pt x="1751076" y="2089404"/>
                  </a:lnTo>
                  <a:lnTo>
                    <a:pt x="1751076" y="2040636"/>
                  </a:lnTo>
                  <a:close/>
                </a:path>
                <a:path w="2184400" h="5782310">
                  <a:moveTo>
                    <a:pt x="1751076" y="1958340"/>
                  </a:moveTo>
                  <a:lnTo>
                    <a:pt x="1748028" y="1955292"/>
                  </a:lnTo>
                  <a:lnTo>
                    <a:pt x="1740408" y="1955292"/>
                  </a:lnTo>
                  <a:lnTo>
                    <a:pt x="1735836" y="1958340"/>
                  </a:lnTo>
                  <a:lnTo>
                    <a:pt x="1735836" y="2007108"/>
                  </a:lnTo>
                  <a:lnTo>
                    <a:pt x="1740408" y="2010156"/>
                  </a:lnTo>
                  <a:lnTo>
                    <a:pt x="1748028" y="2010156"/>
                  </a:lnTo>
                  <a:lnTo>
                    <a:pt x="1751076" y="2007108"/>
                  </a:lnTo>
                  <a:lnTo>
                    <a:pt x="1751076" y="1958340"/>
                  </a:lnTo>
                  <a:close/>
                </a:path>
                <a:path w="2184400" h="5782310">
                  <a:moveTo>
                    <a:pt x="1751076" y="1874520"/>
                  </a:moveTo>
                  <a:lnTo>
                    <a:pt x="1748028" y="1871472"/>
                  </a:lnTo>
                  <a:lnTo>
                    <a:pt x="1740408" y="1871472"/>
                  </a:lnTo>
                  <a:lnTo>
                    <a:pt x="1735836" y="1874520"/>
                  </a:lnTo>
                  <a:lnTo>
                    <a:pt x="1735836" y="1924812"/>
                  </a:lnTo>
                  <a:lnTo>
                    <a:pt x="1740408" y="1927860"/>
                  </a:lnTo>
                  <a:lnTo>
                    <a:pt x="1748028" y="1927860"/>
                  </a:lnTo>
                  <a:lnTo>
                    <a:pt x="1751076" y="1924812"/>
                  </a:lnTo>
                  <a:lnTo>
                    <a:pt x="1751076" y="1874520"/>
                  </a:lnTo>
                  <a:close/>
                </a:path>
                <a:path w="2184400" h="5782310">
                  <a:moveTo>
                    <a:pt x="1751076" y="1792224"/>
                  </a:moveTo>
                  <a:lnTo>
                    <a:pt x="1748028" y="1789176"/>
                  </a:lnTo>
                  <a:lnTo>
                    <a:pt x="1740408" y="1789176"/>
                  </a:lnTo>
                  <a:lnTo>
                    <a:pt x="1735836" y="1792224"/>
                  </a:lnTo>
                  <a:lnTo>
                    <a:pt x="1735836" y="1840992"/>
                  </a:lnTo>
                  <a:lnTo>
                    <a:pt x="1740408" y="1844040"/>
                  </a:lnTo>
                  <a:lnTo>
                    <a:pt x="1748028" y="1844040"/>
                  </a:lnTo>
                  <a:lnTo>
                    <a:pt x="1751076" y="1840992"/>
                  </a:lnTo>
                  <a:lnTo>
                    <a:pt x="1751076" y="1792224"/>
                  </a:lnTo>
                  <a:close/>
                </a:path>
                <a:path w="2184400" h="5782310">
                  <a:moveTo>
                    <a:pt x="1751076" y="1709928"/>
                  </a:moveTo>
                  <a:lnTo>
                    <a:pt x="1748028" y="1706880"/>
                  </a:lnTo>
                  <a:lnTo>
                    <a:pt x="1740408" y="1706880"/>
                  </a:lnTo>
                  <a:lnTo>
                    <a:pt x="1735836" y="1709928"/>
                  </a:lnTo>
                  <a:lnTo>
                    <a:pt x="1735836" y="1758696"/>
                  </a:lnTo>
                  <a:lnTo>
                    <a:pt x="1740408" y="1761744"/>
                  </a:lnTo>
                  <a:lnTo>
                    <a:pt x="1748028" y="1761744"/>
                  </a:lnTo>
                  <a:lnTo>
                    <a:pt x="1751076" y="1758696"/>
                  </a:lnTo>
                  <a:lnTo>
                    <a:pt x="1751076" y="1709928"/>
                  </a:lnTo>
                  <a:close/>
                </a:path>
                <a:path w="2184400" h="5782310">
                  <a:moveTo>
                    <a:pt x="1751076" y="1627632"/>
                  </a:moveTo>
                  <a:lnTo>
                    <a:pt x="1748028" y="1624584"/>
                  </a:lnTo>
                  <a:lnTo>
                    <a:pt x="1740408" y="1624584"/>
                  </a:lnTo>
                  <a:lnTo>
                    <a:pt x="1735836" y="1627632"/>
                  </a:lnTo>
                  <a:lnTo>
                    <a:pt x="1735836" y="1676400"/>
                  </a:lnTo>
                  <a:lnTo>
                    <a:pt x="1740408" y="1679448"/>
                  </a:lnTo>
                  <a:lnTo>
                    <a:pt x="1748028" y="1679448"/>
                  </a:lnTo>
                  <a:lnTo>
                    <a:pt x="1751076" y="1676400"/>
                  </a:lnTo>
                  <a:lnTo>
                    <a:pt x="1751076" y="1627632"/>
                  </a:lnTo>
                  <a:close/>
                </a:path>
                <a:path w="2184400" h="5782310">
                  <a:moveTo>
                    <a:pt x="1751076" y="1543812"/>
                  </a:moveTo>
                  <a:lnTo>
                    <a:pt x="1748028" y="1540764"/>
                  </a:lnTo>
                  <a:lnTo>
                    <a:pt x="1740408" y="1540764"/>
                  </a:lnTo>
                  <a:lnTo>
                    <a:pt x="1735836" y="1543812"/>
                  </a:lnTo>
                  <a:lnTo>
                    <a:pt x="1735836" y="1592580"/>
                  </a:lnTo>
                  <a:lnTo>
                    <a:pt x="1740408" y="1595628"/>
                  </a:lnTo>
                  <a:lnTo>
                    <a:pt x="1748028" y="1595628"/>
                  </a:lnTo>
                  <a:lnTo>
                    <a:pt x="1751076" y="1592580"/>
                  </a:lnTo>
                  <a:lnTo>
                    <a:pt x="1751076" y="1543812"/>
                  </a:lnTo>
                  <a:close/>
                </a:path>
                <a:path w="2184400" h="5782310">
                  <a:moveTo>
                    <a:pt x="1751076" y="1461516"/>
                  </a:moveTo>
                  <a:lnTo>
                    <a:pt x="1748028" y="1458468"/>
                  </a:lnTo>
                  <a:lnTo>
                    <a:pt x="1740408" y="1458468"/>
                  </a:lnTo>
                  <a:lnTo>
                    <a:pt x="1735836" y="1461516"/>
                  </a:lnTo>
                  <a:lnTo>
                    <a:pt x="1735836" y="1510284"/>
                  </a:lnTo>
                  <a:lnTo>
                    <a:pt x="1740408" y="1513332"/>
                  </a:lnTo>
                  <a:lnTo>
                    <a:pt x="1748028" y="1513332"/>
                  </a:lnTo>
                  <a:lnTo>
                    <a:pt x="1751076" y="1510284"/>
                  </a:lnTo>
                  <a:lnTo>
                    <a:pt x="1751076" y="1461516"/>
                  </a:lnTo>
                  <a:close/>
                </a:path>
                <a:path w="2184400" h="5782310">
                  <a:moveTo>
                    <a:pt x="1751076" y="1379220"/>
                  </a:moveTo>
                  <a:lnTo>
                    <a:pt x="1748028" y="1376172"/>
                  </a:lnTo>
                  <a:lnTo>
                    <a:pt x="1740408" y="1376172"/>
                  </a:lnTo>
                  <a:lnTo>
                    <a:pt x="1735836" y="1379220"/>
                  </a:lnTo>
                  <a:lnTo>
                    <a:pt x="1735836" y="1427988"/>
                  </a:lnTo>
                  <a:lnTo>
                    <a:pt x="1740408" y="1431036"/>
                  </a:lnTo>
                  <a:lnTo>
                    <a:pt x="1748028" y="1431036"/>
                  </a:lnTo>
                  <a:lnTo>
                    <a:pt x="1751076" y="1427988"/>
                  </a:lnTo>
                  <a:lnTo>
                    <a:pt x="1751076" y="1379220"/>
                  </a:lnTo>
                  <a:close/>
                </a:path>
                <a:path w="2184400" h="5782310">
                  <a:moveTo>
                    <a:pt x="1751076" y="1295400"/>
                  </a:moveTo>
                  <a:lnTo>
                    <a:pt x="1748028" y="1292352"/>
                  </a:lnTo>
                  <a:lnTo>
                    <a:pt x="1740408" y="1292352"/>
                  </a:lnTo>
                  <a:lnTo>
                    <a:pt x="1735836" y="1295400"/>
                  </a:lnTo>
                  <a:lnTo>
                    <a:pt x="1735836" y="1345692"/>
                  </a:lnTo>
                  <a:lnTo>
                    <a:pt x="1740408" y="1348740"/>
                  </a:lnTo>
                  <a:lnTo>
                    <a:pt x="1748028" y="1348740"/>
                  </a:lnTo>
                  <a:lnTo>
                    <a:pt x="1751076" y="1345692"/>
                  </a:lnTo>
                  <a:lnTo>
                    <a:pt x="1751076" y="1295400"/>
                  </a:lnTo>
                  <a:close/>
                </a:path>
                <a:path w="2184400" h="5782310">
                  <a:moveTo>
                    <a:pt x="1751076" y="1213104"/>
                  </a:moveTo>
                  <a:lnTo>
                    <a:pt x="1748028" y="1210056"/>
                  </a:lnTo>
                  <a:lnTo>
                    <a:pt x="1740408" y="1210056"/>
                  </a:lnTo>
                  <a:lnTo>
                    <a:pt x="1735836" y="1213104"/>
                  </a:lnTo>
                  <a:lnTo>
                    <a:pt x="1735836" y="1261872"/>
                  </a:lnTo>
                  <a:lnTo>
                    <a:pt x="1740408" y="1264920"/>
                  </a:lnTo>
                  <a:lnTo>
                    <a:pt x="1748028" y="1264920"/>
                  </a:lnTo>
                  <a:lnTo>
                    <a:pt x="1751076" y="1261872"/>
                  </a:lnTo>
                  <a:lnTo>
                    <a:pt x="1751076" y="1213104"/>
                  </a:lnTo>
                  <a:close/>
                </a:path>
                <a:path w="2184400" h="5782310">
                  <a:moveTo>
                    <a:pt x="1751076" y="1130808"/>
                  </a:moveTo>
                  <a:lnTo>
                    <a:pt x="1748028" y="1127760"/>
                  </a:lnTo>
                  <a:lnTo>
                    <a:pt x="1740408" y="1127760"/>
                  </a:lnTo>
                  <a:lnTo>
                    <a:pt x="1735836" y="1130808"/>
                  </a:lnTo>
                  <a:lnTo>
                    <a:pt x="1735836" y="1179576"/>
                  </a:lnTo>
                  <a:lnTo>
                    <a:pt x="1740408" y="1182624"/>
                  </a:lnTo>
                  <a:lnTo>
                    <a:pt x="1748028" y="1182624"/>
                  </a:lnTo>
                  <a:lnTo>
                    <a:pt x="1751076" y="1179576"/>
                  </a:lnTo>
                  <a:lnTo>
                    <a:pt x="1751076" y="1130808"/>
                  </a:lnTo>
                  <a:close/>
                </a:path>
                <a:path w="2184400" h="5782310">
                  <a:moveTo>
                    <a:pt x="1751076" y="1048512"/>
                  </a:moveTo>
                  <a:lnTo>
                    <a:pt x="1748028" y="1045464"/>
                  </a:lnTo>
                  <a:lnTo>
                    <a:pt x="1740408" y="1045464"/>
                  </a:lnTo>
                  <a:lnTo>
                    <a:pt x="1735836" y="1048512"/>
                  </a:lnTo>
                  <a:lnTo>
                    <a:pt x="1735836" y="1097280"/>
                  </a:lnTo>
                  <a:lnTo>
                    <a:pt x="1740408" y="1100328"/>
                  </a:lnTo>
                  <a:lnTo>
                    <a:pt x="1748028" y="1100328"/>
                  </a:lnTo>
                  <a:lnTo>
                    <a:pt x="1751076" y="1097280"/>
                  </a:lnTo>
                  <a:lnTo>
                    <a:pt x="1751076" y="1048512"/>
                  </a:lnTo>
                  <a:close/>
                </a:path>
                <a:path w="2184400" h="5782310">
                  <a:moveTo>
                    <a:pt x="1751076" y="964692"/>
                  </a:moveTo>
                  <a:lnTo>
                    <a:pt x="1748028" y="961644"/>
                  </a:lnTo>
                  <a:lnTo>
                    <a:pt x="1740408" y="961644"/>
                  </a:lnTo>
                  <a:lnTo>
                    <a:pt x="1735836" y="964692"/>
                  </a:lnTo>
                  <a:lnTo>
                    <a:pt x="1735836" y="1013460"/>
                  </a:lnTo>
                  <a:lnTo>
                    <a:pt x="1740408" y="1016508"/>
                  </a:lnTo>
                  <a:lnTo>
                    <a:pt x="1748028" y="1016508"/>
                  </a:lnTo>
                  <a:lnTo>
                    <a:pt x="1751076" y="1013460"/>
                  </a:lnTo>
                  <a:lnTo>
                    <a:pt x="1751076" y="964692"/>
                  </a:lnTo>
                  <a:close/>
                </a:path>
                <a:path w="2184400" h="5782310">
                  <a:moveTo>
                    <a:pt x="1751076" y="882396"/>
                  </a:moveTo>
                  <a:lnTo>
                    <a:pt x="1748028" y="879348"/>
                  </a:lnTo>
                  <a:lnTo>
                    <a:pt x="1740408" y="879348"/>
                  </a:lnTo>
                  <a:lnTo>
                    <a:pt x="1735836" y="882396"/>
                  </a:lnTo>
                  <a:lnTo>
                    <a:pt x="1735836" y="931164"/>
                  </a:lnTo>
                  <a:lnTo>
                    <a:pt x="1740408" y="934212"/>
                  </a:lnTo>
                  <a:lnTo>
                    <a:pt x="1748028" y="934212"/>
                  </a:lnTo>
                  <a:lnTo>
                    <a:pt x="1751076" y="931164"/>
                  </a:lnTo>
                  <a:lnTo>
                    <a:pt x="1751076" y="882396"/>
                  </a:lnTo>
                  <a:close/>
                </a:path>
                <a:path w="2184400" h="5782310">
                  <a:moveTo>
                    <a:pt x="1751076" y="800100"/>
                  </a:moveTo>
                  <a:lnTo>
                    <a:pt x="1748028" y="797052"/>
                  </a:lnTo>
                  <a:lnTo>
                    <a:pt x="1740408" y="797052"/>
                  </a:lnTo>
                  <a:lnTo>
                    <a:pt x="1735836" y="800100"/>
                  </a:lnTo>
                  <a:lnTo>
                    <a:pt x="1735836" y="848868"/>
                  </a:lnTo>
                  <a:lnTo>
                    <a:pt x="1740408" y="851916"/>
                  </a:lnTo>
                  <a:lnTo>
                    <a:pt x="1748028" y="851916"/>
                  </a:lnTo>
                  <a:lnTo>
                    <a:pt x="1751076" y="848868"/>
                  </a:lnTo>
                  <a:lnTo>
                    <a:pt x="1751076" y="800100"/>
                  </a:lnTo>
                  <a:close/>
                </a:path>
                <a:path w="2184400" h="5782310">
                  <a:moveTo>
                    <a:pt x="1751076" y="716280"/>
                  </a:moveTo>
                  <a:lnTo>
                    <a:pt x="1748028" y="713232"/>
                  </a:lnTo>
                  <a:lnTo>
                    <a:pt x="1740408" y="713232"/>
                  </a:lnTo>
                  <a:lnTo>
                    <a:pt x="1735836" y="716280"/>
                  </a:lnTo>
                  <a:lnTo>
                    <a:pt x="1735836" y="766572"/>
                  </a:lnTo>
                  <a:lnTo>
                    <a:pt x="1740408" y="769620"/>
                  </a:lnTo>
                  <a:lnTo>
                    <a:pt x="1748028" y="769620"/>
                  </a:lnTo>
                  <a:lnTo>
                    <a:pt x="1751076" y="766572"/>
                  </a:lnTo>
                  <a:lnTo>
                    <a:pt x="1751076" y="716280"/>
                  </a:lnTo>
                  <a:close/>
                </a:path>
                <a:path w="2184400" h="5782310">
                  <a:moveTo>
                    <a:pt x="1751076" y="633984"/>
                  </a:moveTo>
                  <a:lnTo>
                    <a:pt x="1748028" y="630936"/>
                  </a:lnTo>
                  <a:lnTo>
                    <a:pt x="1740408" y="630936"/>
                  </a:lnTo>
                  <a:lnTo>
                    <a:pt x="1735836" y="633984"/>
                  </a:lnTo>
                  <a:lnTo>
                    <a:pt x="1735836" y="682752"/>
                  </a:lnTo>
                  <a:lnTo>
                    <a:pt x="1740408" y="685800"/>
                  </a:lnTo>
                  <a:lnTo>
                    <a:pt x="1748028" y="685800"/>
                  </a:lnTo>
                  <a:lnTo>
                    <a:pt x="1751076" y="682752"/>
                  </a:lnTo>
                  <a:lnTo>
                    <a:pt x="1751076" y="633984"/>
                  </a:lnTo>
                  <a:close/>
                </a:path>
                <a:path w="2184400" h="5782310">
                  <a:moveTo>
                    <a:pt x="1751076" y="551688"/>
                  </a:moveTo>
                  <a:lnTo>
                    <a:pt x="1748028" y="548640"/>
                  </a:lnTo>
                  <a:lnTo>
                    <a:pt x="1740408" y="548640"/>
                  </a:lnTo>
                  <a:lnTo>
                    <a:pt x="1735836" y="551688"/>
                  </a:lnTo>
                  <a:lnTo>
                    <a:pt x="1735836" y="600456"/>
                  </a:lnTo>
                  <a:lnTo>
                    <a:pt x="1740408" y="603504"/>
                  </a:lnTo>
                  <a:lnTo>
                    <a:pt x="1748028" y="603504"/>
                  </a:lnTo>
                  <a:lnTo>
                    <a:pt x="1751076" y="600456"/>
                  </a:lnTo>
                  <a:lnTo>
                    <a:pt x="1751076" y="551688"/>
                  </a:lnTo>
                  <a:close/>
                </a:path>
                <a:path w="2184400" h="5782310">
                  <a:moveTo>
                    <a:pt x="1751076" y="469392"/>
                  </a:moveTo>
                  <a:lnTo>
                    <a:pt x="1748028" y="466344"/>
                  </a:lnTo>
                  <a:lnTo>
                    <a:pt x="1740408" y="466344"/>
                  </a:lnTo>
                  <a:lnTo>
                    <a:pt x="1735836" y="469392"/>
                  </a:lnTo>
                  <a:lnTo>
                    <a:pt x="1735836" y="518160"/>
                  </a:lnTo>
                  <a:lnTo>
                    <a:pt x="1740408" y="521208"/>
                  </a:lnTo>
                  <a:lnTo>
                    <a:pt x="1748028" y="521208"/>
                  </a:lnTo>
                  <a:lnTo>
                    <a:pt x="1751076" y="518160"/>
                  </a:lnTo>
                  <a:lnTo>
                    <a:pt x="1751076" y="469392"/>
                  </a:lnTo>
                  <a:close/>
                </a:path>
                <a:path w="2184400" h="5782310">
                  <a:moveTo>
                    <a:pt x="1751076" y="385572"/>
                  </a:moveTo>
                  <a:lnTo>
                    <a:pt x="1748028" y="382524"/>
                  </a:lnTo>
                  <a:lnTo>
                    <a:pt x="1740408" y="382524"/>
                  </a:lnTo>
                  <a:lnTo>
                    <a:pt x="1735836" y="385572"/>
                  </a:lnTo>
                  <a:lnTo>
                    <a:pt x="1735836" y="434340"/>
                  </a:lnTo>
                  <a:lnTo>
                    <a:pt x="1740408" y="437388"/>
                  </a:lnTo>
                  <a:lnTo>
                    <a:pt x="1748028" y="437388"/>
                  </a:lnTo>
                  <a:lnTo>
                    <a:pt x="1751076" y="434340"/>
                  </a:lnTo>
                  <a:lnTo>
                    <a:pt x="1751076" y="385572"/>
                  </a:lnTo>
                  <a:close/>
                </a:path>
                <a:path w="2184400" h="5782310">
                  <a:moveTo>
                    <a:pt x="1751076" y="303276"/>
                  </a:moveTo>
                  <a:lnTo>
                    <a:pt x="1748028" y="300228"/>
                  </a:lnTo>
                  <a:lnTo>
                    <a:pt x="1740408" y="300228"/>
                  </a:lnTo>
                  <a:lnTo>
                    <a:pt x="1735836" y="303276"/>
                  </a:lnTo>
                  <a:lnTo>
                    <a:pt x="1735836" y="352044"/>
                  </a:lnTo>
                  <a:lnTo>
                    <a:pt x="1740408" y="355092"/>
                  </a:lnTo>
                  <a:lnTo>
                    <a:pt x="1748028" y="355092"/>
                  </a:lnTo>
                  <a:lnTo>
                    <a:pt x="1751076" y="352044"/>
                  </a:lnTo>
                  <a:lnTo>
                    <a:pt x="1751076" y="303276"/>
                  </a:lnTo>
                  <a:close/>
                </a:path>
                <a:path w="2184400" h="5782310">
                  <a:moveTo>
                    <a:pt x="1751076" y="220980"/>
                  </a:moveTo>
                  <a:lnTo>
                    <a:pt x="1748028" y="217932"/>
                  </a:lnTo>
                  <a:lnTo>
                    <a:pt x="1740408" y="217932"/>
                  </a:lnTo>
                  <a:lnTo>
                    <a:pt x="1735836" y="220980"/>
                  </a:lnTo>
                  <a:lnTo>
                    <a:pt x="1735836" y="269748"/>
                  </a:lnTo>
                  <a:lnTo>
                    <a:pt x="1740408" y="272796"/>
                  </a:lnTo>
                  <a:lnTo>
                    <a:pt x="1748028" y="272796"/>
                  </a:lnTo>
                  <a:lnTo>
                    <a:pt x="1751076" y="269748"/>
                  </a:lnTo>
                  <a:lnTo>
                    <a:pt x="1751076" y="220980"/>
                  </a:lnTo>
                  <a:close/>
                </a:path>
                <a:path w="2184400" h="5782310">
                  <a:moveTo>
                    <a:pt x="1751076" y="137160"/>
                  </a:moveTo>
                  <a:lnTo>
                    <a:pt x="1748028" y="134112"/>
                  </a:lnTo>
                  <a:lnTo>
                    <a:pt x="1740408" y="134112"/>
                  </a:lnTo>
                  <a:lnTo>
                    <a:pt x="1735836" y="137160"/>
                  </a:lnTo>
                  <a:lnTo>
                    <a:pt x="1735836" y="187452"/>
                  </a:lnTo>
                  <a:lnTo>
                    <a:pt x="1740408" y="190500"/>
                  </a:lnTo>
                  <a:lnTo>
                    <a:pt x="1748028" y="190500"/>
                  </a:lnTo>
                  <a:lnTo>
                    <a:pt x="1751076" y="187452"/>
                  </a:lnTo>
                  <a:lnTo>
                    <a:pt x="1751076" y="137160"/>
                  </a:lnTo>
                  <a:close/>
                </a:path>
                <a:path w="2184400" h="5782310">
                  <a:moveTo>
                    <a:pt x="1967484" y="5266944"/>
                  </a:moveTo>
                  <a:lnTo>
                    <a:pt x="1964436" y="5263896"/>
                  </a:lnTo>
                  <a:lnTo>
                    <a:pt x="1956816" y="5263896"/>
                  </a:lnTo>
                  <a:lnTo>
                    <a:pt x="1953768" y="5266944"/>
                  </a:lnTo>
                  <a:lnTo>
                    <a:pt x="1953768" y="5291328"/>
                  </a:lnTo>
                  <a:lnTo>
                    <a:pt x="1956816" y="5294376"/>
                  </a:lnTo>
                  <a:lnTo>
                    <a:pt x="1964436" y="5294376"/>
                  </a:lnTo>
                  <a:lnTo>
                    <a:pt x="1967484" y="5291328"/>
                  </a:lnTo>
                  <a:lnTo>
                    <a:pt x="1967484" y="5266944"/>
                  </a:lnTo>
                  <a:close/>
                </a:path>
                <a:path w="2184400" h="5782310">
                  <a:moveTo>
                    <a:pt x="1967484" y="5184648"/>
                  </a:moveTo>
                  <a:lnTo>
                    <a:pt x="1964436" y="5181600"/>
                  </a:lnTo>
                  <a:lnTo>
                    <a:pt x="1956816" y="5181600"/>
                  </a:lnTo>
                  <a:lnTo>
                    <a:pt x="1953768" y="5184648"/>
                  </a:lnTo>
                  <a:lnTo>
                    <a:pt x="1953768" y="5233416"/>
                  </a:lnTo>
                  <a:lnTo>
                    <a:pt x="1956816" y="5236464"/>
                  </a:lnTo>
                  <a:lnTo>
                    <a:pt x="1964436" y="5236464"/>
                  </a:lnTo>
                  <a:lnTo>
                    <a:pt x="1967484" y="5233416"/>
                  </a:lnTo>
                  <a:lnTo>
                    <a:pt x="1967484" y="5184648"/>
                  </a:lnTo>
                  <a:close/>
                </a:path>
                <a:path w="2184400" h="5782310">
                  <a:moveTo>
                    <a:pt x="1967484" y="5102352"/>
                  </a:moveTo>
                  <a:lnTo>
                    <a:pt x="1964436" y="5099304"/>
                  </a:lnTo>
                  <a:lnTo>
                    <a:pt x="1956816" y="5099304"/>
                  </a:lnTo>
                  <a:lnTo>
                    <a:pt x="1953768" y="5102352"/>
                  </a:lnTo>
                  <a:lnTo>
                    <a:pt x="1953768" y="5151120"/>
                  </a:lnTo>
                  <a:lnTo>
                    <a:pt x="1956816" y="5154168"/>
                  </a:lnTo>
                  <a:lnTo>
                    <a:pt x="1964436" y="5154168"/>
                  </a:lnTo>
                  <a:lnTo>
                    <a:pt x="1967484" y="5151120"/>
                  </a:lnTo>
                  <a:lnTo>
                    <a:pt x="1967484" y="5102352"/>
                  </a:lnTo>
                  <a:close/>
                </a:path>
                <a:path w="2184400" h="5782310">
                  <a:moveTo>
                    <a:pt x="1967484" y="5018532"/>
                  </a:moveTo>
                  <a:lnTo>
                    <a:pt x="1964436" y="5015484"/>
                  </a:lnTo>
                  <a:lnTo>
                    <a:pt x="1956816" y="5015484"/>
                  </a:lnTo>
                  <a:lnTo>
                    <a:pt x="1953768" y="5018532"/>
                  </a:lnTo>
                  <a:lnTo>
                    <a:pt x="1953768" y="5067300"/>
                  </a:lnTo>
                  <a:lnTo>
                    <a:pt x="1956816" y="5070348"/>
                  </a:lnTo>
                  <a:lnTo>
                    <a:pt x="1964436" y="5070348"/>
                  </a:lnTo>
                  <a:lnTo>
                    <a:pt x="1967484" y="5067300"/>
                  </a:lnTo>
                  <a:lnTo>
                    <a:pt x="1967484" y="5018532"/>
                  </a:lnTo>
                  <a:close/>
                </a:path>
                <a:path w="2184400" h="5782310">
                  <a:moveTo>
                    <a:pt x="1967484" y="4936236"/>
                  </a:moveTo>
                  <a:lnTo>
                    <a:pt x="1964436" y="4933188"/>
                  </a:lnTo>
                  <a:lnTo>
                    <a:pt x="1956816" y="4933188"/>
                  </a:lnTo>
                  <a:lnTo>
                    <a:pt x="1953768" y="4936236"/>
                  </a:lnTo>
                  <a:lnTo>
                    <a:pt x="1953768" y="4985004"/>
                  </a:lnTo>
                  <a:lnTo>
                    <a:pt x="1956816" y="4988052"/>
                  </a:lnTo>
                  <a:lnTo>
                    <a:pt x="1964436" y="4988052"/>
                  </a:lnTo>
                  <a:lnTo>
                    <a:pt x="1967484" y="4985004"/>
                  </a:lnTo>
                  <a:lnTo>
                    <a:pt x="1967484" y="4936236"/>
                  </a:lnTo>
                  <a:close/>
                </a:path>
                <a:path w="2184400" h="5782310">
                  <a:moveTo>
                    <a:pt x="1967484" y="4853940"/>
                  </a:moveTo>
                  <a:lnTo>
                    <a:pt x="1964436" y="4850892"/>
                  </a:lnTo>
                  <a:lnTo>
                    <a:pt x="1956816" y="4850892"/>
                  </a:lnTo>
                  <a:lnTo>
                    <a:pt x="1953768" y="4853940"/>
                  </a:lnTo>
                  <a:lnTo>
                    <a:pt x="1953768" y="4902708"/>
                  </a:lnTo>
                  <a:lnTo>
                    <a:pt x="1956816" y="4905756"/>
                  </a:lnTo>
                  <a:lnTo>
                    <a:pt x="1964436" y="4905756"/>
                  </a:lnTo>
                  <a:lnTo>
                    <a:pt x="1967484" y="4902708"/>
                  </a:lnTo>
                  <a:lnTo>
                    <a:pt x="1967484" y="4853940"/>
                  </a:lnTo>
                  <a:close/>
                </a:path>
                <a:path w="2184400" h="5782310">
                  <a:moveTo>
                    <a:pt x="1967484" y="4770120"/>
                  </a:moveTo>
                  <a:lnTo>
                    <a:pt x="1964436" y="4767072"/>
                  </a:lnTo>
                  <a:lnTo>
                    <a:pt x="1956816" y="4767072"/>
                  </a:lnTo>
                  <a:lnTo>
                    <a:pt x="1953768" y="4770120"/>
                  </a:lnTo>
                  <a:lnTo>
                    <a:pt x="1953768" y="4820412"/>
                  </a:lnTo>
                  <a:lnTo>
                    <a:pt x="1956816" y="4823460"/>
                  </a:lnTo>
                  <a:lnTo>
                    <a:pt x="1964436" y="4823460"/>
                  </a:lnTo>
                  <a:lnTo>
                    <a:pt x="1967484" y="4820412"/>
                  </a:lnTo>
                  <a:lnTo>
                    <a:pt x="1967484" y="4770120"/>
                  </a:lnTo>
                  <a:close/>
                </a:path>
                <a:path w="2184400" h="5782310">
                  <a:moveTo>
                    <a:pt x="1967484" y="4687824"/>
                  </a:moveTo>
                  <a:lnTo>
                    <a:pt x="1964436" y="4684776"/>
                  </a:lnTo>
                  <a:lnTo>
                    <a:pt x="1956816" y="4684776"/>
                  </a:lnTo>
                  <a:lnTo>
                    <a:pt x="1953768" y="4687824"/>
                  </a:lnTo>
                  <a:lnTo>
                    <a:pt x="1953768" y="4736592"/>
                  </a:lnTo>
                  <a:lnTo>
                    <a:pt x="1956816" y="4739640"/>
                  </a:lnTo>
                  <a:lnTo>
                    <a:pt x="1964436" y="4739640"/>
                  </a:lnTo>
                  <a:lnTo>
                    <a:pt x="1967484" y="4736592"/>
                  </a:lnTo>
                  <a:lnTo>
                    <a:pt x="1967484" y="4687824"/>
                  </a:lnTo>
                  <a:close/>
                </a:path>
                <a:path w="2184400" h="5782310">
                  <a:moveTo>
                    <a:pt x="1967484" y="4605528"/>
                  </a:moveTo>
                  <a:lnTo>
                    <a:pt x="1964436" y="4602480"/>
                  </a:lnTo>
                  <a:lnTo>
                    <a:pt x="1956816" y="4602480"/>
                  </a:lnTo>
                  <a:lnTo>
                    <a:pt x="1953768" y="4605528"/>
                  </a:lnTo>
                  <a:lnTo>
                    <a:pt x="1953768" y="4654308"/>
                  </a:lnTo>
                  <a:lnTo>
                    <a:pt x="1956816" y="4657344"/>
                  </a:lnTo>
                  <a:lnTo>
                    <a:pt x="1964436" y="4657344"/>
                  </a:lnTo>
                  <a:lnTo>
                    <a:pt x="1967484" y="4654308"/>
                  </a:lnTo>
                  <a:lnTo>
                    <a:pt x="1967484" y="4605528"/>
                  </a:lnTo>
                  <a:close/>
                </a:path>
                <a:path w="2184400" h="5782310">
                  <a:moveTo>
                    <a:pt x="1967484" y="4523232"/>
                  </a:moveTo>
                  <a:lnTo>
                    <a:pt x="1964436" y="4520184"/>
                  </a:lnTo>
                  <a:lnTo>
                    <a:pt x="1956816" y="4520184"/>
                  </a:lnTo>
                  <a:lnTo>
                    <a:pt x="1953768" y="4523232"/>
                  </a:lnTo>
                  <a:lnTo>
                    <a:pt x="1953768" y="4572000"/>
                  </a:lnTo>
                  <a:lnTo>
                    <a:pt x="1956816" y="4575048"/>
                  </a:lnTo>
                  <a:lnTo>
                    <a:pt x="1964436" y="4575048"/>
                  </a:lnTo>
                  <a:lnTo>
                    <a:pt x="1967484" y="4572000"/>
                  </a:lnTo>
                  <a:lnTo>
                    <a:pt x="1967484" y="4523232"/>
                  </a:lnTo>
                  <a:close/>
                </a:path>
                <a:path w="2184400" h="5782310">
                  <a:moveTo>
                    <a:pt x="1967484" y="4439412"/>
                  </a:moveTo>
                  <a:lnTo>
                    <a:pt x="1964436" y="4436364"/>
                  </a:lnTo>
                  <a:lnTo>
                    <a:pt x="1956816" y="4436364"/>
                  </a:lnTo>
                  <a:lnTo>
                    <a:pt x="1953768" y="4439412"/>
                  </a:lnTo>
                  <a:lnTo>
                    <a:pt x="1953768" y="4488180"/>
                  </a:lnTo>
                  <a:lnTo>
                    <a:pt x="1956816" y="4491228"/>
                  </a:lnTo>
                  <a:lnTo>
                    <a:pt x="1964436" y="4491228"/>
                  </a:lnTo>
                  <a:lnTo>
                    <a:pt x="1967484" y="4488180"/>
                  </a:lnTo>
                  <a:lnTo>
                    <a:pt x="1967484" y="4439412"/>
                  </a:lnTo>
                  <a:close/>
                </a:path>
                <a:path w="2184400" h="5782310">
                  <a:moveTo>
                    <a:pt x="1967484" y="4357116"/>
                  </a:moveTo>
                  <a:lnTo>
                    <a:pt x="1964436" y="4354068"/>
                  </a:lnTo>
                  <a:lnTo>
                    <a:pt x="1956816" y="4354068"/>
                  </a:lnTo>
                  <a:lnTo>
                    <a:pt x="1953768" y="4357116"/>
                  </a:lnTo>
                  <a:lnTo>
                    <a:pt x="1953768" y="4405884"/>
                  </a:lnTo>
                  <a:lnTo>
                    <a:pt x="1956816" y="4408932"/>
                  </a:lnTo>
                  <a:lnTo>
                    <a:pt x="1964436" y="4408932"/>
                  </a:lnTo>
                  <a:lnTo>
                    <a:pt x="1967484" y="4405884"/>
                  </a:lnTo>
                  <a:lnTo>
                    <a:pt x="1967484" y="4357116"/>
                  </a:lnTo>
                  <a:close/>
                </a:path>
                <a:path w="2184400" h="5782310">
                  <a:moveTo>
                    <a:pt x="1967484" y="4274820"/>
                  </a:moveTo>
                  <a:lnTo>
                    <a:pt x="1964436" y="4271772"/>
                  </a:lnTo>
                  <a:lnTo>
                    <a:pt x="1956816" y="4271772"/>
                  </a:lnTo>
                  <a:lnTo>
                    <a:pt x="1953768" y="4274820"/>
                  </a:lnTo>
                  <a:lnTo>
                    <a:pt x="1953768" y="4323588"/>
                  </a:lnTo>
                  <a:lnTo>
                    <a:pt x="1956816" y="4326636"/>
                  </a:lnTo>
                  <a:lnTo>
                    <a:pt x="1964436" y="4326636"/>
                  </a:lnTo>
                  <a:lnTo>
                    <a:pt x="1967484" y="4323588"/>
                  </a:lnTo>
                  <a:lnTo>
                    <a:pt x="1967484" y="4274820"/>
                  </a:lnTo>
                  <a:close/>
                </a:path>
                <a:path w="2184400" h="5782310">
                  <a:moveTo>
                    <a:pt x="1967484" y="4191000"/>
                  </a:moveTo>
                  <a:lnTo>
                    <a:pt x="1964436" y="4187952"/>
                  </a:lnTo>
                  <a:lnTo>
                    <a:pt x="1956816" y="4187952"/>
                  </a:lnTo>
                  <a:lnTo>
                    <a:pt x="1953768" y="4191000"/>
                  </a:lnTo>
                  <a:lnTo>
                    <a:pt x="1953768" y="4241292"/>
                  </a:lnTo>
                  <a:lnTo>
                    <a:pt x="1956816" y="4244340"/>
                  </a:lnTo>
                  <a:lnTo>
                    <a:pt x="1964436" y="4244340"/>
                  </a:lnTo>
                  <a:lnTo>
                    <a:pt x="1967484" y="4241292"/>
                  </a:lnTo>
                  <a:lnTo>
                    <a:pt x="1967484" y="4191000"/>
                  </a:lnTo>
                  <a:close/>
                </a:path>
                <a:path w="2184400" h="5782310">
                  <a:moveTo>
                    <a:pt x="1967484" y="4108704"/>
                  </a:moveTo>
                  <a:lnTo>
                    <a:pt x="1964436" y="4105656"/>
                  </a:lnTo>
                  <a:lnTo>
                    <a:pt x="1956816" y="4105656"/>
                  </a:lnTo>
                  <a:lnTo>
                    <a:pt x="1953768" y="4108704"/>
                  </a:lnTo>
                  <a:lnTo>
                    <a:pt x="1953768" y="4157472"/>
                  </a:lnTo>
                  <a:lnTo>
                    <a:pt x="1956816" y="4160520"/>
                  </a:lnTo>
                  <a:lnTo>
                    <a:pt x="1964436" y="4160520"/>
                  </a:lnTo>
                  <a:lnTo>
                    <a:pt x="1967484" y="4157472"/>
                  </a:lnTo>
                  <a:lnTo>
                    <a:pt x="1967484" y="4108704"/>
                  </a:lnTo>
                  <a:close/>
                </a:path>
                <a:path w="2184400" h="5782310">
                  <a:moveTo>
                    <a:pt x="1967484" y="4026408"/>
                  </a:moveTo>
                  <a:lnTo>
                    <a:pt x="1964436" y="4023360"/>
                  </a:lnTo>
                  <a:lnTo>
                    <a:pt x="1956816" y="4023360"/>
                  </a:lnTo>
                  <a:lnTo>
                    <a:pt x="1953768" y="4026408"/>
                  </a:lnTo>
                  <a:lnTo>
                    <a:pt x="1953768" y="4075176"/>
                  </a:lnTo>
                  <a:lnTo>
                    <a:pt x="1956816" y="4078224"/>
                  </a:lnTo>
                  <a:lnTo>
                    <a:pt x="1964436" y="4078224"/>
                  </a:lnTo>
                  <a:lnTo>
                    <a:pt x="1967484" y="4075176"/>
                  </a:lnTo>
                  <a:lnTo>
                    <a:pt x="1967484" y="4026408"/>
                  </a:lnTo>
                  <a:close/>
                </a:path>
                <a:path w="2184400" h="5782310">
                  <a:moveTo>
                    <a:pt x="1967484" y="3944112"/>
                  </a:moveTo>
                  <a:lnTo>
                    <a:pt x="1964436" y="3941064"/>
                  </a:lnTo>
                  <a:lnTo>
                    <a:pt x="1956816" y="3941064"/>
                  </a:lnTo>
                  <a:lnTo>
                    <a:pt x="1953768" y="3944112"/>
                  </a:lnTo>
                  <a:lnTo>
                    <a:pt x="1953768" y="3992880"/>
                  </a:lnTo>
                  <a:lnTo>
                    <a:pt x="1956816" y="3995928"/>
                  </a:lnTo>
                  <a:lnTo>
                    <a:pt x="1964436" y="3995928"/>
                  </a:lnTo>
                  <a:lnTo>
                    <a:pt x="1967484" y="3992880"/>
                  </a:lnTo>
                  <a:lnTo>
                    <a:pt x="1967484" y="3944112"/>
                  </a:lnTo>
                  <a:close/>
                </a:path>
                <a:path w="2184400" h="5782310">
                  <a:moveTo>
                    <a:pt x="1967484" y="3860292"/>
                  </a:moveTo>
                  <a:lnTo>
                    <a:pt x="1964436" y="3857244"/>
                  </a:lnTo>
                  <a:lnTo>
                    <a:pt x="1956816" y="3857244"/>
                  </a:lnTo>
                  <a:lnTo>
                    <a:pt x="1953768" y="3860292"/>
                  </a:lnTo>
                  <a:lnTo>
                    <a:pt x="1953768" y="3909060"/>
                  </a:lnTo>
                  <a:lnTo>
                    <a:pt x="1956816" y="3912108"/>
                  </a:lnTo>
                  <a:lnTo>
                    <a:pt x="1964436" y="3912108"/>
                  </a:lnTo>
                  <a:lnTo>
                    <a:pt x="1967484" y="3909060"/>
                  </a:lnTo>
                  <a:lnTo>
                    <a:pt x="1967484" y="3860292"/>
                  </a:lnTo>
                  <a:close/>
                </a:path>
                <a:path w="2184400" h="5782310">
                  <a:moveTo>
                    <a:pt x="1967484" y="3777996"/>
                  </a:moveTo>
                  <a:lnTo>
                    <a:pt x="1964436" y="3774948"/>
                  </a:lnTo>
                  <a:lnTo>
                    <a:pt x="1956816" y="3774948"/>
                  </a:lnTo>
                  <a:lnTo>
                    <a:pt x="1953768" y="3777996"/>
                  </a:lnTo>
                  <a:lnTo>
                    <a:pt x="1953768" y="3826764"/>
                  </a:lnTo>
                  <a:lnTo>
                    <a:pt x="1956816" y="3829812"/>
                  </a:lnTo>
                  <a:lnTo>
                    <a:pt x="1964436" y="3829812"/>
                  </a:lnTo>
                  <a:lnTo>
                    <a:pt x="1967484" y="3826764"/>
                  </a:lnTo>
                  <a:lnTo>
                    <a:pt x="1967484" y="3777996"/>
                  </a:lnTo>
                  <a:close/>
                </a:path>
                <a:path w="2184400" h="5782310">
                  <a:moveTo>
                    <a:pt x="1967484" y="3695700"/>
                  </a:moveTo>
                  <a:lnTo>
                    <a:pt x="1964436" y="3692652"/>
                  </a:lnTo>
                  <a:lnTo>
                    <a:pt x="1956816" y="3692652"/>
                  </a:lnTo>
                  <a:lnTo>
                    <a:pt x="1953768" y="3695700"/>
                  </a:lnTo>
                  <a:lnTo>
                    <a:pt x="1953768" y="3744468"/>
                  </a:lnTo>
                  <a:lnTo>
                    <a:pt x="1956816" y="3747516"/>
                  </a:lnTo>
                  <a:lnTo>
                    <a:pt x="1964436" y="3747516"/>
                  </a:lnTo>
                  <a:lnTo>
                    <a:pt x="1967484" y="3744468"/>
                  </a:lnTo>
                  <a:lnTo>
                    <a:pt x="1967484" y="3695700"/>
                  </a:lnTo>
                  <a:close/>
                </a:path>
                <a:path w="2184400" h="5782310">
                  <a:moveTo>
                    <a:pt x="1967484" y="3611880"/>
                  </a:moveTo>
                  <a:lnTo>
                    <a:pt x="1964436" y="3608832"/>
                  </a:lnTo>
                  <a:lnTo>
                    <a:pt x="1956816" y="3608832"/>
                  </a:lnTo>
                  <a:lnTo>
                    <a:pt x="1953768" y="3611880"/>
                  </a:lnTo>
                  <a:lnTo>
                    <a:pt x="1953768" y="3662172"/>
                  </a:lnTo>
                  <a:lnTo>
                    <a:pt x="1956816" y="3665220"/>
                  </a:lnTo>
                  <a:lnTo>
                    <a:pt x="1964436" y="3665220"/>
                  </a:lnTo>
                  <a:lnTo>
                    <a:pt x="1967484" y="3662172"/>
                  </a:lnTo>
                  <a:lnTo>
                    <a:pt x="1967484" y="3611880"/>
                  </a:lnTo>
                  <a:close/>
                </a:path>
                <a:path w="2184400" h="5782310">
                  <a:moveTo>
                    <a:pt x="1967484" y="3529584"/>
                  </a:moveTo>
                  <a:lnTo>
                    <a:pt x="1964436" y="3526536"/>
                  </a:lnTo>
                  <a:lnTo>
                    <a:pt x="1956816" y="3526536"/>
                  </a:lnTo>
                  <a:lnTo>
                    <a:pt x="1953768" y="3529584"/>
                  </a:lnTo>
                  <a:lnTo>
                    <a:pt x="1953768" y="3578352"/>
                  </a:lnTo>
                  <a:lnTo>
                    <a:pt x="1956816" y="3581400"/>
                  </a:lnTo>
                  <a:lnTo>
                    <a:pt x="1964436" y="3581400"/>
                  </a:lnTo>
                  <a:lnTo>
                    <a:pt x="1967484" y="3578352"/>
                  </a:lnTo>
                  <a:lnTo>
                    <a:pt x="1967484" y="3529584"/>
                  </a:lnTo>
                  <a:close/>
                </a:path>
                <a:path w="2184400" h="5782310">
                  <a:moveTo>
                    <a:pt x="1967484" y="3447288"/>
                  </a:moveTo>
                  <a:lnTo>
                    <a:pt x="1964436" y="3444240"/>
                  </a:lnTo>
                  <a:lnTo>
                    <a:pt x="1956816" y="3444240"/>
                  </a:lnTo>
                  <a:lnTo>
                    <a:pt x="1953768" y="3447288"/>
                  </a:lnTo>
                  <a:lnTo>
                    <a:pt x="1953768" y="3496056"/>
                  </a:lnTo>
                  <a:lnTo>
                    <a:pt x="1956816" y="3499104"/>
                  </a:lnTo>
                  <a:lnTo>
                    <a:pt x="1964436" y="3499104"/>
                  </a:lnTo>
                  <a:lnTo>
                    <a:pt x="1967484" y="3496056"/>
                  </a:lnTo>
                  <a:lnTo>
                    <a:pt x="1967484" y="3447288"/>
                  </a:lnTo>
                  <a:close/>
                </a:path>
                <a:path w="2184400" h="5782310">
                  <a:moveTo>
                    <a:pt x="1967484" y="3364992"/>
                  </a:moveTo>
                  <a:lnTo>
                    <a:pt x="1964436" y="3361944"/>
                  </a:lnTo>
                  <a:lnTo>
                    <a:pt x="1956816" y="3361944"/>
                  </a:lnTo>
                  <a:lnTo>
                    <a:pt x="1953768" y="3364992"/>
                  </a:lnTo>
                  <a:lnTo>
                    <a:pt x="1953768" y="3413760"/>
                  </a:lnTo>
                  <a:lnTo>
                    <a:pt x="1956816" y="3416808"/>
                  </a:lnTo>
                  <a:lnTo>
                    <a:pt x="1964436" y="3416808"/>
                  </a:lnTo>
                  <a:lnTo>
                    <a:pt x="1967484" y="3413760"/>
                  </a:lnTo>
                  <a:lnTo>
                    <a:pt x="1967484" y="3364992"/>
                  </a:lnTo>
                  <a:close/>
                </a:path>
                <a:path w="2184400" h="5782310">
                  <a:moveTo>
                    <a:pt x="1967484" y="3281172"/>
                  </a:moveTo>
                  <a:lnTo>
                    <a:pt x="1964436" y="3278124"/>
                  </a:lnTo>
                  <a:lnTo>
                    <a:pt x="1956816" y="3278124"/>
                  </a:lnTo>
                  <a:lnTo>
                    <a:pt x="1953768" y="3281172"/>
                  </a:lnTo>
                  <a:lnTo>
                    <a:pt x="1953768" y="3329940"/>
                  </a:lnTo>
                  <a:lnTo>
                    <a:pt x="1956816" y="3332988"/>
                  </a:lnTo>
                  <a:lnTo>
                    <a:pt x="1964436" y="3332988"/>
                  </a:lnTo>
                  <a:lnTo>
                    <a:pt x="1967484" y="3329940"/>
                  </a:lnTo>
                  <a:lnTo>
                    <a:pt x="1967484" y="3281172"/>
                  </a:lnTo>
                  <a:close/>
                </a:path>
                <a:path w="2184400" h="5782310">
                  <a:moveTo>
                    <a:pt x="1967484" y="3198876"/>
                  </a:moveTo>
                  <a:lnTo>
                    <a:pt x="1964436" y="3195828"/>
                  </a:lnTo>
                  <a:lnTo>
                    <a:pt x="1956816" y="3195828"/>
                  </a:lnTo>
                  <a:lnTo>
                    <a:pt x="1953768" y="3198876"/>
                  </a:lnTo>
                  <a:lnTo>
                    <a:pt x="1953768" y="3247644"/>
                  </a:lnTo>
                  <a:lnTo>
                    <a:pt x="1956816" y="3250692"/>
                  </a:lnTo>
                  <a:lnTo>
                    <a:pt x="1964436" y="3250692"/>
                  </a:lnTo>
                  <a:lnTo>
                    <a:pt x="1967484" y="3247644"/>
                  </a:lnTo>
                  <a:lnTo>
                    <a:pt x="1967484" y="3198876"/>
                  </a:lnTo>
                  <a:close/>
                </a:path>
                <a:path w="2184400" h="5782310">
                  <a:moveTo>
                    <a:pt x="1967484" y="3116580"/>
                  </a:moveTo>
                  <a:lnTo>
                    <a:pt x="1964436" y="3113532"/>
                  </a:lnTo>
                  <a:lnTo>
                    <a:pt x="1956816" y="3113532"/>
                  </a:lnTo>
                  <a:lnTo>
                    <a:pt x="1953768" y="3116580"/>
                  </a:lnTo>
                  <a:lnTo>
                    <a:pt x="1953768" y="3165348"/>
                  </a:lnTo>
                  <a:lnTo>
                    <a:pt x="1956816" y="3168396"/>
                  </a:lnTo>
                  <a:lnTo>
                    <a:pt x="1964436" y="3168396"/>
                  </a:lnTo>
                  <a:lnTo>
                    <a:pt x="1967484" y="3165348"/>
                  </a:lnTo>
                  <a:lnTo>
                    <a:pt x="1967484" y="3116580"/>
                  </a:lnTo>
                  <a:close/>
                </a:path>
                <a:path w="2184400" h="5782310">
                  <a:moveTo>
                    <a:pt x="1967484" y="3032760"/>
                  </a:moveTo>
                  <a:lnTo>
                    <a:pt x="1964436" y="3029712"/>
                  </a:lnTo>
                  <a:lnTo>
                    <a:pt x="1956816" y="3029712"/>
                  </a:lnTo>
                  <a:lnTo>
                    <a:pt x="1953768" y="3032760"/>
                  </a:lnTo>
                  <a:lnTo>
                    <a:pt x="1953768" y="3083052"/>
                  </a:lnTo>
                  <a:lnTo>
                    <a:pt x="1956816" y="3086100"/>
                  </a:lnTo>
                  <a:lnTo>
                    <a:pt x="1964436" y="3086100"/>
                  </a:lnTo>
                  <a:lnTo>
                    <a:pt x="1967484" y="3083052"/>
                  </a:lnTo>
                  <a:lnTo>
                    <a:pt x="1967484" y="3032760"/>
                  </a:lnTo>
                  <a:close/>
                </a:path>
                <a:path w="2184400" h="5782310">
                  <a:moveTo>
                    <a:pt x="1967484" y="2950464"/>
                  </a:moveTo>
                  <a:lnTo>
                    <a:pt x="1964436" y="2947416"/>
                  </a:lnTo>
                  <a:lnTo>
                    <a:pt x="1956816" y="2947416"/>
                  </a:lnTo>
                  <a:lnTo>
                    <a:pt x="1953768" y="2950464"/>
                  </a:lnTo>
                  <a:lnTo>
                    <a:pt x="1953768" y="2999232"/>
                  </a:lnTo>
                  <a:lnTo>
                    <a:pt x="1956816" y="3002280"/>
                  </a:lnTo>
                  <a:lnTo>
                    <a:pt x="1964436" y="3002280"/>
                  </a:lnTo>
                  <a:lnTo>
                    <a:pt x="1967484" y="2999232"/>
                  </a:lnTo>
                  <a:lnTo>
                    <a:pt x="1967484" y="2950464"/>
                  </a:lnTo>
                  <a:close/>
                </a:path>
                <a:path w="2184400" h="5782310">
                  <a:moveTo>
                    <a:pt x="1967484" y="2868168"/>
                  </a:moveTo>
                  <a:lnTo>
                    <a:pt x="1964436" y="2865120"/>
                  </a:lnTo>
                  <a:lnTo>
                    <a:pt x="1956816" y="2865120"/>
                  </a:lnTo>
                  <a:lnTo>
                    <a:pt x="1953768" y="2868168"/>
                  </a:lnTo>
                  <a:lnTo>
                    <a:pt x="1953768" y="2916936"/>
                  </a:lnTo>
                  <a:lnTo>
                    <a:pt x="1956816" y="2919984"/>
                  </a:lnTo>
                  <a:lnTo>
                    <a:pt x="1964436" y="2919984"/>
                  </a:lnTo>
                  <a:lnTo>
                    <a:pt x="1967484" y="2916936"/>
                  </a:lnTo>
                  <a:lnTo>
                    <a:pt x="1967484" y="2868168"/>
                  </a:lnTo>
                  <a:close/>
                </a:path>
                <a:path w="2184400" h="5782310">
                  <a:moveTo>
                    <a:pt x="1967484" y="2785872"/>
                  </a:moveTo>
                  <a:lnTo>
                    <a:pt x="1964436" y="2782824"/>
                  </a:lnTo>
                  <a:lnTo>
                    <a:pt x="1956816" y="2782824"/>
                  </a:lnTo>
                  <a:lnTo>
                    <a:pt x="1953768" y="2785872"/>
                  </a:lnTo>
                  <a:lnTo>
                    <a:pt x="1953768" y="2834640"/>
                  </a:lnTo>
                  <a:lnTo>
                    <a:pt x="1956816" y="2837688"/>
                  </a:lnTo>
                  <a:lnTo>
                    <a:pt x="1964436" y="2837688"/>
                  </a:lnTo>
                  <a:lnTo>
                    <a:pt x="1967484" y="2834640"/>
                  </a:lnTo>
                  <a:lnTo>
                    <a:pt x="1967484" y="2785872"/>
                  </a:lnTo>
                  <a:close/>
                </a:path>
                <a:path w="2184400" h="5782310">
                  <a:moveTo>
                    <a:pt x="1967484" y="2702052"/>
                  </a:moveTo>
                  <a:lnTo>
                    <a:pt x="1964436" y="2699004"/>
                  </a:lnTo>
                  <a:lnTo>
                    <a:pt x="1956816" y="2699004"/>
                  </a:lnTo>
                  <a:lnTo>
                    <a:pt x="1953768" y="2702052"/>
                  </a:lnTo>
                  <a:lnTo>
                    <a:pt x="1953768" y="2750820"/>
                  </a:lnTo>
                  <a:lnTo>
                    <a:pt x="1956816" y="2753868"/>
                  </a:lnTo>
                  <a:lnTo>
                    <a:pt x="1964436" y="2753868"/>
                  </a:lnTo>
                  <a:lnTo>
                    <a:pt x="1967484" y="2750820"/>
                  </a:lnTo>
                  <a:lnTo>
                    <a:pt x="1967484" y="2702052"/>
                  </a:lnTo>
                  <a:close/>
                </a:path>
                <a:path w="2184400" h="5782310">
                  <a:moveTo>
                    <a:pt x="1967484" y="2619756"/>
                  </a:moveTo>
                  <a:lnTo>
                    <a:pt x="1964436" y="2616708"/>
                  </a:lnTo>
                  <a:lnTo>
                    <a:pt x="1956816" y="2616708"/>
                  </a:lnTo>
                  <a:lnTo>
                    <a:pt x="1953768" y="2619756"/>
                  </a:lnTo>
                  <a:lnTo>
                    <a:pt x="1953768" y="2668524"/>
                  </a:lnTo>
                  <a:lnTo>
                    <a:pt x="1956816" y="2671572"/>
                  </a:lnTo>
                  <a:lnTo>
                    <a:pt x="1964436" y="2671572"/>
                  </a:lnTo>
                  <a:lnTo>
                    <a:pt x="1967484" y="2668524"/>
                  </a:lnTo>
                  <a:lnTo>
                    <a:pt x="1967484" y="2619756"/>
                  </a:lnTo>
                  <a:close/>
                </a:path>
                <a:path w="2184400" h="5782310">
                  <a:moveTo>
                    <a:pt x="1967484" y="2537460"/>
                  </a:moveTo>
                  <a:lnTo>
                    <a:pt x="1964436" y="2534412"/>
                  </a:lnTo>
                  <a:lnTo>
                    <a:pt x="1956816" y="2534412"/>
                  </a:lnTo>
                  <a:lnTo>
                    <a:pt x="1953768" y="2537460"/>
                  </a:lnTo>
                  <a:lnTo>
                    <a:pt x="1953768" y="2586228"/>
                  </a:lnTo>
                  <a:lnTo>
                    <a:pt x="1956816" y="2589276"/>
                  </a:lnTo>
                  <a:lnTo>
                    <a:pt x="1964436" y="2589276"/>
                  </a:lnTo>
                  <a:lnTo>
                    <a:pt x="1967484" y="2586228"/>
                  </a:lnTo>
                  <a:lnTo>
                    <a:pt x="1967484" y="2537460"/>
                  </a:lnTo>
                  <a:close/>
                </a:path>
                <a:path w="2184400" h="5782310">
                  <a:moveTo>
                    <a:pt x="1967484" y="2453640"/>
                  </a:moveTo>
                  <a:lnTo>
                    <a:pt x="1964436" y="2450592"/>
                  </a:lnTo>
                  <a:lnTo>
                    <a:pt x="1956816" y="2450592"/>
                  </a:lnTo>
                  <a:lnTo>
                    <a:pt x="1953768" y="2453640"/>
                  </a:lnTo>
                  <a:lnTo>
                    <a:pt x="1953768" y="2503932"/>
                  </a:lnTo>
                  <a:lnTo>
                    <a:pt x="1956816" y="2506980"/>
                  </a:lnTo>
                  <a:lnTo>
                    <a:pt x="1964436" y="2506980"/>
                  </a:lnTo>
                  <a:lnTo>
                    <a:pt x="1967484" y="2503932"/>
                  </a:lnTo>
                  <a:lnTo>
                    <a:pt x="1967484" y="2453640"/>
                  </a:lnTo>
                  <a:close/>
                </a:path>
                <a:path w="2184400" h="5782310">
                  <a:moveTo>
                    <a:pt x="1967484" y="2371344"/>
                  </a:moveTo>
                  <a:lnTo>
                    <a:pt x="1964436" y="2368296"/>
                  </a:lnTo>
                  <a:lnTo>
                    <a:pt x="1956816" y="2368296"/>
                  </a:lnTo>
                  <a:lnTo>
                    <a:pt x="1953768" y="2371344"/>
                  </a:lnTo>
                  <a:lnTo>
                    <a:pt x="1953768" y="2420112"/>
                  </a:lnTo>
                  <a:lnTo>
                    <a:pt x="1956816" y="2423160"/>
                  </a:lnTo>
                  <a:lnTo>
                    <a:pt x="1964436" y="2423160"/>
                  </a:lnTo>
                  <a:lnTo>
                    <a:pt x="1967484" y="2420112"/>
                  </a:lnTo>
                  <a:lnTo>
                    <a:pt x="1967484" y="2371344"/>
                  </a:lnTo>
                  <a:close/>
                </a:path>
                <a:path w="2184400" h="5782310">
                  <a:moveTo>
                    <a:pt x="1967484" y="2289048"/>
                  </a:moveTo>
                  <a:lnTo>
                    <a:pt x="1964436" y="2286000"/>
                  </a:lnTo>
                  <a:lnTo>
                    <a:pt x="1956816" y="2286000"/>
                  </a:lnTo>
                  <a:lnTo>
                    <a:pt x="1953768" y="2289048"/>
                  </a:lnTo>
                  <a:lnTo>
                    <a:pt x="1953768" y="2337816"/>
                  </a:lnTo>
                  <a:lnTo>
                    <a:pt x="1956816" y="2340864"/>
                  </a:lnTo>
                  <a:lnTo>
                    <a:pt x="1964436" y="2340864"/>
                  </a:lnTo>
                  <a:lnTo>
                    <a:pt x="1967484" y="2337816"/>
                  </a:lnTo>
                  <a:lnTo>
                    <a:pt x="1967484" y="2289048"/>
                  </a:lnTo>
                  <a:close/>
                </a:path>
                <a:path w="2184400" h="5782310">
                  <a:moveTo>
                    <a:pt x="1967484" y="2206752"/>
                  </a:moveTo>
                  <a:lnTo>
                    <a:pt x="1964436" y="2203704"/>
                  </a:lnTo>
                  <a:lnTo>
                    <a:pt x="1956816" y="2203704"/>
                  </a:lnTo>
                  <a:lnTo>
                    <a:pt x="1953768" y="2206752"/>
                  </a:lnTo>
                  <a:lnTo>
                    <a:pt x="1953768" y="2255520"/>
                  </a:lnTo>
                  <a:lnTo>
                    <a:pt x="1956816" y="2258568"/>
                  </a:lnTo>
                  <a:lnTo>
                    <a:pt x="1964436" y="2258568"/>
                  </a:lnTo>
                  <a:lnTo>
                    <a:pt x="1967484" y="2255520"/>
                  </a:lnTo>
                  <a:lnTo>
                    <a:pt x="1967484" y="2206752"/>
                  </a:lnTo>
                  <a:close/>
                </a:path>
                <a:path w="2184400" h="5782310">
                  <a:moveTo>
                    <a:pt x="1967484" y="2122932"/>
                  </a:moveTo>
                  <a:lnTo>
                    <a:pt x="1964436" y="2119884"/>
                  </a:lnTo>
                  <a:lnTo>
                    <a:pt x="1956816" y="2119884"/>
                  </a:lnTo>
                  <a:lnTo>
                    <a:pt x="1953768" y="2122932"/>
                  </a:lnTo>
                  <a:lnTo>
                    <a:pt x="1953768" y="2171700"/>
                  </a:lnTo>
                  <a:lnTo>
                    <a:pt x="1956816" y="2174748"/>
                  </a:lnTo>
                  <a:lnTo>
                    <a:pt x="1964436" y="2174748"/>
                  </a:lnTo>
                  <a:lnTo>
                    <a:pt x="1967484" y="2171700"/>
                  </a:lnTo>
                  <a:lnTo>
                    <a:pt x="1967484" y="2122932"/>
                  </a:lnTo>
                  <a:close/>
                </a:path>
                <a:path w="2184400" h="5782310">
                  <a:moveTo>
                    <a:pt x="1967484" y="2040636"/>
                  </a:moveTo>
                  <a:lnTo>
                    <a:pt x="1964436" y="2037588"/>
                  </a:lnTo>
                  <a:lnTo>
                    <a:pt x="1956816" y="2037588"/>
                  </a:lnTo>
                  <a:lnTo>
                    <a:pt x="1953768" y="2040636"/>
                  </a:lnTo>
                  <a:lnTo>
                    <a:pt x="1953768" y="2089404"/>
                  </a:lnTo>
                  <a:lnTo>
                    <a:pt x="1956816" y="2092452"/>
                  </a:lnTo>
                  <a:lnTo>
                    <a:pt x="1964436" y="2092452"/>
                  </a:lnTo>
                  <a:lnTo>
                    <a:pt x="1967484" y="2089404"/>
                  </a:lnTo>
                  <a:lnTo>
                    <a:pt x="1967484" y="2040636"/>
                  </a:lnTo>
                  <a:close/>
                </a:path>
                <a:path w="2184400" h="5782310">
                  <a:moveTo>
                    <a:pt x="1967484" y="1958340"/>
                  </a:moveTo>
                  <a:lnTo>
                    <a:pt x="1964436" y="1955292"/>
                  </a:lnTo>
                  <a:lnTo>
                    <a:pt x="1956816" y="1955292"/>
                  </a:lnTo>
                  <a:lnTo>
                    <a:pt x="1953768" y="1958340"/>
                  </a:lnTo>
                  <a:lnTo>
                    <a:pt x="1953768" y="2007108"/>
                  </a:lnTo>
                  <a:lnTo>
                    <a:pt x="1956816" y="2010156"/>
                  </a:lnTo>
                  <a:lnTo>
                    <a:pt x="1964436" y="2010156"/>
                  </a:lnTo>
                  <a:lnTo>
                    <a:pt x="1967484" y="2007108"/>
                  </a:lnTo>
                  <a:lnTo>
                    <a:pt x="1967484" y="1958340"/>
                  </a:lnTo>
                  <a:close/>
                </a:path>
                <a:path w="2184400" h="5782310">
                  <a:moveTo>
                    <a:pt x="1967484" y="1874520"/>
                  </a:moveTo>
                  <a:lnTo>
                    <a:pt x="1964436" y="1871472"/>
                  </a:lnTo>
                  <a:lnTo>
                    <a:pt x="1956816" y="1871472"/>
                  </a:lnTo>
                  <a:lnTo>
                    <a:pt x="1953768" y="1874520"/>
                  </a:lnTo>
                  <a:lnTo>
                    <a:pt x="1953768" y="1924812"/>
                  </a:lnTo>
                  <a:lnTo>
                    <a:pt x="1956816" y="1927860"/>
                  </a:lnTo>
                  <a:lnTo>
                    <a:pt x="1964436" y="1927860"/>
                  </a:lnTo>
                  <a:lnTo>
                    <a:pt x="1967484" y="1924812"/>
                  </a:lnTo>
                  <a:lnTo>
                    <a:pt x="1967484" y="1874520"/>
                  </a:lnTo>
                  <a:close/>
                </a:path>
                <a:path w="2184400" h="5782310">
                  <a:moveTo>
                    <a:pt x="1967484" y="1792224"/>
                  </a:moveTo>
                  <a:lnTo>
                    <a:pt x="1964436" y="1789176"/>
                  </a:lnTo>
                  <a:lnTo>
                    <a:pt x="1956816" y="1789176"/>
                  </a:lnTo>
                  <a:lnTo>
                    <a:pt x="1953768" y="1792224"/>
                  </a:lnTo>
                  <a:lnTo>
                    <a:pt x="1953768" y="1840992"/>
                  </a:lnTo>
                  <a:lnTo>
                    <a:pt x="1956816" y="1844040"/>
                  </a:lnTo>
                  <a:lnTo>
                    <a:pt x="1964436" y="1844040"/>
                  </a:lnTo>
                  <a:lnTo>
                    <a:pt x="1967484" y="1840992"/>
                  </a:lnTo>
                  <a:lnTo>
                    <a:pt x="1967484" y="1792224"/>
                  </a:lnTo>
                  <a:close/>
                </a:path>
                <a:path w="2184400" h="5782310">
                  <a:moveTo>
                    <a:pt x="1967484" y="1709928"/>
                  </a:moveTo>
                  <a:lnTo>
                    <a:pt x="1964436" y="1706880"/>
                  </a:lnTo>
                  <a:lnTo>
                    <a:pt x="1956816" y="1706880"/>
                  </a:lnTo>
                  <a:lnTo>
                    <a:pt x="1953768" y="1709928"/>
                  </a:lnTo>
                  <a:lnTo>
                    <a:pt x="1953768" y="1758696"/>
                  </a:lnTo>
                  <a:lnTo>
                    <a:pt x="1956816" y="1761744"/>
                  </a:lnTo>
                  <a:lnTo>
                    <a:pt x="1964436" y="1761744"/>
                  </a:lnTo>
                  <a:lnTo>
                    <a:pt x="1967484" y="1758696"/>
                  </a:lnTo>
                  <a:lnTo>
                    <a:pt x="1967484" y="1709928"/>
                  </a:lnTo>
                  <a:close/>
                </a:path>
                <a:path w="2184400" h="5782310">
                  <a:moveTo>
                    <a:pt x="1967484" y="1627632"/>
                  </a:moveTo>
                  <a:lnTo>
                    <a:pt x="1964436" y="1624584"/>
                  </a:lnTo>
                  <a:lnTo>
                    <a:pt x="1956816" y="1624584"/>
                  </a:lnTo>
                  <a:lnTo>
                    <a:pt x="1953768" y="1627632"/>
                  </a:lnTo>
                  <a:lnTo>
                    <a:pt x="1953768" y="1676400"/>
                  </a:lnTo>
                  <a:lnTo>
                    <a:pt x="1956816" y="1679448"/>
                  </a:lnTo>
                  <a:lnTo>
                    <a:pt x="1964436" y="1679448"/>
                  </a:lnTo>
                  <a:lnTo>
                    <a:pt x="1967484" y="1676400"/>
                  </a:lnTo>
                  <a:lnTo>
                    <a:pt x="1967484" y="1627632"/>
                  </a:lnTo>
                  <a:close/>
                </a:path>
                <a:path w="2184400" h="5782310">
                  <a:moveTo>
                    <a:pt x="1967484" y="1543812"/>
                  </a:moveTo>
                  <a:lnTo>
                    <a:pt x="1964436" y="1540764"/>
                  </a:lnTo>
                  <a:lnTo>
                    <a:pt x="1956816" y="1540764"/>
                  </a:lnTo>
                  <a:lnTo>
                    <a:pt x="1953768" y="1543812"/>
                  </a:lnTo>
                  <a:lnTo>
                    <a:pt x="1953768" y="1592580"/>
                  </a:lnTo>
                  <a:lnTo>
                    <a:pt x="1956816" y="1595628"/>
                  </a:lnTo>
                  <a:lnTo>
                    <a:pt x="1964436" y="1595628"/>
                  </a:lnTo>
                  <a:lnTo>
                    <a:pt x="1967484" y="1592580"/>
                  </a:lnTo>
                  <a:lnTo>
                    <a:pt x="1967484" y="1543812"/>
                  </a:lnTo>
                  <a:close/>
                </a:path>
                <a:path w="2184400" h="5782310">
                  <a:moveTo>
                    <a:pt x="1967484" y="1461516"/>
                  </a:moveTo>
                  <a:lnTo>
                    <a:pt x="1964436" y="1458468"/>
                  </a:lnTo>
                  <a:lnTo>
                    <a:pt x="1956816" y="1458468"/>
                  </a:lnTo>
                  <a:lnTo>
                    <a:pt x="1953768" y="1461516"/>
                  </a:lnTo>
                  <a:lnTo>
                    <a:pt x="1953768" y="1510284"/>
                  </a:lnTo>
                  <a:lnTo>
                    <a:pt x="1956816" y="1513332"/>
                  </a:lnTo>
                  <a:lnTo>
                    <a:pt x="1964436" y="1513332"/>
                  </a:lnTo>
                  <a:lnTo>
                    <a:pt x="1967484" y="1510284"/>
                  </a:lnTo>
                  <a:lnTo>
                    <a:pt x="1967484" y="1461516"/>
                  </a:lnTo>
                  <a:close/>
                </a:path>
                <a:path w="2184400" h="5782310">
                  <a:moveTo>
                    <a:pt x="1967484" y="1379220"/>
                  </a:moveTo>
                  <a:lnTo>
                    <a:pt x="1964436" y="1376172"/>
                  </a:lnTo>
                  <a:lnTo>
                    <a:pt x="1956816" y="1376172"/>
                  </a:lnTo>
                  <a:lnTo>
                    <a:pt x="1953768" y="1379220"/>
                  </a:lnTo>
                  <a:lnTo>
                    <a:pt x="1953768" y="1427988"/>
                  </a:lnTo>
                  <a:lnTo>
                    <a:pt x="1956816" y="1431036"/>
                  </a:lnTo>
                  <a:lnTo>
                    <a:pt x="1964436" y="1431036"/>
                  </a:lnTo>
                  <a:lnTo>
                    <a:pt x="1967484" y="1427988"/>
                  </a:lnTo>
                  <a:lnTo>
                    <a:pt x="1967484" y="1379220"/>
                  </a:lnTo>
                  <a:close/>
                </a:path>
                <a:path w="2184400" h="5782310">
                  <a:moveTo>
                    <a:pt x="1967484" y="1295400"/>
                  </a:moveTo>
                  <a:lnTo>
                    <a:pt x="1964436" y="1292352"/>
                  </a:lnTo>
                  <a:lnTo>
                    <a:pt x="1956816" y="1292352"/>
                  </a:lnTo>
                  <a:lnTo>
                    <a:pt x="1953768" y="1295400"/>
                  </a:lnTo>
                  <a:lnTo>
                    <a:pt x="1953768" y="1345692"/>
                  </a:lnTo>
                  <a:lnTo>
                    <a:pt x="1956816" y="1348740"/>
                  </a:lnTo>
                  <a:lnTo>
                    <a:pt x="1964436" y="1348740"/>
                  </a:lnTo>
                  <a:lnTo>
                    <a:pt x="1967484" y="1345692"/>
                  </a:lnTo>
                  <a:lnTo>
                    <a:pt x="1967484" y="1295400"/>
                  </a:lnTo>
                  <a:close/>
                </a:path>
                <a:path w="2184400" h="5782310">
                  <a:moveTo>
                    <a:pt x="1967484" y="1213104"/>
                  </a:moveTo>
                  <a:lnTo>
                    <a:pt x="1964436" y="1210056"/>
                  </a:lnTo>
                  <a:lnTo>
                    <a:pt x="1956816" y="1210056"/>
                  </a:lnTo>
                  <a:lnTo>
                    <a:pt x="1953768" y="1213104"/>
                  </a:lnTo>
                  <a:lnTo>
                    <a:pt x="1953768" y="1261872"/>
                  </a:lnTo>
                  <a:lnTo>
                    <a:pt x="1956816" y="1264920"/>
                  </a:lnTo>
                  <a:lnTo>
                    <a:pt x="1964436" y="1264920"/>
                  </a:lnTo>
                  <a:lnTo>
                    <a:pt x="1967484" y="1261872"/>
                  </a:lnTo>
                  <a:lnTo>
                    <a:pt x="1967484" y="1213104"/>
                  </a:lnTo>
                  <a:close/>
                </a:path>
                <a:path w="2184400" h="5782310">
                  <a:moveTo>
                    <a:pt x="1967484" y="1130808"/>
                  </a:moveTo>
                  <a:lnTo>
                    <a:pt x="1964436" y="1127760"/>
                  </a:lnTo>
                  <a:lnTo>
                    <a:pt x="1956816" y="1127760"/>
                  </a:lnTo>
                  <a:lnTo>
                    <a:pt x="1953768" y="1130808"/>
                  </a:lnTo>
                  <a:lnTo>
                    <a:pt x="1953768" y="1179576"/>
                  </a:lnTo>
                  <a:lnTo>
                    <a:pt x="1956816" y="1182624"/>
                  </a:lnTo>
                  <a:lnTo>
                    <a:pt x="1964436" y="1182624"/>
                  </a:lnTo>
                  <a:lnTo>
                    <a:pt x="1967484" y="1179576"/>
                  </a:lnTo>
                  <a:lnTo>
                    <a:pt x="1967484" y="1130808"/>
                  </a:lnTo>
                  <a:close/>
                </a:path>
                <a:path w="2184400" h="5782310">
                  <a:moveTo>
                    <a:pt x="1967484" y="1048512"/>
                  </a:moveTo>
                  <a:lnTo>
                    <a:pt x="1964436" y="1045464"/>
                  </a:lnTo>
                  <a:lnTo>
                    <a:pt x="1956816" y="1045464"/>
                  </a:lnTo>
                  <a:lnTo>
                    <a:pt x="1953768" y="1048512"/>
                  </a:lnTo>
                  <a:lnTo>
                    <a:pt x="1953768" y="1097280"/>
                  </a:lnTo>
                  <a:lnTo>
                    <a:pt x="1956816" y="1100328"/>
                  </a:lnTo>
                  <a:lnTo>
                    <a:pt x="1964436" y="1100328"/>
                  </a:lnTo>
                  <a:lnTo>
                    <a:pt x="1967484" y="1097280"/>
                  </a:lnTo>
                  <a:lnTo>
                    <a:pt x="1967484" y="1048512"/>
                  </a:lnTo>
                  <a:close/>
                </a:path>
                <a:path w="2184400" h="5782310">
                  <a:moveTo>
                    <a:pt x="1967484" y="964692"/>
                  </a:moveTo>
                  <a:lnTo>
                    <a:pt x="1964436" y="961644"/>
                  </a:lnTo>
                  <a:lnTo>
                    <a:pt x="1956816" y="961644"/>
                  </a:lnTo>
                  <a:lnTo>
                    <a:pt x="1953768" y="964692"/>
                  </a:lnTo>
                  <a:lnTo>
                    <a:pt x="1953768" y="1013460"/>
                  </a:lnTo>
                  <a:lnTo>
                    <a:pt x="1956816" y="1016508"/>
                  </a:lnTo>
                  <a:lnTo>
                    <a:pt x="1964436" y="1016508"/>
                  </a:lnTo>
                  <a:lnTo>
                    <a:pt x="1967484" y="1013460"/>
                  </a:lnTo>
                  <a:lnTo>
                    <a:pt x="1967484" y="964692"/>
                  </a:lnTo>
                  <a:close/>
                </a:path>
                <a:path w="2184400" h="5782310">
                  <a:moveTo>
                    <a:pt x="1967484" y="882396"/>
                  </a:moveTo>
                  <a:lnTo>
                    <a:pt x="1964436" y="879348"/>
                  </a:lnTo>
                  <a:lnTo>
                    <a:pt x="1956816" y="879348"/>
                  </a:lnTo>
                  <a:lnTo>
                    <a:pt x="1953768" y="882396"/>
                  </a:lnTo>
                  <a:lnTo>
                    <a:pt x="1953768" y="931164"/>
                  </a:lnTo>
                  <a:lnTo>
                    <a:pt x="1956816" y="934212"/>
                  </a:lnTo>
                  <a:lnTo>
                    <a:pt x="1964436" y="934212"/>
                  </a:lnTo>
                  <a:lnTo>
                    <a:pt x="1967484" y="931164"/>
                  </a:lnTo>
                  <a:lnTo>
                    <a:pt x="1967484" y="882396"/>
                  </a:lnTo>
                  <a:close/>
                </a:path>
                <a:path w="2184400" h="5782310">
                  <a:moveTo>
                    <a:pt x="1967484" y="800100"/>
                  </a:moveTo>
                  <a:lnTo>
                    <a:pt x="1964436" y="797052"/>
                  </a:lnTo>
                  <a:lnTo>
                    <a:pt x="1956816" y="797052"/>
                  </a:lnTo>
                  <a:lnTo>
                    <a:pt x="1953768" y="800100"/>
                  </a:lnTo>
                  <a:lnTo>
                    <a:pt x="1953768" y="848868"/>
                  </a:lnTo>
                  <a:lnTo>
                    <a:pt x="1956816" y="851916"/>
                  </a:lnTo>
                  <a:lnTo>
                    <a:pt x="1964436" y="851916"/>
                  </a:lnTo>
                  <a:lnTo>
                    <a:pt x="1967484" y="848868"/>
                  </a:lnTo>
                  <a:lnTo>
                    <a:pt x="1967484" y="800100"/>
                  </a:lnTo>
                  <a:close/>
                </a:path>
                <a:path w="2184400" h="5782310">
                  <a:moveTo>
                    <a:pt x="1967484" y="716280"/>
                  </a:moveTo>
                  <a:lnTo>
                    <a:pt x="1964436" y="713232"/>
                  </a:lnTo>
                  <a:lnTo>
                    <a:pt x="1956816" y="713232"/>
                  </a:lnTo>
                  <a:lnTo>
                    <a:pt x="1953768" y="716280"/>
                  </a:lnTo>
                  <a:lnTo>
                    <a:pt x="1953768" y="766572"/>
                  </a:lnTo>
                  <a:lnTo>
                    <a:pt x="1956816" y="769620"/>
                  </a:lnTo>
                  <a:lnTo>
                    <a:pt x="1964436" y="769620"/>
                  </a:lnTo>
                  <a:lnTo>
                    <a:pt x="1967484" y="766572"/>
                  </a:lnTo>
                  <a:lnTo>
                    <a:pt x="1967484" y="716280"/>
                  </a:lnTo>
                  <a:close/>
                </a:path>
                <a:path w="2184400" h="5782310">
                  <a:moveTo>
                    <a:pt x="1967484" y="633984"/>
                  </a:moveTo>
                  <a:lnTo>
                    <a:pt x="1964436" y="630936"/>
                  </a:lnTo>
                  <a:lnTo>
                    <a:pt x="1956816" y="630936"/>
                  </a:lnTo>
                  <a:lnTo>
                    <a:pt x="1953768" y="633984"/>
                  </a:lnTo>
                  <a:lnTo>
                    <a:pt x="1953768" y="682752"/>
                  </a:lnTo>
                  <a:lnTo>
                    <a:pt x="1956816" y="685800"/>
                  </a:lnTo>
                  <a:lnTo>
                    <a:pt x="1964436" y="685800"/>
                  </a:lnTo>
                  <a:lnTo>
                    <a:pt x="1967484" y="682752"/>
                  </a:lnTo>
                  <a:lnTo>
                    <a:pt x="1967484" y="633984"/>
                  </a:lnTo>
                  <a:close/>
                </a:path>
                <a:path w="2184400" h="5782310">
                  <a:moveTo>
                    <a:pt x="1967484" y="551688"/>
                  </a:moveTo>
                  <a:lnTo>
                    <a:pt x="1964436" y="548640"/>
                  </a:lnTo>
                  <a:lnTo>
                    <a:pt x="1956816" y="548640"/>
                  </a:lnTo>
                  <a:lnTo>
                    <a:pt x="1953768" y="551688"/>
                  </a:lnTo>
                  <a:lnTo>
                    <a:pt x="1953768" y="600456"/>
                  </a:lnTo>
                  <a:lnTo>
                    <a:pt x="1956816" y="603504"/>
                  </a:lnTo>
                  <a:lnTo>
                    <a:pt x="1964436" y="603504"/>
                  </a:lnTo>
                  <a:lnTo>
                    <a:pt x="1967484" y="600456"/>
                  </a:lnTo>
                  <a:lnTo>
                    <a:pt x="1967484" y="551688"/>
                  </a:lnTo>
                  <a:close/>
                </a:path>
                <a:path w="2184400" h="5782310">
                  <a:moveTo>
                    <a:pt x="1967484" y="469392"/>
                  </a:moveTo>
                  <a:lnTo>
                    <a:pt x="1964436" y="466344"/>
                  </a:lnTo>
                  <a:lnTo>
                    <a:pt x="1956816" y="466344"/>
                  </a:lnTo>
                  <a:lnTo>
                    <a:pt x="1953768" y="469392"/>
                  </a:lnTo>
                  <a:lnTo>
                    <a:pt x="1953768" y="518160"/>
                  </a:lnTo>
                  <a:lnTo>
                    <a:pt x="1956816" y="521208"/>
                  </a:lnTo>
                  <a:lnTo>
                    <a:pt x="1964436" y="521208"/>
                  </a:lnTo>
                  <a:lnTo>
                    <a:pt x="1967484" y="518160"/>
                  </a:lnTo>
                  <a:lnTo>
                    <a:pt x="1967484" y="469392"/>
                  </a:lnTo>
                  <a:close/>
                </a:path>
                <a:path w="2184400" h="5782310">
                  <a:moveTo>
                    <a:pt x="1967484" y="385572"/>
                  </a:moveTo>
                  <a:lnTo>
                    <a:pt x="1964436" y="382524"/>
                  </a:lnTo>
                  <a:lnTo>
                    <a:pt x="1956816" y="382524"/>
                  </a:lnTo>
                  <a:lnTo>
                    <a:pt x="1953768" y="385572"/>
                  </a:lnTo>
                  <a:lnTo>
                    <a:pt x="1953768" y="434340"/>
                  </a:lnTo>
                  <a:lnTo>
                    <a:pt x="1956816" y="437388"/>
                  </a:lnTo>
                  <a:lnTo>
                    <a:pt x="1964436" y="437388"/>
                  </a:lnTo>
                  <a:lnTo>
                    <a:pt x="1967484" y="434340"/>
                  </a:lnTo>
                  <a:lnTo>
                    <a:pt x="1967484" y="385572"/>
                  </a:lnTo>
                  <a:close/>
                </a:path>
                <a:path w="2184400" h="5782310">
                  <a:moveTo>
                    <a:pt x="1967484" y="303276"/>
                  </a:moveTo>
                  <a:lnTo>
                    <a:pt x="1964436" y="300228"/>
                  </a:lnTo>
                  <a:lnTo>
                    <a:pt x="1956816" y="300228"/>
                  </a:lnTo>
                  <a:lnTo>
                    <a:pt x="1953768" y="303276"/>
                  </a:lnTo>
                  <a:lnTo>
                    <a:pt x="1953768" y="352044"/>
                  </a:lnTo>
                  <a:lnTo>
                    <a:pt x="1956816" y="355092"/>
                  </a:lnTo>
                  <a:lnTo>
                    <a:pt x="1964436" y="355092"/>
                  </a:lnTo>
                  <a:lnTo>
                    <a:pt x="1967484" y="352044"/>
                  </a:lnTo>
                  <a:lnTo>
                    <a:pt x="1967484" y="303276"/>
                  </a:lnTo>
                  <a:close/>
                </a:path>
                <a:path w="2184400" h="5782310">
                  <a:moveTo>
                    <a:pt x="1967484" y="220980"/>
                  </a:moveTo>
                  <a:lnTo>
                    <a:pt x="1964436" y="217932"/>
                  </a:lnTo>
                  <a:lnTo>
                    <a:pt x="1956816" y="217932"/>
                  </a:lnTo>
                  <a:lnTo>
                    <a:pt x="1953768" y="220980"/>
                  </a:lnTo>
                  <a:lnTo>
                    <a:pt x="1953768" y="269748"/>
                  </a:lnTo>
                  <a:lnTo>
                    <a:pt x="1956816" y="272796"/>
                  </a:lnTo>
                  <a:lnTo>
                    <a:pt x="1964436" y="272796"/>
                  </a:lnTo>
                  <a:lnTo>
                    <a:pt x="1967484" y="269748"/>
                  </a:lnTo>
                  <a:lnTo>
                    <a:pt x="1967484" y="220980"/>
                  </a:lnTo>
                  <a:close/>
                </a:path>
                <a:path w="2184400" h="5782310">
                  <a:moveTo>
                    <a:pt x="1967484" y="137160"/>
                  </a:moveTo>
                  <a:lnTo>
                    <a:pt x="1964436" y="134112"/>
                  </a:lnTo>
                  <a:lnTo>
                    <a:pt x="1956816" y="134112"/>
                  </a:lnTo>
                  <a:lnTo>
                    <a:pt x="1953768" y="137160"/>
                  </a:lnTo>
                  <a:lnTo>
                    <a:pt x="1953768" y="187452"/>
                  </a:lnTo>
                  <a:lnTo>
                    <a:pt x="1956816" y="190500"/>
                  </a:lnTo>
                  <a:lnTo>
                    <a:pt x="1964436" y="190500"/>
                  </a:lnTo>
                  <a:lnTo>
                    <a:pt x="1967484" y="187452"/>
                  </a:lnTo>
                  <a:lnTo>
                    <a:pt x="1967484" y="137160"/>
                  </a:lnTo>
                  <a:close/>
                </a:path>
                <a:path w="2184400" h="5782310">
                  <a:moveTo>
                    <a:pt x="2183892" y="5266944"/>
                  </a:moveTo>
                  <a:lnTo>
                    <a:pt x="2180844" y="5263896"/>
                  </a:lnTo>
                  <a:lnTo>
                    <a:pt x="2173224" y="5263896"/>
                  </a:lnTo>
                  <a:lnTo>
                    <a:pt x="2170176" y="5266944"/>
                  </a:lnTo>
                  <a:lnTo>
                    <a:pt x="2170176" y="5291328"/>
                  </a:lnTo>
                  <a:lnTo>
                    <a:pt x="2173224" y="5294376"/>
                  </a:lnTo>
                  <a:lnTo>
                    <a:pt x="2180844" y="5294376"/>
                  </a:lnTo>
                  <a:lnTo>
                    <a:pt x="2183892" y="5291328"/>
                  </a:lnTo>
                  <a:lnTo>
                    <a:pt x="2183892" y="5266944"/>
                  </a:lnTo>
                  <a:close/>
                </a:path>
                <a:path w="2184400" h="5782310">
                  <a:moveTo>
                    <a:pt x="2183892" y="5184648"/>
                  </a:moveTo>
                  <a:lnTo>
                    <a:pt x="2180844" y="5181600"/>
                  </a:lnTo>
                  <a:lnTo>
                    <a:pt x="2173224" y="5181600"/>
                  </a:lnTo>
                  <a:lnTo>
                    <a:pt x="2170176" y="5184648"/>
                  </a:lnTo>
                  <a:lnTo>
                    <a:pt x="2170176" y="5233416"/>
                  </a:lnTo>
                  <a:lnTo>
                    <a:pt x="2173224" y="5236464"/>
                  </a:lnTo>
                  <a:lnTo>
                    <a:pt x="2180844" y="5236464"/>
                  </a:lnTo>
                  <a:lnTo>
                    <a:pt x="2183892" y="5233416"/>
                  </a:lnTo>
                  <a:lnTo>
                    <a:pt x="2183892" y="5184648"/>
                  </a:lnTo>
                  <a:close/>
                </a:path>
                <a:path w="2184400" h="5782310">
                  <a:moveTo>
                    <a:pt x="2183892" y="5102352"/>
                  </a:moveTo>
                  <a:lnTo>
                    <a:pt x="2180844" y="5099304"/>
                  </a:lnTo>
                  <a:lnTo>
                    <a:pt x="2173224" y="5099304"/>
                  </a:lnTo>
                  <a:lnTo>
                    <a:pt x="2170176" y="5102352"/>
                  </a:lnTo>
                  <a:lnTo>
                    <a:pt x="2170176" y="5151120"/>
                  </a:lnTo>
                  <a:lnTo>
                    <a:pt x="2173224" y="5154168"/>
                  </a:lnTo>
                  <a:lnTo>
                    <a:pt x="2180844" y="5154168"/>
                  </a:lnTo>
                  <a:lnTo>
                    <a:pt x="2183892" y="5151120"/>
                  </a:lnTo>
                  <a:lnTo>
                    <a:pt x="2183892" y="5102352"/>
                  </a:lnTo>
                  <a:close/>
                </a:path>
                <a:path w="2184400" h="5782310">
                  <a:moveTo>
                    <a:pt x="2183892" y="5018532"/>
                  </a:moveTo>
                  <a:lnTo>
                    <a:pt x="2180844" y="5015484"/>
                  </a:lnTo>
                  <a:lnTo>
                    <a:pt x="2173224" y="5015484"/>
                  </a:lnTo>
                  <a:lnTo>
                    <a:pt x="2170176" y="5018532"/>
                  </a:lnTo>
                  <a:lnTo>
                    <a:pt x="2170176" y="5067300"/>
                  </a:lnTo>
                  <a:lnTo>
                    <a:pt x="2173224" y="5070348"/>
                  </a:lnTo>
                  <a:lnTo>
                    <a:pt x="2180844" y="5070348"/>
                  </a:lnTo>
                  <a:lnTo>
                    <a:pt x="2183892" y="5067300"/>
                  </a:lnTo>
                  <a:lnTo>
                    <a:pt x="2183892" y="5018532"/>
                  </a:lnTo>
                  <a:close/>
                </a:path>
                <a:path w="2184400" h="5782310">
                  <a:moveTo>
                    <a:pt x="2183892" y="4936236"/>
                  </a:moveTo>
                  <a:lnTo>
                    <a:pt x="2180844" y="4933188"/>
                  </a:lnTo>
                  <a:lnTo>
                    <a:pt x="2173224" y="4933188"/>
                  </a:lnTo>
                  <a:lnTo>
                    <a:pt x="2170176" y="4936236"/>
                  </a:lnTo>
                  <a:lnTo>
                    <a:pt x="2170176" y="4985004"/>
                  </a:lnTo>
                  <a:lnTo>
                    <a:pt x="2173224" y="4988052"/>
                  </a:lnTo>
                  <a:lnTo>
                    <a:pt x="2180844" y="4988052"/>
                  </a:lnTo>
                  <a:lnTo>
                    <a:pt x="2183892" y="4985004"/>
                  </a:lnTo>
                  <a:lnTo>
                    <a:pt x="2183892" y="4936236"/>
                  </a:lnTo>
                  <a:close/>
                </a:path>
                <a:path w="2184400" h="5782310">
                  <a:moveTo>
                    <a:pt x="2183892" y="4853940"/>
                  </a:moveTo>
                  <a:lnTo>
                    <a:pt x="2180844" y="4850892"/>
                  </a:lnTo>
                  <a:lnTo>
                    <a:pt x="2173224" y="4850892"/>
                  </a:lnTo>
                  <a:lnTo>
                    <a:pt x="2170176" y="4853940"/>
                  </a:lnTo>
                  <a:lnTo>
                    <a:pt x="2170176" y="4902708"/>
                  </a:lnTo>
                  <a:lnTo>
                    <a:pt x="2173224" y="4905756"/>
                  </a:lnTo>
                  <a:lnTo>
                    <a:pt x="2180844" y="4905756"/>
                  </a:lnTo>
                  <a:lnTo>
                    <a:pt x="2183892" y="4902708"/>
                  </a:lnTo>
                  <a:lnTo>
                    <a:pt x="2183892" y="4853940"/>
                  </a:lnTo>
                  <a:close/>
                </a:path>
                <a:path w="2184400" h="5782310">
                  <a:moveTo>
                    <a:pt x="2183892" y="4770120"/>
                  </a:moveTo>
                  <a:lnTo>
                    <a:pt x="2180844" y="4767072"/>
                  </a:lnTo>
                  <a:lnTo>
                    <a:pt x="2173224" y="4767072"/>
                  </a:lnTo>
                  <a:lnTo>
                    <a:pt x="2170176" y="4770120"/>
                  </a:lnTo>
                  <a:lnTo>
                    <a:pt x="2170176" y="4820412"/>
                  </a:lnTo>
                  <a:lnTo>
                    <a:pt x="2173224" y="4823460"/>
                  </a:lnTo>
                  <a:lnTo>
                    <a:pt x="2180844" y="4823460"/>
                  </a:lnTo>
                  <a:lnTo>
                    <a:pt x="2183892" y="4820412"/>
                  </a:lnTo>
                  <a:lnTo>
                    <a:pt x="2183892" y="4770120"/>
                  </a:lnTo>
                  <a:close/>
                </a:path>
                <a:path w="2184400" h="5782310">
                  <a:moveTo>
                    <a:pt x="2183892" y="4687824"/>
                  </a:moveTo>
                  <a:lnTo>
                    <a:pt x="2180844" y="4684776"/>
                  </a:lnTo>
                  <a:lnTo>
                    <a:pt x="2173224" y="4684776"/>
                  </a:lnTo>
                  <a:lnTo>
                    <a:pt x="2170176" y="4687824"/>
                  </a:lnTo>
                  <a:lnTo>
                    <a:pt x="2170176" y="4736592"/>
                  </a:lnTo>
                  <a:lnTo>
                    <a:pt x="2173224" y="4739640"/>
                  </a:lnTo>
                  <a:lnTo>
                    <a:pt x="2180844" y="4739640"/>
                  </a:lnTo>
                  <a:lnTo>
                    <a:pt x="2183892" y="4736592"/>
                  </a:lnTo>
                  <a:lnTo>
                    <a:pt x="2183892" y="4687824"/>
                  </a:lnTo>
                  <a:close/>
                </a:path>
                <a:path w="2184400" h="5782310">
                  <a:moveTo>
                    <a:pt x="2183892" y="4605528"/>
                  </a:moveTo>
                  <a:lnTo>
                    <a:pt x="2180844" y="4602480"/>
                  </a:lnTo>
                  <a:lnTo>
                    <a:pt x="2173224" y="4602480"/>
                  </a:lnTo>
                  <a:lnTo>
                    <a:pt x="2170176" y="4605528"/>
                  </a:lnTo>
                  <a:lnTo>
                    <a:pt x="2170176" y="4654308"/>
                  </a:lnTo>
                  <a:lnTo>
                    <a:pt x="2173224" y="4657344"/>
                  </a:lnTo>
                  <a:lnTo>
                    <a:pt x="2180844" y="4657344"/>
                  </a:lnTo>
                  <a:lnTo>
                    <a:pt x="2183892" y="4654308"/>
                  </a:lnTo>
                  <a:lnTo>
                    <a:pt x="2183892" y="4605528"/>
                  </a:lnTo>
                  <a:close/>
                </a:path>
                <a:path w="2184400" h="5782310">
                  <a:moveTo>
                    <a:pt x="2183892" y="4523232"/>
                  </a:moveTo>
                  <a:lnTo>
                    <a:pt x="2180844" y="4520184"/>
                  </a:lnTo>
                  <a:lnTo>
                    <a:pt x="2173224" y="4520184"/>
                  </a:lnTo>
                  <a:lnTo>
                    <a:pt x="2170176" y="4523232"/>
                  </a:lnTo>
                  <a:lnTo>
                    <a:pt x="2170176" y="4572000"/>
                  </a:lnTo>
                  <a:lnTo>
                    <a:pt x="2173224" y="4575048"/>
                  </a:lnTo>
                  <a:lnTo>
                    <a:pt x="2180844" y="4575048"/>
                  </a:lnTo>
                  <a:lnTo>
                    <a:pt x="2183892" y="4572000"/>
                  </a:lnTo>
                  <a:lnTo>
                    <a:pt x="2183892" y="4523232"/>
                  </a:lnTo>
                  <a:close/>
                </a:path>
                <a:path w="2184400" h="5782310">
                  <a:moveTo>
                    <a:pt x="2183892" y="4439412"/>
                  </a:moveTo>
                  <a:lnTo>
                    <a:pt x="2180844" y="4436364"/>
                  </a:lnTo>
                  <a:lnTo>
                    <a:pt x="2173224" y="4436364"/>
                  </a:lnTo>
                  <a:lnTo>
                    <a:pt x="2170176" y="4439412"/>
                  </a:lnTo>
                  <a:lnTo>
                    <a:pt x="2170176" y="4488180"/>
                  </a:lnTo>
                  <a:lnTo>
                    <a:pt x="2173224" y="4491228"/>
                  </a:lnTo>
                  <a:lnTo>
                    <a:pt x="2180844" y="4491228"/>
                  </a:lnTo>
                  <a:lnTo>
                    <a:pt x="2183892" y="4488180"/>
                  </a:lnTo>
                  <a:lnTo>
                    <a:pt x="2183892" y="4439412"/>
                  </a:lnTo>
                  <a:close/>
                </a:path>
                <a:path w="2184400" h="5782310">
                  <a:moveTo>
                    <a:pt x="2183892" y="4357116"/>
                  </a:moveTo>
                  <a:lnTo>
                    <a:pt x="2180844" y="4354068"/>
                  </a:lnTo>
                  <a:lnTo>
                    <a:pt x="2173224" y="4354068"/>
                  </a:lnTo>
                  <a:lnTo>
                    <a:pt x="2170176" y="4357116"/>
                  </a:lnTo>
                  <a:lnTo>
                    <a:pt x="2170176" y="4405884"/>
                  </a:lnTo>
                  <a:lnTo>
                    <a:pt x="2173224" y="4408932"/>
                  </a:lnTo>
                  <a:lnTo>
                    <a:pt x="2180844" y="4408932"/>
                  </a:lnTo>
                  <a:lnTo>
                    <a:pt x="2183892" y="4405884"/>
                  </a:lnTo>
                  <a:lnTo>
                    <a:pt x="2183892" y="4357116"/>
                  </a:lnTo>
                  <a:close/>
                </a:path>
                <a:path w="2184400" h="5782310">
                  <a:moveTo>
                    <a:pt x="2183892" y="4274820"/>
                  </a:moveTo>
                  <a:lnTo>
                    <a:pt x="2180844" y="4271772"/>
                  </a:lnTo>
                  <a:lnTo>
                    <a:pt x="2173224" y="4271772"/>
                  </a:lnTo>
                  <a:lnTo>
                    <a:pt x="2170176" y="4274820"/>
                  </a:lnTo>
                  <a:lnTo>
                    <a:pt x="2170176" y="4323588"/>
                  </a:lnTo>
                  <a:lnTo>
                    <a:pt x="2173224" y="4326636"/>
                  </a:lnTo>
                  <a:lnTo>
                    <a:pt x="2180844" y="4326636"/>
                  </a:lnTo>
                  <a:lnTo>
                    <a:pt x="2183892" y="4323588"/>
                  </a:lnTo>
                  <a:lnTo>
                    <a:pt x="2183892" y="4274820"/>
                  </a:lnTo>
                  <a:close/>
                </a:path>
                <a:path w="2184400" h="5782310">
                  <a:moveTo>
                    <a:pt x="2183892" y="4191000"/>
                  </a:moveTo>
                  <a:lnTo>
                    <a:pt x="2180844" y="4187952"/>
                  </a:lnTo>
                  <a:lnTo>
                    <a:pt x="2173224" y="4187952"/>
                  </a:lnTo>
                  <a:lnTo>
                    <a:pt x="2170176" y="4191000"/>
                  </a:lnTo>
                  <a:lnTo>
                    <a:pt x="2170176" y="4241292"/>
                  </a:lnTo>
                  <a:lnTo>
                    <a:pt x="2173224" y="4244340"/>
                  </a:lnTo>
                  <a:lnTo>
                    <a:pt x="2180844" y="4244340"/>
                  </a:lnTo>
                  <a:lnTo>
                    <a:pt x="2183892" y="4241292"/>
                  </a:lnTo>
                  <a:lnTo>
                    <a:pt x="2183892" y="4191000"/>
                  </a:lnTo>
                  <a:close/>
                </a:path>
                <a:path w="2184400" h="5782310">
                  <a:moveTo>
                    <a:pt x="2183892" y="4108704"/>
                  </a:moveTo>
                  <a:lnTo>
                    <a:pt x="2180844" y="4105656"/>
                  </a:lnTo>
                  <a:lnTo>
                    <a:pt x="2173224" y="4105656"/>
                  </a:lnTo>
                  <a:lnTo>
                    <a:pt x="2170176" y="4108704"/>
                  </a:lnTo>
                  <a:lnTo>
                    <a:pt x="2170176" y="4157472"/>
                  </a:lnTo>
                  <a:lnTo>
                    <a:pt x="2173224" y="4160520"/>
                  </a:lnTo>
                  <a:lnTo>
                    <a:pt x="2180844" y="4160520"/>
                  </a:lnTo>
                  <a:lnTo>
                    <a:pt x="2183892" y="4157472"/>
                  </a:lnTo>
                  <a:lnTo>
                    <a:pt x="2183892" y="4108704"/>
                  </a:lnTo>
                  <a:close/>
                </a:path>
                <a:path w="2184400" h="5782310">
                  <a:moveTo>
                    <a:pt x="2183892" y="4026408"/>
                  </a:moveTo>
                  <a:lnTo>
                    <a:pt x="2180844" y="4023360"/>
                  </a:lnTo>
                  <a:lnTo>
                    <a:pt x="2173224" y="4023360"/>
                  </a:lnTo>
                  <a:lnTo>
                    <a:pt x="2170176" y="4026408"/>
                  </a:lnTo>
                  <a:lnTo>
                    <a:pt x="2170176" y="4075176"/>
                  </a:lnTo>
                  <a:lnTo>
                    <a:pt x="2173224" y="4078224"/>
                  </a:lnTo>
                  <a:lnTo>
                    <a:pt x="2180844" y="4078224"/>
                  </a:lnTo>
                  <a:lnTo>
                    <a:pt x="2183892" y="4075176"/>
                  </a:lnTo>
                  <a:lnTo>
                    <a:pt x="2183892" y="4026408"/>
                  </a:lnTo>
                  <a:close/>
                </a:path>
                <a:path w="2184400" h="5782310">
                  <a:moveTo>
                    <a:pt x="2183892" y="3944112"/>
                  </a:moveTo>
                  <a:lnTo>
                    <a:pt x="2180844" y="3941064"/>
                  </a:lnTo>
                  <a:lnTo>
                    <a:pt x="2173224" y="3941064"/>
                  </a:lnTo>
                  <a:lnTo>
                    <a:pt x="2170176" y="3944112"/>
                  </a:lnTo>
                  <a:lnTo>
                    <a:pt x="2170176" y="3992880"/>
                  </a:lnTo>
                  <a:lnTo>
                    <a:pt x="2173224" y="3995928"/>
                  </a:lnTo>
                  <a:lnTo>
                    <a:pt x="2180844" y="3995928"/>
                  </a:lnTo>
                  <a:lnTo>
                    <a:pt x="2183892" y="3992880"/>
                  </a:lnTo>
                  <a:lnTo>
                    <a:pt x="2183892" y="3944112"/>
                  </a:lnTo>
                  <a:close/>
                </a:path>
                <a:path w="2184400" h="5782310">
                  <a:moveTo>
                    <a:pt x="2183892" y="3860292"/>
                  </a:moveTo>
                  <a:lnTo>
                    <a:pt x="2180844" y="3857244"/>
                  </a:lnTo>
                  <a:lnTo>
                    <a:pt x="2173224" y="3857244"/>
                  </a:lnTo>
                  <a:lnTo>
                    <a:pt x="2170176" y="3860292"/>
                  </a:lnTo>
                  <a:lnTo>
                    <a:pt x="2170176" y="3909060"/>
                  </a:lnTo>
                  <a:lnTo>
                    <a:pt x="2173224" y="3912108"/>
                  </a:lnTo>
                  <a:lnTo>
                    <a:pt x="2180844" y="3912108"/>
                  </a:lnTo>
                  <a:lnTo>
                    <a:pt x="2183892" y="3909060"/>
                  </a:lnTo>
                  <a:lnTo>
                    <a:pt x="2183892" y="3860292"/>
                  </a:lnTo>
                  <a:close/>
                </a:path>
                <a:path w="2184400" h="5782310">
                  <a:moveTo>
                    <a:pt x="2183892" y="3777996"/>
                  </a:moveTo>
                  <a:lnTo>
                    <a:pt x="2180844" y="3774948"/>
                  </a:lnTo>
                  <a:lnTo>
                    <a:pt x="2173224" y="3774948"/>
                  </a:lnTo>
                  <a:lnTo>
                    <a:pt x="2170176" y="3777996"/>
                  </a:lnTo>
                  <a:lnTo>
                    <a:pt x="2170176" y="3826764"/>
                  </a:lnTo>
                  <a:lnTo>
                    <a:pt x="2173224" y="3829812"/>
                  </a:lnTo>
                  <a:lnTo>
                    <a:pt x="2180844" y="3829812"/>
                  </a:lnTo>
                  <a:lnTo>
                    <a:pt x="2183892" y="3826764"/>
                  </a:lnTo>
                  <a:lnTo>
                    <a:pt x="2183892" y="3777996"/>
                  </a:lnTo>
                  <a:close/>
                </a:path>
                <a:path w="2184400" h="5782310">
                  <a:moveTo>
                    <a:pt x="2183892" y="3695700"/>
                  </a:moveTo>
                  <a:lnTo>
                    <a:pt x="2180844" y="3692652"/>
                  </a:lnTo>
                  <a:lnTo>
                    <a:pt x="2173224" y="3692652"/>
                  </a:lnTo>
                  <a:lnTo>
                    <a:pt x="2170176" y="3695700"/>
                  </a:lnTo>
                  <a:lnTo>
                    <a:pt x="2170176" y="3744468"/>
                  </a:lnTo>
                  <a:lnTo>
                    <a:pt x="2173224" y="3747516"/>
                  </a:lnTo>
                  <a:lnTo>
                    <a:pt x="2180844" y="3747516"/>
                  </a:lnTo>
                  <a:lnTo>
                    <a:pt x="2183892" y="3744468"/>
                  </a:lnTo>
                  <a:lnTo>
                    <a:pt x="2183892" y="3695700"/>
                  </a:lnTo>
                  <a:close/>
                </a:path>
                <a:path w="2184400" h="5782310">
                  <a:moveTo>
                    <a:pt x="2183892" y="3611880"/>
                  </a:moveTo>
                  <a:lnTo>
                    <a:pt x="2180844" y="3608832"/>
                  </a:lnTo>
                  <a:lnTo>
                    <a:pt x="2173224" y="3608832"/>
                  </a:lnTo>
                  <a:lnTo>
                    <a:pt x="2170176" y="3611880"/>
                  </a:lnTo>
                  <a:lnTo>
                    <a:pt x="2170176" y="3662172"/>
                  </a:lnTo>
                  <a:lnTo>
                    <a:pt x="2173224" y="3665220"/>
                  </a:lnTo>
                  <a:lnTo>
                    <a:pt x="2180844" y="3665220"/>
                  </a:lnTo>
                  <a:lnTo>
                    <a:pt x="2183892" y="3662172"/>
                  </a:lnTo>
                  <a:lnTo>
                    <a:pt x="2183892" y="3611880"/>
                  </a:lnTo>
                  <a:close/>
                </a:path>
                <a:path w="2184400" h="5782310">
                  <a:moveTo>
                    <a:pt x="2183892" y="3529584"/>
                  </a:moveTo>
                  <a:lnTo>
                    <a:pt x="2180844" y="3526536"/>
                  </a:lnTo>
                  <a:lnTo>
                    <a:pt x="2173224" y="3526536"/>
                  </a:lnTo>
                  <a:lnTo>
                    <a:pt x="2170176" y="3529584"/>
                  </a:lnTo>
                  <a:lnTo>
                    <a:pt x="2170176" y="3578352"/>
                  </a:lnTo>
                  <a:lnTo>
                    <a:pt x="2173224" y="3581400"/>
                  </a:lnTo>
                  <a:lnTo>
                    <a:pt x="2180844" y="3581400"/>
                  </a:lnTo>
                  <a:lnTo>
                    <a:pt x="2183892" y="3578352"/>
                  </a:lnTo>
                  <a:lnTo>
                    <a:pt x="2183892" y="3529584"/>
                  </a:lnTo>
                  <a:close/>
                </a:path>
                <a:path w="2184400" h="5782310">
                  <a:moveTo>
                    <a:pt x="2183892" y="3447288"/>
                  </a:moveTo>
                  <a:lnTo>
                    <a:pt x="2180844" y="3444240"/>
                  </a:lnTo>
                  <a:lnTo>
                    <a:pt x="2173224" y="3444240"/>
                  </a:lnTo>
                  <a:lnTo>
                    <a:pt x="2170176" y="3447288"/>
                  </a:lnTo>
                  <a:lnTo>
                    <a:pt x="2170176" y="3496056"/>
                  </a:lnTo>
                  <a:lnTo>
                    <a:pt x="2173224" y="3499104"/>
                  </a:lnTo>
                  <a:lnTo>
                    <a:pt x="2180844" y="3499104"/>
                  </a:lnTo>
                  <a:lnTo>
                    <a:pt x="2183892" y="3496056"/>
                  </a:lnTo>
                  <a:lnTo>
                    <a:pt x="2183892" y="3447288"/>
                  </a:lnTo>
                  <a:close/>
                </a:path>
                <a:path w="2184400" h="5782310">
                  <a:moveTo>
                    <a:pt x="2183892" y="3364992"/>
                  </a:moveTo>
                  <a:lnTo>
                    <a:pt x="2180844" y="3361944"/>
                  </a:lnTo>
                  <a:lnTo>
                    <a:pt x="2173224" y="3361944"/>
                  </a:lnTo>
                  <a:lnTo>
                    <a:pt x="2170176" y="3364992"/>
                  </a:lnTo>
                  <a:lnTo>
                    <a:pt x="2170176" y="3413760"/>
                  </a:lnTo>
                  <a:lnTo>
                    <a:pt x="2173224" y="3416808"/>
                  </a:lnTo>
                  <a:lnTo>
                    <a:pt x="2180844" y="3416808"/>
                  </a:lnTo>
                  <a:lnTo>
                    <a:pt x="2183892" y="3413760"/>
                  </a:lnTo>
                  <a:lnTo>
                    <a:pt x="2183892" y="3364992"/>
                  </a:lnTo>
                  <a:close/>
                </a:path>
                <a:path w="2184400" h="5782310">
                  <a:moveTo>
                    <a:pt x="2183892" y="3281172"/>
                  </a:moveTo>
                  <a:lnTo>
                    <a:pt x="2180844" y="3278124"/>
                  </a:lnTo>
                  <a:lnTo>
                    <a:pt x="2173224" y="3278124"/>
                  </a:lnTo>
                  <a:lnTo>
                    <a:pt x="2170176" y="3281172"/>
                  </a:lnTo>
                  <a:lnTo>
                    <a:pt x="2170176" y="3329940"/>
                  </a:lnTo>
                  <a:lnTo>
                    <a:pt x="2173224" y="3332988"/>
                  </a:lnTo>
                  <a:lnTo>
                    <a:pt x="2180844" y="3332988"/>
                  </a:lnTo>
                  <a:lnTo>
                    <a:pt x="2183892" y="3329940"/>
                  </a:lnTo>
                  <a:lnTo>
                    <a:pt x="2183892" y="3281172"/>
                  </a:lnTo>
                  <a:close/>
                </a:path>
                <a:path w="2184400" h="5782310">
                  <a:moveTo>
                    <a:pt x="2183892" y="3198876"/>
                  </a:moveTo>
                  <a:lnTo>
                    <a:pt x="2180844" y="3195828"/>
                  </a:lnTo>
                  <a:lnTo>
                    <a:pt x="2173224" y="3195828"/>
                  </a:lnTo>
                  <a:lnTo>
                    <a:pt x="2170176" y="3198876"/>
                  </a:lnTo>
                  <a:lnTo>
                    <a:pt x="2170176" y="3247644"/>
                  </a:lnTo>
                  <a:lnTo>
                    <a:pt x="2173224" y="3250692"/>
                  </a:lnTo>
                  <a:lnTo>
                    <a:pt x="2180844" y="3250692"/>
                  </a:lnTo>
                  <a:lnTo>
                    <a:pt x="2183892" y="3247644"/>
                  </a:lnTo>
                  <a:lnTo>
                    <a:pt x="2183892" y="3198876"/>
                  </a:lnTo>
                  <a:close/>
                </a:path>
                <a:path w="2184400" h="5782310">
                  <a:moveTo>
                    <a:pt x="2183892" y="3116580"/>
                  </a:moveTo>
                  <a:lnTo>
                    <a:pt x="2180844" y="3113532"/>
                  </a:lnTo>
                  <a:lnTo>
                    <a:pt x="2173224" y="3113532"/>
                  </a:lnTo>
                  <a:lnTo>
                    <a:pt x="2170176" y="3116580"/>
                  </a:lnTo>
                  <a:lnTo>
                    <a:pt x="2170176" y="3165348"/>
                  </a:lnTo>
                  <a:lnTo>
                    <a:pt x="2173224" y="3168396"/>
                  </a:lnTo>
                  <a:lnTo>
                    <a:pt x="2180844" y="3168396"/>
                  </a:lnTo>
                  <a:lnTo>
                    <a:pt x="2183892" y="3165348"/>
                  </a:lnTo>
                  <a:lnTo>
                    <a:pt x="2183892" y="3116580"/>
                  </a:lnTo>
                  <a:close/>
                </a:path>
                <a:path w="2184400" h="5782310">
                  <a:moveTo>
                    <a:pt x="2183892" y="3032760"/>
                  </a:moveTo>
                  <a:lnTo>
                    <a:pt x="2180844" y="3029712"/>
                  </a:lnTo>
                  <a:lnTo>
                    <a:pt x="2173224" y="3029712"/>
                  </a:lnTo>
                  <a:lnTo>
                    <a:pt x="2170176" y="3032760"/>
                  </a:lnTo>
                  <a:lnTo>
                    <a:pt x="2170176" y="3083052"/>
                  </a:lnTo>
                  <a:lnTo>
                    <a:pt x="2173224" y="3086100"/>
                  </a:lnTo>
                  <a:lnTo>
                    <a:pt x="2180844" y="3086100"/>
                  </a:lnTo>
                  <a:lnTo>
                    <a:pt x="2183892" y="3083052"/>
                  </a:lnTo>
                  <a:lnTo>
                    <a:pt x="2183892" y="3032760"/>
                  </a:lnTo>
                  <a:close/>
                </a:path>
                <a:path w="2184400" h="5782310">
                  <a:moveTo>
                    <a:pt x="2183892" y="2950464"/>
                  </a:moveTo>
                  <a:lnTo>
                    <a:pt x="2180844" y="2947416"/>
                  </a:lnTo>
                  <a:lnTo>
                    <a:pt x="2173224" y="2947416"/>
                  </a:lnTo>
                  <a:lnTo>
                    <a:pt x="2170176" y="2950464"/>
                  </a:lnTo>
                  <a:lnTo>
                    <a:pt x="2170176" y="2999232"/>
                  </a:lnTo>
                  <a:lnTo>
                    <a:pt x="2173224" y="3002280"/>
                  </a:lnTo>
                  <a:lnTo>
                    <a:pt x="2180844" y="3002280"/>
                  </a:lnTo>
                  <a:lnTo>
                    <a:pt x="2183892" y="2999232"/>
                  </a:lnTo>
                  <a:lnTo>
                    <a:pt x="2183892" y="2950464"/>
                  </a:lnTo>
                  <a:close/>
                </a:path>
                <a:path w="2184400" h="5782310">
                  <a:moveTo>
                    <a:pt x="2183892" y="2868168"/>
                  </a:moveTo>
                  <a:lnTo>
                    <a:pt x="2180844" y="2865120"/>
                  </a:lnTo>
                  <a:lnTo>
                    <a:pt x="2173224" y="2865120"/>
                  </a:lnTo>
                  <a:lnTo>
                    <a:pt x="2170176" y="2868168"/>
                  </a:lnTo>
                  <a:lnTo>
                    <a:pt x="2170176" y="2916936"/>
                  </a:lnTo>
                  <a:lnTo>
                    <a:pt x="2173224" y="2919984"/>
                  </a:lnTo>
                  <a:lnTo>
                    <a:pt x="2180844" y="2919984"/>
                  </a:lnTo>
                  <a:lnTo>
                    <a:pt x="2183892" y="2916936"/>
                  </a:lnTo>
                  <a:lnTo>
                    <a:pt x="2183892" y="2868168"/>
                  </a:lnTo>
                  <a:close/>
                </a:path>
                <a:path w="2184400" h="5782310">
                  <a:moveTo>
                    <a:pt x="2183892" y="2785872"/>
                  </a:moveTo>
                  <a:lnTo>
                    <a:pt x="2180844" y="2782824"/>
                  </a:lnTo>
                  <a:lnTo>
                    <a:pt x="2173224" y="2782824"/>
                  </a:lnTo>
                  <a:lnTo>
                    <a:pt x="2170176" y="2785872"/>
                  </a:lnTo>
                  <a:lnTo>
                    <a:pt x="2170176" y="2834640"/>
                  </a:lnTo>
                  <a:lnTo>
                    <a:pt x="2173224" y="2837688"/>
                  </a:lnTo>
                  <a:lnTo>
                    <a:pt x="2180844" y="2837688"/>
                  </a:lnTo>
                  <a:lnTo>
                    <a:pt x="2183892" y="2834640"/>
                  </a:lnTo>
                  <a:lnTo>
                    <a:pt x="2183892" y="2785872"/>
                  </a:lnTo>
                  <a:close/>
                </a:path>
                <a:path w="2184400" h="5782310">
                  <a:moveTo>
                    <a:pt x="2183892" y="2702052"/>
                  </a:moveTo>
                  <a:lnTo>
                    <a:pt x="2180844" y="2699004"/>
                  </a:lnTo>
                  <a:lnTo>
                    <a:pt x="2173224" y="2699004"/>
                  </a:lnTo>
                  <a:lnTo>
                    <a:pt x="2170176" y="2702052"/>
                  </a:lnTo>
                  <a:lnTo>
                    <a:pt x="2170176" y="2750820"/>
                  </a:lnTo>
                  <a:lnTo>
                    <a:pt x="2173224" y="2753868"/>
                  </a:lnTo>
                  <a:lnTo>
                    <a:pt x="2180844" y="2753868"/>
                  </a:lnTo>
                  <a:lnTo>
                    <a:pt x="2183892" y="2750820"/>
                  </a:lnTo>
                  <a:lnTo>
                    <a:pt x="2183892" y="2702052"/>
                  </a:lnTo>
                  <a:close/>
                </a:path>
                <a:path w="2184400" h="5782310">
                  <a:moveTo>
                    <a:pt x="2183892" y="2619756"/>
                  </a:moveTo>
                  <a:lnTo>
                    <a:pt x="2180844" y="2616708"/>
                  </a:lnTo>
                  <a:lnTo>
                    <a:pt x="2173224" y="2616708"/>
                  </a:lnTo>
                  <a:lnTo>
                    <a:pt x="2170176" y="2619756"/>
                  </a:lnTo>
                  <a:lnTo>
                    <a:pt x="2170176" y="2668524"/>
                  </a:lnTo>
                  <a:lnTo>
                    <a:pt x="2173224" y="2671572"/>
                  </a:lnTo>
                  <a:lnTo>
                    <a:pt x="2180844" y="2671572"/>
                  </a:lnTo>
                  <a:lnTo>
                    <a:pt x="2183892" y="2668524"/>
                  </a:lnTo>
                  <a:lnTo>
                    <a:pt x="2183892" y="2619756"/>
                  </a:lnTo>
                  <a:close/>
                </a:path>
                <a:path w="2184400" h="5782310">
                  <a:moveTo>
                    <a:pt x="2183892" y="2537460"/>
                  </a:moveTo>
                  <a:lnTo>
                    <a:pt x="2180844" y="2534412"/>
                  </a:lnTo>
                  <a:lnTo>
                    <a:pt x="2173224" y="2534412"/>
                  </a:lnTo>
                  <a:lnTo>
                    <a:pt x="2170176" y="2537460"/>
                  </a:lnTo>
                  <a:lnTo>
                    <a:pt x="2170176" y="2586228"/>
                  </a:lnTo>
                  <a:lnTo>
                    <a:pt x="2173224" y="2589276"/>
                  </a:lnTo>
                  <a:lnTo>
                    <a:pt x="2180844" y="2589276"/>
                  </a:lnTo>
                  <a:lnTo>
                    <a:pt x="2183892" y="2586228"/>
                  </a:lnTo>
                  <a:lnTo>
                    <a:pt x="2183892" y="2537460"/>
                  </a:lnTo>
                  <a:close/>
                </a:path>
                <a:path w="2184400" h="5782310">
                  <a:moveTo>
                    <a:pt x="2183892" y="2453640"/>
                  </a:moveTo>
                  <a:lnTo>
                    <a:pt x="2180844" y="2450592"/>
                  </a:lnTo>
                  <a:lnTo>
                    <a:pt x="2173224" y="2450592"/>
                  </a:lnTo>
                  <a:lnTo>
                    <a:pt x="2170176" y="2453640"/>
                  </a:lnTo>
                  <a:lnTo>
                    <a:pt x="2170176" y="2503932"/>
                  </a:lnTo>
                  <a:lnTo>
                    <a:pt x="2173224" y="2506980"/>
                  </a:lnTo>
                  <a:lnTo>
                    <a:pt x="2180844" y="2506980"/>
                  </a:lnTo>
                  <a:lnTo>
                    <a:pt x="2183892" y="2503932"/>
                  </a:lnTo>
                  <a:lnTo>
                    <a:pt x="2183892" y="2453640"/>
                  </a:lnTo>
                  <a:close/>
                </a:path>
                <a:path w="2184400" h="5782310">
                  <a:moveTo>
                    <a:pt x="2183892" y="2371344"/>
                  </a:moveTo>
                  <a:lnTo>
                    <a:pt x="2180844" y="2368296"/>
                  </a:lnTo>
                  <a:lnTo>
                    <a:pt x="2173224" y="2368296"/>
                  </a:lnTo>
                  <a:lnTo>
                    <a:pt x="2170176" y="2371344"/>
                  </a:lnTo>
                  <a:lnTo>
                    <a:pt x="2170176" y="2420112"/>
                  </a:lnTo>
                  <a:lnTo>
                    <a:pt x="2173224" y="2423160"/>
                  </a:lnTo>
                  <a:lnTo>
                    <a:pt x="2180844" y="2423160"/>
                  </a:lnTo>
                  <a:lnTo>
                    <a:pt x="2183892" y="2420112"/>
                  </a:lnTo>
                  <a:lnTo>
                    <a:pt x="2183892" y="2371344"/>
                  </a:lnTo>
                  <a:close/>
                </a:path>
                <a:path w="2184400" h="5782310">
                  <a:moveTo>
                    <a:pt x="2183892" y="2289048"/>
                  </a:moveTo>
                  <a:lnTo>
                    <a:pt x="2180844" y="2286000"/>
                  </a:lnTo>
                  <a:lnTo>
                    <a:pt x="2173224" y="2286000"/>
                  </a:lnTo>
                  <a:lnTo>
                    <a:pt x="2170176" y="2289048"/>
                  </a:lnTo>
                  <a:lnTo>
                    <a:pt x="2170176" y="2337816"/>
                  </a:lnTo>
                  <a:lnTo>
                    <a:pt x="2173224" y="2340864"/>
                  </a:lnTo>
                  <a:lnTo>
                    <a:pt x="2180844" y="2340864"/>
                  </a:lnTo>
                  <a:lnTo>
                    <a:pt x="2183892" y="2337816"/>
                  </a:lnTo>
                  <a:lnTo>
                    <a:pt x="2183892" y="2289048"/>
                  </a:lnTo>
                  <a:close/>
                </a:path>
                <a:path w="2184400" h="5782310">
                  <a:moveTo>
                    <a:pt x="2183892" y="2206752"/>
                  </a:moveTo>
                  <a:lnTo>
                    <a:pt x="2180844" y="2203704"/>
                  </a:lnTo>
                  <a:lnTo>
                    <a:pt x="2173224" y="2203704"/>
                  </a:lnTo>
                  <a:lnTo>
                    <a:pt x="2170176" y="2206752"/>
                  </a:lnTo>
                  <a:lnTo>
                    <a:pt x="2170176" y="2255520"/>
                  </a:lnTo>
                  <a:lnTo>
                    <a:pt x="2173224" y="2258568"/>
                  </a:lnTo>
                  <a:lnTo>
                    <a:pt x="2180844" y="2258568"/>
                  </a:lnTo>
                  <a:lnTo>
                    <a:pt x="2183892" y="2255520"/>
                  </a:lnTo>
                  <a:lnTo>
                    <a:pt x="2183892" y="2206752"/>
                  </a:lnTo>
                  <a:close/>
                </a:path>
                <a:path w="2184400" h="5782310">
                  <a:moveTo>
                    <a:pt x="2183892" y="2122932"/>
                  </a:moveTo>
                  <a:lnTo>
                    <a:pt x="2180844" y="2119884"/>
                  </a:lnTo>
                  <a:lnTo>
                    <a:pt x="2173224" y="2119884"/>
                  </a:lnTo>
                  <a:lnTo>
                    <a:pt x="2170176" y="2122932"/>
                  </a:lnTo>
                  <a:lnTo>
                    <a:pt x="2170176" y="2171700"/>
                  </a:lnTo>
                  <a:lnTo>
                    <a:pt x="2173224" y="2174748"/>
                  </a:lnTo>
                  <a:lnTo>
                    <a:pt x="2180844" y="2174748"/>
                  </a:lnTo>
                  <a:lnTo>
                    <a:pt x="2183892" y="2171700"/>
                  </a:lnTo>
                  <a:lnTo>
                    <a:pt x="2183892" y="2122932"/>
                  </a:lnTo>
                  <a:close/>
                </a:path>
                <a:path w="2184400" h="5782310">
                  <a:moveTo>
                    <a:pt x="2183892" y="2040636"/>
                  </a:moveTo>
                  <a:lnTo>
                    <a:pt x="2180844" y="2037588"/>
                  </a:lnTo>
                  <a:lnTo>
                    <a:pt x="2173224" y="2037588"/>
                  </a:lnTo>
                  <a:lnTo>
                    <a:pt x="2170176" y="2040636"/>
                  </a:lnTo>
                  <a:lnTo>
                    <a:pt x="2170176" y="2089404"/>
                  </a:lnTo>
                  <a:lnTo>
                    <a:pt x="2173224" y="2092452"/>
                  </a:lnTo>
                  <a:lnTo>
                    <a:pt x="2180844" y="2092452"/>
                  </a:lnTo>
                  <a:lnTo>
                    <a:pt x="2183892" y="2089404"/>
                  </a:lnTo>
                  <a:lnTo>
                    <a:pt x="2183892" y="2040636"/>
                  </a:lnTo>
                  <a:close/>
                </a:path>
                <a:path w="2184400" h="5782310">
                  <a:moveTo>
                    <a:pt x="2183892" y="1958340"/>
                  </a:moveTo>
                  <a:lnTo>
                    <a:pt x="2180844" y="1955292"/>
                  </a:lnTo>
                  <a:lnTo>
                    <a:pt x="2173224" y="1955292"/>
                  </a:lnTo>
                  <a:lnTo>
                    <a:pt x="2170176" y="1958340"/>
                  </a:lnTo>
                  <a:lnTo>
                    <a:pt x="2170176" y="2007108"/>
                  </a:lnTo>
                  <a:lnTo>
                    <a:pt x="2173224" y="2010156"/>
                  </a:lnTo>
                  <a:lnTo>
                    <a:pt x="2180844" y="2010156"/>
                  </a:lnTo>
                  <a:lnTo>
                    <a:pt x="2183892" y="2007108"/>
                  </a:lnTo>
                  <a:lnTo>
                    <a:pt x="2183892" y="1958340"/>
                  </a:lnTo>
                  <a:close/>
                </a:path>
                <a:path w="2184400" h="5782310">
                  <a:moveTo>
                    <a:pt x="2183892" y="1874520"/>
                  </a:moveTo>
                  <a:lnTo>
                    <a:pt x="2180844" y="1871472"/>
                  </a:lnTo>
                  <a:lnTo>
                    <a:pt x="2173224" y="1871472"/>
                  </a:lnTo>
                  <a:lnTo>
                    <a:pt x="2170176" y="1874520"/>
                  </a:lnTo>
                  <a:lnTo>
                    <a:pt x="2170176" y="1924812"/>
                  </a:lnTo>
                  <a:lnTo>
                    <a:pt x="2173224" y="1927860"/>
                  </a:lnTo>
                  <a:lnTo>
                    <a:pt x="2180844" y="1927860"/>
                  </a:lnTo>
                  <a:lnTo>
                    <a:pt x="2183892" y="1924812"/>
                  </a:lnTo>
                  <a:lnTo>
                    <a:pt x="2183892" y="1874520"/>
                  </a:lnTo>
                  <a:close/>
                </a:path>
                <a:path w="2184400" h="5782310">
                  <a:moveTo>
                    <a:pt x="2183892" y="1792224"/>
                  </a:moveTo>
                  <a:lnTo>
                    <a:pt x="2180844" y="1789176"/>
                  </a:lnTo>
                  <a:lnTo>
                    <a:pt x="2173224" y="1789176"/>
                  </a:lnTo>
                  <a:lnTo>
                    <a:pt x="2170176" y="1792224"/>
                  </a:lnTo>
                  <a:lnTo>
                    <a:pt x="2170176" y="1840992"/>
                  </a:lnTo>
                  <a:lnTo>
                    <a:pt x="2173224" y="1844040"/>
                  </a:lnTo>
                  <a:lnTo>
                    <a:pt x="2180844" y="1844040"/>
                  </a:lnTo>
                  <a:lnTo>
                    <a:pt x="2183892" y="1840992"/>
                  </a:lnTo>
                  <a:lnTo>
                    <a:pt x="2183892" y="1792224"/>
                  </a:lnTo>
                  <a:close/>
                </a:path>
                <a:path w="2184400" h="5782310">
                  <a:moveTo>
                    <a:pt x="2183892" y="1709928"/>
                  </a:moveTo>
                  <a:lnTo>
                    <a:pt x="2180844" y="1706880"/>
                  </a:lnTo>
                  <a:lnTo>
                    <a:pt x="2173224" y="1706880"/>
                  </a:lnTo>
                  <a:lnTo>
                    <a:pt x="2170176" y="1709928"/>
                  </a:lnTo>
                  <a:lnTo>
                    <a:pt x="2170176" y="1758696"/>
                  </a:lnTo>
                  <a:lnTo>
                    <a:pt x="2173224" y="1761744"/>
                  </a:lnTo>
                  <a:lnTo>
                    <a:pt x="2180844" y="1761744"/>
                  </a:lnTo>
                  <a:lnTo>
                    <a:pt x="2183892" y="1758696"/>
                  </a:lnTo>
                  <a:lnTo>
                    <a:pt x="2183892" y="1709928"/>
                  </a:lnTo>
                  <a:close/>
                </a:path>
                <a:path w="2184400" h="5782310">
                  <a:moveTo>
                    <a:pt x="2183892" y="1627632"/>
                  </a:moveTo>
                  <a:lnTo>
                    <a:pt x="2180844" y="1624584"/>
                  </a:lnTo>
                  <a:lnTo>
                    <a:pt x="2173224" y="1624584"/>
                  </a:lnTo>
                  <a:lnTo>
                    <a:pt x="2170176" y="1627632"/>
                  </a:lnTo>
                  <a:lnTo>
                    <a:pt x="2170176" y="1676400"/>
                  </a:lnTo>
                  <a:lnTo>
                    <a:pt x="2173224" y="1679448"/>
                  </a:lnTo>
                  <a:lnTo>
                    <a:pt x="2180844" y="1679448"/>
                  </a:lnTo>
                  <a:lnTo>
                    <a:pt x="2183892" y="1676400"/>
                  </a:lnTo>
                  <a:lnTo>
                    <a:pt x="2183892" y="1627632"/>
                  </a:lnTo>
                  <a:close/>
                </a:path>
                <a:path w="2184400" h="5782310">
                  <a:moveTo>
                    <a:pt x="2183892" y="1543812"/>
                  </a:moveTo>
                  <a:lnTo>
                    <a:pt x="2180844" y="1540764"/>
                  </a:lnTo>
                  <a:lnTo>
                    <a:pt x="2173224" y="1540764"/>
                  </a:lnTo>
                  <a:lnTo>
                    <a:pt x="2170176" y="1543812"/>
                  </a:lnTo>
                  <a:lnTo>
                    <a:pt x="2170176" y="1592580"/>
                  </a:lnTo>
                  <a:lnTo>
                    <a:pt x="2173224" y="1595628"/>
                  </a:lnTo>
                  <a:lnTo>
                    <a:pt x="2180844" y="1595628"/>
                  </a:lnTo>
                  <a:lnTo>
                    <a:pt x="2183892" y="1592580"/>
                  </a:lnTo>
                  <a:lnTo>
                    <a:pt x="2183892" y="1543812"/>
                  </a:lnTo>
                  <a:close/>
                </a:path>
                <a:path w="2184400" h="5782310">
                  <a:moveTo>
                    <a:pt x="2183892" y="1461516"/>
                  </a:moveTo>
                  <a:lnTo>
                    <a:pt x="2180844" y="1458468"/>
                  </a:lnTo>
                  <a:lnTo>
                    <a:pt x="2173224" y="1458468"/>
                  </a:lnTo>
                  <a:lnTo>
                    <a:pt x="2170176" y="1461516"/>
                  </a:lnTo>
                  <a:lnTo>
                    <a:pt x="2170176" y="1510284"/>
                  </a:lnTo>
                  <a:lnTo>
                    <a:pt x="2173224" y="1513332"/>
                  </a:lnTo>
                  <a:lnTo>
                    <a:pt x="2180844" y="1513332"/>
                  </a:lnTo>
                  <a:lnTo>
                    <a:pt x="2183892" y="1510284"/>
                  </a:lnTo>
                  <a:lnTo>
                    <a:pt x="2183892" y="1461516"/>
                  </a:lnTo>
                  <a:close/>
                </a:path>
                <a:path w="2184400" h="5782310">
                  <a:moveTo>
                    <a:pt x="2183892" y="1379220"/>
                  </a:moveTo>
                  <a:lnTo>
                    <a:pt x="2180844" y="1376172"/>
                  </a:lnTo>
                  <a:lnTo>
                    <a:pt x="2173224" y="1376172"/>
                  </a:lnTo>
                  <a:lnTo>
                    <a:pt x="2170176" y="1379220"/>
                  </a:lnTo>
                  <a:lnTo>
                    <a:pt x="2170176" y="1427988"/>
                  </a:lnTo>
                  <a:lnTo>
                    <a:pt x="2173224" y="1431036"/>
                  </a:lnTo>
                  <a:lnTo>
                    <a:pt x="2180844" y="1431036"/>
                  </a:lnTo>
                  <a:lnTo>
                    <a:pt x="2183892" y="1427988"/>
                  </a:lnTo>
                  <a:lnTo>
                    <a:pt x="2183892" y="1379220"/>
                  </a:lnTo>
                  <a:close/>
                </a:path>
                <a:path w="2184400" h="5782310">
                  <a:moveTo>
                    <a:pt x="2183892" y="1295400"/>
                  </a:moveTo>
                  <a:lnTo>
                    <a:pt x="2180844" y="1292352"/>
                  </a:lnTo>
                  <a:lnTo>
                    <a:pt x="2173224" y="1292352"/>
                  </a:lnTo>
                  <a:lnTo>
                    <a:pt x="2170176" y="1295400"/>
                  </a:lnTo>
                  <a:lnTo>
                    <a:pt x="2170176" y="1345692"/>
                  </a:lnTo>
                  <a:lnTo>
                    <a:pt x="2173224" y="1348740"/>
                  </a:lnTo>
                  <a:lnTo>
                    <a:pt x="2180844" y="1348740"/>
                  </a:lnTo>
                  <a:lnTo>
                    <a:pt x="2183892" y="1345692"/>
                  </a:lnTo>
                  <a:lnTo>
                    <a:pt x="2183892" y="1295400"/>
                  </a:lnTo>
                  <a:close/>
                </a:path>
                <a:path w="2184400" h="5782310">
                  <a:moveTo>
                    <a:pt x="2183892" y="1213104"/>
                  </a:moveTo>
                  <a:lnTo>
                    <a:pt x="2180844" y="1210056"/>
                  </a:lnTo>
                  <a:lnTo>
                    <a:pt x="2173224" y="1210056"/>
                  </a:lnTo>
                  <a:lnTo>
                    <a:pt x="2170176" y="1213104"/>
                  </a:lnTo>
                  <a:lnTo>
                    <a:pt x="2170176" y="1261872"/>
                  </a:lnTo>
                  <a:lnTo>
                    <a:pt x="2173224" y="1264920"/>
                  </a:lnTo>
                  <a:lnTo>
                    <a:pt x="2180844" y="1264920"/>
                  </a:lnTo>
                  <a:lnTo>
                    <a:pt x="2183892" y="1261872"/>
                  </a:lnTo>
                  <a:lnTo>
                    <a:pt x="2183892" y="1213104"/>
                  </a:lnTo>
                  <a:close/>
                </a:path>
                <a:path w="2184400" h="5782310">
                  <a:moveTo>
                    <a:pt x="2183892" y="1130808"/>
                  </a:moveTo>
                  <a:lnTo>
                    <a:pt x="2180844" y="1127760"/>
                  </a:lnTo>
                  <a:lnTo>
                    <a:pt x="2173224" y="1127760"/>
                  </a:lnTo>
                  <a:lnTo>
                    <a:pt x="2170176" y="1130808"/>
                  </a:lnTo>
                  <a:lnTo>
                    <a:pt x="2170176" y="1179576"/>
                  </a:lnTo>
                  <a:lnTo>
                    <a:pt x="2173224" y="1182624"/>
                  </a:lnTo>
                  <a:lnTo>
                    <a:pt x="2180844" y="1182624"/>
                  </a:lnTo>
                  <a:lnTo>
                    <a:pt x="2183892" y="1179576"/>
                  </a:lnTo>
                  <a:lnTo>
                    <a:pt x="2183892" y="1130808"/>
                  </a:lnTo>
                  <a:close/>
                </a:path>
                <a:path w="2184400" h="5782310">
                  <a:moveTo>
                    <a:pt x="2183892" y="1048512"/>
                  </a:moveTo>
                  <a:lnTo>
                    <a:pt x="2180844" y="1045464"/>
                  </a:lnTo>
                  <a:lnTo>
                    <a:pt x="2173224" y="1045464"/>
                  </a:lnTo>
                  <a:lnTo>
                    <a:pt x="2170176" y="1048512"/>
                  </a:lnTo>
                  <a:lnTo>
                    <a:pt x="2170176" y="1097280"/>
                  </a:lnTo>
                  <a:lnTo>
                    <a:pt x="2173224" y="1100328"/>
                  </a:lnTo>
                  <a:lnTo>
                    <a:pt x="2180844" y="1100328"/>
                  </a:lnTo>
                  <a:lnTo>
                    <a:pt x="2183892" y="1097280"/>
                  </a:lnTo>
                  <a:lnTo>
                    <a:pt x="2183892" y="1048512"/>
                  </a:lnTo>
                  <a:close/>
                </a:path>
                <a:path w="2184400" h="5782310">
                  <a:moveTo>
                    <a:pt x="2183892" y="964692"/>
                  </a:moveTo>
                  <a:lnTo>
                    <a:pt x="2180844" y="961644"/>
                  </a:lnTo>
                  <a:lnTo>
                    <a:pt x="2173224" y="961644"/>
                  </a:lnTo>
                  <a:lnTo>
                    <a:pt x="2170176" y="964692"/>
                  </a:lnTo>
                  <a:lnTo>
                    <a:pt x="2170176" y="1013460"/>
                  </a:lnTo>
                  <a:lnTo>
                    <a:pt x="2173224" y="1016508"/>
                  </a:lnTo>
                  <a:lnTo>
                    <a:pt x="2180844" y="1016508"/>
                  </a:lnTo>
                  <a:lnTo>
                    <a:pt x="2183892" y="1013460"/>
                  </a:lnTo>
                  <a:lnTo>
                    <a:pt x="2183892" y="964692"/>
                  </a:lnTo>
                  <a:close/>
                </a:path>
                <a:path w="2184400" h="5782310">
                  <a:moveTo>
                    <a:pt x="2183892" y="882396"/>
                  </a:moveTo>
                  <a:lnTo>
                    <a:pt x="2180844" y="879348"/>
                  </a:lnTo>
                  <a:lnTo>
                    <a:pt x="2173224" y="879348"/>
                  </a:lnTo>
                  <a:lnTo>
                    <a:pt x="2170176" y="882396"/>
                  </a:lnTo>
                  <a:lnTo>
                    <a:pt x="2170176" y="931164"/>
                  </a:lnTo>
                  <a:lnTo>
                    <a:pt x="2173224" y="934212"/>
                  </a:lnTo>
                  <a:lnTo>
                    <a:pt x="2180844" y="934212"/>
                  </a:lnTo>
                  <a:lnTo>
                    <a:pt x="2183892" y="931164"/>
                  </a:lnTo>
                  <a:lnTo>
                    <a:pt x="2183892" y="882396"/>
                  </a:lnTo>
                  <a:close/>
                </a:path>
                <a:path w="2184400" h="5782310">
                  <a:moveTo>
                    <a:pt x="2183892" y="800100"/>
                  </a:moveTo>
                  <a:lnTo>
                    <a:pt x="2180844" y="797052"/>
                  </a:lnTo>
                  <a:lnTo>
                    <a:pt x="2173224" y="797052"/>
                  </a:lnTo>
                  <a:lnTo>
                    <a:pt x="2170176" y="800100"/>
                  </a:lnTo>
                  <a:lnTo>
                    <a:pt x="2170176" y="848868"/>
                  </a:lnTo>
                  <a:lnTo>
                    <a:pt x="2173224" y="851916"/>
                  </a:lnTo>
                  <a:lnTo>
                    <a:pt x="2180844" y="851916"/>
                  </a:lnTo>
                  <a:lnTo>
                    <a:pt x="2183892" y="848868"/>
                  </a:lnTo>
                  <a:lnTo>
                    <a:pt x="2183892" y="800100"/>
                  </a:lnTo>
                  <a:close/>
                </a:path>
                <a:path w="2184400" h="5782310">
                  <a:moveTo>
                    <a:pt x="2183892" y="716280"/>
                  </a:moveTo>
                  <a:lnTo>
                    <a:pt x="2180844" y="713232"/>
                  </a:lnTo>
                  <a:lnTo>
                    <a:pt x="2173224" y="713232"/>
                  </a:lnTo>
                  <a:lnTo>
                    <a:pt x="2170176" y="716280"/>
                  </a:lnTo>
                  <a:lnTo>
                    <a:pt x="2170176" y="766572"/>
                  </a:lnTo>
                  <a:lnTo>
                    <a:pt x="2173224" y="769620"/>
                  </a:lnTo>
                  <a:lnTo>
                    <a:pt x="2180844" y="769620"/>
                  </a:lnTo>
                  <a:lnTo>
                    <a:pt x="2183892" y="766572"/>
                  </a:lnTo>
                  <a:lnTo>
                    <a:pt x="2183892" y="716280"/>
                  </a:lnTo>
                  <a:close/>
                </a:path>
                <a:path w="2184400" h="5782310">
                  <a:moveTo>
                    <a:pt x="2183892" y="633984"/>
                  </a:moveTo>
                  <a:lnTo>
                    <a:pt x="2180844" y="630936"/>
                  </a:lnTo>
                  <a:lnTo>
                    <a:pt x="2173224" y="630936"/>
                  </a:lnTo>
                  <a:lnTo>
                    <a:pt x="2170176" y="633984"/>
                  </a:lnTo>
                  <a:lnTo>
                    <a:pt x="2170176" y="682752"/>
                  </a:lnTo>
                  <a:lnTo>
                    <a:pt x="2173224" y="685800"/>
                  </a:lnTo>
                  <a:lnTo>
                    <a:pt x="2180844" y="685800"/>
                  </a:lnTo>
                  <a:lnTo>
                    <a:pt x="2183892" y="682752"/>
                  </a:lnTo>
                  <a:lnTo>
                    <a:pt x="2183892" y="633984"/>
                  </a:lnTo>
                  <a:close/>
                </a:path>
                <a:path w="2184400" h="5782310">
                  <a:moveTo>
                    <a:pt x="2183892" y="551688"/>
                  </a:moveTo>
                  <a:lnTo>
                    <a:pt x="2180844" y="548640"/>
                  </a:lnTo>
                  <a:lnTo>
                    <a:pt x="2173224" y="548640"/>
                  </a:lnTo>
                  <a:lnTo>
                    <a:pt x="2170176" y="551688"/>
                  </a:lnTo>
                  <a:lnTo>
                    <a:pt x="2170176" y="600456"/>
                  </a:lnTo>
                  <a:lnTo>
                    <a:pt x="2173224" y="603504"/>
                  </a:lnTo>
                  <a:lnTo>
                    <a:pt x="2180844" y="603504"/>
                  </a:lnTo>
                  <a:lnTo>
                    <a:pt x="2183892" y="600456"/>
                  </a:lnTo>
                  <a:lnTo>
                    <a:pt x="2183892" y="551688"/>
                  </a:lnTo>
                  <a:close/>
                </a:path>
                <a:path w="2184400" h="5782310">
                  <a:moveTo>
                    <a:pt x="2183892" y="469392"/>
                  </a:moveTo>
                  <a:lnTo>
                    <a:pt x="2180844" y="466344"/>
                  </a:lnTo>
                  <a:lnTo>
                    <a:pt x="2173224" y="466344"/>
                  </a:lnTo>
                  <a:lnTo>
                    <a:pt x="2170176" y="469392"/>
                  </a:lnTo>
                  <a:lnTo>
                    <a:pt x="2170176" y="518160"/>
                  </a:lnTo>
                  <a:lnTo>
                    <a:pt x="2173224" y="521208"/>
                  </a:lnTo>
                  <a:lnTo>
                    <a:pt x="2180844" y="521208"/>
                  </a:lnTo>
                  <a:lnTo>
                    <a:pt x="2183892" y="518160"/>
                  </a:lnTo>
                  <a:lnTo>
                    <a:pt x="2183892" y="469392"/>
                  </a:lnTo>
                  <a:close/>
                </a:path>
                <a:path w="2184400" h="5782310">
                  <a:moveTo>
                    <a:pt x="2183892" y="385572"/>
                  </a:moveTo>
                  <a:lnTo>
                    <a:pt x="2180844" y="382524"/>
                  </a:lnTo>
                  <a:lnTo>
                    <a:pt x="2173224" y="382524"/>
                  </a:lnTo>
                  <a:lnTo>
                    <a:pt x="2170176" y="385572"/>
                  </a:lnTo>
                  <a:lnTo>
                    <a:pt x="2170176" y="434340"/>
                  </a:lnTo>
                  <a:lnTo>
                    <a:pt x="2173224" y="437388"/>
                  </a:lnTo>
                  <a:lnTo>
                    <a:pt x="2180844" y="437388"/>
                  </a:lnTo>
                  <a:lnTo>
                    <a:pt x="2183892" y="434340"/>
                  </a:lnTo>
                  <a:lnTo>
                    <a:pt x="2183892" y="385572"/>
                  </a:lnTo>
                  <a:close/>
                </a:path>
                <a:path w="2184400" h="5782310">
                  <a:moveTo>
                    <a:pt x="2183892" y="303276"/>
                  </a:moveTo>
                  <a:lnTo>
                    <a:pt x="2180844" y="300228"/>
                  </a:lnTo>
                  <a:lnTo>
                    <a:pt x="2173224" y="300228"/>
                  </a:lnTo>
                  <a:lnTo>
                    <a:pt x="2170176" y="303276"/>
                  </a:lnTo>
                  <a:lnTo>
                    <a:pt x="2170176" y="352044"/>
                  </a:lnTo>
                  <a:lnTo>
                    <a:pt x="2173224" y="355092"/>
                  </a:lnTo>
                  <a:lnTo>
                    <a:pt x="2180844" y="355092"/>
                  </a:lnTo>
                  <a:lnTo>
                    <a:pt x="2183892" y="352044"/>
                  </a:lnTo>
                  <a:lnTo>
                    <a:pt x="2183892" y="303276"/>
                  </a:lnTo>
                  <a:close/>
                </a:path>
                <a:path w="2184400" h="5782310">
                  <a:moveTo>
                    <a:pt x="2183892" y="220980"/>
                  </a:moveTo>
                  <a:lnTo>
                    <a:pt x="2180844" y="217932"/>
                  </a:lnTo>
                  <a:lnTo>
                    <a:pt x="2173224" y="217932"/>
                  </a:lnTo>
                  <a:lnTo>
                    <a:pt x="2170176" y="220980"/>
                  </a:lnTo>
                  <a:lnTo>
                    <a:pt x="2170176" y="269748"/>
                  </a:lnTo>
                  <a:lnTo>
                    <a:pt x="2173224" y="272796"/>
                  </a:lnTo>
                  <a:lnTo>
                    <a:pt x="2180844" y="272796"/>
                  </a:lnTo>
                  <a:lnTo>
                    <a:pt x="2183892" y="269748"/>
                  </a:lnTo>
                  <a:lnTo>
                    <a:pt x="2183892" y="220980"/>
                  </a:lnTo>
                  <a:close/>
                </a:path>
                <a:path w="2184400" h="5782310">
                  <a:moveTo>
                    <a:pt x="2183892" y="137160"/>
                  </a:moveTo>
                  <a:lnTo>
                    <a:pt x="2180844" y="134112"/>
                  </a:lnTo>
                  <a:lnTo>
                    <a:pt x="2173224" y="134112"/>
                  </a:lnTo>
                  <a:lnTo>
                    <a:pt x="2170176" y="137160"/>
                  </a:lnTo>
                  <a:lnTo>
                    <a:pt x="2170176" y="187452"/>
                  </a:lnTo>
                  <a:lnTo>
                    <a:pt x="2173224" y="190500"/>
                  </a:lnTo>
                  <a:lnTo>
                    <a:pt x="2180844" y="190500"/>
                  </a:lnTo>
                  <a:lnTo>
                    <a:pt x="2183892" y="187452"/>
                  </a:lnTo>
                  <a:lnTo>
                    <a:pt x="2183892" y="137160"/>
                  </a:lnTo>
                  <a:close/>
                </a:path>
              </a:pathLst>
            </a:custGeom>
            <a:solidFill>
              <a:srgbClr val="9A9A9A"/>
            </a:solidFill>
          </p:spPr>
          <p:txBody>
            <a:bodyPr wrap="square" lIns="0" tIns="0" rIns="0" bIns="0" rtlCol="0"/>
            <a:lstStyle/>
            <a:p>
              <a:endParaRPr/>
            </a:p>
          </p:txBody>
        </p:sp>
        <p:sp>
          <p:nvSpPr>
            <p:cNvPr id="75" name="object 75"/>
            <p:cNvSpPr/>
            <p:nvPr/>
          </p:nvSpPr>
          <p:spPr>
            <a:xfrm>
              <a:off x="5337047" y="394715"/>
              <a:ext cx="2712720" cy="6065520"/>
            </a:xfrm>
            <a:custGeom>
              <a:avLst/>
              <a:gdLst/>
              <a:ahLst/>
              <a:cxnLst/>
              <a:rect l="l" t="t" r="r" b="b"/>
              <a:pathLst>
                <a:path w="2712720" h="6065520">
                  <a:moveTo>
                    <a:pt x="0" y="2356103"/>
                  </a:moveTo>
                  <a:lnTo>
                    <a:pt x="2712719" y="2356103"/>
                  </a:lnTo>
                </a:path>
                <a:path w="2712720" h="6065520">
                  <a:moveTo>
                    <a:pt x="0" y="1543811"/>
                  </a:moveTo>
                  <a:lnTo>
                    <a:pt x="2712719" y="1543811"/>
                  </a:lnTo>
                </a:path>
                <a:path w="2712720" h="6065520">
                  <a:moveTo>
                    <a:pt x="0" y="1949195"/>
                  </a:moveTo>
                  <a:lnTo>
                    <a:pt x="2712719" y="1949195"/>
                  </a:lnTo>
                </a:path>
                <a:path w="2712720" h="6065520">
                  <a:moveTo>
                    <a:pt x="0" y="1136903"/>
                  </a:moveTo>
                  <a:lnTo>
                    <a:pt x="2712719" y="1136903"/>
                  </a:lnTo>
                </a:path>
                <a:path w="2712720" h="6065520">
                  <a:moveTo>
                    <a:pt x="0" y="0"/>
                  </a:moveTo>
                  <a:lnTo>
                    <a:pt x="0" y="6065519"/>
                  </a:lnTo>
                </a:path>
                <a:path w="2712720" h="6065520">
                  <a:moveTo>
                    <a:pt x="0" y="324611"/>
                  </a:moveTo>
                  <a:lnTo>
                    <a:pt x="2712719" y="324611"/>
                  </a:lnTo>
                </a:path>
              </a:pathLst>
            </a:custGeom>
            <a:ln w="13715">
              <a:solidFill>
                <a:srgbClr val="666666"/>
              </a:solidFill>
            </a:ln>
          </p:spPr>
          <p:txBody>
            <a:bodyPr wrap="square" lIns="0" tIns="0" rIns="0" bIns="0" rtlCol="0"/>
            <a:lstStyle/>
            <a:p>
              <a:endParaRPr/>
            </a:p>
          </p:txBody>
        </p:sp>
        <p:sp>
          <p:nvSpPr>
            <p:cNvPr id="76" name="object 76"/>
            <p:cNvSpPr/>
            <p:nvPr/>
          </p:nvSpPr>
          <p:spPr>
            <a:xfrm>
              <a:off x="5547359" y="577595"/>
              <a:ext cx="13970" cy="5267325"/>
            </a:xfrm>
            <a:custGeom>
              <a:avLst/>
              <a:gdLst/>
              <a:ahLst/>
              <a:cxnLst/>
              <a:rect l="l" t="t" r="r" b="b"/>
              <a:pathLst>
                <a:path w="13970" h="5267325">
                  <a:moveTo>
                    <a:pt x="10667" y="0"/>
                  </a:moveTo>
                  <a:lnTo>
                    <a:pt x="3048" y="0"/>
                  </a:lnTo>
                  <a:lnTo>
                    <a:pt x="0" y="3048"/>
                  </a:lnTo>
                  <a:lnTo>
                    <a:pt x="0" y="51815"/>
                  </a:lnTo>
                  <a:lnTo>
                    <a:pt x="3048" y="54863"/>
                  </a:lnTo>
                  <a:lnTo>
                    <a:pt x="10667" y="54863"/>
                  </a:lnTo>
                  <a:lnTo>
                    <a:pt x="13715" y="51815"/>
                  </a:lnTo>
                  <a:lnTo>
                    <a:pt x="13715" y="3048"/>
                  </a:lnTo>
                  <a:lnTo>
                    <a:pt x="10667" y="0"/>
                  </a:lnTo>
                  <a:close/>
                </a:path>
                <a:path w="13970" h="5267325">
                  <a:moveTo>
                    <a:pt x="10667" y="82295"/>
                  </a:moveTo>
                  <a:lnTo>
                    <a:pt x="3048" y="82295"/>
                  </a:lnTo>
                  <a:lnTo>
                    <a:pt x="0" y="85343"/>
                  </a:lnTo>
                  <a:lnTo>
                    <a:pt x="0" y="134112"/>
                  </a:lnTo>
                  <a:lnTo>
                    <a:pt x="3048" y="137159"/>
                  </a:lnTo>
                  <a:lnTo>
                    <a:pt x="10667" y="137159"/>
                  </a:lnTo>
                  <a:lnTo>
                    <a:pt x="13715" y="134112"/>
                  </a:lnTo>
                  <a:lnTo>
                    <a:pt x="13715" y="85343"/>
                  </a:lnTo>
                  <a:lnTo>
                    <a:pt x="10667" y="82295"/>
                  </a:lnTo>
                  <a:close/>
                </a:path>
                <a:path w="13970" h="5267325">
                  <a:moveTo>
                    <a:pt x="10667" y="164591"/>
                  </a:moveTo>
                  <a:lnTo>
                    <a:pt x="3048" y="164591"/>
                  </a:lnTo>
                  <a:lnTo>
                    <a:pt x="0" y="167639"/>
                  </a:lnTo>
                  <a:lnTo>
                    <a:pt x="0" y="216407"/>
                  </a:lnTo>
                  <a:lnTo>
                    <a:pt x="3048" y="219455"/>
                  </a:lnTo>
                  <a:lnTo>
                    <a:pt x="10667" y="219455"/>
                  </a:lnTo>
                  <a:lnTo>
                    <a:pt x="13715" y="216407"/>
                  </a:lnTo>
                  <a:lnTo>
                    <a:pt x="13715" y="167639"/>
                  </a:lnTo>
                  <a:lnTo>
                    <a:pt x="10667" y="164591"/>
                  </a:lnTo>
                  <a:close/>
                </a:path>
                <a:path w="13970" h="5267325">
                  <a:moveTo>
                    <a:pt x="10667" y="246887"/>
                  </a:moveTo>
                  <a:lnTo>
                    <a:pt x="3048" y="246887"/>
                  </a:lnTo>
                  <a:lnTo>
                    <a:pt x="0" y="249936"/>
                  </a:lnTo>
                  <a:lnTo>
                    <a:pt x="0" y="300227"/>
                  </a:lnTo>
                  <a:lnTo>
                    <a:pt x="3048" y="303275"/>
                  </a:lnTo>
                  <a:lnTo>
                    <a:pt x="10667" y="303275"/>
                  </a:lnTo>
                  <a:lnTo>
                    <a:pt x="13715" y="300227"/>
                  </a:lnTo>
                  <a:lnTo>
                    <a:pt x="13715" y="249936"/>
                  </a:lnTo>
                  <a:lnTo>
                    <a:pt x="10667" y="246887"/>
                  </a:lnTo>
                  <a:close/>
                </a:path>
                <a:path w="13970" h="5267325">
                  <a:moveTo>
                    <a:pt x="10667" y="330707"/>
                  </a:moveTo>
                  <a:lnTo>
                    <a:pt x="3048" y="330707"/>
                  </a:lnTo>
                  <a:lnTo>
                    <a:pt x="0" y="333755"/>
                  </a:lnTo>
                  <a:lnTo>
                    <a:pt x="0" y="382524"/>
                  </a:lnTo>
                  <a:lnTo>
                    <a:pt x="3048" y="385571"/>
                  </a:lnTo>
                  <a:lnTo>
                    <a:pt x="10667" y="385571"/>
                  </a:lnTo>
                  <a:lnTo>
                    <a:pt x="13715" y="382524"/>
                  </a:lnTo>
                  <a:lnTo>
                    <a:pt x="13715" y="333755"/>
                  </a:lnTo>
                  <a:lnTo>
                    <a:pt x="10667" y="330707"/>
                  </a:lnTo>
                  <a:close/>
                </a:path>
                <a:path w="13970" h="5267325">
                  <a:moveTo>
                    <a:pt x="10667" y="413003"/>
                  </a:moveTo>
                  <a:lnTo>
                    <a:pt x="3048" y="413003"/>
                  </a:lnTo>
                  <a:lnTo>
                    <a:pt x="0" y="416051"/>
                  </a:lnTo>
                  <a:lnTo>
                    <a:pt x="0" y="464819"/>
                  </a:lnTo>
                  <a:lnTo>
                    <a:pt x="3048" y="467867"/>
                  </a:lnTo>
                  <a:lnTo>
                    <a:pt x="10667" y="467867"/>
                  </a:lnTo>
                  <a:lnTo>
                    <a:pt x="13715" y="464819"/>
                  </a:lnTo>
                  <a:lnTo>
                    <a:pt x="13715" y="416051"/>
                  </a:lnTo>
                  <a:lnTo>
                    <a:pt x="10667" y="413003"/>
                  </a:lnTo>
                  <a:close/>
                </a:path>
                <a:path w="13970" h="5267325">
                  <a:moveTo>
                    <a:pt x="10667" y="495300"/>
                  </a:moveTo>
                  <a:lnTo>
                    <a:pt x="3048" y="495300"/>
                  </a:lnTo>
                  <a:lnTo>
                    <a:pt x="0" y="498348"/>
                  </a:lnTo>
                  <a:lnTo>
                    <a:pt x="0" y="547115"/>
                  </a:lnTo>
                  <a:lnTo>
                    <a:pt x="3048" y="550163"/>
                  </a:lnTo>
                  <a:lnTo>
                    <a:pt x="10667" y="550163"/>
                  </a:lnTo>
                  <a:lnTo>
                    <a:pt x="13715" y="547115"/>
                  </a:lnTo>
                  <a:lnTo>
                    <a:pt x="13715" y="498348"/>
                  </a:lnTo>
                  <a:lnTo>
                    <a:pt x="10667" y="495300"/>
                  </a:lnTo>
                  <a:close/>
                </a:path>
                <a:path w="13970" h="5267325">
                  <a:moveTo>
                    <a:pt x="10667" y="579119"/>
                  </a:moveTo>
                  <a:lnTo>
                    <a:pt x="3048" y="579119"/>
                  </a:lnTo>
                  <a:lnTo>
                    <a:pt x="0" y="582167"/>
                  </a:lnTo>
                  <a:lnTo>
                    <a:pt x="0" y="630936"/>
                  </a:lnTo>
                  <a:lnTo>
                    <a:pt x="3048" y="633983"/>
                  </a:lnTo>
                  <a:lnTo>
                    <a:pt x="10667" y="633983"/>
                  </a:lnTo>
                  <a:lnTo>
                    <a:pt x="13715" y="630936"/>
                  </a:lnTo>
                  <a:lnTo>
                    <a:pt x="13715" y="582167"/>
                  </a:lnTo>
                  <a:lnTo>
                    <a:pt x="10667" y="579119"/>
                  </a:lnTo>
                  <a:close/>
                </a:path>
                <a:path w="13970" h="5267325">
                  <a:moveTo>
                    <a:pt x="10667" y="661415"/>
                  </a:moveTo>
                  <a:lnTo>
                    <a:pt x="3048" y="661415"/>
                  </a:lnTo>
                  <a:lnTo>
                    <a:pt x="0" y="664463"/>
                  </a:lnTo>
                  <a:lnTo>
                    <a:pt x="0" y="713231"/>
                  </a:lnTo>
                  <a:lnTo>
                    <a:pt x="3048" y="716279"/>
                  </a:lnTo>
                  <a:lnTo>
                    <a:pt x="10667" y="716279"/>
                  </a:lnTo>
                  <a:lnTo>
                    <a:pt x="13715" y="713231"/>
                  </a:lnTo>
                  <a:lnTo>
                    <a:pt x="13715" y="664463"/>
                  </a:lnTo>
                  <a:lnTo>
                    <a:pt x="10667" y="661415"/>
                  </a:lnTo>
                  <a:close/>
                </a:path>
                <a:path w="13970" h="5267325">
                  <a:moveTo>
                    <a:pt x="10667" y="743712"/>
                  </a:moveTo>
                  <a:lnTo>
                    <a:pt x="3048" y="743712"/>
                  </a:lnTo>
                  <a:lnTo>
                    <a:pt x="0" y="746759"/>
                  </a:lnTo>
                  <a:lnTo>
                    <a:pt x="0" y="795527"/>
                  </a:lnTo>
                  <a:lnTo>
                    <a:pt x="3048" y="798576"/>
                  </a:lnTo>
                  <a:lnTo>
                    <a:pt x="10667" y="798576"/>
                  </a:lnTo>
                  <a:lnTo>
                    <a:pt x="13715" y="795527"/>
                  </a:lnTo>
                  <a:lnTo>
                    <a:pt x="13715" y="746759"/>
                  </a:lnTo>
                  <a:lnTo>
                    <a:pt x="10667" y="743712"/>
                  </a:lnTo>
                  <a:close/>
                </a:path>
                <a:path w="13970" h="5267325">
                  <a:moveTo>
                    <a:pt x="10667" y="826007"/>
                  </a:moveTo>
                  <a:lnTo>
                    <a:pt x="3048" y="826007"/>
                  </a:lnTo>
                  <a:lnTo>
                    <a:pt x="0" y="829055"/>
                  </a:lnTo>
                  <a:lnTo>
                    <a:pt x="0" y="879348"/>
                  </a:lnTo>
                  <a:lnTo>
                    <a:pt x="3048" y="882395"/>
                  </a:lnTo>
                  <a:lnTo>
                    <a:pt x="10667" y="882395"/>
                  </a:lnTo>
                  <a:lnTo>
                    <a:pt x="13715" y="879348"/>
                  </a:lnTo>
                  <a:lnTo>
                    <a:pt x="13715" y="829055"/>
                  </a:lnTo>
                  <a:lnTo>
                    <a:pt x="10667" y="826007"/>
                  </a:lnTo>
                  <a:close/>
                </a:path>
                <a:path w="13970" h="5267325">
                  <a:moveTo>
                    <a:pt x="10667" y="909827"/>
                  </a:moveTo>
                  <a:lnTo>
                    <a:pt x="3048" y="909827"/>
                  </a:lnTo>
                  <a:lnTo>
                    <a:pt x="0" y="912876"/>
                  </a:lnTo>
                  <a:lnTo>
                    <a:pt x="0" y="961643"/>
                  </a:lnTo>
                  <a:lnTo>
                    <a:pt x="3048" y="964691"/>
                  </a:lnTo>
                  <a:lnTo>
                    <a:pt x="10667" y="964691"/>
                  </a:lnTo>
                  <a:lnTo>
                    <a:pt x="13715" y="961643"/>
                  </a:lnTo>
                  <a:lnTo>
                    <a:pt x="13715" y="912876"/>
                  </a:lnTo>
                  <a:lnTo>
                    <a:pt x="10667" y="909827"/>
                  </a:lnTo>
                  <a:close/>
                </a:path>
                <a:path w="13970" h="5267325">
                  <a:moveTo>
                    <a:pt x="10667" y="992124"/>
                  </a:moveTo>
                  <a:lnTo>
                    <a:pt x="3048" y="992124"/>
                  </a:lnTo>
                  <a:lnTo>
                    <a:pt x="0" y="995171"/>
                  </a:lnTo>
                  <a:lnTo>
                    <a:pt x="0" y="1043939"/>
                  </a:lnTo>
                  <a:lnTo>
                    <a:pt x="3048" y="1046988"/>
                  </a:lnTo>
                  <a:lnTo>
                    <a:pt x="10667" y="1046988"/>
                  </a:lnTo>
                  <a:lnTo>
                    <a:pt x="13715" y="1043939"/>
                  </a:lnTo>
                  <a:lnTo>
                    <a:pt x="13715" y="995171"/>
                  </a:lnTo>
                  <a:lnTo>
                    <a:pt x="10667" y="992124"/>
                  </a:lnTo>
                  <a:close/>
                </a:path>
                <a:path w="13970" h="5267325">
                  <a:moveTo>
                    <a:pt x="10667" y="1074419"/>
                  </a:moveTo>
                  <a:lnTo>
                    <a:pt x="3048" y="1074419"/>
                  </a:lnTo>
                  <a:lnTo>
                    <a:pt x="0" y="1077467"/>
                  </a:lnTo>
                  <a:lnTo>
                    <a:pt x="0" y="1126236"/>
                  </a:lnTo>
                  <a:lnTo>
                    <a:pt x="3048" y="1129283"/>
                  </a:lnTo>
                  <a:lnTo>
                    <a:pt x="10667" y="1129283"/>
                  </a:lnTo>
                  <a:lnTo>
                    <a:pt x="13715" y="1126236"/>
                  </a:lnTo>
                  <a:lnTo>
                    <a:pt x="13715" y="1077467"/>
                  </a:lnTo>
                  <a:lnTo>
                    <a:pt x="10667" y="1074419"/>
                  </a:lnTo>
                  <a:close/>
                </a:path>
                <a:path w="13970" h="5267325">
                  <a:moveTo>
                    <a:pt x="10667" y="1158239"/>
                  </a:moveTo>
                  <a:lnTo>
                    <a:pt x="3048" y="1158239"/>
                  </a:lnTo>
                  <a:lnTo>
                    <a:pt x="0" y="1161288"/>
                  </a:lnTo>
                  <a:lnTo>
                    <a:pt x="0" y="1210055"/>
                  </a:lnTo>
                  <a:lnTo>
                    <a:pt x="3048" y="1213103"/>
                  </a:lnTo>
                  <a:lnTo>
                    <a:pt x="10667" y="1213103"/>
                  </a:lnTo>
                  <a:lnTo>
                    <a:pt x="13715" y="1210055"/>
                  </a:lnTo>
                  <a:lnTo>
                    <a:pt x="13715" y="1161288"/>
                  </a:lnTo>
                  <a:lnTo>
                    <a:pt x="10667" y="1158239"/>
                  </a:lnTo>
                  <a:close/>
                </a:path>
                <a:path w="13970" h="5267325">
                  <a:moveTo>
                    <a:pt x="10667" y="1240536"/>
                  </a:moveTo>
                  <a:lnTo>
                    <a:pt x="3048" y="1240536"/>
                  </a:lnTo>
                  <a:lnTo>
                    <a:pt x="0" y="1243583"/>
                  </a:lnTo>
                  <a:lnTo>
                    <a:pt x="0" y="1292352"/>
                  </a:lnTo>
                  <a:lnTo>
                    <a:pt x="3048" y="1295400"/>
                  </a:lnTo>
                  <a:lnTo>
                    <a:pt x="10667" y="1295400"/>
                  </a:lnTo>
                  <a:lnTo>
                    <a:pt x="13715" y="1292352"/>
                  </a:lnTo>
                  <a:lnTo>
                    <a:pt x="13715" y="1243583"/>
                  </a:lnTo>
                  <a:lnTo>
                    <a:pt x="10667" y="1240536"/>
                  </a:lnTo>
                  <a:close/>
                </a:path>
                <a:path w="13970" h="5267325">
                  <a:moveTo>
                    <a:pt x="10667" y="1322831"/>
                  </a:moveTo>
                  <a:lnTo>
                    <a:pt x="3048" y="1322831"/>
                  </a:lnTo>
                  <a:lnTo>
                    <a:pt x="0" y="1325879"/>
                  </a:lnTo>
                  <a:lnTo>
                    <a:pt x="0" y="1374648"/>
                  </a:lnTo>
                  <a:lnTo>
                    <a:pt x="3048" y="1377695"/>
                  </a:lnTo>
                  <a:lnTo>
                    <a:pt x="10667" y="1377695"/>
                  </a:lnTo>
                  <a:lnTo>
                    <a:pt x="13715" y="1374648"/>
                  </a:lnTo>
                  <a:lnTo>
                    <a:pt x="13715" y="1325879"/>
                  </a:lnTo>
                  <a:lnTo>
                    <a:pt x="10667" y="1322831"/>
                  </a:lnTo>
                  <a:close/>
                </a:path>
                <a:path w="13970" h="5267325">
                  <a:moveTo>
                    <a:pt x="10667" y="1405127"/>
                  </a:moveTo>
                  <a:lnTo>
                    <a:pt x="3048" y="1405127"/>
                  </a:lnTo>
                  <a:lnTo>
                    <a:pt x="0" y="1408176"/>
                  </a:lnTo>
                  <a:lnTo>
                    <a:pt x="0" y="1458467"/>
                  </a:lnTo>
                  <a:lnTo>
                    <a:pt x="3048" y="1461515"/>
                  </a:lnTo>
                  <a:lnTo>
                    <a:pt x="10667" y="1461515"/>
                  </a:lnTo>
                  <a:lnTo>
                    <a:pt x="13715" y="1458467"/>
                  </a:lnTo>
                  <a:lnTo>
                    <a:pt x="13715" y="1408176"/>
                  </a:lnTo>
                  <a:lnTo>
                    <a:pt x="10667" y="1405127"/>
                  </a:lnTo>
                  <a:close/>
                </a:path>
                <a:path w="13970" h="5267325">
                  <a:moveTo>
                    <a:pt x="10667" y="1488948"/>
                  </a:moveTo>
                  <a:lnTo>
                    <a:pt x="3048" y="1488948"/>
                  </a:lnTo>
                  <a:lnTo>
                    <a:pt x="0" y="1491995"/>
                  </a:lnTo>
                  <a:lnTo>
                    <a:pt x="0" y="1540764"/>
                  </a:lnTo>
                  <a:lnTo>
                    <a:pt x="3048" y="1543812"/>
                  </a:lnTo>
                  <a:lnTo>
                    <a:pt x="10667" y="1543812"/>
                  </a:lnTo>
                  <a:lnTo>
                    <a:pt x="13715" y="1540764"/>
                  </a:lnTo>
                  <a:lnTo>
                    <a:pt x="13715" y="1491995"/>
                  </a:lnTo>
                  <a:lnTo>
                    <a:pt x="10667" y="1488948"/>
                  </a:lnTo>
                  <a:close/>
                </a:path>
                <a:path w="13970" h="5267325">
                  <a:moveTo>
                    <a:pt x="10667" y="1571243"/>
                  </a:moveTo>
                  <a:lnTo>
                    <a:pt x="3048" y="1571243"/>
                  </a:lnTo>
                  <a:lnTo>
                    <a:pt x="0" y="1574291"/>
                  </a:lnTo>
                  <a:lnTo>
                    <a:pt x="0" y="1623059"/>
                  </a:lnTo>
                  <a:lnTo>
                    <a:pt x="3048" y="1626107"/>
                  </a:lnTo>
                  <a:lnTo>
                    <a:pt x="10667" y="1626107"/>
                  </a:lnTo>
                  <a:lnTo>
                    <a:pt x="13715" y="1623059"/>
                  </a:lnTo>
                  <a:lnTo>
                    <a:pt x="13715" y="1574291"/>
                  </a:lnTo>
                  <a:lnTo>
                    <a:pt x="10667" y="1571243"/>
                  </a:lnTo>
                  <a:close/>
                </a:path>
                <a:path w="13970" h="5267325">
                  <a:moveTo>
                    <a:pt x="10667" y="1653539"/>
                  </a:moveTo>
                  <a:lnTo>
                    <a:pt x="3048" y="1653539"/>
                  </a:lnTo>
                  <a:lnTo>
                    <a:pt x="0" y="1656588"/>
                  </a:lnTo>
                  <a:lnTo>
                    <a:pt x="0" y="1705355"/>
                  </a:lnTo>
                  <a:lnTo>
                    <a:pt x="3048" y="1708403"/>
                  </a:lnTo>
                  <a:lnTo>
                    <a:pt x="10667" y="1708403"/>
                  </a:lnTo>
                  <a:lnTo>
                    <a:pt x="13715" y="1705355"/>
                  </a:lnTo>
                  <a:lnTo>
                    <a:pt x="13715" y="1656588"/>
                  </a:lnTo>
                  <a:lnTo>
                    <a:pt x="10667" y="1653539"/>
                  </a:lnTo>
                  <a:close/>
                </a:path>
                <a:path w="13970" h="5267325">
                  <a:moveTo>
                    <a:pt x="10667" y="1737359"/>
                  </a:moveTo>
                  <a:lnTo>
                    <a:pt x="3048" y="1737359"/>
                  </a:lnTo>
                  <a:lnTo>
                    <a:pt x="0" y="1740407"/>
                  </a:lnTo>
                  <a:lnTo>
                    <a:pt x="0" y="1789176"/>
                  </a:lnTo>
                  <a:lnTo>
                    <a:pt x="3048" y="1792224"/>
                  </a:lnTo>
                  <a:lnTo>
                    <a:pt x="10667" y="1792224"/>
                  </a:lnTo>
                  <a:lnTo>
                    <a:pt x="13715" y="1789176"/>
                  </a:lnTo>
                  <a:lnTo>
                    <a:pt x="13715" y="1740407"/>
                  </a:lnTo>
                  <a:lnTo>
                    <a:pt x="10667" y="1737359"/>
                  </a:lnTo>
                  <a:close/>
                </a:path>
                <a:path w="13970" h="5267325">
                  <a:moveTo>
                    <a:pt x="10667" y="1819655"/>
                  </a:moveTo>
                  <a:lnTo>
                    <a:pt x="3048" y="1819655"/>
                  </a:lnTo>
                  <a:lnTo>
                    <a:pt x="0" y="1822703"/>
                  </a:lnTo>
                  <a:lnTo>
                    <a:pt x="0" y="1871471"/>
                  </a:lnTo>
                  <a:lnTo>
                    <a:pt x="3048" y="1874519"/>
                  </a:lnTo>
                  <a:lnTo>
                    <a:pt x="10667" y="1874519"/>
                  </a:lnTo>
                  <a:lnTo>
                    <a:pt x="13715" y="1871471"/>
                  </a:lnTo>
                  <a:lnTo>
                    <a:pt x="13715" y="1822703"/>
                  </a:lnTo>
                  <a:lnTo>
                    <a:pt x="10667" y="1819655"/>
                  </a:lnTo>
                  <a:close/>
                </a:path>
                <a:path w="13970" h="5267325">
                  <a:moveTo>
                    <a:pt x="10667" y="1901952"/>
                  </a:moveTo>
                  <a:lnTo>
                    <a:pt x="3048" y="1901952"/>
                  </a:lnTo>
                  <a:lnTo>
                    <a:pt x="0" y="1905000"/>
                  </a:lnTo>
                  <a:lnTo>
                    <a:pt x="0" y="1953767"/>
                  </a:lnTo>
                  <a:lnTo>
                    <a:pt x="3048" y="1956815"/>
                  </a:lnTo>
                  <a:lnTo>
                    <a:pt x="10667" y="1956815"/>
                  </a:lnTo>
                  <a:lnTo>
                    <a:pt x="13715" y="1953767"/>
                  </a:lnTo>
                  <a:lnTo>
                    <a:pt x="13715" y="1905000"/>
                  </a:lnTo>
                  <a:lnTo>
                    <a:pt x="10667" y="1901952"/>
                  </a:lnTo>
                  <a:close/>
                </a:path>
                <a:path w="13970" h="5267325">
                  <a:moveTo>
                    <a:pt x="10667" y="1984248"/>
                  </a:moveTo>
                  <a:lnTo>
                    <a:pt x="3048" y="1984248"/>
                  </a:lnTo>
                  <a:lnTo>
                    <a:pt x="0" y="1987295"/>
                  </a:lnTo>
                  <a:lnTo>
                    <a:pt x="0" y="2037588"/>
                  </a:lnTo>
                  <a:lnTo>
                    <a:pt x="3048" y="2040636"/>
                  </a:lnTo>
                  <a:lnTo>
                    <a:pt x="10667" y="2040636"/>
                  </a:lnTo>
                  <a:lnTo>
                    <a:pt x="13715" y="2037588"/>
                  </a:lnTo>
                  <a:lnTo>
                    <a:pt x="13715" y="1987295"/>
                  </a:lnTo>
                  <a:lnTo>
                    <a:pt x="10667" y="1984248"/>
                  </a:lnTo>
                  <a:close/>
                </a:path>
                <a:path w="13970" h="5267325">
                  <a:moveTo>
                    <a:pt x="10667" y="2068067"/>
                  </a:moveTo>
                  <a:lnTo>
                    <a:pt x="3048" y="2068067"/>
                  </a:lnTo>
                  <a:lnTo>
                    <a:pt x="0" y="2071115"/>
                  </a:lnTo>
                  <a:lnTo>
                    <a:pt x="0" y="2119883"/>
                  </a:lnTo>
                  <a:lnTo>
                    <a:pt x="3048" y="2122931"/>
                  </a:lnTo>
                  <a:lnTo>
                    <a:pt x="10667" y="2122931"/>
                  </a:lnTo>
                  <a:lnTo>
                    <a:pt x="13715" y="2119883"/>
                  </a:lnTo>
                  <a:lnTo>
                    <a:pt x="13715" y="2071115"/>
                  </a:lnTo>
                  <a:lnTo>
                    <a:pt x="10667" y="2068067"/>
                  </a:lnTo>
                  <a:close/>
                </a:path>
                <a:path w="13970" h="5267325">
                  <a:moveTo>
                    <a:pt x="10667" y="2150364"/>
                  </a:moveTo>
                  <a:lnTo>
                    <a:pt x="3048" y="2150364"/>
                  </a:lnTo>
                  <a:lnTo>
                    <a:pt x="0" y="2153412"/>
                  </a:lnTo>
                  <a:lnTo>
                    <a:pt x="0" y="2202179"/>
                  </a:lnTo>
                  <a:lnTo>
                    <a:pt x="3048" y="2205228"/>
                  </a:lnTo>
                  <a:lnTo>
                    <a:pt x="10667" y="2205228"/>
                  </a:lnTo>
                  <a:lnTo>
                    <a:pt x="13715" y="2202179"/>
                  </a:lnTo>
                  <a:lnTo>
                    <a:pt x="13715" y="2153412"/>
                  </a:lnTo>
                  <a:lnTo>
                    <a:pt x="10667" y="2150364"/>
                  </a:lnTo>
                  <a:close/>
                </a:path>
                <a:path w="13970" h="5267325">
                  <a:moveTo>
                    <a:pt x="10667" y="2232659"/>
                  </a:moveTo>
                  <a:lnTo>
                    <a:pt x="3048" y="2232659"/>
                  </a:lnTo>
                  <a:lnTo>
                    <a:pt x="0" y="2235707"/>
                  </a:lnTo>
                  <a:lnTo>
                    <a:pt x="0" y="2284476"/>
                  </a:lnTo>
                  <a:lnTo>
                    <a:pt x="3048" y="2287524"/>
                  </a:lnTo>
                  <a:lnTo>
                    <a:pt x="10667" y="2287524"/>
                  </a:lnTo>
                  <a:lnTo>
                    <a:pt x="13715" y="2284476"/>
                  </a:lnTo>
                  <a:lnTo>
                    <a:pt x="13715" y="2235707"/>
                  </a:lnTo>
                  <a:lnTo>
                    <a:pt x="10667" y="2232659"/>
                  </a:lnTo>
                  <a:close/>
                </a:path>
                <a:path w="13970" h="5267325">
                  <a:moveTo>
                    <a:pt x="10667" y="2316479"/>
                  </a:moveTo>
                  <a:lnTo>
                    <a:pt x="3048" y="2316479"/>
                  </a:lnTo>
                  <a:lnTo>
                    <a:pt x="0" y="2319528"/>
                  </a:lnTo>
                  <a:lnTo>
                    <a:pt x="0" y="2368295"/>
                  </a:lnTo>
                  <a:lnTo>
                    <a:pt x="3048" y="2371343"/>
                  </a:lnTo>
                  <a:lnTo>
                    <a:pt x="10667" y="2371343"/>
                  </a:lnTo>
                  <a:lnTo>
                    <a:pt x="13715" y="2368295"/>
                  </a:lnTo>
                  <a:lnTo>
                    <a:pt x="13715" y="2319528"/>
                  </a:lnTo>
                  <a:lnTo>
                    <a:pt x="10667" y="2316479"/>
                  </a:lnTo>
                  <a:close/>
                </a:path>
                <a:path w="13970" h="5267325">
                  <a:moveTo>
                    <a:pt x="10667" y="2398776"/>
                  </a:moveTo>
                  <a:lnTo>
                    <a:pt x="3048" y="2398776"/>
                  </a:lnTo>
                  <a:lnTo>
                    <a:pt x="0" y="2401824"/>
                  </a:lnTo>
                  <a:lnTo>
                    <a:pt x="0" y="2450591"/>
                  </a:lnTo>
                  <a:lnTo>
                    <a:pt x="3048" y="2453640"/>
                  </a:lnTo>
                  <a:lnTo>
                    <a:pt x="10667" y="2453640"/>
                  </a:lnTo>
                  <a:lnTo>
                    <a:pt x="13715" y="2450591"/>
                  </a:lnTo>
                  <a:lnTo>
                    <a:pt x="13715" y="2401824"/>
                  </a:lnTo>
                  <a:lnTo>
                    <a:pt x="10667" y="2398776"/>
                  </a:lnTo>
                  <a:close/>
                </a:path>
                <a:path w="13970" h="5267325">
                  <a:moveTo>
                    <a:pt x="10667" y="2481071"/>
                  </a:moveTo>
                  <a:lnTo>
                    <a:pt x="3048" y="2481071"/>
                  </a:lnTo>
                  <a:lnTo>
                    <a:pt x="0" y="2484119"/>
                  </a:lnTo>
                  <a:lnTo>
                    <a:pt x="0" y="2532888"/>
                  </a:lnTo>
                  <a:lnTo>
                    <a:pt x="3048" y="2535936"/>
                  </a:lnTo>
                  <a:lnTo>
                    <a:pt x="10667" y="2535936"/>
                  </a:lnTo>
                  <a:lnTo>
                    <a:pt x="13715" y="2532888"/>
                  </a:lnTo>
                  <a:lnTo>
                    <a:pt x="13715" y="2484119"/>
                  </a:lnTo>
                  <a:lnTo>
                    <a:pt x="10667" y="2481071"/>
                  </a:lnTo>
                  <a:close/>
                </a:path>
                <a:path w="13970" h="5267325">
                  <a:moveTo>
                    <a:pt x="10667" y="2563367"/>
                  </a:moveTo>
                  <a:lnTo>
                    <a:pt x="3048" y="2563367"/>
                  </a:lnTo>
                  <a:lnTo>
                    <a:pt x="0" y="2566416"/>
                  </a:lnTo>
                  <a:lnTo>
                    <a:pt x="0" y="2616707"/>
                  </a:lnTo>
                  <a:lnTo>
                    <a:pt x="3048" y="2619755"/>
                  </a:lnTo>
                  <a:lnTo>
                    <a:pt x="10667" y="2619755"/>
                  </a:lnTo>
                  <a:lnTo>
                    <a:pt x="13715" y="2616707"/>
                  </a:lnTo>
                  <a:lnTo>
                    <a:pt x="13715" y="2566416"/>
                  </a:lnTo>
                  <a:lnTo>
                    <a:pt x="10667" y="2563367"/>
                  </a:lnTo>
                  <a:close/>
                </a:path>
                <a:path w="13970" h="5267325">
                  <a:moveTo>
                    <a:pt x="10667" y="2647188"/>
                  </a:moveTo>
                  <a:lnTo>
                    <a:pt x="3048" y="2647188"/>
                  </a:lnTo>
                  <a:lnTo>
                    <a:pt x="0" y="2650236"/>
                  </a:lnTo>
                  <a:lnTo>
                    <a:pt x="0" y="2699004"/>
                  </a:lnTo>
                  <a:lnTo>
                    <a:pt x="3048" y="2702052"/>
                  </a:lnTo>
                  <a:lnTo>
                    <a:pt x="10667" y="2702052"/>
                  </a:lnTo>
                  <a:lnTo>
                    <a:pt x="13715" y="2699004"/>
                  </a:lnTo>
                  <a:lnTo>
                    <a:pt x="13715" y="2650236"/>
                  </a:lnTo>
                  <a:lnTo>
                    <a:pt x="10667" y="2647188"/>
                  </a:lnTo>
                  <a:close/>
                </a:path>
                <a:path w="13970" h="5267325">
                  <a:moveTo>
                    <a:pt x="10667" y="2729483"/>
                  </a:moveTo>
                  <a:lnTo>
                    <a:pt x="3048" y="2729483"/>
                  </a:lnTo>
                  <a:lnTo>
                    <a:pt x="0" y="2732531"/>
                  </a:lnTo>
                  <a:lnTo>
                    <a:pt x="0" y="2781300"/>
                  </a:lnTo>
                  <a:lnTo>
                    <a:pt x="3048" y="2784348"/>
                  </a:lnTo>
                  <a:lnTo>
                    <a:pt x="10667" y="2784348"/>
                  </a:lnTo>
                  <a:lnTo>
                    <a:pt x="13715" y="2781300"/>
                  </a:lnTo>
                  <a:lnTo>
                    <a:pt x="13715" y="2732531"/>
                  </a:lnTo>
                  <a:lnTo>
                    <a:pt x="10667" y="2729483"/>
                  </a:lnTo>
                  <a:close/>
                </a:path>
                <a:path w="13970" h="5267325">
                  <a:moveTo>
                    <a:pt x="10667" y="2811779"/>
                  </a:moveTo>
                  <a:lnTo>
                    <a:pt x="3048" y="2811779"/>
                  </a:lnTo>
                  <a:lnTo>
                    <a:pt x="0" y="2814828"/>
                  </a:lnTo>
                  <a:lnTo>
                    <a:pt x="0" y="2863595"/>
                  </a:lnTo>
                  <a:lnTo>
                    <a:pt x="3048" y="2866643"/>
                  </a:lnTo>
                  <a:lnTo>
                    <a:pt x="10667" y="2866643"/>
                  </a:lnTo>
                  <a:lnTo>
                    <a:pt x="13715" y="2863595"/>
                  </a:lnTo>
                  <a:lnTo>
                    <a:pt x="13715" y="2814828"/>
                  </a:lnTo>
                  <a:lnTo>
                    <a:pt x="10667" y="2811779"/>
                  </a:lnTo>
                  <a:close/>
                </a:path>
                <a:path w="13970" h="5267325">
                  <a:moveTo>
                    <a:pt x="10667" y="2895600"/>
                  </a:moveTo>
                  <a:lnTo>
                    <a:pt x="3048" y="2895600"/>
                  </a:lnTo>
                  <a:lnTo>
                    <a:pt x="0" y="2898648"/>
                  </a:lnTo>
                  <a:lnTo>
                    <a:pt x="0" y="2947416"/>
                  </a:lnTo>
                  <a:lnTo>
                    <a:pt x="3048" y="2950464"/>
                  </a:lnTo>
                  <a:lnTo>
                    <a:pt x="10667" y="2950464"/>
                  </a:lnTo>
                  <a:lnTo>
                    <a:pt x="13715" y="2947416"/>
                  </a:lnTo>
                  <a:lnTo>
                    <a:pt x="13715" y="2898648"/>
                  </a:lnTo>
                  <a:lnTo>
                    <a:pt x="10667" y="2895600"/>
                  </a:lnTo>
                  <a:close/>
                </a:path>
                <a:path w="13970" h="5267325">
                  <a:moveTo>
                    <a:pt x="10667" y="2977895"/>
                  </a:moveTo>
                  <a:lnTo>
                    <a:pt x="3048" y="2977895"/>
                  </a:lnTo>
                  <a:lnTo>
                    <a:pt x="0" y="2980943"/>
                  </a:lnTo>
                  <a:lnTo>
                    <a:pt x="0" y="3029711"/>
                  </a:lnTo>
                  <a:lnTo>
                    <a:pt x="3048" y="3032760"/>
                  </a:lnTo>
                  <a:lnTo>
                    <a:pt x="10667" y="3032760"/>
                  </a:lnTo>
                  <a:lnTo>
                    <a:pt x="13715" y="3029711"/>
                  </a:lnTo>
                  <a:lnTo>
                    <a:pt x="13715" y="2980943"/>
                  </a:lnTo>
                  <a:lnTo>
                    <a:pt x="10667" y="2977895"/>
                  </a:lnTo>
                  <a:close/>
                </a:path>
                <a:path w="13970" h="5267325">
                  <a:moveTo>
                    <a:pt x="10667" y="3060191"/>
                  </a:moveTo>
                  <a:lnTo>
                    <a:pt x="3048" y="3060191"/>
                  </a:lnTo>
                  <a:lnTo>
                    <a:pt x="0" y="3063240"/>
                  </a:lnTo>
                  <a:lnTo>
                    <a:pt x="0" y="3112008"/>
                  </a:lnTo>
                  <a:lnTo>
                    <a:pt x="3048" y="3115055"/>
                  </a:lnTo>
                  <a:lnTo>
                    <a:pt x="10667" y="3115055"/>
                  </a:lnTo>
                  <a:lnTo>
                    <a:pt x="13715" y="3112008"/>
                  </a:lnTo>
                  <a:lnTo>
                    <a:pt x="13715" y="3063240"/>
                  </a:lnTo>
                  <a:lnTo>
                    <a:pt x="10667" y="3060191"/>
                  </a:lnTo>
                  <a:close/>
                </a:path>
                <a:path w="13970" h="5267325">
                  <a:moveTo>
                    <a:pt x="10667" y="3142487"/>
                  </a:moveTo>
                  <a:lnTo>
                    <a:pt x="3048" y="3142487"/>
                  </a:lnTo>
                  <a:lnTo>
                    <a:pt x="0" y="3145535"/>
                  </a:lnTo>
                  <a:lnTo>
                    <a:pt x="0" y="3195828"/>
                  </a:lnTo>
                  <a:lnTo>
                    <a:pt x="3048" y="3198876"/>
                  </a:lnTo>
                  <a:lnTo>
                    <a:pt x="10667" y="3198876"/>
                  </a:lnTo>
                  <a:lnTo>
                    <a:pt x="13715" y="3195828"/>
                  </a:lnTo>
                  <a:lnTo>
                    <a:pt x="13715" y="3145535"/>
                  </a:lnTo>
                  <a:lnTo>
                    <a:pt x="10667" y="3142487"/>
                  </a:lnTo>
                  <a:close/>
                </a:path>
                <a:path w="13970" h="5267325">
                  <a:moveTo>
                    <a:pt x="10667" y="3226308"/>
                  </a:moveTo>
                  <a:lnTo>
                    <a:pt x="3048" y="3226308"/>
                  </a:lnTo>
                  <a:lnTo>
                    <a:pt x="0" y="3229355"/>
                  </a:lnTo>
                  <a:lnTo>
                    <a:pt x="0" y="3278124"/>
                  </a:lnTo>
                  <a:lnTo>
                    <a:pt x="3048" y="3281172"/>
                  </a:lnTo>
                  <a:lnTo>
                    <a:pt x="10667" y="3281172"/>
                  </a:lnTo>
                  <a:lnTo>
                    <a:pt x="13715" y="3278124"/>
                  </a:lnTo>
                  <a:lnTo>
                    <a:pt x="13715" y="3229355"/>
                  </a:lnTo>
                  <a:lnTo>
                    <a:pt x="10667" y="3226308"/>
                  </a:lnTo>
                  <a:close/>
                </a:path>
                <a:path w="13970" h="5267325">
                  <a:moveTo>
                    <a:pt x="10667" y="3308604"/>
                  </a:moveTo>
                  <a:lnTo>
                    <a:pt x="3048" y="3308604"/>
                  </a:lnTo>
                  <a:lnTo>
                    <a:pt x="0" y="3311652"/>
                  </a:lnTo>
                  <a:lnTo>
                    <a:pt x="0" y="3360420"/>
                  </a:lnTo>
                  <a:lnTo>
                    <a:pt x="3048" y="3363467"/>
                  </a:lnTo>
                  <a:lnTo>
                    <a:pt x="10667" y="3363467"/>
                  </a:lnTo>
                  <a:lnTo>
                    <a:pt x="13715" y="3360420"/>
                  </a:lnTo>
                  <a:lnTo>
                    <a:pt x="13715" y="3311652"/>
                  </a:lnTo>
                  <a:lnTo>
                    <a:pt x="10667" y="3308604"/>
                  </a:lnTo>
                  <a:close/>
                </a:path>
                <a:path w="13970" h="5267325">
                  <a:moveTo>
                    <a:pt x="10667" y="3390900"/>
                  </a:moveTo>
                  <a:lnTo>
                    <a:pt x="3048" y="3390900"/>
                  </a:lnTo>
                  <a:lnTo>
                    <a:pt x="0" y="3393948"/>
                  </a:lnTo>
                  <a:lnTo>
                    <a:pt x="0" y="3442716"/>
                  </a:lnTo>
                  <a:lnTo>
                    <a:pt x="3048" y="3445764"/>
                  </a:lnTo>
                  <a:lnTo>
                    <a:pt x="10667" y="3445764"/>
                  </a:lnTo>
                  <a:lnTo>
                    <a:pt x="13715" y="3442716"/>
                  </a:lnTo>
                  <a:lnTo>
                    <a:pt x="13715" y="3393948"/>
                  </a:lnTo>
                  <a:lnTo>
                    <a:pt x="10667" y="3390900"/>
                  </a:lnTo>
                  <a:close/>
                </a:path>
                <a:path w="13970" h="5267325">
                  <a:moveTo>
                    <a:pt x="10667" y="3474720"/>
                  </a:moveTo>
                  <a:lnTo>
                    <a:pt x="3048" y="3474720"/>
                  </a:lnTo>
                  <a:lnTo>
                    <a:pt x="0" y="3477767"/>
                  </a:lnTo>
                  <a:lnTo>
                    <a:pt x="0" y="3526535"/>
                  </a:lnTo>
                  <a:lnTo>
                    <a:pt x="3048" y="3529583"/>
                  </a:lnTo>
                  <a:lnTo>
                    <a:pt x="10667" y="3529583"/>
                  </a:lnTo>
                  <a:lnTo>
                    <a:pt x="13715" y="3526535"/>
                  </a:lnTo>
                  <a:lnTo>
                    <a:pt x="13715" y="3477767"/>
                  </a:lnTo>
                  <a:lnTo>
                    <a:pt x="10667" y="3474720"/>
                  </a:lnTo>
                  <a:close/>
                </a:path>
                <a:path w="13970" h="5267325">
                  <a:moveTo>
                    <a:pt x="10667" y="3557016"/>
                  </a:moveTo>
                  <a:lnTo>
                    <a:pt x="3048" y="3557016"/>
                  </a:lnTo>
                  <a:lnTo>
                    <a:pt x="0" y="3560064"/>
                  </a:lnTo>
                  <a:lnTo>
                    <a:pt x="0" y="3608831"/>
                  </a:lnTo>
                  <a:lnTo>
                    <a:pt x="3048" y="3611879"/>
                  </a:lnTo>
                  <a:lnTo>
                    <a:pt x="10667" y="3611879"/>
                  </a:lnTo>
                  <a:lnTo>
                    <a:pt x="13715" y="3608831"/>
                  </a:lnTo>
                  <a:lnTo>
                    <a:pt x="13715" y="3560064"/>
                  </a:lnTo>
                  <a:lnTo>
                    <a:pt x="10667" y="3557016"/>
                  </a:lnTo>
                  <a:close/>
                </a:path>
                <a:path w="13970" h="5267325">
                  <a:moveTo>
                    <a:pt x="10667" y="3639311"/>
                  </a:moveTo>
                  <a:lnTo>
                    <a:pt x="3048" y="3639311"/>
                  </a:lnTo>
                  <a:lnTo>
                    <a:pt x="0" y="3642359"/>
                  </a:lnTo>
                  <a:lnTo>
                    <a:pt x="0" y="3691128"/>
                  </a:lnTo>
                  <a:lnTo>
                    <a:pt x="3048" y="3694176"/>
                  </a:lnTo>
                  <a:lnTo>
                    <a:pt x="10667" y="3694176"/>
                  </a:lnTo>
                  <a:lnTo>
                    <a:pt x="13715" y="3691128"/>
                  </a:lnTo>
                  <a:lnTo>
                    <a:pt x="13715" y="3642359"/>
                  </a:lnTo>
                  <a:lnTo>
                    <a:pt x="10667" y="3639311"/>
                  </a:lnTo>
                  <a:close/>
                </a:path>
                <a:path w="13970" h="5267325">
                  <a:moveTo>
                    <a:pt x="10667" y="3721607"/>
                  </a:moveTo>
                  <a:lnTo>
                    <a:pt x="3048" y="3721607"/>
                  </a:lnTo>
                  <a:lnTo>
                    <a:pt x="0" y="3724655"/>
                  </a:lnTo>
                  <a:lnTo>
                    <a:pt x="0" y="3774948"/>
                  </a:lnTo>
                  <a:lnTo>
                    <a:pt x="3048" y="3777996"/>
                  </a:lnTo>
                  <a:lnTo>
                    <a:pt x="10667" y="3777996"/>
                  </a:lnTo>
                  <a:lnTo>
                    <a:pt x="13715" y="3774948"/>
                  </a:lnTo>
                  <a:lnTo>
                    <a:pt x="13715" y="3724655"/>
                  </a:lnTo>
                  <a:lnTo>
                    <a:pt x="10667" y="3721607"/>
                  </a:lnTo>
                  <a:close/>
                </a:path>
                <a:path w="13970" h="5267325">
                  <a:moveTo>
                    <a:pt x="10667" y="3805428"/>
                  </a:moveTo>
                  <a:lnTo>
                    <a:pt x="3048" y="3805428"/>
                  </a:lnTo>
                  <a:lnTo>
                    <a:pt x="0" y="3808476"/>
                  </a:lnTo>
                  <a:lnTo>
                    <a:pt x="0" y="3857243"/>
                  </a:lnTo>
                  <a:lnTo>
                    <a:pt x="3048" y="3860291"/>
                  </a:lnTo>
                  <a:lnTo>
                    <a:pt x="10667" y="3860291"/>
                  </a:lnTo>
                  <a:lnTo>
                    <a:pt x="13715" y="3857243"/>
                  </a:lnTo>
                  <a:lnTo>
                    <a:pt x="13715" y="3808476"/>
                  </a:lnTo>
                  <a:lnTo>
                    <a:pt x="10667" y="3805428"/>
                  </a:lnTo>
                  <a:close/>
                </a:path>
                <a:path w="13970" h="5267325">
                  <a:moveTo>
                    <a:pt x="10667" y="3887724"/>
                  </a:moveTo>
                  <a:lnTo>
                    <a:pt x="3048" y="3887724"/>
                  </a:lnTo>
                  <a:lnTo>
                    <a:pt x="0" y="3890772"/>
                  </a:lnTo>
                  <a:lnTo>
                    <a:pt x="0" y="3939540"/>
                  </a:lnTo>
                  <a:lnTo>
                    <a:pt x="3048" y="3942587"/>
                  </a:lnTo>
                  <a:lnTo>
                    <a:pt x="10667" y="3942587"/>
                  </a:lnTo>
                  <a:lnTo>
                    <a:pt x="13715" y="3939540"/>
                  </a:lnTo>
                  <a:lnTo>
                    <a:pt x="13715" y="3890772"/>
                  </a:lnTo>
                  <a:lnTo>
                    <a:pt x="10667" y="3887724"/>
                  </a:lnTo>
                  <a:close/>
                </a:path>
                <a:path w="13970" h="5267325">
                  <a:moveTo>
                    <a:pt x="10667" y="3970020"/>
                  </a:moveTo>
                  <a:lnTo>
                    <a:pt x="3048" y="3970020"/>
                  </a:lnTo>
                  <a:lnTo>
                    <a:pt x="0" y="3973067"/>
                  </a:lnTo>
                  <a:lnTo>
                    <a:pt x="0" y="4021835"/>
                  </a:lnTo>
                  <a:lnTo>
                    <a:pt x="3048" y="4024883"/>
                  </a:lnTo>
                  <a:lnTo>
                    <a:pt x="10667" y="4024883"/>
                  </a:lnTo>
                  <a:lnTo>
                    <a:pt x="13715" y="4021835"/>
                  </a:lnTo>
                  <a:lnTo>
                    <a:pt x="13715" y="3973067"/>
                  </a:lnTo>
                  <a:lnTo>
                    <a:pt x="10667" y="3970020"/>
                  </a:lnTo>
                  <a:close/>
                </a:path>
                <a:path w="13970" h="5267325">
                  <a:moveTo>
                    <a:pt x="10667" y="4053840"/>
                  </a:moveTo>
                  <a:lnTo>
                    <a:pt x="3048" y="4053840"/>
                  </a:lnTo>
                  <a:lnTo>
                    <a:pt x="0" y="4056887"/>
                  </a:lnTo>
                  <a:lnTo>
                    <a:pt x="0" y="4105655"/>
                  </a:lnTo>
                  <a:lnTo>
                    <a:pt x="3048" y="4108704"/>
                  </a:lnTo>
                  <a:lnTo>
                    <a:pt x="10667" y="4108704"/>
                  </a:lnTo>
                  <a:lnTo>
                    <a:pt x="13715" y="4105655"/>
                  </a:lnTo>
                  <a:lnTo>
                    <a:pt x="13715" y="4056887"/>
                  </a:lnTo>
                  <a:lnTo>
                    <a:pt x="10667" y="4053840"/>
                  </a:lnTo>
                  <a:close/>
                </a:path>
                <a:path w="13970" h="5267325">
                  <a:moveTo>
                    <a:pt x="10667" y="4136135"/>
                  </a:moveTo>
                  <a:lnTo>
                    <a:pt x="3048" y="4136135"/>
                  </a:lnTo>
                  <a:lnTo>
                    <a:pt x="0" y="4139183"/>
                  </a:lnTo>
                  <a:lnTo>
                    <a:pt x="0" y="4187952"/>
                  </a:lnTo>
                  <a:lnTo>
                    <a:pt x="3048" y="4191000"/>
                  </a:lnTo>
                  <a:lnTo>
                    <a:pt x="10667" y="4191000"/>
                  </a:lnTo>
                  <a:lnTo>
                    <a:pt x="13715" y="4187952"/>
                  </a:lnTo>
                  <a:lnTo>
                    <a:pt x="13715" y="4139183"/>
                  </a:lnTo>
                  <a:lnTo>
                    <a:pt x="10667" y="4136135"/>
                  </a:lnTo>
                  <a:close/>
                </a:path>
                <a:path w="13970" h="5267325">
                  <a:moveTo>
                    <a:pt x="10667" y="4218432"/>
                  </a:moveTo>
                  <a:lnTo>
                    <a:pt x="3048" y="4218432"/>
                  </a:lnTo>
                  <a:lnTo>
                    <a:pt x="0" y="4221480"/>
                  </a:lnTo>
                  <a:lnTo>
                    <a:pt x="0" y="4270248"/>
                  </a:lnTo>
                  <a:lnTo>
                    <a:pt x="3048" y="4273296"/>
                  </a:lnTo>
                  <a:lnTo>
                    <a:pt x="10667" y="4273296"/>
                  </a:lnTo>
                  <a:lnTo>
                    <a:pt x="13715" y="4270248"/>
                  </a:lnTo>
                  <a:lnTo>
                    <a:pt x="13715" y="4221480"/>
                  </a:lnTo>
                  <a:lnTo>
                    <a:pt x="10667" y="4218432"/>
                  </a:lnTo>
                  <a:close/>
                </a:path>
                <a:path w="13970" h="5267325">
                  <a:moveTo>
                    <a:pt x="10667" y="4300728"/>
                  </a:moveTo>
                  <a:lnTo>
                    <a:pt x="3048" y="4300728"/>
                  </a:lnTo>
                  <a:lnTo>
                    <a:pt x="0" y="4303776"/>
                  </a:lnTo>
                  <a:lnTo>
                    <a:pt x="0" y="4354068"/>
                  </a:lnTo>
                  <a:lnTo>
                    <a:pt x="3048" y="4357116"/>
                  </a:lnTo>
                  <a:lnTo>
                    <a:pt x="10667" y="4357116"/>
                  </a:lnTo>
                  <a:lnTo>
                    <a:pt x="13715" y="4354068"/>
                  </a:lnTo>
                  <a:lnTo>
                    <a:pt x="13715" y="4303776"/>
                  </a:lnTo>
                  <a:lnTo>
                    <a:pt x="10667" y="4300728"/>
                  </a:lnTo>
                  <a:close/>
                </a:path>
                <a:path w="13970" h="5267325">
                  <a:moveTo>
                    <a:pt x="10667" y="4384548"/>
                  </a:moveTo>
                  <a:lnTo>
                    <a:pt x="3048" y="4384548"/>
                  </a:lnTo>
                  <a:lnTo>
                    <a:pt x="0" y="4387596"/>
                  </a:lnTo>
                  <a:lnTo>
                    <a:pt x="0" y="4436364"/>
                  </a:lnTo>
                  <a:lnTo>
                    <a:pt x="3048" y="4439411"/>
                  </a:lnTo>
                  <a:lnTo>
                    <a:pt x="10667" y="4439411"/>
                  </a:lnTo>
                  <a:lnTo>
                    <a:pt x="13715" y="4436364"/>
                  </a:lnTo>
                  <a:lnTo>
                    <a:pt x="13715" y="4387596"/>
                  </a:lnTo>
                  <a:lnTo>
                    <a:pt x="10667" y="4384548"/>
                  </a:lnTo>
                  <a:close/>
                </a:path>
                <a:path w="13970" h="5267325">
                  <a:moveTo>
                    <a:pt x="10667" y="4466844"/>
                  </a:moveTo>
                  <a:lnTo>
                    <a:pt x="3048" y="4466844"/>
                  </a:lnTo>
                  <a:lnTo>
                    <a:pt x="0" y="4469892"/>
                  </a:lnTo>
                  <a:lnTo>
                    <a:pt x="0" y="4518659"/>
                  </a:lnTo>
                  <a:lnTo>
                    <a:pt x="3048" y="4521708"/>
                  </a:lnTo>
                  <a:lnTo>
                    <a:pt x="10667" y="4521708"/>
                  </a:lnTo>
                  <a:lnTo>
                    <a:pt x="13715" y="4518659"/>
                  </a:lnTo>
                  <a:lnTo>
                    <a:pt x="13715" y="4469892"/>
                  </a:lnTo>
                  <a:lnTo>
                    <a:pt x="10667" y="4466844"/>
                  </a:lnTo>
                  <a:close/>
                </a:path>
                <a:path w="13970" h="5267325">
                  <a:moveTo>
                    <a:pt x="10667" y="4549140"/>
                  </a:moveTo>
                  <a:lnTo>
                    <a:pt x="3048" y="4549140"/>
                  </a:lnTo>
                  <a:lnTo>
                    <a:pt x="0" y="4552187"/>
                  </a:lnTo>
                  <a:lnTo>
                    <a:pt x="0" y="4600956"/>
                  </a:lnTo>
                  <a:lnTo>
                    <a:pt x="3048" y="4604004"/>
                  </a:lnTo>
                  <a:lnTo>
                    <a:pt x="10667" y="4604004"/>
                  </a:lnTo>
                  <a:lnTo>
                    <a:pt x="13715" y="4600956"/>
                  </a:lnTo>
                  <a:lnTo>
                    <a:pt x="13715" y="4552187"/>
                  </a:lnTo>
                  <a:lnTo>
                    <a:pt x="10667" y="4549140"/>
                  </a:lnTo>
                  <a:close/>
                </a:path>
                <a:path w="13970" h="5267325">
                  <a:moveTo>
                    <a:pt x="10667" y="4632959"/>
                  </a:moveTo>
                  <a:lnTo>
                    <a:pt x="3048" y="4632959"/>
                  </a:lnTo>
                  <a:lnTo>
                    <a:pt x="0" y="4636008"/>
                  </a:lnTo>
                  <a:lnTo>
                    <a:pt x="0" y="4684776"/>
                  </a:lnTo>
                  <a:lnTo>
                    <a:pt x="3048" y="4687824"/>
                  </a:lnTo>
                  <a:lnTo>
                    <a:pt x="10667" y="4687824"/>
                  </a:lnTo>
                  <a:lnTo>
                    <a:pt x="13715" y="4684776"/>
                  </a:lnTo>
                  <a:lnTo>
                    <a:pt x="13715" y="4636008"/>
                  </a:lnTo>
                  <a:lnTo>
                    <a:pt x="10667" y="4632959"/>
                  </a:lnTo>
                  <a:close/>
                </a:path>
                <a:path w="13970" h="5267325">
                  <a:moveTo>
                    <a:pt x="10667" y="4715256"/>
                  </a:moveTo>
                  <a:lnTo>
                    <a:pt x="3048" y="4715256"/>
                  </a:lnTo>
                  <a:lnTo>
                    <a:pt x="0" y="4718304"/>
                  </a:lnTo>
                  <a:lnTo>
                    <a:pt x="0" y="4767072"/>
                  </a:lnTo>
                  <a:lnTo>
                    <a:pt x="3048" y="4770120"/>
                  </a:lnTo>
                  <a:lnTo>
                    <a:pt x="10667" y="4770120"/>
                  </a:lnTo>
                  <a:lnTo>
                    <a:pt x="13715" y="4767072"/>
                  </a:lnTo>
                  <a:lnTo>
                    <a:pt x="13715" y="4718304"/>
                  </a:lnTo>
                  <a:lnTo>
                    <a:pt x="10667" y="4715256"/>
                  </a:lnTo>
                  <a:close/>
                </a:path>
                <a:path w="13970" h="5267325">
                  <a:moveTo>
                    <a:pt x="10667" y="4797552"/>
                  </a:moveTo>
                  <a:lnTo>
                    <a:pt x="3048" y="4797552"/>
                  </a:lnTo>
                  <a:lnTo>
                    <a:pt x="0" y="4800600"/>
                  </a:lnTo>
                  <a:lnTo>
                    <a:pt x="0" y="4849368"/>
                  </a:lnTo>
                  <a:lnTo>
                    <a:pt x="3048" y="4852416"/>
                  </a:lnTo>
                  <a:lnTo>
                    <a:pt x="10667" y="4852416"/>
                  </a:lnTo>
                  <a:lnTo>
                    <a:pt x="13715" y="4849368"/>
                  </a:lnTo>
                  <a:lnTo>
                    <a:pt x="13715" y="4800600"/>
                  </a:lnTo>
                  <a:lnTo>
                    <a:pt x="10667" y="4797552"/>
                  </a:lnTo>
                  <a:close/>
                </a:path>
                <a:path w="13970" h="5267325">
                  <a:moveTo>
                    <a:pt x="10667" y="4879848"/>
                  </a:moveTo>
                  <a:lnTo>
                    <a:pt x="3048" y="4879848"/>
                  </a:lnTo>
                  <a:lnTo>
                    <a:pt x="0" y="4882895"/>
                  </a:lnTo>
                  <a:lnTo>
                    <a:pt x="0" y="4933188"/>
                  </a:lnTo>
                  <a:lnTo>
                    <a:pt x="3048" y="4936235"/>
                  </a:lnTo>
                  <a:lnTo>
                    <a:pt x="10667" y="4936235"/>
                  </a:lnTo>
                  <a:lnTo>
                    <a:pt x="13715" y="4933188"/>
                  </a:lnTo>
                  <a:lnTo>
                    <a:pt x="13715" y="4882895"/>
                  </a:lnTo>
                  <a:lnTo>
                    <a:pt x="10667" y="4879848"/>
                  </a:lnTo>
                  <a:close/>
                </a:path>
                <a:path w="13970" h="5267325">
                  <a:moveTo>
                    <a:pt x="10667" y="4963668"/>
                  </a:moveTo>
                  <a:lnTo>
                    <a:pt x="3048" y="4963668"/>
                  </a:lnTo>
                  <a:lnTo>
                    <a:pt x="0" y="4966716"/>
                  </a:lnTo>
                  <a:lnTo>
                    <a:pt x="0" y="5015483"/>
                  </a:lnTo>
                  <a:lnTo>
                    <a:pt x="3048" y="5018532"/>
                  </a:lnTo>
                  <a:lnTo>
                    <a:pt x="10667" y="5018532"/>
                  </a:lnTo>
                  <a:lnTo>
                    <a:pt x="13715" y="5015483"/>
                  </a:lnTo>
                  <a:lnTo>
                    <a:pt x="13715" y="4966716"/>
                  </a:lnTo>
                  <a:lnTo>
                    <a:pt x="10667" y="4963668"/>
                  </a:lnTo>
                  <a:close/>
                </a:path>
                <a:path w="13970" h="5267325">
                  <a:moveTo>
                    <a:pt x="10667" y="5045964"/>
                  </a:moveTo>
                  <a:lnTo>
                    <a:pt x="3048" y="5045964"/>
                  </a:lnTo>
                  <a:lnTo>
                    <a:pt x="0" y="5049012"/>
                  </a:lnTo>
                  <a:lnTo>
                    <a:pt x="0" y="5097780"/>
                  </a:lnTo>
                  <a:lnTo>
                    <a:pt x="3048" y="5100828"/>
                  </a:lnTo>
                  <a:lnTo>
                    <a:pt x="10667" y="5100828"/>
                  </a:lnTo>
                  <a:lnTo>
                    <a:pt x="13715" y="5097780"/>
                  </a:lnTo>
                  <a:lnTo>
                    <a:pt x="13715" y="5049012"/>
                  </a:lnTo>
                  <a:lnTo>
                    <a:pt x="10667" y="5045964"/>
                  </a:lnTo>
                  <a:close/>
                </a:path>
                <a:path w="13970" h="5267325">
                  <a:moveTo>
                    <a:pt x="10667" y="5128259"/>
                  </a:moveTo>
                  <a:lnTo>
                    <a:pt x="3048" y="5128259"/>
                  </a:lnTo>
                  <a:lnTo>
                    <a:pt x="0" y="5131308"/>
                  </a:lnTo>
                  <a:lnTo>
                    <a:pt x="0" y="5180076"/>
                  </a:lnTo>
                  <a:lnTo>
                    <a:pt x="3048" y="5183124"/>
                  </a:lnTo>
                  <a:lnTo>
                    <a:pt x="10667" y="5183124"/>
                  </a:lnTo>
                  <a:lnTo>
                    <a:pt x="13715" y="5180076"/>
                  </a:lnTo>
                  <a:lnTo>
                    <a:pt x="13715" y="5131308"/>
                  </a:lnTo>
                  <a:lnTo>
                    <a:pt x="10667" y="5128259"/>
                  </a:lnTo>
                  <a:close/>
                </a:path>
                <a:path w="13970" h="5267325">
                  <a:moveTo>
                    <a:pt x="10667" y="5212080"/>
                  </a:moveTo>
                  <a:lnTo>
                    <a:pt x="3048" y="5212080"/>
                  </a:lnTo>
                  <a:lnTo>
                    <a:pt x="0" y="5215128"/>
                  </a:lnTo>
                  <a:lnTo>
                    <a:pt x="0" y="5263895"/>
                  </a:lnTo>
                  <a:lnTo>
                    <a:pt x="3048" y="5266944"/>
                  </a:lnTo>
                  <a:lnTo>
                    <a:pt x="10667" y="5266944"/>
                  </a:lnTo>
                  <a:lnTo>
                    <a:pt x="13715" y="5263895"/>
                  </a:lnTo>
                  <a:lnTo>
                    <a:pt x="13715" y="5215128"/>
                  </a:lnTo>
                  <a:lnTo>
                    <a:pt x="10667" y="5212080"/>
                  </a:lnTo>
                  <a:close/>
                </a:path>
              </a:pathLst>
            </a:custGeom>
            <a:solidFill>
              <a:srgbClr val="9A9A9A"/>
            </a:solidFill>
          </p:spPr>
          <p:txBody>
            <a:bodyPr wrap="square" lIns="0" tIns="0" rIns="0" bIns="0" rtlCol="0"/>
            <a:lstStyle/>
            <a:p>
              <a:endParaRPr/>
            </a:p>
          </p:txBody>
        </p:sp>
        <p:sp>
          <p:nvSpPr>
            <p:cNvPr id="77" name="object 77"/>
            <p:cNvSpPr/>
            <p:nvPr/>
          </p:nvSpPr>
          <p:spPr>
            <a:xfrm>
              <a:off x="4850891" y="3189732"/>
              <a:ext cx="152400" cy="164591"/>
            </a:xfrm>
            <a:prstGeom prst="rect">
              <a:avLst/>
            </a:prstGeom>
            <a:blipFill>
              <a:blip r:embed="rId7" cstate="print"/>
              <a:stretch>
                <a:fillRect/>
              </a:stretch>
            </a:blipFill>
          </p:spPr>
          <p:txBody>
            <a:bodyPr wrap="square" lIns="0" tIns="0" rIns="0" bIns="0" rtlCol="0"/>
            <a:lstStyle/>
            <a:p>
              <a:endParaRPr/>
            </a:p>
          </p:txBody>
        </p:sp>
        <p:sp>
          <p:nvSpPr>
            <p:cNvPr id="78" name="object 78"/>
            <p:cNvSpPr/>
            <p:nvPr/>
          </p:nvSpPr>
          <p:spPr>
            <a:xfrm>
              <a:off x="4991099" y="3320795"/>
              <a:ext cx="220979" cy="109727"/>
            </a:xfrm>
            <a:prstGeom prst="rect">
              <a:avLst/>
            </a:prstGeom>
            <a:blipFill>
              <a:blip r:embed="rId8" cstate="print"/>
              <a:stretch>
                <a:fillRect/>
              </a:stretch>
            </a:blipFill>
          </p:spPr>
          <p:txBody>
            <a:bodyPr wrap="square" lIns="0" tIns="0" rIns="0" bIns="0" rtlCol="0"/>
            <a:lstStyle/>
            <a:p>
              <a:endParaRPr/>
            </a:p>
          </p:txBody>
        </p:sp>
        <p:sp>
          <p:nvSpPr>
            <p:cNvPr id="79" name="object 79"/>
            <p:cNvSpPr/>
            <p:nvPr/>
          </p:nvSpPr>
          <p:spPr>
            <a:xfrm>
              <a:off x="4981955" y="534923"/>
              <a:ext cx="118872" cy="137160"/>
            </a:xfrm>
            <a:prstGeom prst="rect">
              <a:avLst/>
            </a:prstGeom>
            <a:blipFill>
              <a:blip r:embed="rId9" cstate="print"/>
              <a:stretch>
                <a:fillRect/>
              </a:stretch>
            </a:blipFill>
          </p:spPr>
          <p:txBody>
            <a:bodyPr wrap="square" lIns="0" tIns="0" rIns="0" bIns="0" rtlCol="0"/>
            <a:lstStyle/>
            <a:p>
              <a:endParaRPr/>
            </a:p>
          </p:txBody>
        </p:sp>
        <p:sp>
          <p:nvSpPr>
            <p:cNvPr id="80" name="object 80"/>
            <p:cNvSpPr/>
            <p:nvPr/>
          </p:nvSpPr>
          <p:spPr>
            <a:xfrm>
              <a:off x="5096255" y="643127"/>
              <a:ext cx="149351" cy="96012"/>
            </a:xfrm>
            <a:prstGeom prst="rect">
              <a:avLst/>
            </a:prstGeom>
            <a:blipFill>
              <a:blip r:embed="rId10" cstate="print"/>
              <a:stretch>
                <a:fillRect/>
              </a:stretch>
            </a:blipFill>
          </p:spPr>
          <p:txBody>
            <a:bodyPr wrap="square" lIns="0" tIns="0" rIns="0" bIns="0" rtlCol="0"/>
            <a:lstStyle/>
            <a:p>
              <a:endParaRPr/>
            </a:p>
          </p:txBody>
        </p:sp>
        <p:sp>
          <p:nvSpPr>
            <p:cNvPr id="81" name="object 81"/>
            <p:cNvSpPr/>
            <p:nvPr/>
          </p:nvSpPr>
          <p:spPr>
            <a:xfrm>
              <a:off x="5337047" y="542543"/>
              <a:ext cx="2604770" cy="1801495"/>
            </a:xfrm>
            <a:custGeom>
              <a:avLst/>
              <a:gdLst/>
              <a:ahLst/>
              <a:cxnLst/>
              <a:rect l="l" t="t" r="r" b="b"/>
              <a:pathLst>
                <a:path w="2604770" h="1801495">
                  <a:moveTo>
                    <a:pt x="0" y="176783"/>
                  </a:moveTo>
                  <a:lnTo>
                    <a:pt x="0" y="0"/>
                  </a:lnTo>
                  <a:lnTo>
                    <a:pt x="650747" y="0"/>
                  </a:lnTo>
                  <a:lnTo>
                    <a:pt x="650747" y="176783"/>
                  </a:lnTo>
                </a:path>
                <a:path w="2604770" h="1801495">
                  <a:moveTo>
                    <a:pt x="216407" y="1627631"/>
                  </a:moveTo>
                  <a:lnTo>
                    <a:pt x="216407" y="1801367"/>
                  </a:lnTo>
                </a:path>
                <a:path w="2604770" h="1801495">
                  <a:moveTo>
                    <a:pt x="1301495" y="176783"/>
                  </a:moveTo>
                  <a:lnTo>
                    <a:pt x="1301495" y="0"/>
                  </a:lnTo>
                  <a:lnTo>
                    <a:pt x="1953767" y="0"/>
                  </a:lnTo>
                  <a:lnTo>
                    <a:pt x="1953767" y="176783"/>
                  </a:lnTo>
                </a:path>
                <a:path w="2604770" h="1801495">
                  <a:moveTo>
                    <a:pt x="650747" y="173735"/>
                  </a:moveTo>
                  <a:lnTo>
                    <a:pt x="1301495" y="173735"/>
                  </a:lnTo>
                </a:path>
                <a:path w="2604770" h="1801495">
                  <a:moveTo>
                    <a:pt x="1953767" y="173735"/>
                  </a:moveTo>
                  <a:lnTo>
                    <a:pt x="2604515" y="173735"/>
                  </a:lnTo>
                </a:path>
              </a:pathLst>
            </a:custGeom>
            <a:ln w="22859">
              <a:solidFill>
                <a:srgbClr val="800000"/>
              </a:solidFill>
            </a:ln>
          </p:spPr>
          <p:txBody>
            <a:bodyPr wrap="square" lIns="0" tIns="0" rIns="0" bIns="0" rtlCol="0"/>
            <a:lstStyle/>
            <a:p>
              <a:endParaRPr/>
            </a:p>
          </p:txBody>
        </p:sp>
        <p:sp>
          <p:nvSpPr>
            <p:cNvPr id="82" name="object 82"/>
            <p:cNvSpPr/>
            <p:nvPr/>
          </p:nvSpPr>
          <p:spPr>
            <a:xfrm>
              <a:off x="5553455" y="1124711"/>
              <a:ext cx="2496820" cy="0"/>
            </a:xfrm>
            <a:custGeom>
              <a:avLst/>
              <a:gdLst/>
              <a:ahLst/>
              <a:cxnLst/>
              <a:rect l="l" t="t" r="r" b="b"/>
              <a:pathLst>
                <a:path w="2496820">
                  <a:moveTo>
                    <a:pt x="0" y="0"/>
                  </a:moveTo>
                  <a:lnTo>
                    <a:pt x="2496311" y="0"/>
                  </a:lnTo>
                </a:path>
              </a:pathLst>
            </a:custGeom>
            <a:ln w="13715">
              <a:solidFill>
                <a:srgbClr val="666666"/>
              </a:solidFill>
            </a:ln>
          </p:spPr>
          <p:txBody>
            <a:bodyPr wrap="square" lIns="0" tIns="0" rIns="0" bIns="0" rtlCol="0"/>
            <a:lstStyle/>
            <a:p>
              <a:endParaRPr/>
            </a:p>
          </p:txBody>
        </p:sp>
        <p:sp>
          <p:nvSpPr>
            <p:cNvPr id="83" name="object 83"/>
            <p:cNvSpPr/>
            <p:nvPr/>
          </p:nvSpPr>
          <p:spPr>
            <a:xfrm>
              <a:off x="5337047" y="949451"/>
              <a:ext cx="2632075" cy="1801495"/>
            </a:xfrm>
            <a:custGeom>
              <a:avLst/>
              <a:gdLst/>
              <a:ahLst/>
              <a:cxnLst/>
              <a:rect l="l" t="t" r="r" b="b"/>
              <a:pathLst>
                <a:path w="2632075" h="1801495">
                  <a:moveTo>
                    <a:pt x="216407" y="175259"/>
                  </a:moveTo>
                  <a:lnTo>
                    <a:pt x="216407" y="0"/>
                  </a:lnTo>
                  <a:lnTo>
                    <a:pt x="868679" y="0"/>
                  </a:lnTo>
                  <a:lnTo>
                    <a:pt x="868679" y="175259"/>
                  </a:lnTo>
                </a:path>
                <a:path w="2632075" h="1801495">
                  <a:moveTo>
                    <a:pt x="1519427" y="175259"/>
                  </a:moveTo>
                  <a:lnTo>
                    <a:pt x="1519427" y="0"/>
                  </a:lnTo>
                  <a:lnTo>
                    <a:pt x="2170175" y="0"/>
                  </a:lnTo>
                  <a:lnTo>
                    <a:pt x="2170175" y="175259"/>
                  </a:lnTo>
                </a:path>
                <a:path w="2632075" h="1801495">
                  <a:moveTo>
                    <a:pt x="868679" y="173735"/>
                  </a:moveTo>
                  <a:lnTo>
                    <a:pt x="1519427" y="173735"/>
                  </a:lnTo>
                </a:path>
                <a:path w="2632075" h="1801495">
                  <a:moveTo>
                    <a:pt x="2170175" y="173735"/>
                  </a:moveTo>
                  <a:lnTo>
                    <a:pt x="2604515" y="173735"/>
                  </a:lnTo>
                </a:path>
                <a:path w="2632075" h="1801495">
                  <a:moveTo>
                    <a:pt x="0" y="175259"/>
                  </a:moveTo>
                  <a:lnTo>
                    <a:pt x="216407" y="175259"/>
                  </a:lnTo>
                </a:path>
                <a:path w="2632075" h="1801495">
                  <a:moveTo>
                    <a:pt x="434339" y="582167"/>
                  </a:moveTo>
                  <a:lnTo>
                    <a:pt x="434339" y="406907"/>
                  </a:lnTo>
                  <a:lnTo>
                    <a:pt x="1085087" y="406907"/>
                  </a:lnTo>
                  <a:lnTo>
                    <a:pt x="1085087" y="582167"/>
                  </a:lnTo>
                </a:path>
                <a:path w="2632075" h="1801495">
                  <a:moveTo>
                    <a:pt x="1735835" y="582167"/>
                  </a:moveTo>
                  <a:lnTo>
                    <a:pt x="1735835" y="406907"/>
                  </a:lnTo>
                  <a:lnTo>
                    <a:pt x="2386583" y="406907"/>
                  </a:lnTo>
                  <a:lnTo>
                    <a:pt x="2386583" y="582167"/>
                  </a:lnTo>
                </a:path>
                <a:path w="2632075" h="1801495">
                  <a:moveTo>
                    <a:pt x="1085087" y="579119"/>
                  </a:moveTo>
                  <a:lnTo>
                    <a:pt x="1735835" y="579119"/>
                  </a:lnTo>
                </a:path>
                <a:path w="2632075" h="1801495">
                  <a:moveTo>
                    <a:pt x="2386583" y="579119"/>
                  </a:moveTo>
                  <a:lnTo>
                    <a:pt x="2631947" y="579119"/>
                  </a:lnTo>
                </a:path>
                <a:path w="2632075" h="1801495">
                  <a:moveTo>
                    <a:pt x="0" y="582167"/>
                  </a:moveTo>
                  <a:lnTo>
                    <a:pt x="434339" y="582167"/>
                  </a:lnTo>
                </a:path>
                <a:path w="2632075" h="1801495">
                  <a:moveTo>
                    <a:pt x="650747" y="989075"/>
                  </a:moveTo>
                  <a:lnTo>
                    <a:pt x="650747" y="812291"/>
                  </a:lnTo>
                  <a:lnTo>
                    <a:pt x="1301495" y="812291"/>
                  </a:lnTo>
                  <a:lnTo>
                    <a:pt x="1301495" y="989075"/>
                  </a:lnTo>
                </a:path>
                <a:path w="2632075" h="1801495">
                  <a:moveTo>
                    <a:pt x="1953767" y="989075"/>
                  </a:moveTo>
                  <a:lnTo>
                    <a:pt x="1953767" y="812291"/>
                  </a:lnTo>
                  <a:lnTo>
                    <a:pt x="2604515" y="812291"/>
                  </a:lnTo>
                  <a:lnTo>
                    <a:pt x="2604515" y="989075"/>
                  </a:lnTo>
                </a:path>
                <a:path w="2632075" h="1801495">
                  <a:moveTo>
                    <a:pt x="1301495" y="986027"/>
                  </a:moveTo>
                  <a:lnTo>
                    <a:pt x="1953767" y="986027"/>
                  </a:lnTo>
                </a:path>
                <a:path w="2632075" h="1801495">
                  <a:moveTo>
                    <a:pt x="0" y="989075"/>
                  </a:moveTo>
                  <a:lnTo>
                    <a:pt x="650747" y="989075"/>
                  </a:lnTo>
                </a:path>
                <a:path w="2632075" h="1801495">
                  <a:moveTo>
                    <a:pt x="868679" y="1394459"/>
                  </a:moveTo>
                  <a:lnTo>
                    <a:pt x="868679" y="1219199"/>
                  </a:lnTo>
                  <a:lnTo>
                    <a:pt x="1519427" y="1219199"/>
                  </a:lnTo>
                  <a:lnTo>
                    <a:pt x="1519427" y="1394459"/>
                  </a:lnTo>
                </a:path>
                <a:path w="2632075" h="1801495">
                  <a:moveTo>
                    <a:pt x="1519427" y="1391411"/>
                  </a:moveTo>
                  <a:lnTo>
                    <a:pt x="2170175" y="1391411"/>
                  </a:lnTo>
                </a:path>
                <a:path w="2632075" h="1801495">
                  <a:moveTo>
                    <a:pt x="216407" y="1394459"/>
                  </a:moveTo>
                  <a:lnTo>
                    <a:pt x="868679" y="1394459"/>
                  </a:lnTo>
                </a:path>
                <a:path w="2632075" h="1801495">
                  <a:moveTo>
                    <a:pt x="0" y="1220723"/>
                  </a:moveTo>
                  <a:lnTo>
                    <a:pt x="216407" y="1220723"/>
                  </a:lnTo>
                </a:path>
                <a:path w="2632075" h="1801495">
                  <a:moveTo>
                    <a:pt x="434339" y="1627631"/>
                  </a:moveTo>
                  <a:lnTo>
                    <a:pt x="434339" y="1801367"/>
                  </a:lnTo>
                </a:path>
                <a:path w="2632075" h="1801495">
                  <a:moveTo>
                    <a:pt x="1085087" y="1801367"/>
                  </a:moveTo>
                  <a:lnTo>
                    <a:pt x="1085087" y="1624583"/>
                  </a:lnTo>
                  <a:lnTo>
                    <a:pt x="1735835" y="1624583"/>
                  </a:lnTo>
                  <a:lnTo>
                    <a:pt x="1735835" y="1801367"/>
                  </a:lnTo>
                </a:path>
                <a:path w="2632075" h="1801495">
                  <a:moveTo>
                    <a:pt x="1735835" y="1798319"/>
                  </a:moveTo>
                  <a:lnTo>
                    <a:pt x="2386583" y="1798319"/>
                  </a:lnTo>
                </a:path>
                <a:path w="2632075" h="1801495">
                  <a:moveTo>
                    <a:pt x="434339" y="1801367"/>
                  </a:moveTo>
                  <a:lnTo>
                    <a:pt x="1085087" y="1801367"/>
                  </a:lnTo>
                </a:path>
                <a:path w="2632075" h="1801495">
                  <a:moveTo>
                    <a:pt x="0" y="1627631"/>
                  </a:moveTo>
                  <a:lnTo>
                    <a:pt x="434339" y="1627631"/>
                  </a:lnTo>
                </a:path>
                <a:path w="2632075" h="1801495">
                  <a:moveTo>
                    <a:pt x="2386583" y="1621535"/>
                  </a:moveTo>
                  <a:lnTo>
                    <a:pt x="2386583" y="1795271"/>
                  </a:lnTo>
                </a:path>
                <a:path w="2632075" h="1801495">
                  <a:moveTo>
                    <a:pt x="2386583" y="1621535"/>
                  </a:moveTo>
                  <a:lnTo>
                    <a:pt x="2604515" y="1621535"/>
                  </a:lnTo>
                </a:path>
                <a:path w="2632075" h="1801495">
                  <a:moveTo>
                    <a:pt x="2170175" y="1231391"/>
                  </a:moveTo>
                  <a:lnTo>
                    <a:pt x="2170175" y="1389887"/>
                  </a:lnTo>
                </a:path>
                <a:path w="2632075" h="1801495">
                  <a:moveTo>
                    <a:pt x="2170175" y="1220723"/>
                  </a:moveTo>
                  <a:lnTo>
                    <a:pt x="2604515" y="1220723"/>
                  </a:lnTo>
                </a:path>
              </a:pathLst>
            </a:custGeom>
            <a:ln w="22859">
              <a:solidFill>
                <a:srgbClr val="800000"/>
              </a:solidFill>
            </a:ln>
          </p:spPr>
          <p:txBody>
            <a:bodyPr wrap="square" lIns="0" tIns="0" rIns="0" bIns="0" rtlCol="0"/>
            <a:lstStyle/>
            <a:p>
              <a:endParaRPr/>
            </a:p>
          </p:txBody>
        </p:sp>
        <p:sp>
          <p:nvSpPr>
            <p:cNvPr id="84" name="object 84"/>
            <p:cNvSpPr/>
            <p:nvPr/>
          </p:nvSpPr>
          <p:spPr>
            <a:xfrm>
              <a:off x="5337047" y="2967227"/>
              <a:ext cx="650875" cy="325120"/>
            </a:xfrm>
            <a:custGeom>
              <a:avLst/>
              <a:gdLst/>
              <a:ahLst/>
              <a:cxnLst/>
              <a:rect l="l" t="t" r="r" b="b"/>
              <a:pathLst>
                <a:path w="650875" h="325120">
                  <a:moveTo>
                    <a:pt x="0" y="324611"/>
                  </a:moveTo>
                  <a:lnTo>
                    <a:pt x="0" y="161543"/>
                  </a:lnTo>
                  <a:lnTo>
                    <a:pt x="216407" y="161543"/>
                  </a:lnTo>
                  <a:lnTo>
                    <a:pt x="216407" y="0"/>
                  </a:lnTo>
                  <a:lnTo>
                    <a:pt x="434339" y="0"/>
                  </a:lnTo>
                  <a:lnTo>
                    <a:pt x="434339" y="161543"/>
                  </a:lnTo>
                  <a:lnTo>
                    <a:pt x="650747" y="161543"/>
                  </a:lnTo>
                  <a:lnTo>
                    <a:pt x="650747" y="324611"/>
                  </a:lnTo>
                </a:path>
              </a:pathLst>
            </a:custGeom>
            <a:ln w="22859">
              <a:solidFill>
                <a:srgbClr val="FF0000"/>
              </a:solidFill>
            </a:ln>
          </p:spPr>
          <p:txBody>
            <a:bodyPr wrap="square" lIns="0" tIns="0" rIns="0" bIns="0" rtlCol="0"/>
            <a:lstStyle/>
            <a:p>
              <a:endParaRPr/>
            </a:p>
          </p:txBody>
        </p:sp>
        <p:sp>
          <p:nvSpPr>
            <p:cNvPr id="85" name="object 85"/>
            <p:cNvSpPr/>
            <p:nvPr/>
          </p:nvSpPr>
          <p:spPr>
            <a:xfrm>
              <a:off x="5337047" y="3291839"/>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86" name="object 86"/>
            <p:cNvSpPr/>
            <p:nvPr/>
          </p:nvSpPr>
          <p:spPr>
            <a:xfrm>
              <a:off x="5987795" y="2967227"/>
              <a:ext cx="1953895" cy="649605"/>
            </a:xfrm>
            <a:custGeom>
              <a:avLst/>
              <a:gdLst/>
              <a:ahLst/>
              <a:cxnLst/>
              <a:rect l="l" t="t" r="r" b="b"/>
              <a:pathLst>
                <a:path w="1953895" h="649604">
                  <a:moveTo>
                    <a:pt x="0" y="324611"/>
                  </a:moveTo>
                  <a:lnTo>
                    <a:pt x="0" y="487679"/>
                  </a:lnTo>
                  <a:lnTo>
                    <a:pt x="217931" y="487679"/>
                  </a:lnTo>
                  <a:lnTo>
                    <a:pt x="217931" y="649223"/>
                  </a:lnTo>
                  <a:lnTo>
                    <a:pt x="434339" y="649223"/>
                  </a:lnTo>
                  <a:lnTo>
                    <a:pt x="434339" y="487679"/>
                  </a:lnTo>
                  <a:lnTo>
                    <a:pt x="650747" y="487679"/>
                  </a:lnTo>
                  <a:lnTo>
                    <a:pt x="650747" y="324611"/>
                  </a:lnTo>
                </a:path>
                <a:path w="1953895" h="649604">
                  <a:moveTo>
                    <a:pt x="650747" y="324611"/>
                  </a:moveTo>
                  <a:lnTo>
                    <a:pt x="650747" y="161543"/>
                  </a:lnTo>
                  <a:lnTo>
                    <a:pt x="868679" y="161543"/>
                  </a:lnTo>
                  <a:lnTo>
                    <a:pt x="868679" y="0"/>
                  </a:lnTo>
                  <a:lnTo>
                    <a:pt x="1085087" y="0"/>
                  </a:lnTo>
                  <a:lnTo>
                    <a:pt x="1085087" y="161543"/>
                  </a:lnTo>
                  <a:lnTo>
                    <a:pt x="1303019" y="161543"/>
                  </a:lnTo>
                  <a:lnTo>
                    <a:pt x="1303019" y="324611"/>
                  </a:lnTo>
                </a:path>
                <a:path w="1953895" h="649604">
                  <a:moveTo>
                    <a:pt x="1303019" y="324611"/>
                  </a:moveTo>
                  <a:lnTo>
                    <a:pt x="1303019" y="487679"/>
                  </a:lnTo>
                  <a:lnTo>
                    <a:pt x="1519427" y="487679"/>
                  </a:lnTo>
                  <a:lnTo>
                    <a:pt x="1519427" y="649223"/>
                  </a:lnTo>
                  <a:lnTo>
                    <a:pt x="1735835" y="649223"/>
                  </a:lnTo>
                  <a:lnTo>
                    <a:pt x="1735835" y="487679"/>
                  </a:lnTo>
                  <a:lnTo>
                    <a:pt x="1953767" y="487679"/>
                  </a:lnTo>
                  <a:lnTo>
                    <a:pt x="1953767" y="324611"/>
                  </a:lnTo>
                </a:path>
              </a:pathLst>
            </a:custGeom>
            <a:ln w="22859">
              <a:solidFill>
                <a:srgbClr val="FF0000"/>
              </a:solidFill>
            </a:ln>
          </p:spPr>
          <p:txBody>
            <a:bodyPr wrap="square" lIns="0" tIns="0" rIns="0" bIns="0" rtlCol="0"/>
            <a:lstStyle/>
            <a:p>
              <a:endParaRPr/>
            </a:p>
          </p:txBody>
        </p:sp>
        <p:sp>
          <p:nvSpPr>
            <p:cNvPr id="87" name="object 87"/>
            <p:cNvSpPr/>
            <p:nvPr/>
          </p:nvSpPr>
          <p:spPr>
            <a:xfrm>
              <a:off x="5337047" y="4104132"/>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88" name="object 88"/>
            <p:cNvSpPr/>
            <p:nvPr/>
          </p:nvSpPr>
          <p:spPr>
            <a:xfrm>
              <a:off x="5337047" y="3779520"/>
              <a:ext cx="2604770" cy="649605"/>
            </a:xfrm>
            <a:custGeom>
              <a:avLst/>
              <a:gdLst/>
              <a:ahLst/>
              <a:cxnLst/>
              <a:rect l="l" t="t" r="r" b="b"/>
              <a:pathLst>
                <a:path w="2604770" h="649604">
                  <a:moveTo>
                    <a:pt x="434339" y="324611"/>
                  </a:moveTo>
                  <a:lnTo>
                    <a:pt x="434339" y="163067"/>
                  </a:lnTo>
                  <a:lnTo>
                    <a:pt x="650747" y="163067"/>
                  </a:lnTo>
                  <a:lnTo>
                    <a:pt x="650747" y="0"/>
                  </a:lnTo>
                  <a:lnTo>
                    <a:pt x="868679" y="0"/>
                  </a:lnTo>
                  <a:lnTo>
                    <a:pt x="868679" y="163067"/>
                  </a:lnTo>
                  <a:lnTo>
                    <a:pt x="1085087" y="163067"/>
                  </a:lnTo>
                  <a:lnTo>
                    <a:pt x="1085087" y="324611"/>
                  </a:lnTo>
                </a:path>
                <a:path w="2604770" h="649604">
                  <a:moveTo>
                    <a:pt x="1085087" y="324611"/>
                  </a:moveTo>
                  <a:lnTo>
                    <a:pt x="1085087" y="487679"/>
                  </a:lnTo>
                  <a:lnTo>
                    <a:pt x="1301495" y="487679"/>
                  </a:lnTo>
                  <a:lnTo>
                    <a:pt x="1301495" y="649223"/>
                  </a:lnTo>
                  <a:lnTo>
                    <a:pt x="1519427" y="649223"/>
                  </a:lnTo>
                  <a:lnTo>
                    <a:pt x="1519427" y="487679"/>
                  </a:lnTo>
                  <a:lnTo>
                    <a:pt x="1735835" y="487679"/>
                  </a:lnTo>
                  <a:lnTo>
                    <a:pt x="1735835" y="324611"/>
                  </a:lnTo>
                </a:path>
                <a:path w="2604770" h="649604">
                  <a:moveTo>
                    <a:pt x="434339" y="324611"/>
                  </a:moveTo>
                  <a:lnTo>
                    <a:pt x="434339" y="487679"/>
                  </a:lnTo>
                  <a:lnTo>
                    <a:pt x="216407" y="487679"/>
                  </a:lnTo>
                  <a:lnTo>
                    <a:pt x="216407" y="649223"/>
                  </a:lnTo>
                  <a:lnTo>
                    <a:pt x="0" y="649223"/>
                  </a:lnTo>
                  <a:lnTo>
                    <a:pt x="0" y="487679"/>
                  </a:lnTo>
                </a:path>
                <a:path w="2604770" h="649604">
                  <a:moveTo>
                    <a:pt x="1735835" y="324611"/>
                  </a:moveTo>
                  <a:lnTo>
                    <a:pt x="1735835" y="163067"/>
                  </a:lnTo>
                  <a:lnTo>
                    <a:pt x="1953767" y="163067"/>
                  </a:lnTo>
                  <a:lnTo>
                    <a:pt x="1953767" y="0"/>
                  </a:lnTo>
                  <a:lnTo>
                    <a:pt x="2170175" y="0"/>
                  </a:lnTo>
                  <a:lnTo>
                    <a:pt x="2170175" y="163067"/>
                  </a:lnTo>
                  <a:lnTo>
                    <a:pt x="2386583" y="163067"/>
                  </a:lnTo>
                  <a:lnTo>
                    <a:pt x="2386583" y="324611"/>
                  </a:lnTo>
                </a:path>
                <a:path w="2604770" h="649604">
                  <a:moveTo>
                    <a:pt x="2386583" y="324611"/>
                  </a:moveTo>
                  <a:lnTo>
                    <a:pt x="2386583" y="487679"/>
                  </a:lnTo>
                  <a:lnTo>
                    <a:pt x="2604515" y="487679"/>
                  </a:lnTo>
                  <a:lnTo>
                    <a:pt x="2604515" y="649223"/>
                  </a:lnTo>
                </a:path>
              </a:pathLst>
            </a:custGeom>
            <a:ln w="22859">
              <a:solidFill>
                <a:srgbClr val="008000"/>
              </a:solidFill>
            </a:ln>
          </p:spPr>
          <p:txBody>
            <a:bodyPr wrap="square" lIns="0" tIns="0" rIns="0" bIns="0" rtlCol="0"/>
            <a:lstStyle/>
            <a:p>
              <a:endParaRPr/>
            </a:p>
          </p:txBody>
        </p:sp>
        <p:sp>
          <p:nvSpPr>
            <p:cNvPr id="89" name="object 89"/>
            <p:cNvSpPr/>
            <p:nvPr/>
          </p:nvSpPr>
          <p:spPr>
            <a:xfrm>
              <a:off x="5337047" y="4916423"/>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90" name="object 90"/>
            <p:cNvSpPr/>
            <p:nvPr/>
          </p:nvSpPr>
          <p:spPr>
            <a:xfrm>
              <a:off x="5337047" y="4591811"/>
              <a:ext cx="2604770" cy="650875"/>
            </a:xfrm>
            <a:custGeom>
              <a:avLst/>
              <a:gdLst/>
              <a:ahLst/>
              <a:cxnLst/>
              <a:rect l="l" t="t" r="r" b="b"/>
              <a:pathLst>
                <a:path w="2604770" h="650875">
                  <a:moveTo>
                    <a:pt x="868679" y="324611"/>
                  </a:moveTo>
                  <a:lnTo>
                    <a:pt x="868679" y="163067"/>
                  </a:lnTo>
                  <a:lnTo>
                    <a:pt x="1085087" y="163067"/>
                  </a:lnTo>
                  <a:lnTo>
                    <a:pt x="1085087" y="0"/>
                  </a:lnTo>
                  <a:lnTo>
                    <a:pt x="1301495" y="0"/>
                  </a:lnTo>
                  <a:lnTo>
                    <a:pt x="1301495" y="163067"/>
                  </a:lnTo>
                  <a:lnTo>
                    <a:pt x="1519427" y="163067"/>
                  </a:lnTo>
                  <a:lnTo>
                    <a:pt x="1519427" y="324611"/>
                  </a:lnTo>
                </a:path>
                <a:path w="2604770" h="650875">
                  <a:moveTo>
                    <a:pt x="1519427" y="324611"/>
                  </a:moveTo>
                  <a:lnTo>
                    <a:pt x="1519427" y="487679"/>
                  </a:lnTo>
                  <a:lnTo>
                    <a:pt x="1735835" y="487679"/>
                  </a:lnTo>
                  <a:lnTo>
                    <a:pt x="1735835" y="650747"/>
                  </a:lnTo>
                  <a:lnTo>
                    <a:pt x="1953767" y="650747"/>
                  </a:lnTo>
                  <a:lnTo>
                    <a:pt x="1953767" y="487679"/>
                  </a:lnTo>
                  <a:lnTo>
                    <a:pt x="2170175" y="487679"/>
                  </a:lnTo>
                  <a:lnTo>
                    <a:pt x="2170175" y="324611"/>
                  </a:lnTo>
                </a:path>
                <a:path w="2604770" h="650875">
                  <a:moveTo>
                    <a:pt x="216407" y="324611"/>
                  </a:moveTo>
                  <a:lnTo>
                    <a:pt x="216407" y="487679"/>
                  </a:lnTo>
                  <a:lnTo>
                    <a:pt x="434339" y="487679"/>
                  </a:lnTo>
                  <a:lnTo>
                    <a:pt x="434339" y="650747"/>
                  </a:lnTo>
                  <a:lnTo>
                    <a:pt x="650747" y="650747"/>
                  </a:lnTo>
                  <a:lnTo>
                    <a:pt x="650747" y="487679"/>
                  </a:lnTo>
                  <a:lnTo>
                    <a:pt x="868679" y="487679"/>
                  </a:lnTo>
                  <a:lnTo>
                    <a:pt x="868679" y="324611"/>
                  </a:lnTo>
                </a:path>
                <a:path w="2604770" h="650875">
                  <a:moveTo>
                    <a:pt x="2170175" y="324611"/>
                  </a:moveTo>
                  <a:lnTo>
                    <a:pt x="2170175" y="163067"/>
                  </a:lnTo>
                  <a:lnTo>
                    <a:pt x="2386583" y="163067"/>
                  </a:lnTo>
                  <a:lnTo>
                    <a:pt x="2386583" y="0"/>
                  </a:lnTo>
                  <a:lnTo>
                    <a:pt x="2604515" y="0"/>
                  </a:lnTo>
                  <a:lnTo>
                    <a:pt x="2604515" y="163067"/>
                  </a:lnTo>
                </a:path>
                <a:path w="2604770" h="650875">
                  <a:moveTo>
                    <a:pt x="216407" y="324611"/>
                  </a:moveTo>
                  <a:lnTo>
                    <a:pt x="216407" y="163067"/>
                  </a:lnTo>
                  <a:lnTo>
                    <a:pt x="0" y="163067"/>
                  </a:lnTo>
                  <a:lnTo>
                    <a:pt x="0" y="0"/>
                  </a:lnTo>
                </a:path>
              </a:pathLst>
            </a:custGeom>
            <a:ln w="22859">
              <a:solidFill>
                <a:srgbClr val="000080"/>
              </a:solidFill>
            </a:ln>
          </p:spPr>
          <p:txBody>
            <a:bodyPr wrap="square" lIns="0" tIns="0" rIns="0" bIns="0" rtlCol="0"/>
            <a:lstStyle/>
            <a:p>
              <a:endParaRPr/>
            </a:p>
          </p:txBody>
        </p:sp>
        <p:sp>
          <p:nvSpPr>
            <p:cNvPr id="91" name="object 91"/>
            <p:cNvSpPr/>
            <p:nvPr/>
          </p:nvSpPr>
          <p:spPr>
            <a:xfrm>
              <a:off x="5337047" y="5864351"/>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92" name="object 92"/>
            <p:cNvSpPr/>
            <p:nvPr/>
          </p:nvSpPr>
          <p:spPr>
            <a:xfrm>
              <a:off x="5337047" y="5376671"/>
              <a:ext cx="2604770" cy="975360"/>
            </a:xfrm>
            <a:custGeom>
              <a:avLst/>
              <a:gdLst/>
              <a:ahLst/>
              <a:cxnLst/>
              <a:rect l="l" t="t" r="r" b="b"/>
              <a:pathLst>
                <a:path w="2604770" h="975360">
                  <a:moveTo>
                    <a:pt x="0" y="487679"/>
                  </a:moveTo>
                  <a:lnTo>
                    <a:pt x="0" y="0"/>
                  </a:lnTo>
                  <a:lnTo>
                    <a:pt x="434339" y="0"/>
                  </a:lnTo>
                  <a:lnTo>
                    <a:pt x="434339" y="487679"/>
                  </a:lnTo>
                  <a:lnTo>
                    <a:pt x="650747" y="487679"/>
                  </a:lnTo>
                  <a:lnTo>
                    <a:pt x="650747" y="975359"/>
                  </a:lnTo>
                  <a:lnTo>
                    <a:pt x="1085087" y="975359"/>
                  </a:lnTo>
                  <a:lnTo>
                    <a:pt x="1085087" y="487679"/>
                  </a:lnTo>
                  <a:lnTo>
                    <a:pt x="1301495" y="487679"/>
                  </a:lnTo>
                  <a:lnTo>
                    <a:pt x="1301495" y="0"/>
                  </a:lnTo>
                  <a:lnTo>
                    <a:pt x="1735835" y="0"/>
                  </a:lnTo>
                  <a:lnTo>
                    <a:pt x="1735835" y="487679"/>
                  </a:lnTo>
                  <a:lnTo>
                    <a:pt x="1953767" y="487679"/>
                  </a:lnTo>
                  <a:lnTo>
                    <a:pt x="1953767" y="975359"/>
                  </a:lnTo>
                  <a:lnTo>
                    <a:pt x="2386583" y="975359"/>
                  </a:lnTo>
                  <a:lnTo>
                    <a:pt x="2386583" y="487679"/>
                  </a:lnTo>
                  <a:lnTo>
                    <a:pt x="2604515" y="487679"/>
                  </a:lnTo>
                </a:path>
              </a:pathLst>
            </a:custGeom>
            <a:ln w="22859">
              <a:solidFill>
                <a:srgbClr val="FF00FF"/>
              </a:solidFill>
            </a:ln>
          </p:spPr>
          <p:txBody>
            <a:bodyPr wrap="square" lIns="0" tIns="0" rIns="0" bIns="0" rtlCol="0"/>
            <a:lstStyle/>
            <a:p>
              <a:endParaRPr/>
            </a:p>
          </p:txBody>
        </p:sp>
        <p:sp>
          <p:nvSpPr>
            <p:cNvPr id="93" name="object 93"/>
            <p:cNvSpPr/>
            <p:nvPr/>
          </p:nvSpPr>
          <p:spPr>
            <a:xfrm>
              <a:off x="4981955" y="2574035"/>
              <a:ext cx="118872" cy="137160"/>
            </a:xfrm>
            <a:prstGeom prst="rect">
              <a:avLst/>
            </a:prstGeom>
            <a:blipFill>
              <a:blip r:embed="rId9" cstate="print"/>
              <a:stretch>
                <a:fillRect/>
              </a:stretch>
            </a:blipFill>
          </p:spPr>
          <p:txBody>
            <a:bodyPr wrap="square" lIns="0" tIns="0" rIns="0" bIns="0" rtlCol="0"/>
            <a:lstStyle/>
            <a:p>
              <a:endParaRPr/>
            </a:p>
          </p:txBody>
        </p:sp>
        <p:sp>
          <p:nvSpPr>
            <p:cNvPr id="94" name="object 94"/>
            <p:cNvSpPr/>
            <p:nvPr/>
          </p:nvSpPr>
          <p:spPr>
            <a:xfrm>
              <a:off x="5096255" y="2680716"/>
              <a:ext cx="160020" cy="96012"/>
            </a:xfrm>
            <a:prstGeom prst="rect">
              <a:avLst/>
            </a:prstGeom>
            <a:blipFill>
              <a:blip r:embed="rId11" cstate="print"/>
              <a:stretch>
                <a:fillRect/>
              </a:stretch>
            </a:blipFill>
          </p:spPr>
          <p:txBody>
            <a:bodyPr wrap="square" lIns="0" tIns="0" rIns="0" bIns="0" rtlCol="0"/>
            <a:lstStyle/>
            <a:p>
              <a:endParaRPr/>
            </a:p>
          </p:txBody>
        </p:sp>
        <p:sp>
          <p:nvSpPr>
            <p:cNvPr id="95" name="object 95"/>
            <p:cNvSpPr/>
            <p:nvPr/>
          </p:nvSpPr>
          <p:spPr>
            <a:xfrm>
              <a:off x="4981955" y="2161032"/>
              <a:ext cx="118872" cy="137160"/>
            </a:xfrm>
            <a:prstGeom prst="rect">
              <a:avLst/>
            </a:prstGeom>
            <a:blipFill>
              <a:blip r:embed="rId9" cstate="print"/>
              <a:stretch>
                <a:fillRect/>
              </a:stretch>
            </a:blipFill>
          </p:spPr>
          <p:txBody>
            <a:bodyPr wrap="square" lIns="0" tIns="0" rIns="0" bIns="0" rtlCol="0"/>
            <a:lstStyle/>
            <a:p>
              <a:endParaRPr/>
            </a:p>
          </p:txBody>
        </p:sp>
        <p:sp>
          <p:nvSpPr>
            <p:cNvPr id="96" name="object 96"/>
            <p:cNvSpPr/>
            <p:nvPr/>
          </p:nvSpPr>
          <p:spPr>
            <a:xfrm>
              <a:off x="5096255" y="2267711"/>
              <a:ext cx="160020" cy="96012"/>
            </a:xfrm>
            <a:prstGeom prst="rect">
              <a:avLst/>
            </a:prstGeom>
            <a:blipFill>
              <a:blip r:embed="rId12" cstate="print"/>
              <a:stretch>
                <a:fillRect/>
              </a:stretch>
            </a:blipFill>
          </p:spPr>
          <p:txBody>
            <a:bodyPr wrap="square" lIns="0" tIns="0" rIns="0" bIns="0" rtlCol="0"/>
            <a:lstStyle/>
            <a:p>
              <a:endParaRPr/>
            </a:p>
          </p:txBody>
        </p:sp>
        <p:sp>
          <p:nvSpPr>
            <p:cNvPr id="97" name="object 97"/>
            <p:cNvSpPr/>
            <p:nvPr/>
          </p:nvSpPr>
          <p:spPr>
            <a:xfrm>
              <a:off x="4981955" y="1748027"/>
              <a:ext cx="118872" cy="137160"/>
            </a:xfrm>
            <a:prstGeom prst="rect">
              <a:avLst/>
            </a:prstGeom>
            <a:blipFill>
              <a:blip r:embed="rId9" cstate="print"/>
              <a:stretch>
                <a:fillRect/>
              </a:stretch>
            </a:blipFill>
          </p:spPr>
          <p:txBody>
            <a:bodyPr wrap="square" lIns="0" tIns="0" rIns="0" bIns="0" rtlCol="0"/>
            <a:lstStyle/>
            <a:p>
              <a:endParaRPr/>
            </a:p>
          </p:txBody>
        </p:sp>
        <p:sp>
          <p:nvSpPr>
            <p:cNvPr id="98" name="object 98"/>
            <p:cNvSpPr/>
            <p:nvPr/>
          </p:nvSpPr>
          <p:spPr>
            <a:xfrm>
              <a:off x="5096255" y="1854708"/>
              <a:ext cx="155448" cy="96012"/>
            </a:xfrm>
            <a:prstGeom prst="rect">
              <a:avLst/>
            </a:prstGeom>
            <a:blipFill>
              <a:blip r:embed="rId13" cstate="print"/>
              <a:stretch>
                <a:fillRect/>
              </a:stretch>
            </a:blipFill>
          </p:spPr>
          <p:txBody>
            <a:bodyPr wrap="square" lIns="0" tIns="0" rIns="0" bIns="0" rtlCol="0"/>
            <a:lstStyle/>
            <a:p>
              <a:endParaRPr/>
            </a:p>
          </p:txBody>
        </p:sp>
        <p:sp>
          <p:nvSpPr>
            <p:cNvPr id="99" name="object 99"/>
            <p:cNvSpPr/>
            <p:nvPr/>
          </p:nvSpPr>
          <p:spPr>
            <a:xfrm>
              <a:off x="5009387" y="947927"/>
              <a:ext cx="118872" cy="137160"/>
            </a:xfrm>
            <a:prstGeom prst="rect">
              <a:avLst/>
            </a:prstGeom>
            <a:blipFill>
              <a:blip r:embed="rId9" cstate="print"/>
              <a:stretch>
                <a:fillRect/>
              </a:stretch>
            </a:blipFill>
          </p:spPr>
          <p:txBody>
            <a:bodyPr wrap="square" lIns="0" tIns="0" rIns="0" bIns="0" rtlCol="0"/>
            <a:lstStyle/>
            <a:p>
              <a:endParaRPr/>
            </a:p>
          </p:txBody>
        </p:sp>
        <p:sp>
          <p:nvSpPr>
            <p:cNvPr id="100" name="object 100"/>
            <p:cNvSpPr/>
            <p:nvPr/>
          </p:nvSpPr>
          <p:spPr>
            <a:xfrm>
              <a:off x="5123687" y="1056131"/>
              <a:ext cx="158496" cy="96012"/>
            </a:xfrm>
            <a:prstGeom prst="rect">
              <a:avLst/>
            </a:prstGeom>
            <a:blipFill>
              <a:blip r:embed="rId14" cstate="print"/>
              <a:stretch>
                <a:fillRect/>
              </a:stretch>
            </a:blipFill>
          </p:spPr>
          <p:txBody>
            <a:bodyPr wrap="square" lIns="0" tIns="0" rIns="0" bIns="0" rtlCol="0"/>
            <a:lstStyle/>
            <a:p>
              <a:endParaRPr/>
            </a:p>
          </p:txBody>
        </p:sp>
        <p:sp>
          <p:nvSpPr>
            <p:cNvPr id="101" name="object 101"/>
            <p:cNvSpPr/>
            <p:nvPr/>
          </p:nvSpPr>
          <p:spPr>
            <a:xfrm>
              <a:off x="5009387" y="1313688"/>
              <a:ext cx="118872" cy="137160"/>
            </a:xfrm>
            <a:prstGeom prst="rect">
              <a:avLst/>
            </a:prstGeom>
            <a:blipFill>
              <a:blip r:embed="rId9" cstate="print"/>
              <a:stretch>
                <a:fillRect/>
              </a:stretch>
            </a:blipFill>
          </p:spPr>
          <p:txBody>
            <a:bodyPr wrap="square" lIns="0" tIns="0" rIns="0" bIns="0" rtlCol="0"/>
            <a:lstStyle/>
            <a:p>
              <a:endParaRPr/>
            </a:p>
          </p:txBody>
        </p:sp>
        <p:sp>
          <p:nvSpPr>
            <p:cNvPr id="102" name="object 102"/>
            <p:cNvSpPr/>
            <p:nvPr/>
          </p:nvSpPr>
          <p:spPr>
            <a:xfrm>
              <a:off x="5123687" y="1421891"/>
              <a:ext cx="158496" cy="96012"/>
            </a:xfrm>
            <a:prstGeom prst="rect">
              <a:avLst/>
            </a:prstGeom>
            <a:blipFill>
              <a:blip r:embed="rId15" cstate="print"/>
              <a:stretch>
                <a:fillRect/>
              </a:stretch>
            </a:blipFill>
          </p:spPr>
          <p:txBody>
            <a:bodyPr wrap="square" lIns="0" tIns="0" rIns="0" bIns="0" rtlCol="0"/>
            <a:lstStyle/>
            <a:p>
              <a:endParaRPr/>
            </a:p>
          </p:txBody>
        </p:sp>
        <p:sp>
          <p:nvSpPr>
            <p:cNvPr id="103" name="object 103"/>
            <p:cNvSpPr/>
            <p:nvPr/>
          </p:nvSpPr>
          <p:spPr>
            <a:xfrm>
              <a:off x="4832603" y="4786884"/>
              <a:ext cx="152400" cy="164592"/>
            </a:xfrm>
            <a:prstGeom prst="rect">
              <a:avLst/>
            </a:prstGeom>
            <a:blipFill>
              <a:blip r:embed="rId7" cstate="print"/>
              <a:stretch>
                <a:fillRect/>
              </a:stretch>
            </a:blipFill>
          </p:spPr>
          <p:txBody>
            <a:bodyPr wrap="square" lIns="0" tIns="0" rIns="0" bIns="0" rtlCol="0"/>
            <a:lstStyle/>
            <a:p>
              <a:endParaRPr/>
            </a:p>
          </p:txBody>
        </p:sp>
        <p:sp>
          <p:nvSpPr>
            <p:cNvPr id="104" name="object 104"/>
            <p:cNvSpPr/>
            <p:nvPr/>
          </p:nvSpPr>
          <p:spPr>
            <a:xfrm>
              <a:off x="4991099" y="4916423"/>
              <a:ext cx="211836" cy="112775"/>
            </a:xfrm>
            <a:prstGeom prst="rect">
              <a:avLst/>
            </a:prstGeom>
            <a:blipFill>
              <a:blip r:embed="rId16" cstate="print"/>
              <a:stretch>
                <a:fillRect/>
              </a:stretch>
            </a:blipFill>
          </p:spPr>
          <p:txBody>
            <a:bodyPr wrap="square" lIns="0" tIns="0" rIns="0" bIns="0" rtlCol="0"/>
            <a:lstStyle/>
            <a:p>
              <a:endParaRPr/>
            </a:p>
          </p:txBody>
        </p:sp>
        <p:sp>
          <p:nvSpPr>
            <p:cNvPr id="105" name="object 105"/>
            <p:cNvSpPr/>
            <p:nvPr/>
          </p:nvSpPr>
          <p:spPr>
            <a:xfrm>
              <a:off x="4837175" y="3974591"/>
              <a:ext cx="152400" cy="164592"/>
            </a:xfrm>
            <a:prstGeom prst="rect">
              <a:avLst/>
            </a:prstGeom>
            <a:blipFill>
              <a:blip r:embed="rId7" cstate="print"/>
              <a:stretch>
                <a:fillRect/>
              </a:stretch>
            </a:blipFill>
          </p:spPr>
          <p:txBody>
            <a:bodyPr wrap="square" lIns="0" tIns="0" rIns="0" bIns="0" rtlCol="0"/>
            <a:lstStyle/>
            <a:p>
              <a:endParaRPr/>
            </a:p>
          </p:txBody>
        </p:sp>
        <p:sp>
          <p:nvSpPr>
            <p:cNvPr id="106" name="object 106"/>
            <p:cNvSpPr/>
            <p:nvPr/>
          </p:nvSpPr>
          <p:spPr>
            <a:xfrm>
              <a:off x="4986527" y="4105655"/>
              <a:ext cx="211836" cy="109728"/>
            </a:xfrm>
            <a:prstGeom prst="rect">
              <a:avLst/>
            </a:prstGeom>
            <a:blipFill>
              <a:blip r:embed="rId17" cstate="print"/>
              <a:stretch>
                <a:fillRect/>
              </a:stretch>
            </a:blipFill>
          </p:spPr>
          <p:txBody>
            <a:bodyPr wrap="square" lIns="0" tIns="0" rIns="0" bIns="0" rtlCol="0"/>
            <a:lstStyle/>
            <a:p>
              <a:endParaRPr/>
            </a:p>
          </p:txBody>
        </p:sp>
        <p:sp>
          <p:nvSpPr>
            <p:cNvPr id="107" name="object 107"/>
            <p:cNvSpPr/>
            <p:nvPr/>
          </p:nvSpPr>
          <p:spPr>
            <a:xfrm>
              <a:off x="4855463" y="5708903"/>
              <a:ext cx="152400" cy="164591"/>
            </a:xfrm>
            <a:prstGeom prst="rect">
              <a:avLst/>
            </a:prstGeom>
            <a:blipFill>
              <a:blip r:embed="rId7" cstate="print"/>
              <a:stretch>
                <a:fillRect/>
              </a:stretch>
            </a:blipFill>
          </p:spPr>
          <p:txBody>
            <a:bodyPr wrap="square" lIns="0" tIns="0" rIns="0" bIns="0" rtlCol="0"/>
            <a:lstStyle/>
            <a:p>
              <a:endParaRPr/>
            </a:p>
          </p:txBody>
        </p:sp>
        <p:sp>
          <p:nvSpPr>
            <p:cNvPr id="108" name="object 108"/>
            <p:cNvSpPr/>
            <p:nvPr/>
          </p:nvSpPr>
          <p:spPr>
            <a:xfrm>
              <a:off x="4995671" y="5839967"/>
              <a:ext cx="204215" cy="109728"/>
            </a:xfrm>
            <a:prstGeom prst="rect">
              <a:avLst/>
            </a:prstGeom>
            <a:blipFill>
              <a:blip r:embed="rId18" cstate="print"/>
              <a:stretch>
                <a:fillRect/>
              </a:stretch>
            </a:blipFill>
          </p:spPr>
          <p:txBody>
            <a:bodyPr wrap="square" lIns="0" tIns="0" rIns="0" bIns="0" rtlCol="0"/>
            <a:lstStyle/>
            <a:p>
              <a:endParaRPr/>
            </a:p>
          </p:txBody>
        </p:sp>
        <p:sp>
          <p:nvSpPr>
            <p:cNvPr id="109" name="object 109"/>
            <p:cNvSpPr/>
            <p:nvPr/>
          </p:nvSpPr>
          <p:spPr>
            <a:xfrm>
              <a:off x="7094219" y="2961131"/>
              <a:ext cx="1172210" cy="498475"/>
            </a:xfrm>
            <a:custGeom>
              <a:avLst/>
              <a:gdLst/>
              <a:ahLst/>
              <a:cxnLst/>
              <a:rect l="l" t="t" r="r" b="b"/>
              <a:pathLst>
                <a:path w="1172209" h="498475">
                  <a:moveTo>
                    <a:pt x="0" y="0"/>
                  </a:moveTo>
                  <a:lnTo>
                    <a:pt x="1171955" y="0"/>
                  </a:lnTo>
                </a:path>
                <a:path w="1172209" h="498475">
                  <a:moveTo>
                    <a:pt x="987551" y="330707"/>
                  </a:moveTo>
                  <a:lnTo>
                    <a:pt x="1171955" y="330707"/>
                  </a:lnTo>
                </a:path>
                <a:path w="1172209" h="498475">
                  <a:moveTo>
                    <a:pt x="868679" y="498347"/>
                  </a:moveTo>
                  <a:lnTo>
                    <a:pt x="1171955" y="498347"/>
                  </a:lnTo>
                </a:path>
              </a:pathLst>
            </a:custGeom>
            <a:ln w="13715">
              <a:solidFill>
                <a:srgbClr val="666666"/>
              </a:solidFill>
            </a:ln>
          </p:spPr>
          <p:txBody>
            <a:bodyPr wrap="square" lIns="0" tIns="0" rIns="0" bIns="0" rtlCol="0"/>
            <a:lstStyle/>
            <a:p>
              <a:endParaRPr/>
            </a:p>
          </p:txBody>
        </p:sp>
        <p:sp>
          <p:nvSpPr>
            <p:cNvPr id="110" name="object 110"/>
            <p:cNvSpPr/>
            <p:nvPr/>
          </p:nvSpPr>
          <p:spPr>
            <a:xfrm>
              <a:off x="8298377" y="3761049"/>
              <a:ext cx="124460" cy="0"/>
            </a:xfrm>
            <a:custGeom>
              <a:avLst/>
              <a:gdLst/>
              <a:ahLst/>
              <a:cxnLst/>
              <a:rect l="l" t="t" r="r" b="b"/>
              <a:pathLst>
                <a:path w="124459">
                  <a:moveTo>
                    <a:pt x="0" y="0"/>
                  </a:moveTo>
                  <a:lnTo>
                    <a:pt x="124297" y="0"/>
                  </a:lnTo>
                </a:path>
              </a:pathLst>
            </a:custGeom>
            <a:ln w="9541">
              <a:solidFill>
                <a:srgbClr val="000000"/>
              </a:solidFill>
            </a:ln>
          </p:spPr>
          <p:txBody>
            <a:bodyPr wrap="square" lIns="0" tIns="0" rIns="0" bIns="0" rtlCol="0"/>
            <a:lstStyle/>
            <a:p>
              <a:endParaRPr/>
            </a:p>
          </p:txBody>
        </p:sp>
      </p:grpSp>
      <p:sp>
        <p:nvSpPr>
          <p:cNvPr id="111" name="object 111"/>
          <p:cNvSpPr txBox="1"/>
          <p:nvPr/>
        </p:nvSpPr>
        <p:spPr>
          <a:xfrm>
            <a:off x="8269173" y="3634409"/>
            <a:ext cx="538480" cy="420370"/>
          </a:xfrm>
          <a:prstGeom prst="rect">
            <a:avLst/>
          </a:prstGeom>
        </p:spPr>
        <p:txBody>
          <a:bodyPr vert="horz" wrap="square" lIns="0" tIns="12065" rIns="0" bIns="0" rtlCol="0">
            <a:spAutoFit/>
          </a:bodyPr>
          <a:lstStyle/>
          <a:p>
            <a:pPr marL="194945">
              <a:lnSpc>
                <a:spcPts val="1555"/>
              </a:lnSpc>
              <a:spcBef>
                <a:spcPts val="95"/>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a:p>
            <a:pPr marL="38100">
              <a:lnSpc>
                <a:spcPts val="1555"/>
              </a:lnSpc>
            </a:pPr>
            <a:r>
              <a:rPr sz="1800" dirty="0">
                <a:latin typeface="Times New Roman"/>
                <a:cs typeface="Times New Roman"/>
              </a:rPr>
              <a:t>3</a:t>
            </a:r>
            <a:endParaRPr sz="1800">
              <a:latin typeface="Times New Roman"/>
              <a:cs typeface="Times New Roman"/>
            </a:endParaRPr>
          </a:p>
        </p:txBody>
      </p:sp>
      <p:sp>
        <p:nvSpPr>
          <p:cNvPr id="112" name="object 112"/>
          <p:cNvSpPr txBox="1"/>
          <p:nvPr/>
        </p:nvSpPr>
        <p:spPr>
          <a:xfrm>
            <a:off x="8289988" y="3434803"/>
            <a:ext cx="140335" cy="299720"/>
          </a:xfrm>
          <a:prstGeom prst="rect">
            <a:avLst/>
          </a:prstGeom>
        </p:spPr>
        <p:txBody>
          <a:bodyPr vert="horz" wrap="square" lIns="0" tIns="12065" rIns="0" bIns="0" rtlCol="0">
            <a:spAutoFit/>
          </a:bodyPr>
          <a:lstStyle/>
          <a:p>
            <a:pPr marL="12700">
              <a:lnSpc>
                <a:spcPct val="100000"/>
              </a:lnSpc>
              <a:spcBef>
                <a:spcPts val="95"/>
              </a:spcBef>
            </a:pPr>
            <a:r>
              <a:rPr sz="1800" dirty="0">
                <a:latin typeface="Times New Roman"/>
                <a:cs typeface="Times New Roman"/>
              </a:rPr>
              <a:t>1</a:t>
            </a:r>
            <a:endParaRPr sz="1800">
              <a:latin typeface="Times New Roman"/>
              <a:cs typeface="Times New Roman"/>
            </a:endParaRPr>
          </a:p>
        </p:txBody>
      </p:sp>
      <p:grpSp>
        <p:nvGrpSpPr>
          <p:cNvPr id="113" name="object 113"/>
          <p:cNvGrpSpPr/>
          <p:nvPr/>
        </p:nvGrpSpPr>
        <p:grpSpPr>
          <a:xfrm>
            <a:off x="8147304" y="2687573"/>
            <a:ext cx="300990" cy="767715"/>
            <a:chOff x="8147304" y="2687573"/>
            <a:chExt cx="300990" cy="767715"/>
          </a:xfrm>
        </p:grpSpPr>
        <p:sp>
          <p:nvSpPr>
            <p:cNvPr id="114" name="object 114"/>
            <p:cNvSpPr/>
            <p:nvPr/>
          </p:nvSpPr>
          <p:spPr>
            <a:xfrm>
              <a:off x="8196072" y="2994659"/>
              <a:ext cx="0" cy="259079"/>
            </a:xfrm>
            <a:custGeom>
              <a:avLst/>
              <a:gdLst/>
              <a:ahLst/>
              <a:cxnLst/>
              <a:rect l="l" t="t" r="r" b="b"/>
              <a:pathLst>
                <a:path h="259079">
                  <a:moveTo>
                    <a:pt x="0" y="0"/>
                  </a:moveTo>
                  <a:lnTo>
                    <a:pt x="0" y="259079"/>
                  </a:lnTo>
                </a:path>
              </a:pathLst>
            </a:custGeom>
            <a:ln w="13715">
              <a:solidFill>
                <a:srgbClr val="666666"/>
              </a:solidFill>
            </a:ln>
          </p:spPr>
          <p:txBody>
            <a:bodyPr wrap="square" lIns="0" tIns="0" rIns="0" bIns="0" rtlCol="0"/>
            <a:lstStyle/>
            <a:p>
              <a:endParaRPr/>
            </a:p>
          </p:txBody>
        </p:sp>
        <p:sp>
          <p:nvSpPr>
            <p:cNvPr id="115" name="object 115"/>
            <p:cNvSpPr/>
            <p:nvPr/>
          </p:nvSpPr>
          <p:spPr>
            <a:xfrm>
              <a:off x="8147304" y="2956559"/>
              <a:ext cx="97790" cy="47625"/>
            </a:xfrm>
            <a:custGeom>
              <a:avLst/>
              <a:gdLst/>
              <a:ahLst/>
              <a:cxnLst/>
              <a:rect l="l" t="t" r="r" b="b"/>
              <a:pathLst>
                <a:path w="97790" h="47625">
                  <a:moveTo>
                    <a:pt x="48768" y="0"/>
                  </a:moveTo>
                  <a:lnTo>
                    <a:pt x="0" y="47243"/>
                  </a:lnTo>
                  <a:lnTo>
                    <a:pt x="97536" y="47243"/>
                  </a:lnTo>
                  <a:lnTo>
                    <a:pt x="48768" y="0"/>
                  </a:lnTo>
                  <a:close/>
                </a:path>
              </a:pathLst>
            </a:custGeom>
            <a:solidFill>
              <a:srgbClr val="666666"/>
            </a:solidFill>
          </p:spPr>
          <p:txBody>
            <a:bodyPr wrap="square" lIns="0" tIns="0" rIns="0" bIns="0" rtlCol="0"/>
            <a:lstStyle/>
            <a:p>
              <a:endParaRPr/>
            </a:p>
          </p:txBody>
        </p:sp>
        <p:sp>
          <p:nvSpPr>
            <p:cNvPr id="116" name="object 116"/>
            <p:cNvSpPr/>
            <p:nvPr/>
          </p:nvSpPr>
          <p:spPr>
            <a:xfrm>
              <a:off x="8147304" y="3243072"/>
              <a:ext cx="97536" cy="211836"/>
            </a:xfrm>
            <a:prstGeom prst="rect">
              <a:avLst/>
            </a:prstGeom>
            <a:blipFill>
              <a:blip r:embed="rId19" cstate="print"/>
              <a:stretch>
                <a:fillRect/>
              </a:stretch>
            </a:blipFill>
          </p:spPr>
          <p:txBody>
            <a:bodyPr wrap="square" lIns="0" tIns="0" rIns="0" bIns="0" rtlCol="0"/>
            <a:lstStyle/>
            <a:p>
              <a:endParaRPr/>
            </a:p>
          </p:txBody>
        </p:sp>
        <p:sp>
          <p:nvSpPr>
            <p:cNvPr id="117" name="object 117"/>
            <p:cNvSpPr/>
            <p:nvPr/>
          </p:nvSpPr>
          <p:spPr>
            <a:xfrm>
              <a:off x="8335716" y="2691383"/>
              <a:ext cx="108585" cy="0"/>
            </a:xfrm>
            <a:custGeom>
              <a:avLst/>
              <a:gdLst/>
              <a:ahLst/>
              <a:cxnLst/>
              <a:rect l="l" t="t" r="r" b="b"/>
              <a:pathLst>
                <a:path w="108584">
                  <a:moveTo>
                    <a:pt x="0" y="0"/>
                  </a:moveTo>
                  <a:lnTo>
                    <a:pt x="108295" y="0"/>
                  </a:lnTo>
                </a:path>
              </a:pathLst>
            </a:custGeom>
            <a:ln w="7473">
              <a:solidFill>
                <a:srgbClr val="000000"/>
              </a:solidFill>
            </a:ln>
          </p:spPr>
          <p:txBody>
            <a:bodyPr wrap="square" lIns="0" tIns="0" rIns="0" bIns="0" rtlCol="0"/>
            <a:lstStyle/>
            <a:p>
              <a:endParaRPr/>
            </a:p>
          </p:txBody>
        </p:sp>
      </p:grpSp>
      <p:sp>
        <p:nvSpPr>
          <p:cNvPr id="118" name="object 118"/>
          <p:cNvSpPr txBox="1"/>
          <p:nvPr/>
        </p:nvSpPr>
        <p:spPr>
          <a:xfrm>
            <a:off x="8335797" y="2683827"/>
            <a:ext cx="115570" cy="241300"/>
          </a:xfrm>
          <a:prstGeom prst="rect">
            <a:avLst/>
          </a:prstGeom>
        </p:spPr>
        <p:txBody>
          <a:bodyPr vert="horz" wrap="square" lIns="0" tIns="13970" rIns="0" bIns="0" rtlCol="0">
            <a:spAutoFit/>
          </a:bodyPr>
          <a:lstStyle/>
          <a:p>
            <a:pPr marL="12700">
              <a:lnSpc>
                <a:spcPct val="100000"/>
              </a:lnSpc>
              <a:spcBef>
                <a:spcPts val="110"/>
              </a:spcBef>
            </a:pPr>
            <a:r>
              <a:rPr sz="1400" spc="5" dirty="0">
                <a:latin typeface="Times New Roman"/>
                <a:cs typeface="Times New Roman"/>
              </a:rPr>
              <a:t>3</a:t>
            </a:r>
            <a:endParaRPr sz="1400">
              <a:latin typeface="Times New Roman"/>
              <a:cs typeface="Times New Roman"/>
            </a:endParaRPr>
          </a:p>
        </p:txBody>
      </p:sp>
      <p:sp>
        <p:nvSpPr>
          <p:cNvPr id="119" name="object 119"/>
          <p:cNvSpPr txBox="1"/>
          <p:nvPr/>
        </p:nvSpPr>
        <p:spPr>
          <a:xfrm>
            <a:off x="8310397" y="2589110"/>
            <a:ext cx="442595" cy="241300"/>
          </a:xfrm>
          <a:prstGeom prst="rect">
            <a:avLst/>
          </a:prstGeom>
        </p:spPr>
        <p:txBody>
          <a:bodyPr vert="horz" wrap="square" lIns="0" tIns="13970" rIns="0" bIns="0" rtlCol="0">
            <a:spAutoFit/>
          </a:bodyPr>
          <a:lstStyle/>
          <a:p>
            <a:pPr marL="38100">
              <a:lnSpc>
                <a:spcPct val="100000"/>
              </a:lnSpc>
              <a:spcBef>
                <a:spcPts val="110"/>
              </a:spcBef>
            </a:pPr>
            <a:r>
              <a:rPr sz="2100" spc="7" baseline="49603" dirty="0">
                <a:latin typeface="Times New Roman"/>
                <a:cs typeface="Times New Roman"/>
              </a:rPr>
              <a:t>2</a:t>
            </a:r>
            <a:r>
              <a:rPr sz="2100" spc="-135" baseline="49603" dirty="0">
                <a:latin typeface="Times New Roman"/>
                <a:cs typeface="Times New Roman"/>
              </a:rPr>
              <a:t> </a:t>
            </a:r>
            <a:r>
              <a:rPr sz="2100" i="1" spc="7" baseline="13888" dirty="0">
                <a:latin typeface="Times New Roman"/>
                <a:cs typeface="Times New Roman"/>
              </a:rPr>
              <a:t>E</a:t>
            </a:r>
            <a:r>
              <a:rPr sz="1050" i="1" spc="5" dirty="0">
                <a:latin typeface="Times New Roman"/>
                <a:cs typeface="Times New Roman"/>
              </a:rPr>
              <a:t>dc</a:t>
            </a:r>
            <a:endParaRPr sz="1050">
              <a:latin typeface="Times New Roman"/>
              <a:cs typeface="Times New Roman"/>
            </a:endParaRPr>
          </a:p>
        </p:txBody>
      </p:sp>
      <p:sp>
        <p:nvSpPr>
          <p:cNvPr id="120" name="object 120"/>
          <p:cNvSpPr/>
          <p:nvPr/>
        </p:nvSpPr>
        <p:spPr>
          <a:xfrm>
            <a:off x="8266176" y="3372611"/>
            <a:ext cx="218440" cy="218440"/>
          </a:xfrm>
          <a:custGeom>
            <a:avLst/>
            <a:gdLst/>
            <a:ahLst/>
            <a:cxnLst/>
            <a:rect l="l" t="t" r="r" b="b"/>
            <a:pathLst>
              <a:path w="218440" h="218439">
                <a:moveTo>
                  <a:pt x="217931" y="217931"/>
                </a:moveTo>
                <a:lnTo>
                  <a:pt x="0" y="0"/>
                </a:lnTo>
              </a:path>
              <a:path w="218440" h="218439">
                <a:moveTo>
                  <a:pt x="103631" y="35051"/>
                </a:moveTo>
                <a:lnTo>
                  <a:pt x="0" y="0"/>
                </a:lnTo>
                <a:lnTo>
                  <a:pt x="35051" y="102107"/>
                </a:lnTo>
              </a:path>
            </a:pathLst>
          </a:custGeom>
          <a:ln w="13715">
            <a:solidFill>
              <a:srgbClr val="000000"/>
            </a:solidFill>
          </a:ln>
        </p:spPr>
        <p:txBody>
          <a:bodyPr wrap="square" lIns="0" tIns="0" rIns="0" bIns="0" rtlCol="0"/>
          <a:lstStyle/>
          <a:p>
            <a:endParaRPr/>
          </a:p>
        </p:txBody>
      </p:sp>
      <p:grpSp>
        <p:nvGrpSpPr>
          <p:cNvPr id="121" name="object 121"/>
          <p:cNvGrpSpPr/>
          <p:nvPr/>
        </p:nvGrpSpPr>
        <p:grpSpPr>
          <a:xfrm>
            <a:off x="4760976" y="2879597"/>
            <a:ext cx="3783329" cy="886460"/>
            <a:chOff x="4760976" y="2879597"/>
            <a:chExt cx="3783329" cy="886460"/>
          </a:xfrm>
        </p:grpSpPr>
        <p:sp>
          <p:nvSpPr>
            <p:cNvPr id="122" name="object 122"/>
            <p:cNvSpPr/>
            <p:nvPr/>
          </p:nvSpPr>
          <p:spPr>
            <a:xfrm>
              <a:off x="8266176" y="2886455"/>
              <a:ext cx="271780" cy="216535"/>
            </a:xfrm>
            <a:custGeom>
              <a:avLst/>
              <a:gdLst/>
              <a:ahLst/>
              <a:cxnLst/>
              <a:rect l="l" t="t" r="r" b="b"/>
              <a:pathLst>
                <a:path w="271779" h="216535">
                  <a:moveTo>
                    <a:pt x="271271" y="0"/>
                  </a:moveTo>
                  <a:lnTo>
                    <a:pt x="0" y="216407"/>
                  </a:lnTo>
                </a:path>
                <a:path w="271779" h="216535">
                  <a:moveTo>
                    <a:pt x="45719" y="118871"/>
                  </a:moveTo>
                  <a:lnTo>
                    <a:pt x="0" y="216407"/>
                  </a:lnTo>
                  <a:lnTo>
                    <a:pt x="106679" y="193547"/>
                  </a:lnTo>
                </a:path>
              </a:pathLst>
            </a:custGeom>
            <a:ln w="13715">
              <a:solidFill>
                <a:srgbClr val="000000"/>
              </a:solidFill>
            </a:ln>
          </p:spPr>
          <p:txBody>
            <a:bodyPr wrap="square" lIns="0" tIns="0" rIns="0" bIns="0" rtlCol="0"/>
            <a:lstStyle/>
            <a:p>
              <a:endParaRPr/>
            </a:p>
          </p:txBody>
        </p:sp>
        <p:sp>
          <p:nvSpPr>
            <p:cNvPr id="123" name="object 123"/>
            <p:cNvSpPr/>
            <p:nvPr/>
          </p:nvSpPr>
          <p:spPr>
            <a:xfrm>
              <a:off x="4760976" y="3246119"/>
              <a:ext cx="676910" cy="520065"/>
            </a:xfrm>
            <a:custGeom>
              <a:avLst/>
              <a:gdLst/>
              <a:ahLst/>
              <a:cxnLst/>
              <a:rect l="l" t="t" r="r" b="b"/>
              <a:pathLst>
                <a:path w="676910" h="520064">
                  <a:moveTo>
                    <a:pt x="669036" y="0"/>
                  </a:moveTo>
                  <a:lnTo>
                    <a:pt x="0" y="510539"/>
                  </a:lnTo>
                  <a:lnTo>
                    <a:pt x="7620" y="519683"/>
                  </a:lnTo>
                  <a:lnTo>
                    <a:pt x="676656" y="9143"/>
                  </a:lnTo>
                  <a:lnTo>
                    <a:pt x="669036" y="0"/>
                  </a:lnTo>
                  <a:close/>
                </a:path>
              </a:pathLst>
            </a:custGeom>
            <a:solidFill>
              <a:srgbClr val="E48312"/>
            </a:solidFill>
          </p:spPr>
          <p:txBody>
            <a:bodyPr wrap="square" lIns="0" tIns="0" rIns="0" bIns="0" rtlCol="0"/>
            <a:lstStyle/>
            <a:p>
              <a:endParaRPr/>
            </a:p>
          </p:txBody>
        </p:sp>
        <p:sp>
          <p:nvSpPr>
            <p:cNvPr id="124" name="object 124"/>
            <p:cNvSpPr/>
            <p:nvPr/>
          </p:nvSpPr>
          <p:spPr>
            <a:xfrm>
              <a:off x="5431536" y="3131819"/>
              <a:ext cx="94487" cy="172212"/>
            </a:xfrm>
            <a:prstGeom prst="rect">
              <a:avLst/>
            </a:prstGeom>
            <a:blipFill>
              <a:blip r:embed="rId20" cstate="print"/>
              <a:stretch>
                <a:fillRect/>
              </a:stretch>
            </a:blipFill>
          </p:spPr>
          <p:txBody>
            <a:bodyPr wrap="square" lIns="0" tIns="0" rIns="0" bIns="0" rtlCol="0"/>
            <a:lstStyle/>
            <a:p>
              <a:endParaRPr/>
            </a:p>
          </p:txBody>
        </p:sp>
      </p:grpSp>
      <p:pic>
        <p:nvPicPr>
          <p:cNvPr id="126" name="Picture 2"/>
          <p:cNvPicPr>
            <a:picLocks noChangeAspect="1" noChangeArrowheads="1"/>
          </p:cNvPicPr>
          <p:nvPr/>
        </p:nvPicPr>
        <p:blipFill>
          <a:blip r:embed="rId21"/>
          <a:srcRect/>
          <a:stretch>
            <a:fillRect/>
          </a:stretch>
        </p:blipFill>
        <p:spPr bwMode="auto">
          <a:xfrm>
            <a:off x="228600" y="1524000"/>
            <a:ext cx="4416194" cy="198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87730"/>
            <a:ext cx="9144000" cy="6470650"/>
            <a:chOff x="0" y="387730"/>
            <a:chExt cx="9144000" cy="6470650"/>
          </a:xfrm>
        </p:grpSpPr>
        <p:sp>
          <p:nvSpPr>
            <p:cNvPr id="3" name="object 3"/>
            <p:cNvSpPr/>
            <p:nvPr/>
          </p:nvSpPr>
          <p:spPr>
            <a:xfrm>
              <a:off x="5763768" y="577595"/>
              <a:ext cx="2184400" cy="5782310"/>
            </a:xfrm>
            <a:custGeom>
              <a:avLst/>
              <a:gdLst/>
              <a:ahLst/>
              <a:cxnLst/>
              <a:rect l="l" t="t" r="r" b="b"/>
              <a:pathLst>
                <a:path w="2184400" h="5782310">
                  <a:moveTo>
                    <a:pt x="13716" y="5215128"/>
                  </a:moveTo>
                  <a:lnTo>
                    <a:pt x="10668" y="5212080"/>
                  </a:lnTo>
                  <a:lnTo>
                    <a:pt x="3048" y="5212080"/>
                  </a:lnTo>
                  <a:lnTo>
                    <a:pt x="0" y="5215128"/>
                  </a:lnTo>
                  <a:lnTo>
                    <a:pt x="0" y="5263896"/>
                  </a:lnTo>
                  <a:lnTo>
                    <a:pt x="3048" y="5266944"/>
                  </a:lnTo>
                  <a:lnTo>
                    <a:pt x="10668" y="5266944"/>
                  </a:lnTo>
                  <a:lnTo>
                    <a:pt x="13716" y="5263896"/>
                  </a:lnTo>
                  <a:lnTo>
                    <a:pt x="13716" y="5215128"/>
                  </a:lnTo>
                  <a:close/>
                </a:path>
                <a:path w="2184400" h="5782310">
                  <a:moveTo>
                    <a:pt x="13716" y="5131308"/>
                  </a:moveTo>
                  <a:lnTo>
                    <a:pt x="10668" y="5128260"/>
                  </a:lnTo>
                  <a:lnTo>
                    <a:pt x="3048" y="5128260"/>
                  </a:lnTo>
                  <a:lnTo>
                    <a:pt x="0" y="5131308"/>
                  </a:lnTo>
                  <a:lnTo>
                    <a:pt x="0" y="5180076"/>
                  </a:lnTo>
                  <a:lnTo>
                    <a:pt x="3048" y="5183124"/>
                  </a:lnTo>
                  <a:lnTo>
                    <a:pt x="10668" y="5183124"/>
                  </a:lnTo>
                  <a:lnTo>
                    <a:pt x="13716" y="5180076"/>
                  </a:lnTo>
                  <a:lnTo>
                    <a:pt x="13716" y="5131308"/>
                  </a:lnTo>
                  <a:close/>
                </a:path>
                <a:path w="2184400" h="5782310">
                  <a:moveTo>
                    <a:pt x="13716" y="5049012"/>
                  </a:moveTo>
                  <a:lnTo>
                    <a:pt x="10668" y="5045964"/>
                  </a:lnTo>
                  <a:lnTo>
                    <a:pt x="3048" y="5045964"/>
                  </a:lnTo>
                  <a:lnTo>
                    <a:pt x="0" y="5049012"/>
                  </a:lnTo>
                  <a:lnTo>
                    <a:pt x="0" y="5097780"/>
                  </a:lnTo>
                  <a:lnTo>
                    <a:pt x="3048" y="5100828"/>
                  </a:lnTo>
                  <a:lnTo>
                    <a:pt x="10668" y="5100828"/>
                  </a:lnTo>
                  <a:lnTo>
                    <a:pt x="13716" y="5097780"/>
                  </a:lnTo>
                  <a:lnTo>
                    <a:pt x="13716" y="5049012"/>
                  </a:lnTo>
                  <a:close/>
                </a:path>
                <a:path w="2184400" h="5782310">
                  <a:moveTo>
                    <a:pt x="13716" y="4966716"/>
                  </a:moveTo>
                  <a:lnTo>
                    <a:pt x="10668" y="4963668"/>
                  </a:lnTo>
                  <a:lnTo>
                    <a:pt x="3048" y="4963668"/>
                  </a:lnTo>
                  <a:lnTo>
                    <a:pt x="0" y="4966716"/>
                  </a:lnTo>
                  <a:lnTo>
                    <a:pt x="0" y="5015484"/>
                  </a:lnTo>
                  <a:lnTo>
                    <a:pt x="3048" y="5018532"/>
                  </a:lnTo>
                  <a:lnTo>
                    <a:pt x="10668" y="5018532"/>
                  </a:lnTo>
                  <a:lnTo>
                    <a:pt x="13716" y="5015484"/>
                  </a:lnTo>
                  <a:lnTo>
                    <a:pt x="13716" y="4966716"/>
                  </a:lnTo>
                  <a:close/>
                </a:path>
                <a:path w="2184400" h="5782310">
                  <a:moveTo>
                    <a:pt x="13716" y="4882896"/>
                  </a:moveTo>
                  <a:lnTo>
                    <a:pt x="10668" y="4879848"/>
                  </a:lnTo>
                  <a:lnTo>
                    <a:pt x="3048" y="4879848"/>
                  </a:lnTo>
                  <a:lnTo>
                    <a:pt x="0" y="4882896"/>
                  </a:lnTo>
                  <a:lnTo>
                    <a:pt x="0" y="4933188"/>
                  </a:lnTo>
                  <a:lnTo>
                    <a:pt x="3048" y="4936236"/>
                  </a:lnTo>
                  <a:lnTo>
                    <a:pt x="10668" y="4936236"/>
                  </a:lnTo>
                  <a:lnTo>
                    <a:pt x="13716" y="4933188"/>
                  </a:lnTo>
                  <a:lnTo>
                    <a:pt x="13716" y="4882896"/>
                  </a:lnTo>
                  <a:close/>
                </a:path>
                <a:path w="2184400" h="5782310">
                  <a:moveTo>
                    <a:pt x="13716" y="4800600"/>
                  </a:moveTo>
                  <a:lnTo>
                    <a:pt x="10668" y="4797552"/>
                  </a:lnTo>
                  <a:lnTo>
                    <a:pt x="3048" y="4797552"/>
                  </a:lnTo>
                  <a:lnTo>
                    <a:pt x="0" y="4800600"/>
                  </a:lnTo>
                  <a:lnTo>
                    <a:pt x="0" y="4849368"/>
                  </a:lnTo>
                  <a:lnTo>
                    <a:pt x="3048" y="4852416"/>
                  </a:lnTo>
                  <a:lnTo>
                    <a:pt x="10668" y="4852416"/>
                  </a:lnTo>
                  <a:lnTo>
                    <a:pt x="13716" y="4849368"/>
                  </a:lnTo>
                  <a:lnTo>
                    <a:pt x="13716" y="4800600"/>
                  </a:lnTo>
                  <a:close/>
                </a:path>
                <a:path w="2184400" h="5782310">
                  <a:moveTo>
                    <a:pt x="13716" y="4718304"/>
                  </a:moveTo>
                  <a:lnTo>
                    <a:pt x="10668" y="4715256"/>
                  </a:lnTo>
                  <a:lnTo>
                    <a:pt x="3048" y="4715256"/>
                  </a:lnTo>
                  <a:lnTo>
                    <a:pt x="0" y="4718304"/>
                  </a:lnTo>
                  <a:lnTo>
                    <a:pt x="0" y="4767072"/>
                  </a:lnTo>
                  <a:lnTo>
                    <a:pt x="3048" y="4770120"/>
                  </a:lnTo>
                  <a:lnTo>
                    <a:pt x="10668" y="4770120"/>
                  </a:lnTo>
                  <a:lnTo>
                    <a:pt x="13716" y="4767072"/>
                  </a:lnTo>
                  <a:lnTo>
                    <a:pt x="13716" y="4718304"/>
                  </a:lnTo>
                  <a:close/>
                </a:path>
                <a:path w="2184400" h="5782310">
                  <a:moveTo>
                    <a:pt x="13716" y="4636020"/>
                  </a:moveTo>
                  <a:lnTo>
                    <a:pt x="10668" y="4632960"/>
                  </a:lnTo>
                  <a:lnTo>
                    <a:pt x="3048" y="4632960"/>
                  </a:lnTo>
                  <a:lnTo>
                    <a:pt x="0" y="4636020"/>
                  </a:lnTo>
                  <a:lnTo>
                    <a:pt x="0" y="4684776"/>
                  </a:lnTo>
                  <a:lnTo>
                    <a:pt x="3048" y="4687824"/>
                  </a:lnTo>
                  <a:lnTo>
                    <a:pt x="10668" y="4687824"/>
                  </a:lnTo>
                  <a:lnTo>
                    <a:pt x="13716" y="4684776"/>
                  </a:lnTo>
                  <a:lnTo>
                    <a:pt x="13716" y="4636020"/>
                  </a:lnTo>
                  <a:close/>
                </a:path>
                <a:path w="2184400" h="5782310">
                  <a:moveTo>
                    <a:pt x="13716" y="4552188"/>
                  </a:moveTo>
                  <a:lnTo>
                    <a:pt x="10668" y="4549140"/>
                  </a:lnTo>
                  <a:lnTo>
                    <a:pt x="3048" y="4549140"/>
                  </a:lnTo>
                  <a:lnTo>
                    <a:pt x="0" y="4552188"/>
                  </a:lnTo>
                  <a:lnTo>
                    <a:pt x="0" y="4600956"/>
                  </a:lnTo>
                  <a:lnTo>
                    <a:pt x="3048" y="4604004"/>
                  </a:lnTo>
                  <a:lnTo>
                    <a:pt x="10668" y="4604004"/>
                  </a:lnTo>
                  <a:lnTo>
                    <a:pt x="13716" y="4600956"/>
                  </a:lnTo>
                  <a:lnTo>
                    <a:pt x="13716" y="4552188"/>
                  </a:lnTo>
                  <a:close/>
                </a:path>
                <a:path w="2184400" h="5782310">
                  <a:moveTo>
                    <a:pt x="13716" y="4469892"/>
                  </a:moveTo>
                  <a:lnTo>
                    <a:pt x="10668" y="4466844"/>
                  </a:lnTo>
                  <a:lnTo>
                    <a:pt x="3048" y="4466844"/>
                  </a:lnTo>
                  <a:lnTo>
                    <a:pt x="0" y="4469892"/>
                  </a:lnTo>
                  <a:lnTo>
                    <a:pt x="0" y="4518660"/>
                  </a:lnTo>
                  <a:lnTo>
                    <a:pt x="3048" y="4521708"/>
                  </a:lnTo>
                  <a:lnTo>
                    <a:pt x="10668" y="4521708"/>
                  </a:lnTo>
                  <a:lnTo>
                    <a:pt x="13716" y="4518660"/>
                  </a:lnTo>
                  <a:lnTo>
                    <a:pt x="13716" y="4469892"/>
                  </a:lnTo>
                  <a:close/>
                </a:path>
                <a:path w="2184400" h="5782310">
                  <a:moveTo>
                    <a:pt x="13716" y="4387596"/>
                  </a:moveTo>
                  <a:lnTo>
                    <a:pt x="10668" y="4384548"/>
                  </a:lnTo>
                  <a:lnTo>
                    <a:pt x="3048" y="4384548"/>
                  </a:lnTo>
                  <a:lnTo>
                    <a:pt x="0" y="4387596"/>
                  </a:lnTo>
                  <a:lnTo>
                    <a:pt x="0" y="4436364"/>
                  </a:lnTo>
                  <a:lnTo>
                    <a:pt x="3048" y="4439412"/>
                  </a:lnTo>
                  <a:lnTo>
                    <a:pt x="10668" y="4439412"/>
                  </a:lnTo>
                  <a:lnTo>
                    <a:pt x="13716" y="4436364"/>
                  </a:lnTo>
                  <a:lnTo>
                    <a:pt x="13716" y="4387596"/>
                  </a:lnTo>
                  <a:close/>
                </a:path>
                <a:path w="2184400" h="5782310">
                  <a:moveTo>
                    <a:pt x="13716" y="4303776"/>
                  </a:moveTo>
                  <a:lnTo>
                    <a:pt x="10668" y="4300728"/>
                  </a:lnTo>
                  <a:lnTo>
                    <a:pt x="3048" y="4300728"/>
                  </a:lnTo>
                  <a:lnTo>
                    <a:pt x="0" y="4303776"/>
                  </a:lnTo>
                  <a:lnTo>
                    <a:pt x="0" y="4354068"/>
                  </a:lnTo>
                  <a:lnTo>
                    <a:pt x="3048" y="4357116"/>
                  </a:lnTo>
                  <a:lnTo>
                    <a:pt x="10668" y="4357116"/>
                  </a:lnTo>
                  <a:lnTo>
                    <a:pt x="13716" y="4354068"/>
                  </a:lnTo>
                  <a:lnTo>
                    <a:pt x="13716" y="4303776"/>
                  </a:lnTo>
                  <a:close/>
                </a:path>
                <a:path w="2184400" h="5782310">
                  <a:moveTo>
                    <a:pt x="13716" y="4221480"/>
                  </a:moveTo>
                  <a:lnTo>
                    <a:pt x="10668" y="4218432"/>
                  </a:lnTo>
                  <a:lnTo>
                    <a:pt x="3048" y="4218432"/>
                  </a:lnTo>
                  <a:lnTo>
                    <a:pt x="0" y="4221480"/>
                  </a:lnTo>
                  <a:lnTo>
                    <a:pt x="0" y="4270248"/>
                  </a:lnTo>
                  <a:lnTo>
                    <a:pt x="3048" y="4273296"/>
                  </a:lnTo>
                  <a:lnTo>
                    <a:pt x="10668" y="4273296"/>
                  </a:lnTo>
                  <a:lnTo>
                    <a:pt x="13716" y="4270248"/>
                  </a:lnTo>
                  <a:lnTo>
                    <a:pt x="13716" y="4221480"/>
                  </a:lnTo>
                  <a:close/>
                </a:path>
                <a:path w="2184400" h="5782310">
                  <a:moveTo>
                    <a:pt x="13716" y="4139184"/>
                  </a:moveTo>
                  <a:lnTo>
                    <a:pt x="10668" y="4136136"/>
                  </a:lnTo>
                  <a:lnTo>
                    <a:pt x="3048" y="4136136"/>
                  </a:lnTo>
                  <a:lnTo>
                    <a:pt x="0" y="4139184"/>
                  </a:lnTo>
                  <a:lnTo>
                    <a:pt x="0" y="4187952"/>
                  </a:lnTo>
                  <a:lnTo>
                    <a:pt x="3048" y="4191000"/>
                  </a:lnTo>
                  <a:lnTo>
                    <a:pt x="10668" y="4191000"/>
                  </a:lnTo>
                  <a:lnTo>
                    <a:pt x="13716" y="4187952"/>
                  </a:lnTo>
                  <a:lnTo>
                    <a:pt x="13716" y="4139184"/>
                  </a:lnTo>
                  <a:close/>
                </a:path>
                <a:path w="2184400" h="5782310">
                  <a:moveTo>
                    <a:pt x="13716" y="4056888"/>
                  </a:moveTo>
                  <a:lnTo>
                    <a:pt x="10668" y="4053840"/>
                  </a:lnTo>
                  <a:lnTo>
                    <a:pt x="3048" y="4053840"/>
                  </a:lnTo>
                  <a:lnTo>
                    <a:pt x="0" y="4056888"/>
                  </a:lnTo>
                  <a:lnTo>
                    <a:pt x="0" y="4105656"/>
                  </a:lnTo>
                  <a:lnTo>
                    <a:pt x="3048" y="4108704"/>
                  </a:lnTo>
                  <a:lnTo>
                    <a:pt x="10668" y="4108704"/>
                  </a:lnTo>
                  <a:lnTo>
                    <a:pt x="13716" y="4105656"/>
                  </a:lnTo>
                  <a:lnTo>
                    <a:pt x="13716" y="4056888"/>
                  </a:lnTo>
                  <a:close/>
                </a:path>
                <a:path w="2184400" h="5782310">
                  <a:moveTo>
                    <a:pt x="13716" y="3973068"/>
                  </a:moveTo>
                  <a:lnTo>
                    <a:pt x="10668" y="3970020"/>
                  </a:lnTo>
                  <a:lnTo>
                    <a:pt x="3048" y="3970020"/>
                  </a:lnTo>
                  <a:lnTo>
                    <a:pt x="0" y="3973068"/>
                  </a:lnTo>
                  <a:lnTo>
                    <a:pt x="0" y="4021836"/>
                  </a:lnTo>
                  <a:lnTo>
                    <a:pt x="3048" y="4024884"/>
                  </a:lnTo>
                  <a:lnTo>
                    <a:pt x="10668" y="4024884"/>
                  </a:lnTo>
                  <a:lnTo>
                    <a:pt x="13716" y="4021836"/>
                  </a:lnTo>
                  <a:lnTo>
                    <a:pt x="13716" y="3973068"/>
                  </a:lnTo>
                  <a:close/>
                </a:path>
                <a:path w="2184400" h="5782310">
                  <a:moveTo>
                    <a:pt x="13716" y="3890772"/>
                  </a:moveTo>
                  <a:lnTo>
                    <a:pt x="10668" y="3887724"/>
                  </a:lnTo>
                  <a:lnTo>
                    <a:pt x="3048" y="3887724"/>
                  </a:lnTo>
                  <a:lnTo>
                    <a:pt x="0" y="3890772"/>
                  </a:lnTo>
                  <a:lnTo>
                    <a:pt x="0" y="3939540"/>
                  </a:lnTo>
                  <a:lnTo>
                    <a:pt x="3048" y="3942588"/>
                  </a:lnTo>
                  <a:lnTo>
                    <a:pt x="10668" y="3942588"/>
                  </a:lnTo>
                  <a:lnTo>
                    <a:pt x="13716" y="3939540"/>
                  </a:lnTo>
                  <a:lnTo>
                    <a:pt x="13716" y="3890772"/>
                  </a:lnTo>
                  <a:close/>
                </a:path>
                <a:path w="2184400" h="5782310">
                  <a:moveTo>
                    <a:pt x="13716" y="3808476"/>
                  </a:moveTo>
                  <a:lnTo>
                    <a:pt x="10668" y="3805428"/>
                  </a:lnTo>
                  <a:lnTo>
                    <a:pt x="3048" y="3805428"/>
                  </a:lnTo>
                  <a:lnTo>
                    <a:pt x="0" y="3808476"/>
                  </a:lnTo>
                  <a:lnTo>
                    <a:pt x="0" y="3857244"/>
                  </a:lnTo>
                  <a:lnTo>
                    <a:pt x="3048" y="3860292"/>
                  </a:lnTo>
                  <a:lnTo>
                    <a:pt x="10668" y="3860292"/>
                  </a:lnTo>
                  <a:lnTo>
                    <a:pt x="13716" y="3857244"/>
                  </a:lnTo>
                  <a:lnTo>
                    <a:pt x="13716" y="3808476"/>
                  </a:lnTo>
                  <a:close/>
                </a:path>
                <a:path w="2184400" h="5782310">
                  <a:moveTo>
                    <a:pt x="13716" y="3724656"/>
                  </a:moveTo>
                  <a:lnTo>
                    <a:pt x="10668" y="3721608"/>
                  </a:lnTo>
                  <a:lnTo>
                    <a:pt x="3048" y="3721608"/>
                  </a:lnTo>
                  <a:lnTo>
                    <a:pt x="0" y="3724656"/>
                  </a:lnTo>
                  <a:lnTo>
                    <a:pt x="0" y="3774948"/>
                  </a:lnTo>
                  <a:lnTo>
                    <a:pt x="3048" y="3777996"/>
                  </a:lnTo>
                  <a:lnTo>
                    <a:pt x="10668" y="3777996"/>
                  </a:lnTo>
                  <a:lnTo>
                    <a:pt x="13716" y="3774948"/>
                  </a:lnTo>
                  <a:lnTo>
                    <a:pt x="13716" y="3724656"/>
                  </a:lnTo>
                  <a:close/>
                </a:path>
                <a:path w="2184400" h="5782310">
                  <a:moveTo>
                    <a:pt x="13716" y="3642360"/>
                  </a:moveTo>
                  <a:lnTo>
                    <a:pt x="10668" y="3639312"/>
                  </a:lnTo>
                  <a:lnTo>
                    <a:pt x="3048" y="3639312"/>
                  </a:lnTo>
                  <a:lnTo>
                    <a:pt x="0" y="3642360"/>
                  </a:lnTo>
                  <a:lnTo>
                    <a:pt x="0" y="3691128"/>
                  </a:lnTo>
                  <a:lnTo>
                    <a:pt x="3048" y="3694176"/>
                  </a:lnTo>
                  <a:lnTo>
                    <a:pt x="10668" y="3694176"/>
                  </a:lnTo>
                  <a:lnTo>
                    <a:pt x="13716" y="3691128"/>
                  </a:lnTo>
                  <a:lnTo>
                    <a:pt x="13716" y="3642360"/>
                  </a:lnTo>
                  <a:close/>
                </a:path>
                <a:path w="2184400" h="5782310">
                  <a:moveTo>
                    <a:pt x="13716" y="3560064"/>
                  </a:moveTo>
                  <a:lnTo>
                    <a:pt x="10668" y="3557016"/>
                  </a:lnTo>
                  <a:lnTo>
                    <a:pt x="3048" y="3557016"/>
                  </a:lnTo>
                  <a:lnTo>
                    <a:pt x="0" y="3560064"/>
                  </a:lnTo>
                  <a:lnTo>
                    <a:pt x="0" y="3608832"/>
                  </a:lnTo>
                  <a:lnTo>
                    <a:pt x="3048" y="3611880"/>
                  </a:lnTo>
                  <a:lnTo>
                    <a:pt x="10668" y="3611880"/>
                  </a:lnTo>
                  <a:lnTo>
                    <a:pt x="13716" y="3608832"/>
                  </a:lnTo>
                  <a:lnTo>
                    <a:pt x="13716" y="3560064"/>
                  </a:lnTo>
                  <a:close/>
                </a:path>
                <a:path w="2184400" h="5782310">
                  <a:moveTo>
                    <a:pt x="13716" y="3477768"/>
                  </a:moveTo>
                  <a:lnTo>
                    <a:pt x="10668" y="3474720"/>
                  </a:lnTo>
                  <a:lnTo>
                    <a:pt x="3048" y="3474720"/>
                  </a:lnTo>
                  <a:lnTo>
                    <a:pt x="0" y="3477768"/>
                  </a:lnTo>
                  <a:lnTo>
                    <a:pt x="0" y="3526536"/>
                  </a:lnTo>
                  <a:lnTo>
                    <a:pt x="3048" y="3529584"/>
                  </a:lnTo>
                  <a:lnTo>
                    <a:pt x="10668" y="3529584"/>
                  </a:lnTo>
                  <a:lnTo>
                    <a:pt x="13716" y="3526536"/>
                  </a:lnTo>
                  <a:lnTo>
                    <a:pt x="13716" y="3477768"/>
                  </a:lnTo>
                  <a:close/>
                </a:path>
                <a:path w="2184400" h="5782310">
                  <a:moveTo>
                    <a:pt x="13716" y="3393948"/>
                  </a:moveTo>
                  <a:lnTo>
                    <a:pt x="10668" y="3390900"/>
                  </a:lnTo>
                  <a:lnTo>
                    <a:pt x="3048" y="3390900"/>
                  </a:lnTo>
                  <a:lnTo>
                    <a:pt x="0" y="3393948"/>
                  </a:lnTo>
                  <a:lnTo>
                    <a:pt x="0" y="3442716"/>
                  </a:lnTo>
                  <a:lnTo>
                    <a:pt x="3048" y="3445764"/>
                  </a:lnTo>
                  <a:lnTo>
                    <a:pt x="10668" y="3445764"/>
                  </a:lnTo>
                  <a:lnTo>
                    <a:pt x="13716" y="3442716"/>
                  </a:lnTo>
                  <a:lnTo>
                    <a:pt x="13716" y="3393948"/>
                  </a:lnTo>
                  <a:close/>
                </a:path>
                <a:path w="2184400" h="5782310">
                  <a:moveTo>
                    <a:pt x="13716" y="3311652"/>
                  </a:moveTo>
                  <a:lnTo>
                    <a:pt x="10668" y="3308604"/>
                  </a:lnTo>
                  <a:lnTo>
                    <a:pt x="3048" y="3308604"/>
                  </a:lnTo>
                  <a:lnTo>
                    <a:pt x="0" y="3311652"/>
                  </a:lnTo>
                  <a:lnTo>
                    <a:pt x="0" y="3360420"/>
                  </a:lnTo>
                  <a:lnTo>
                    <a:pt x="3048" y="3363468"/>
                  </a:lnTo>
                  <a:lnTo>
                    <a:pt x="10668" y="3363468"/>
                  </a:lnTo>
                  <a:lnTo>
                    <a:pt x="13716" y="3360420"/>
                  </a:lnTo>
                  <a:lnTo>
                    <a:pt x="13716" y="3311652"/>
                  </a:lnTo>
                  <a:close/>
                </a:path>
                <a:path w="2184400" h="5782310">
                  <a:moveTo>
                    <a:pt x="13716" y="3229356"/>
                  </a:moveTo>
                  <a:lnTo>
                    <a:pt x="10668" y="3226308"/>
                  </a:lnTo>
                  <a:lnTo>
                    <a:pt x="3048" y="3226308"/>
                  </a:lnTo>
                  <a:lnTo>
                    <a:pt x="0" y="3229356"/>
                  </a:lnTo>
                  <a:lnTo>
                    <a:pt x="0" y="3278124"/>
                  </a:lnTo>
                  <a:lnTo>
                    <a:pt x="3048" y="3281172"/>
                  </a:lnTo>
                  <a:lnTo>
                    <a:pt x="10668" y="3281172"/>
                  </a:lnTo>
                  <a:lnTo>
                    <a:pt x="13716" y="3278124"/>
                  </a:lnTo>
                  <a:lnTo>
                    <a:pt x="13716" y="3229356"/>
                  </a:lnTo>
                  <a:close/>
                </a:path>
                <a:path w="2184400" h="5782310">
                  <a:moveTo>
                    <a:pt x="13716" y="3145536"/>
                  </a:moveTo>
                  <a:lnTo>
                    <a:pt x="10668" y="3142488"/>
                  </a:lnTo>
                  <a:lnTo>
                    <a:pt x="3048" y="3142488"/>
                  </a:lnTo>
                  <a:lnTo>
                    <a:pt x="0" y="3145536"/>
                  </a:lnTo>
                  <a:lnTo>
                    <a:pt x="0" y="3195828"/>
                  </a:lnTo>
                  <a:lnTo>
                    <a:pt x="3048" y="3198876"/>
                  </a:lnTo>
                  <a:lnTo>
                    <a:pt x="10668" y="3198876"/>
                  </a:lnTo>
                  <a:lnTo>
                    <a:pt x="13716" y="3195828"/>
                  </a:lnTo>
                  <a:lnTo>
                    <a:pt x="13716" y="3145536"/>
                  </a:lnTo>
                  <a:close/>
                </a:path>
                <a:path w="2184400" h="5782310">
                  <a:moveTo>
                    <a:pt x="13716" y="3063240"/>
                  </a:moveTo>
                  <a:lnTo>
                    <a:pt x="10668" y="3060192"/>
                  </a:lnTo>
                  <a:lnTo>
                    <a:pt x="3048" y="3060192"/>
                  </a:lnTo>
                  <a:lnTo>
                    <a:pt x="0" y="3063240"/>
                  </a:lnTo>
                  <a:lnTo>
                    <a:pt x="0" y="3112008"/>
                  </a:lnTo>
                  <a:lnTo>
                    <a:pt x="3048" y="3115056"/>
                  </a:lnTo>
                  <a:lnTo>
                    <a:pt x="10668" y="3115056"/>
                  </a:lnTo>
                  <a:lnTo>
                    <a:pt x="13716" y="3112008"/>
                  </a:lnTo>
                  <a:lnTo>
                    <a:pt x="13716" y="3063240"/>
                  </a:lnTo>
                  <a:close/>
                </a:path>
                <a:path w="2184400" h="5782310">
                  <a:moveTo>
                    <a:pt x="13716" y="2980944"/>
                  </a:moveTo>
                  <a:lnTo>
                    <a:pt x="10668" y="2977896"/>
                  </a:lnTo>
                  <a:lnTo>
                    <a:pt x="3048" y="2977896"/>
                  </a:lnTo>
                  <a:lnTo>
                    <a:pt x="0" y="2980944"/>
                  </a:lnTo>
                  <a:lnTo>
                    <a:pt x="0" y="3029712"/>
                  </a:lnTo>
                  <a:lnTo>
                    <a:pt x="3048" y="3032760"/>
                  </a:lnTo>
                  <a:lnTo>
                    <a:pt x="10668" y="3032760"/>
                  </a:lnTo>
                  <a:lnTo>
                    <a:pt x="13716" y="3029712"/>
                  </a:lnTo>
                  <a:lnTo>
                    <a:pt x="13716" y="2980944"/>
                  </a:lnTo>
                  <a:close/>
                </a:path>
                <a:path w="2184400" h="5782310">
                  <a:moveTo>
                    <a:pt x="13716" y="2898648"/>
                  </a:moveTo>
                  <a:lnTo>
                    <a:pt x="10668" y="2895600"/>
                  </a:lnTo>
                  <a:lnTo>
                    <a:pt x="3048" y="2895600"/>
                  </a:lnTo>
                  <a:lnTo>
                    <a:pt x="0" y="2898648"/>
                  </a:lnTo>
                  <a:lnTo>
                    <a:pt x="0" y="2947416"/>
                  </a:lnTo>
                  <a:lnTo>
                    <a:pt x="3048" y="2950464"/>
                  </a:lnTo>
                  <a:lnTo>
                    <a:pt x="10668" y="2950464"/>
                  </a:lnTo>
                  <a:lnTo>
                    <a:pt x="13716" y="2947416"/>
                  </a:lnTo>
                  <a:lnTo>
                    <a:pt x="13716" y="2898648"/>
                  </a:lnTo>
                  <a:close/>
                </a:path>
                <a:path w="2184400" h="5782310">
                  <a:moveTo>
                    <a:pt x="13716" y="2814828"/>
                  </a:moveTo>
                  <a:lnTo>
                    <a:pt x="10668" y="2811780"/>
                  </a:lnTo>
                  <a:lnTo>
                    <a:pt x="3048" y="2811780"/>
                  </a:lnTo>
                  <a:lnTo>
                    <a:pt x="0" y="2814828"/>
                  </a:lnTo>
                  <a:lnTo>
                    <a:pt x="0" y="2863596"/>
                  </a:lnTo>
                  <a:lnTo>
                    <a:pt x="3048" y="2866644"/>
                  </a:lnTo>
                  <a:lnTo>
                    <a:pt x="10668" y="2866644"/>
                  </a:lnTo>
                  <a:lnTo>
                    <a:pt x="13716" y="2863596"/>
                  </a:lnTo>
                  <a:lnTo>
                    <a:pt x="13716" y="2814828"/>
                  </a:lnTo>
                  <a:close/>
                </a:path>
                <a:path w="2184400" h="5782310">
                  <a:moveTo>
                    <a:pt x="13716" y="2732532"/>
                  </a:moveTo>
                  <a:lnTo>
                    <a:pt x="10668" y="2729484"/>
                  </a:lnTo>
                  <a:lnTo>
                    <a:pt x="3048" y="2729484"/>
                  </a:lnTo>
                  <a:lnTo>
                    <a:pt x="0" y="2732532"/>
                  </a:lnTo>
                  <a:lnTo>
                    <a:pt x="0" y="2781300"/>
                  </a:lnTo>
                  <a:lnTo>
                    <a:pt x="3048" y="2784348"/>
                  </a:lnTo>
                  <a:lnTo>
                    <a:pt x="10668" y="2784348"/>
                  </a:lnTo>
                  <a:lnTo>
                    <a:pt x="13716" y="2781300"/>
                  </a:lnTo>
                  <a:lnTo>
                    <a:pt x="13716" y="2732532"/>
                  </a:lnTo>
                  <a:close/>
                </a:path>
                <a:path w="2184400" h="5782310">
                  <a:moveTo>
                    <a:pt x="13716" y="2650236"/>
                  </a:moveTo>
                  <a:lnTo>
                    <a:pt x="10668" y="2647188"/>
                  </a:lnTo>
                  <a:lnTo>
                    <a:pt x="3048" y="2647188"/>
                  </a:lnTo>
                  <a:lnTo>
                    <a:pt x="0" y="2650236"/>
                  </a:lnTo>
                  <a:lnTo>
                    <a:pt x="0" y="2699004"/>
                  </a:lnTo>
                  <a:lnTo>
                    <a:pt x="3048" y="2702052"/>
                  </a:lnTo>
                  <a:lnTo>
                    <a:pt x="10668" y="2702052"/>
                  </a:lnTo>
                  <a:lnTo>
                    <a:pt x="13716" y="2699004"/>
                  </a:lnTo>
                  <a:lnTo>
                    <a:pt x="13716" y="2650236"/>
                  </a:lnTo>
                  <a:close/>
                </a:path>
                <a:path w="2184400" h="5782310">
                  <a:moveTo>
                    <a:pt x="13716" y="2566416"/>
                  </a:moveTo>
                  <a:lnTo>
                    <a:pt x="10668" y="2563368"/>
                  </a:lnTo>
                  <a:lnTo>
                    <a:pt x="3048" y="2563368"/>
                  </a:lnTo>
                  <a:lnTo>
                    <a:pt x="0" y="2566416"/>
                  </a:lnTo>
                  <a:lnTo>
                    <a:pt x="0" y="2616708"/>
                  </a:lnTo>
                  <a:lnTo>
                    <a:pt x="3048" y="2619756"/>
                  </a:lnTo>
                  <a:lnTo>
                    <a:pt x="10668" y="2619756"/>
                  </a:lnTo>
                  <a:lnTo>
                    <a:pt x="13716" y="2616708"/>
                  </a:lnTo>
                  <a:lnTo>
                    <a:pt x="13716" y="2566416"/>
                  </a:lnTo>
                  <a:close/>
                </a:path>
                <a:path w="2184400" h="5782310">
                  <a:moveTo>
                    <a:pt x="13716" y="2484120"/>
                  </a:moveTo>
                  <a:lnTo>
                    <a:pt x="10668" y="2481072"/>
                  </a:lnTo>
                  <a:lnTo>
                    <a:pt x="3048" y="2481072"/>
                  </a:lnTo>
                  <a:lnTo>
                    <a:pt x="0" y="2484120"/>
                  </a:lnTo>
                  <a:lnTo>
                    <a:pt x="0" y="2532888"/>
                  </a:lnTo>
                  <a:lnTo>
                    <a:pt x="3048" y="2535936"/>
                  </a:lnTo>
                  <a:lnTo>
                    <a:pt x="10668" y="2535936"/>
                  </a:lnTo>
                  <a:lnTo>
                    <a:pt x="13716" y="2532888"/>
                  </a:lnTo>
                  <a:lnTo>
                    <a:pt x="13716" y="2484120"/>
                  </a:lnTo>
                  <a:close/>
                </a:path>
                <a:path w="2184400" h="5782310">
                  <a:moveTo>
                    <a:pt x="13716" y="2401824"/>
                  </a:moveTo>
                  <a:lnTo>
                    <a:pt x="10668" y="2398776"/>
                  </a:lnTo>
                  <a:lnTo>
                    <a:pt x="3048" y="2398776"/>
                  </a:lnTo>
                  <a:lnTo>
                    <a:pt x="0" y="2401824"/>
                  </a:lnTo>
                  <a:lnTo>
                    <a:pt x="0" y="2450592"/>
                  </a:lnTo>
                  <a:lnTo>
                    <a:pt x="3048" y="2453640"/>
                  </a:lnTo>
                  <a:lnTo>
                    <a:pt x="10668" y="2453640"/>
                  </a:lnTo>
                  <a:lnTo>
                    <a:pt x="13716" y="2450592"/>
                  </a:lnTo>
                  <a:lnTo>
                    <a:pt x="13716" y="2401824"/>
                  </a:lnTo>
                  <a:close/>
                </a:path>
                <a:path w="2184400" h="5782310">
                  <a:moveTo>
                    <a:pt x="13716" y="2319528"/>
                  </a:moveTo>
                  <a:lnTo>
                    <a:pt x="10668" y="2316480"/>
                  </a:lnTo>
                  <a:lnTo>
                    <a:pt x="3048" y="2316480"/>
                  </a:lnTo>
                  <a:lnTo>
                    <a:pt x="0" y="2319528"/>
                  </a:lnTo>
                  <a:lnTo>
                    <a:pt x="0" y="2368296"/>
                  </a:lnTo>
                  <a:lnTo>
                    <a:pt x="3048" y="2371344"/>
                  </a:lnTo>
                  <a:lnTo>
                    <a:pt x="10668" y="2371344"/>
                  </a:lnTo>
                  <a:lnTo>
                    <a:pt x="13716" y="2368296"/>
                  </a:lnTo>
                  <a:lnTo>
                    <a:pt x="13716" y="2319528"/>
                  </a:lnTo>
                  <a:close/>
                </a:path>
                <a:path w="2184400" h="5782310">
                  <a:moveTo>
                    <a:pt x="13716" y="2235708"/>
                  </a:moveTo>
                  <a:lnTo>
                    <a:pt x="10668" y="2232660"/>
                  </a:lnTo>
                  <a:lnTo>
                    <a:pt x="3048" y="2232660"/>
                  </a:lnTo>
                  <a:lnTo>
                    <a:pt x="0" y="2235708"/>
                  </a:lnTo>
                  <a:lnTo>
                    <a:pt x="0" y="2284476"/>
                  </a:lnTo>
                  <a:lnTo>
                    <a:pt x="3048" y="2287524"/>
                  </a:lnTo>
                  <a:lnTo>
                    <a:pt x="10668" y="2287524"/>
                  </a:lnTo>
                  <a:lnTo>
                    <a:pt x="13716" y="2284476"/>
                  </a:lnTo>
                  <a:lnTo>
                    <a:pt x="13716" y="2235708"/>
                  </a:lnTo>
                  <a:close/>
                </a:path>
                <a:path w="2184400" h="5782310">
                  <a:moveTo>
                    <a:pt x="13716" y="2153412"/>
                  </a:moveTo>
                  <a:lnTo>
                    <a:pt x="10668" y="2150364"/>
                  </a:lnTo>
                  <a:lnTo>
                    <a:pt x="3048" y="2150364"/>
                  </a:lnTo>
                  <a:lnTo>
                    <a:pt x="0" y="2153412"/>
                  </a:lnTo>
                  <a:lnTo>
                    <a:pt x="0" y="2202180"/>
                  </a:lnTo>
                  <a:lnTo>
                    <a:pt x="3048" y="2205228"/>
                  </a:lnTo>
                  <a:lnTo>
                    <a:pt x="10668" y="2205228"/>
                  </a:lnTo>
                  <a:lnTo>
                    <a:pt x="13716" y="2202180"/>
                  </a:lnTo>
                  <a:lnTo>
                    <a:pt x="13716" y="2153412"/>
                  </a:lnTo>
                  <a:close/>
                </a:path>
                <a:path w="2184400" h="5782310">
                  <a:moveTo>
                    <a:pt x="13716" y="2071116"/>
                  </a:moveTo>
                  <a:lnTo>
                    <a:pt x="10668" y="2068068"/>
                  </a:lnTo>
                  <a:lnTo>
                    <a:pt x="3048" y="2068068"/>
                  </a:lnTo>
                  <a:lnTo>
                    <a:pt x="0" y="2071116"/>
                  </a:lnTo>
                  <a:lnTo>
                    <a:pt x="0" y="2119884"/>
                  </a:lnTo>
                  <a:lnTo>
                    <a:pt x="3048" y="2122932"/>
                  </a:lnTo>
                  <a:lnTo>
                    <a:pt x="10668" y="2122932"/>
                  </a:lnTo>
                  <a:lnTo>
                    <a:pt x="13716" y="2119884"/>
                  </a:lnTo>
                  <a:lnTo>
                    <a:pt x="13716" y="2071116"/>
                  </a:lnTo>
                  <a:close/>
                </a:path>
                <a:path w="2184400" h="5782310">
                  <a:moveTo>
                    <a:pt x="13716" y="1987296"/>
                  </a:moveTo>
                  <a:lnTo>
                    <a:pt x="10668" y="1984248"/>
                  </a:lnTo>
                  <a:lnTo>
                    <a:pt x="3048" y="1984248"/>
                  </a:lnTo>
                  <a:lnTo>
                    <a:pt x="0" y="1987296"/>
                  </a:lnTo>
                  <a:lnTo>
                    <a:pt x="0" y="2037588"/>
                  </a:lnTo>
                  <a:lnTo>
                    <a:pt x="3048" y="2040636"/>
                  </a:lnTo>
                  <a:lnTo>
                    <a:pt x="10668" y="2040636"/>
                  </a:lnTo>
                  <a:lnTo>
                    <a:pt x="13716" y="2037588"/>
                  </a:lnTo>
                  <a:lnTo>
                    <a:pt x="13716" y="1987296"/>
                  </a:lnTo>
                  <a:close/>
                </a:path>
                <a:path w="2184400" h="5782310">
                  <a:moveTo>
                    <a:pt x="13716" y="1905000"/>
                  </a:moveTo>
                  <a:lnTo>
                    <a:pt x="10668" y="1901952"/>
                  </a:lnTo>
                  <a:lnTo>
                    <a:pt x="3048" y="1901952"/>
                  </a:lnTo>
                  <a:lnTo>
                    <a:pt x="0" y="1905000"/>
                  </a:lnTo>
                  <a:lnTo>
                    <a:pt x="0" y="1953768"/>
                  </a:lnTo>
                  <a:lnTo>
                    <a:pt x="3048" y="1956816"/>
                  </a:lnTo>
                  <a:lnTo>
                    <a:pt x="10668" y="1956816"/>
                  </a:lnTo>
                  <a:lnTo>
                    <a:pt x="13716" y="1953768"/>
                  </a:lnTo>
                  <a:lnTo>
                    <a:pt x="13716" y="1905000"/>
                  </a:lnTo>
                  <a:close/>
                </a:path>
                <a:path w="2184400" h="5782310">
                  <a:moveTo>
                    <a:pt x="13716" y="1822704"/>
                  </a:moveTo>
                  <a:lnTo>
                    <a:pt x="10668" y="1819656"/>
                  </a:lnTo>
                  <a:lnTo>
                    <a:pt x="3048" y="1819656"/>
                  </a:lnTo>
                  <a:lnTo>
                    <a:pt x="0" y="1822704"/>
                  </a:lnTo>
                  <a:lnTo>
                    <a:pt x="0" y="1871472"/>
                  </a:lnTo>
                  <a:lnTo>
                    <a:pt x="3048" y="1874520"/>
                  </a:lnTo>
                  <a:lnTo>
                    <a:pt x="10668" y="1874520"/>
                  </a:lnTo>
                  <a:lnTo>
                    <a:pt x="13716" y="1871472"/>
                  </a:lnTo>
                  <a:lnTo>
                    <a:pt x="13716" y="1822704"/>
                  </a:lnTo>
                  <a:close/>
                </a:path>
                <a:path w="2184400" h="5782310">
                  <a:moveTo>
                    <a:pt x="13716" y="1740408"/>
                  </a:moveTo>
                  <a:lnTo>
                    <a:pt x="10668" y="1737360"/>
                  </a:lnTo>
                  <a:lnTo>
                    <a:pt x="3048" y="1737360"/>
                  </a:lnTo>
                  <a:lnTo>
                    <a:pt x="0" y="1740408"/>
                  </a:lnTo>
                  <a:lnTo>
                    <a:pt x="0" y="1789176"/>
                  </a:lnTo>
                  <a:lnTo>
                    <a:pt x="3048" y="1792224"/>
                  </a:lnTo>
                  <a:lnTo>
                    <a:pt x="10668" y="1792224"/>
                  </a:lnTo>
                  <a:lnTo>
                    <a:pt x="13716" y="1789176"/>
                  </a:lnTo>
                  <a:lnTo>
                    <a:pt x="13716" y="1740408"/>
                  </a:lnTo>
                  <a:close/>
                </a:path>
                <a:path w="2184400" h="5782310">
                  <a:moveTo>
                    <a:pt x="13716" y="1656588"/>
                  </a:moveTo>
                  <a:lnTo>
                    <a:pt x="10668" y="1653540"/>
                  </a:lnTo>
                  <a:lnTo>
                    <a:pt x="3048" y="1653540"/>
                  </a:lnTo>
                  <a:lnTo>
                    <a:pt x="0" y="1656588"/>
                  </a:lnTo>
                  <a:lnTo>
                    <a:pt x="0" y="1705356"/>
                  </a:lnTo>
                  <a:lnTo>
                    <a:pt x="3048" y="1708404"/>
                  </a:lnTo>
                  <a:lnTo>
                    <a:pt x="10668" y="1708404"/>
                  </a:lnTo>
                  <a:lnTo>
                    <a:pt x="13716" y="1705356"/>
                  </a:lnTo>
                  <a:lnTo>
                    <a:pt x="13716" y="1656588"/>
                  </a:lnTo>
                  <a:close/>
                </a:path>
                <a:path w="2184400" h="5782310">
                  <a:moveTo>
                    <a:pt x="13716" y="1574292"/>
                  </a:moveTo>
                  <a:lnTo>
                    <a:pt x="10668" y="1571244"/>
                  </a:lnTo>
                  <a:lnTo>
                    <a:pt x="3048" y="1571244"/>
                  </a:lnTo>
                  <a:lnTo>
                    <a:pt x="0" y="1574292"/>
                  </a:lnTo>
                  <a:lnTo>
                    <a:pt x="0" y="1623060"/>
                  </a:lnTo>
                  <a:lnTo>
                    <a:pt x="3048" y="1626108"/>
                  </a:lnTo>
                  <a:lnTo>
                    <a:pt x="10668" y="1626108"/>
                  </a:lnTo>
                  <a:lnTo>
                    <a:pt x="13716" y="1623060"/>
                  </a:lnTo>
                  <a:lnTo>
                    <a:pt x="13716" y="1574292"/>
                  </a:lnTo>
                  <a:close/>
                </a:path>
                <a:path w="2184400" h="5782310">
                  <a:moveTo>
                    <a:pt x="13716" y="1491996"/>
                  </a:moveTo>
                  <a:lnTo>
                    <a:pt x="10668" y="1488948"/>
                  </a:lnTo>
                  <a:lnTo>
                    <a:pt x="3048" y="1488948"/>
                  </a:lnTo>
                  <a:lnTo>
                    <a:pt x="0" y="1491996"/>
                  </a:lnTo>
                  <a:lnTo>
                    <a:pt x="0" y="1540764"/>
                  </a:lnTo>
                  <a:lnTo>
                    <a:pt x="3048" y="1543812"/>
                  </a:lnTo>
                  <a:lnTo>
                    <a:pt x="10668" y="1543812"/>
                  </a:lnTo>
                  <a:lnTo>
                    <a:pt x="13716" y="1540764"/>
                  </a:lnTo>
                  <a:lnTo>
                    <a:pt x="13716" y="1491996"/>
                  </a:lnTo>
                  <a:close/>
                </a:path>
                <a:path w="2184400" h="5782310">
                  <a:moveTo>
                    <a:pt x="13716" y="1408176"/>
                  </a:moveTo>
                  <a:lnTo>
                    <a:pt x="10668" y="1405128"/>
                  </a:lnTo>
                  <a:lnTo>
                    <a:pt x="3048" y="1405128"/>
                  </a:lnTo>
                  <a:lnTo>
                    <a:pt x="0" y="1408176"/>
                  </a:lnTo>
                  <a:lnTo>
                    <a:pt x="0" y="1458468"/>
                  </a:lnTo>
                  <a:lnTo>
                    <a:pt x="3048" y="1461516"/>
                  </a:lnTo>
                  <a:lnTo>
                    <a:pt x="10668" y="1461516"/>
                  </a:lnTo>
                  <a:lnTo>
                    <a:pt x="13716" y="1458468"/>
                  </a:lnTo>
                  <a:lnTo>
                    <a:pt x="13716" y="1408176"/>
                  </a:lnTo>
                  <a:close/>
                </a:path>
                <a:path w="2184400" h="5782310">
                  <a:moveTo>
                    <a:pt x="13716" y="1325880"/>
                  </a:moveTo>
                  <a:lnTo>
                    <a:pt x="10668" y="1322832"/>
                  </a:lnTo>
                  <a:lnTo>
                    <a:pt x="3048" y="1322832"/>
                  </a:lnTo>
                  <a:lnTo>
                    <a:pt x="0" y="1325880"/>
                  </a:lnTo>
                  <a:lnTo>
                    <a:pt x="0" y="1374648"/>
                  </a:lnTo>
                  <a:lnTo>
                    <a:pt x="3048" y="1377696"/>
                  </a:lnTo>
                  <a:lnTo>
                    <a:pt x="10668" y="1377696"/>
                  </a:lnTo>
                  <a:lnTo>
                    <a:pt x="13716" y="1374648"/>
                  </a:lnTo>
                  <a:lnTo>
                    <a:pt x="13716" y="1325880"/>
                  </a:lnTo>
                  <a:close/>
                </a:path>
                <a:path w="2184400" h="5782310">
                  <a:moveTo>
                    <a:pt x="13716" y="1243584"/>
                  </a:moveTo>
                  <a:lnTo>
                    <a:pt x="10668" y="1240536"/>
                  </a:lnTo>
                  <a:lnTo>
                    <a:pt x="3048" y="1240536"/>
                  </a:lnTo>
                  <a:lnTo>
                    <a:pt x="0" y="1243584"/>
                  </a:lnTo>
                  <a:lnTo>
                    <a:pt x="0" y="1292352"/>
                  </a:lnTo>
                  <a:lnTo>
                    <a:pt x="3048" y="1295400"/>
                  </a:lnTo>
                  <a:lnTo>
                    <a:pt x="10668" y="1295400"/>
                  </a:lnTo>
                  <a:lnTo>
                    <a:pt x="13716" y="1292352"/>
                  </a:lnTo>
                  <a:lnTo>
                    <a:pt x="13716" y="1243584"/>
                  </a:lnTo>
                  <a:close/>
                </a:path>
                <a:path w="2184400" h="5782310">
                  <a:moveTo>
                    <a:pt x="13716" y="1161288"/>
                  </a:moveTo>
                  <a:lnTo>
                    <a:pt x="10668" y="1158240"/>
                  </a:lnTo>
                  <a:lnTo>
                    <a:pt x="3048" y="1158240"/>
                  </a:lnTo>
                  <a:lnTo>
                    <a:pt x="0" y="1161288"/>
                  </a:lnTo>
                  <a:lnTo>
                    <a:pt x="0" y="1210056"/>
                  </a:lnTo>
                  <a:lnTo>
                    <a:pt x="3048" y="1213104"/>
                  </a:lnTo>
                  <a:lnTo>
                    <a:pt x="10668" y="1213104"/>
                  </a:lnTo>
                  <a:lnTo>
                    <a:pt x="13716" y="1210056"/>
                  </a:lnTo>
                  <a:lnTo>
                    <a:pt x="13716" y="1161288"/>
                  </a:lnTo>
                  <a:close/>
                </a:path>
                <a:path w="2184400" h="5782310">
                  <a:moveTo>
                    <a:pt x="13716" y="1077468"/>
                  </a:moveTo>
                  <a:lnTo>
                    <a:pt x="10668" y="1074420"/>
                  </a:lnTo>
                  <a:lnTo>
                    <a:pt x="3048" y="1074420"/>
                  </a:lnTo>
                  <a:lnTo>
                    <a:pt x="0" y="1077468"/>
                  </a:lnTo>
                  <a:lnTo>
                    <a:pt x="0" y="1126236"/>
                  </a:lnTo>
                  <a:lnTo>
                    <a:pt x="3048" y="1129284"/>
                  </a:lnTo>
                  <a:lnTo>
                    <a:pt x="10668" y="1129284"/>
                  </a:lnTo>
                  <a:lnTo>
                    <a:pt x="13716" y="1126236"/>
                  </a:lnTo>
                  <a:lnTo>
                    <a:pt x="13716" y="1077468"/>
                  </a:lnTo>
                  <a:close/>
                </a:path>
                <a:path w="2184400" h="5782310">
                  <a:moveTo>
                    <a:pt x="13716" y="995172"/>
                  </a:moveTo>
                  <a:lnTo>
                    <a:pt x="10668" y="992124"/>
                  </a:lnTo>
                  <a:lnTo>
                    <a:pt x="3048" y="992124"/>
                  </a:lnTo>
                  <a:lnTo>
                    <a:pt x="0" y="995172"/>
                  </a:lnTo>
                  <a:lnTo>
                    <a:pt x="0" y="1043940"/>
                  </a:lnTo>
                  <a:lnTo>
                    <a:pt x="3048" y="1046988"/>
                  </a:lnTo>
                  <a:lnTo>
                    <a:pt x="10668" y="1046988"/>
                  </a:lnTo>
                  <a:lnTo>
                    <a:pt x="13716" y="1043940"/>
                  </a:lnTo>
                  <a:lnTo>
                    <a:pt x="13716" y="995172"/>
                  </a:lnTo>
                  <a:close/>
                </a:path>
                <a:path w="2184400" h="5782310">
                  <a:moveTo>
                    <a:pt x="13716" y="912876"/>
                  </a:moveTo>
                  <a:lnTo>
                    <a:pt x="10668" y="909828"/>
                  </a:lnTo>
                  <a:lnTo>
                    <a:pt x="3048" y="909828"/>
                  </a:lnTo>
                  <a:lnTo>
                    <a:pt x="0" y="912876"/>
                  </a:lnTo>
                  <a:lnTo>
                    <a:pt x="0" y="961644"/>
                  </a:lnTo>
                  <a:lnTo>
                    <a:pt x="3048" y="964692"/>
                  </a:lnTo>
                  <a:lnTo>
                    <a:pt x="10668" y="964692"/>
                  </a:lnTo>
                  <a:lnTo>
                    <a:pt x="13716" y="961644"/>
                  </a:lnTo>
                  <a:lnTo>
                    <a:pt x="13716" y="912876"/>
                  </a:lnTo>
                  <a:close/>
                </a:path>
                <a:path w="2184400" h="5782310">
                  <a:moveTo>
                    <a:pt x="13716" y="829056"/>
                  </a:moveTo>
                  <a:lnTo>
                    <a:pt x="10668" y="826008"/>
                  </a:lnTo>
                  <a:lnTo>
                    <a:pt x="3048" y="826008"/>
                  </a:lnTo>
                  <a:lnTo>
                    <a:pt x="0" y="829056"/>
                  </a:lnTo>
                  <a:lnTo>
                    <a:pt x="0" y="879348"/>
                  </a:lnTo>
                  <a:lnTo>
                    <a:pt x="3048" y="882396"/>
                  </a:lnTo>
                  <a:lnTo>
                    <a:pt x="10668" y="882396"/>
                  </a:lnTo>
                  <a:lnTo>
                    <a:pt x="13716" y="879348"/>
                  </a:lnTo>
                  <a:lnTo>
                    <a:pt x="13716" y="829056"/>
                  </a:lnTo>
                  <a:close/>
                </a:path>
                <a:path w="2184400" h="5782310">
                  <a:moveTo>
                    <a:pt x="13716" y="746760"/>
                  </a:moveTo>
                  <a:lnTo>
                    <a:pt x="10668" y="743712"/>
                  </a:lnTo>
                  <a:lnTo>
                    <a:pt x="3048" y="743712"/>
                  </a:lnTo>
                  <a:lnTo>
                    <a:pt x="0" y="746760"/>
                  </a:lnTo>
                  <a:lnTo>
                    <a:pt x="0" y="795528"/>
                  </a:lnTo>
                  <a:lnTo>
                    <a:pt x="3048" y="798576"/>
                  </a:lnTo>
                  <a:lnTo>
                    <a:pt x="10668" y="798576"/>
                  </a:lnTo>
                  <a:lnTo>
                    <a:pt x="13716" y="795528"/>
                  </a:lnTo>
                  <a:lnTo>
                    <a:pt x="13716" y="746760"/>
                  </a:lnTo>
                  <a:close/>
                </a:path>
                <a:path w="2184400" h="5782310">
                  <a:moveTo>
                    <a:pt x="13716" y="664464"/>
                  </a:moveTo>
                  <a:lnTo>
                    <a:pt x="10668" y="661416"/>
                  </a:lnTo>
                  <a:lnTo>
                    <a:pt x="3048" y="661416"/>
                  </a:lnTo>
                  <a:lnTo>
                    <a:pt x="0" y="664464"/>
                  </a:lnTo>
                  <a:lnTo>
                    <a:pt x="0" y="713232"/>
                  </a:lnTo>
                  <a:lnTo>
                    <a:pt x="3048" y="716280"/>
                  </a:lnTo>
                  <a:lnTo>
                    <a:pt x="10668" y="716280"/>
                  </a:lnTo>
                  <a:lnTo>
                    <a:pt x="13716" y="713232"/>
                  </a:lnTo>
                  <a:lnTo>
                    <a:pt x="13716" y="664464"/>
                  </a:lnTo>
                  <a:close/>
                </a:path>
                <a:path w="2184400" h="5782310">
                  <a:moveTo>
                    <a:pt x="13716" y="582168"/>
                  </a:moveTo>
                  <a:lnTo>
                    <a:pt x="10668" y="579120"/>
                  </a:lnTo>
                  <a:lnTo>
                    <a:pt x="3048" y="579120"/>
                  </a:lnTo>
                  <a:lnTo>
                    <a:pt x="0" y="582168"/>
                  </a:lnTo>
                  <a:lnTo>
                    <a:pt x="0" y="630936"/>
                  </a:lnTo>
                  <a:lnTo>
                    <a:pt x="3048" y="633984"/>
                  </a:lnTo>
                  <a:lnTo>
                    <a:pt x="10668" y="633984"/>
                  </a:lnTo>
                  <a:lnTo>
                    <a:pt x="13716" y="630936"/>
                  </a:lnTo>
                  <a:lnTo>
                    <a:pt x="13716" y="582168"/>
                  </a:lnTo>
                  <a:close/>
                </a:path>
                <a:path w="2184400" h="5782310">
                  <a:moveTo>
                    <a:pt x="13716" y="498348"/>
                  </a:moveTo>
                  <a:lnTo>
                    <a:pt x="10668" y="495300"/>
                  </a:lnTo>
                  <a:lnTo>
                    <a:pt x="3048" y="495300"/>
                  </a:lnTo>
                  <a:lnTo>
                    <a:pt x="0" y="498348"/>
                  </a:lnTo>
                  <a:lnTo>
                    <a:pt x="0" y="547116"/>
                  </a:lnTo>
                  <a:lnTo>
                    <a:pt x="3048" y="550164"/>
                  </a:lnTo>
                  <a:lnTo>
                    <a:pt x="10668" y="550164"/>
                  </a:lnTo>
                  <a:lnTo>
                    <a:pt x="13716" y="547116"/>
                  </a:lnTo>
                  <a:lnTo>
                    <a:pt x="13716" y="498348"/>
                  </a:lnTo>
                  <a:close/>
                </a:path>
                <a:path w="2184400" h="5782310">
                  <a:moveTo>
                    <a:pt x="13716" y="416052"/>
                  </a:moveTo>
                  <a:lnTo>
                    <a:pt x="10668" y="413004"/>
                  </a:lnTo>
                  <a:lnTo>
                    <a:pt x="3048" y="413004"/>
                  </a:lnTo>
                  <a:lnTo>
                    <a:pt x="0" y="416052"/>
                  </a:lnTo>
                  <a:lnTo>
                    <a:pt x="0" y="464820"/>
                  </a:lnTo>
                  <a:lnTo>
                    <a:pt x="3048" y="467868"/>
                  </a:lnTo>
                  <a:lnTo>
                    <a:pt x="10668" y="467868"/>
                  </a:lnTo>
                  <a:lnTo>
                    <a:pt x="13716" y="464820"/>
                  </a:lnTo>
                  <a:lnTo>
                    <a:pt x="13716" y="416052"/>
                  </a:lnTo>
                  <a:close/>
                </a:path>
                <a:path w="2184400" h="5782310">
                  <a:moveTo>
                    <a:pt x="13716" y="333756"/>
                  </a:moveTo>
                  <a:lnTo>
                    <a:pt x="10668" y="330708"/>
                  </a:lnTo>
                  <a:lnTo>
                    <a:pt x="3048" y="330708"/>
                  </a:lnTo>
                  <a:lnTo>
                    <a:pt x="0" y="333756"/>
                  </a:lnTo>
                  <a:lnTo>
                    <a:pt x="0" y="382524"/>
                  </a:lnTo>
                  <a:lnTo>
                    <a:pt x="3048" y="385572"/>
                  </a:lnTo>
                  <a:lnTo>
                    <a:pt x="10668" y="385572"/>
                  </a:lnTo>
                  <a:lnTo>
                    <a:pt x="13716" y="382524"/>
                  </a:lnTo>
                  <a:lnTo>
                    <a:pt x="13716" y="333756"/>
                  </a:lnTo>
                  <a:close/>
                </a:path>
                <a:path w="2184400" h="5782310">
                  <a:moveTo>
                    <a:pt x="13716" y="249936"/>
                  </a:moveTo>
                  <a:lnTo>
                    <a:pt x="10668" y="246888"/>
                  </a:lnTo>
                  <a:lnTo>
                    <a:pt x="3048" y="246888"/>
                  </a:lnTo>
                  <a:lnTo>
                    <a:pt x="0" y="249936"/>
                  </a:lnTo>
                  <a:lnTo>
                    <a:pt x="0" y="300228"/>
                  </a:lnTo>
                  <a:lnTo>
                    <a:pt x="3048" y="303276"/>
                  </a:lnTo>
                  <a:lnTo>
                    <a:pt x="10668" y="303276"/>
                  </a:lnTo>
                  <a:lnTo>
                    <a:pt x="13716" y="300228"/>
                  </a:lnTo>
                  <a:lnTo>
                    <a:pt x="13716" y="249936"/>
                  </a:lnTo>
                  <a:close/>
                </a:path>
                <a:path w="2184400" h="5782310">
                  <a:moveTo>
                    <a:pt x="13716" y="167640"/>
                  </a:moveTo>
                  <a:lnTo>
                    <a:pt x="10668" y="164592"/>
                  </a:lnTo>
                  <a:lnTo>
                    <a:pt x="3048" y="164592"/>
                  </a:lnTo>
                  <a:lnTo>
                    <a:pt x="0" y="167640"/>
                  </a:lnTo>
                  <a:lnTo>
                    <a:pt x="0" y="216408"/>
                  </a:lnTo>
                  <a:lnTo>
                    <a:pt x="3048" y="219456"/>
                  </a:lnTo>
                  <a:lnTo>
                    <a:pt x="10668" y="219456"/>
                  </a:lnTo>
                  <a:lnTo>
                    <a:pt x="13716" y="216408"/>
                  </a:lnTo>
                  <a:lnTo>
                    <a:pt x="13716" y="167640"/>
                  </a:lnTo>
                  <a:close/>
                </a:path>
                <a:path w="2184400" h="5782310">
                  <a:moveTo>
                    <a:pt x="13716" y="85344"/>
                  </a:moveTo>
                  <a:lnTo>
                    <a:pt x="10668" y="82296"/>
                  </a:lnTo>
                  <a:lnTo>
                    <a:pt x="3048" y="82296"/>
                  </a:lnTo>
                  <a:lnTo>
                    <a:pt x="0" y="85344"/>
                  </a:lnTo>
                  <a:lnTo>
                    <a:pt x="0" y="134112"/>
                  </a:lnTo>
                  <a:lnTo>
                    <a:pt x="3048" y="137160"/>
                  </a:lnTo>
                  <a:lnTo>
                    <a:pt x="10668" y="137160"/>
                  </a:lnTo>
                  <a:lnTo>
                    <a:pt x="13716" y="134112"/>
                  </a:lnTo>
                  <a:lnTo>
                    <a:pt x="13716" y="85344"/>
                  </a:lnTo>
                  <a:close/>
                </a:path>
                <a:path w="2184400" h="5782310">
                  <a:moveTo>
                    <a:pt x="13716" y="3048"/>
                  </a:moveTo>
                  <a:lnTo>
                    <a:pt x="10668" y="0"/>
                  </a:lnTo>
                  <a:lnTo>
                    <a:pt x="3048" y="0"/>
                  </a:lnTo>
                  <a:lnTo>
                    <a:pt x="0" y="3048"/>
                  </a:lnTo>
                  <a:lnTo>
                    <a:pt x="0" y="51816"/>
                  </a:lnTo>
                  <a:lnTo>
                    <a:pt x="3048" y="54864"/>
                  </a:lnTo>
                  <a:lnTo>
                    <a:pt x="10668" y="54864"/>
                  </a:lnTo>
                  <a:lnTo>
                    <a:pt x="13716" y="51816"/>
                  </a:lnTo>
                  <a:lnTo>
                    <a:pt x="13716" y="3048"/>
                  </a:lnTo>
                  <a:close/>
                </a:path>
                <a:path w="2184400" h="5782310">
                  <a:moveTo>
                    <a:pt x="231648" y="5266944"/>
                  </a:moveTo>
                  <a:lnTo>
                    <a:pt x="228600" y="5263896"/>
                  </a:lnTo>
                  <a:lnTo>
                    <a:pt x="220980" y="5263896"/>
                  </a:lnTo>
                  <a:lnTo>
                    <a:pt x="217932" y="5266944"/>
                  </a:lnTo>
                  <a:lnTo>
                    <a:pt x="217932" y="5291328"/>
                  </a:lnTo>
                  <a:lnTo>
                    <a:pt x="220980" y="5294376"/>
                  </a:lnTo>
                  <a:lnTo>
                    <a:pt x="228600" y="5294376"/>
                  </a:lnTo>
                  <a:lnTo>
                    <a:pt x="231648" y="5291328"/>
                  </a:lnTo>
                  <a:lnTo>
                    <a:pt x="231648" y="5266944"/>
                  </a:lnTo>
                  <a:close/>
                </a:path>
                <a:path w="2184400" h="5782310">
                  <a:moveTo>
                    <a:pt x="231648" y="5184648"/>
                  </a:moveTo>
                  <a:lnTo>
                    <a:pt x="228600" y="5181600"/>
                  </a:lnTo>
                  <a:lnTo>
                    <a:pt x="220980" y="5181600"/>
                  </a:lnTo>
                  <a:lnTo>
                    <a:pt x="217932" y="5184648"/>
                  </a:lnTo>
                  <a:lnTo>
                    <a:pt x="217932" y="5233416"/>
                  </a:lnTo>
                  <a:lnTo>
                    <a:pt x="220980" y="5236464"/>
                  </a:lnTo>
                  <a:lnTo>
                    <a:pt x="228600" y="5236464"/>
                  </a:lnTo>
                  <a:lnTo>
                    <a:pt x="231648" y="5233416"/>
                  </a:lnTo>
                  <a:lnTo>
                    <a:pt x="231648" y="5184648"/>
                  </a:lnTo>
                  <a:close/>
                </a:path>
                <a:path w="2184400" h="5782310">
                  <a:moveTo>
                    <a:pt x="231648" y="5102352"/>
                  </a:moveTo>
                  <a:lnTo>
                    <a:pt x="228600" y="5099304"/>
                  </a:lnTo>
                  <a:lnTo>
                    <a:pt x="220980" y="5099304"/>
                  </a:lnTo>
                  <a:lnTo>
                    <a:pt x="217932" y="5102352"/>
                  </a:lnTo>
                  <a:lnTo>
                    <a:pt x="217932" y="5151120"/>
                  </a:lnTo>
                  <a:lnTo>
                    <a:pt x="220980" y="5154168"/>
                  </a:lnTo>
                  <a:lnTo>
                    <a:pt x="228600" y="5154168"/>
                  </a:lnTo>
                  <a:lnTo>
                    <a:pt x="231648" y="5151120"/>
                  </a:lnTo>
                  <a:lnTo>
                    <a:pt x="231648" y="5102352"/>
                  </a:lnTo>
                  <a:close/>
                </a:path>
                <a:path w="2184400" h="5782310">
                  <a:moveTo>
                    <a:pt x="231648" y="5018532"/>
                  </a:moveTo>
                  <a:lnTo>
                    <a:pt x="228600" y="5015484"/>
                  </a:lnTo>
                  <a:lnTo>
                    <a:pt x="220980" y="5015484"/>
                  </a:lnTo>
                  <a:lnTo>
                    <a:pt x="217932" y="5018532"/>
                  </a:lnTo>
                  <a:lnTo>
                    <a:pt x="217932" y="5067300"/>
                  </a:lnTo>
                  <a:lnTo>
                    <a:pt x="220980" y="5070348"/>
                  </a:lnTo>
                  <a:lnTo>
                    <a:pt x="228600" y="5070348"/>
                  </a:lnTo>
                  <a:lnTo>
                    <a:pt x="231648" y="5067300"/>
                  </a:lnTo>
                  <a:lnTo>
                    <a:pt x="231648" y="5018532"/>
                  </a:lnTo>
                  <a:close/>
                </a:path>
                <a:path w="2184400" h="5782310">
                  <a:moveTo>
                    <a:pt x="231648" y="4936236"/>
                  </a:moveTo>
                  <a:lnTo>
                    <a:pt x="228600" y="4933188"/>
                  </a:lnTo>
                  <a:lnTo>
                    <a:pt x="220980" y="4933188"/>
                  </a:lnTo>
                  <a:lnTo>
                    <a:pt x="217932" y="4936236"/>
                  </a:lnTo>
                  <a:lnTo>
                    <a:pt x="217932" y="4985004"/>
                  </a:lnTo>
                  <a:lnTo>
                    <a:pt x="220980" y="4988052"/>
                  </a:lnTo>
                  <a:lnTo>
                    <a:pt x="228600" y="4988052"/>
                  </a:lnTo>
                  <a:lnTo>
                    <a:pt x="231648" y="4985004"/>
                  </a:lnTo>
                  <a:lnTo>
                    <a:pt x="231648" y="4936236"/>
                  </a:lnTo>
                  <a:close/>
                </a:path>
                <a:path w="2184400" h="5782310">
                  <a:moveTo>
                    <a:pt x="231648" y="4853940"/>
                  </a:moveTo>
                  <a:lnTo>
                    <a:pt x="228600" y="4850892"/>
                  </a:lnTo>
                  <a:lnTo>
                    <a:pt x="220980" y="4850892"/>
                  </a:lnTo>
                  <a:lnTo>
                    <a:pt x="217932" y="4853940"/>
                  </a:lnTo>
                  <a:lnTo>
                    <a:pt x="217932" y="4902708"/>
                  </a:lnTo>
                  <a:lnTo>
                    <a:pt x="220980" y="4905756"/>
                  </a:lnTo>
                  <a:lnTo>
                    <a:pt x="228600" y="4905756"/>
                  </a:lnTo>
                  <a:lnTo>
                    <a:pt x="231648" y="4902708"/>
                  </a:lnTo>
                  <a:lnTo>
                    <a:pt x="231648" y="4853940"/>
                  </a:lnTo>
                  <a:close/>
                </a:path>
                <a:path w="2184400" h="5782310">
                  <a:moveTo>
                    <a:pt x="231648" y="4770120"/>
                  </a:moveTo>
                  <a:lnTo>
                    <a:pt x="228600" y="4767072"/>
                  </a:lnTo>
                  <a:lnTo>
                    <a:pt x="220980" y="4767072"/>
                  </a:lnTo>
                  <a:lnTo>
                    <a:pt x="217932" y="4770120"/>
                  </a:lnTo>
                  <a:lnTo>
                    <a:pt x="217932" y="4820412"/>
                  </a:lnTo>
                  <a:lnTo>
                    <a:pt x="220980" y="4823460"/>
                  </a:lnTo>
                  <a:lnTo>
                    <a:pt x="228600" y="4823460"/>
                  </a:lnTo>
                  <a:lnTo>
                    <a:pt x="231648" y="4820412"/>
                  </a:lnTo>
                  <a:lnTo>
                    <a:pt x="231648" y="4770120"/>
                  </a:lnTo>
                  <a:close/>
                </a:path>
                <a:path w="2184400" h="5782310">
                  <a:moveTo>
                    <a:pt x="231648" y="4687824"/>
                  </a:moveTo>
                  <a:lnTo>
                    <a:pt x="228600" y="4684776"/>
                  </a:lnTo>
                  <a:lnTo>
                    <a:pt x="220980" y="4684776"/>
                  </a:lnTo>
                  <a:lnTo>
                    <a:pt x="217932" y="4687824"/>
                  </a:lnTo>
                  <a:lnTo>
                    <a:pt x="217932" y="4736592"/>
                  </a:lnTo>
                  <a:lnTo>
                    <a:pt x="220980" y="4739640"/>
                  </a:lnTo>
                  <a:lnTo>
                    <a:pt x="228600" y="4739640"/>
                  </a:lnTo>
                  <a:lnTo>
                    <a:pt x="231648" y="4736592"/>
                  </a:lnTo>
                  <a:lnTo>
                    <a:pt x="231648" y="4687824"/>
                  </a:lnTo>
                  <a:close/>
                </a:path>
                <a:path w="2184400" h="5782310">
                  <a:moveTo>
                    <a:pt x="231648" y="4605528"/>
                  </a:moveTo>
                  <a:lnTo>
                    <a:pt x="228600" y="4602480"/>
                  </a:lnTo>
                  <a:lnTo>
                    <a:pt x="220980" y="4602480"/>
                  </a:lnTo>
                  <a:lnTo>
                    <a:pt x="217932" y="4605528"/>
                  </a:lnTo>
                  <a:lnTo>
                    <a:pt x="217932" y="4654308"/>
                  </a:lnTo>
                  <a:lnTo>
                    <a:pt x="220980" y="4657344"/>
                  </a:lnTo>
                  <a:lnTo>
                    <a:pt x="228600" y="4657344"/>
                  </a:lnTo>
                  <a:lnTo>
                    <a:pt x="231648" y="4654308"/>
                  </a:lnTo>
                  <a:lnTo>
                    <a:pt x="231648" y="4605528"/>
                  </a:lnTo>
                  <a:close/>
                </a:path>
                <a:path w="2184400" h="5782310">
                  <a:moveTo>
                    <a:pt x="231648" y="4523232"/>
                  </a:moveTo>
                  <a:lnTo>
                    <a:pt x="228600" y="4520184"/>
                  </a:lnTo>
                  <a:lnTo>
                    <a:pt x="220980" y="4520184"/>
                  </a:lnTo>
                  <a:lnTo>
                    <a:pt x="217932" y="4523232"/>
                  </a:lnTo>
                  <a:lnTo>
                    <a:pt x="217932" y="4572000"/>
                  </a:lnTo>
                  <a:lnTo>
                    <a:pt x="220980" y="4575048"/>
                  </a:lnTo>
                  <a:lnTo>
                    <a:pt x="228600" y="4575048"/>
                  </a:lnTo>
                  <a:lnTo>
                    <a:pt x="231648" y="4572000"/>
                  </a:lnTo>
                  <a:lnTo>
                    <a:pt x="231648" y="4523232"/>
                  </a:lnTo>
                  <a:close/>
                </a:path>
                <a:path w="2184400" h="5782310">
                  <a:moveTo>
                    <a:pt x="231648" y="4439412"/>
                  </a:moveTo>
                  <a:lnTo>
                    <a:pt x="228600" y="4436364"/>
                  </a:lnTo>
                  <a:lnTo>
                    <a:pt x="220980" y="4436364"/>
                  </a:lnTo>
                  <a:lnTo>
                    <a:pt x="217932" y="4439412"/>
                  </a:lnTo>
                  <a:lnTo>
                    <a:pt x="217932" y="4488180"/>
                  </a:lnTo>
                  <a:lnTo>
                    <a:pt x="220980" y="4491228"/>
                  </a:lnTo>
                  <a:lnTo>
                    <a:pt x="228600" y="4491228"/>
                  </a:lnTo>
                  <a:lnTo>
                    <a:pt x="231648" y="4488180"/>
                  </a:lnTo>
                  <a:lnTo>
                    <a:pt x="231648" y="4439412"/>
                  </a:lnTo>
                  <a:close/>
                </a:path>
                <a:path w="2184400" h="5782310">
                  <a:moveTo>
                    <a:pt x="231648" y="4357116"/>
                  </a:moveTo>
                  <a:lnTo>
                    <a:pt x="228600" y="4354068"/>
                  </a:lnTo>
                  <a:lnTo>
                    <a:pt x="220980" y="4354068"/>
                  </a:lnTo>
                  <a:lnTo>
                    <a:pt x="217932" y="4357116"/>
                  </a:lnTo>
                  <a:lnTo>
                    <a:pt x="217932" y="4405884"/>
                  </a:lnTo>
                  <a:lnTo>
                    <a:pt x="220980" y="4408932"/>
                  </a:lnTo>
                  <a:lnTo>
                    <a:pt x="228600" y="4408932"/>
                  </a:lnTo>
                  <a:lnTo>
                    <a:pt x="231648" y="4405884"/>
                  </a:lnTo>
                  <a:lnTo>
                    <a:pt x="231648" y="4357116"/>
                  </a:lnTo>
                  <a:close/>
                </a:path>
                <a:path w="2184400" h="5782310">
                  <a:moveTo>
                    <a:pt x="231648" y="4274820"/>
                  </a:moveTo>
                  <a:lnTo>
                    <a:pt x="228600" y="4271772"/>
                  </a:lnTo>
                  <a:lnTo>
                    <a:pt x="220980" y="4271772"/>
                  </a:lnTo>
                  <a:lnTo>
                    <a:pt x="217932" y="4274820"/>
                  </a:lnTo>
                  <a:lnTo>
                    <a:pt x="217932" y="4323588"/>
                  </a:lnTo>
                  <a:lnTo>
                    <a:pt x="220980" y="4326636"/>
                  </a:lnTo>
                  <a:lnTo>
                    <a:pt x="228600" y="4326636"/>
                  </a:lnTo>
                  <a:lnTo>
                    <a:pt x="231648" y="4323588"/>
                  </a:lnTo>
                  <a:lnTo>
                    <a:pt x="231648" y="4274820"/>
                  </a:lnTo>
                  <a:close/>
                </a:path>
                <a:path w="2184400" h="5782310">
                  <a:moveTo>
                    <a:pt x="231648" y="4191000"/>
                  </a:moveTo>
                  <a:lnTo>
                    <a:pt x="228600" y="4187952"/>
                  </a:lnTo>
                  <a:lnTo>
                    <a:pt x="220980" y="4187952"/>
                  </a:lnTo>
                  <a:lnTo>
                    <a:pt x="217932" y="4191000"/>
                  </a:lnTo>
                  <a:lnTo>
                    <a:pt x="217932" y="4241292"/>
                  </a:lnTo>
                  <a:lnTo>
                    <a:pt x="220980" y="4244340"/>
                  </a:lnTo>
                  <a:lnTo>
                    <a:pt x="228600" y="4244340"/>
                  </a:lnTo>
                  <a:lnTo>
                    <a:pt x="231648" y="4241292"/>
                  </a:lnTo>
                  <a:lnTo>
                    <a:pt x="231648" y="4191000"/>
                  </a:lnTo>
                  <a:close/>
                </a:path>
                <a:path w="2184400" h="5782310">
                  <a:moveTo>
                    <a:pt x="231648" y="4108704"/>
                  </a:moveTo>
                  <a:lnTo>
                    <a:pt x="228600" y="4105656"/>
                  </a:lnTo>
                  <a:lnTo>
                    <a:pt x="220980" y="4105656"/>
                  </a:lnTo>
                  <a:lnTo>
                    <a:pt x="217932" y="4108704"/>
                  </a:lnTo>
                  <a:lnTo>
                    <a:pt x="217932" y="4157472"/>
                  </a:lnTo>
                  <a:lnTo>
                    <a:pt x="220980" y="4160520"/>
                  </a:lnTo>
                  <a:lnTo>
                    <a:pt x="228600" y="4160520"/>
                  </a:lnTo>
                  <a:lnTo>
                    <a:pt x="231648" y="4157472"/>
                  </a:lnTo>
                  <a:lnTo>
                    <a:pt x="231648" y="4108704"/>
                  </a:lnTo>
                  <a:close/>
                </a:path>
                <a:path w="2184400" h="5782310">
                  <a:moveTo>
                    <a:pt x="231648" y="4026408"/>
                  </a:moveTo>
                  <a:lnTo>
                    <a:pt x="228600" y="4023360"/>
                  </a:lnTo>
                  <a:lnTo>
                    <a:pt x="220980" y="4023360"/>
                  </a:lnTo>
                  <a:lnTo>
                    <a:pt x="217932" y="4026408"/>
                  </a:lnTo>
                  <a:lnTo>
                    <a:pt x="217932" y="4075176"/>
                  </a:lnTo>
                  <a:lnTo>
                    <a:pt x="220980" y="4078224"/>
                  </a:lnTo>
                  <a:lnTo>
                    <a:pt x="228600" y="4078224"/>
                  </a:lnTo>
                  <a:lnTo>
                    <a:pt x="231648" y="4075176"/>
                  </a:lnTo>
                  <a:lnTo>
                    <a:pt x="231648" y="4026408"/>
                  </a:lnTo>
                  <a:close/>
                </a:path>
                <a:path w="2184400" h="5782310">
                  <a:moveTo>
                    <a:pt x="231648" y="3944112"/>
                  </a:moveTo>
                  <a:lnTo>
                    <a:pt x="228600" y="3941064"/>
                  </a:lnTo>
                  <a:lnTo>
                    <a:pt x="220980" y="3941064"/>
                  </a:lnTo>
                  <a:lnTo>
                    <a:pt x="217932" y="3944112"/>
                  </a:lnTo>
                  <a:lnTo>
                    <a:pt x="217932" y="3992880"/>
                  </a:lnTo>
                  <a:lnTo>
                    <a:pt x="220980" y="3995928"/>
                  </a:lnTo>
                  <a:lnTo>
                    <a:pt x="228600" y="3995928"/>
                  </a:lnTo>
                  <a:lnTo>
                    <a:pt x="231648" y="3992880"/>
                  </a:lnTo>
                  <a:lnTo>
                    <a:pt x="231648" y="3944112"/>
                  </a:lnTo>
                  <a:close/>
                </a:path>
                <a:path w="2184400" h="5782310">
                  <a:moveTo>
                    <a:pt x="231648" y="3860292"/>
                  </a:moveTo>
                  <a:lnTo>
                    <a:pt x="228600" y="3857244"/>
                  </a:lnTo>
                  <a:lnTo>
                    <a:pt x="220980" y="3857244"/>
                  </a:lnTo>
                  <a:lnTo>
                    <a:pt x="217932" y="3860292"/>
                  </a:lnTo>
                  <a:lnTo>
                    <a:pt x="217932" y="3909060"/>
                  </a:lnTo>
                  <a:lnTo>
                    <a:pt x="220980" y="3912108"/>
                  </a:lnTo>
                  <a:lnTo>
                    <a:pt x="228600" y="3912108"/>
                  </a:lnTo>
                  <a:lnTo>
                    <a:pt x="231648" y="3909060"/>
                  </a:lnTo>
                  <a:lnTo>
                    <a:pt x="231648" y="3860292"/>
                  </a:lnTo>
                  <a:close/>
                </a:path>
                <a:path w="2184400" h="5782310">
                  <a:moveTo>
                    <a:pt x="231648" y="3777996"/>
                  </a:moveTo>
                  <a:lnTo>
                    <a:pt x="228600" y="3774948"/>
                  </a:lnTo>
                  <a:lnTo>
                    <a:pt x="220980" y="3774948"/>
                  </a:lnTo>
                  <a:lnTo>
                    <a:pt x="217932" y="3777996"/>
                  </a:lnTo>
                  <a:lnTo>
                    <a:pt x="217932" y="3826764"/>
                  </a:lnTo>
                  <a:lnTo>
                    <a:pt x="220980" y="3829812"/>
                  </a:lnTo>
                  <a:lnTo>
                    <a:pt x="228600" y="3829812"/>
                  </a:lnTo>
                  <a:lnTo>
                    <a:pt x="231648" y="3826764"/>
                  </a:lnTo>
                  <a:lnTo>
                    <a:pt x="231648" y="3777996"/>
                  </a:lnTo>
                  <a:close/>
                </a:path>
                <a:path w="2184400" h="5782310">
                  <a:moveTo>
                    <a:pt x="231648" y="3695700"/>
                  </a:moveTo>
                  <a:lnTo>
                    <a:pt x="228600" y="3692652"/>
                  </a:lnTo>
                  <a:lnTo>
                    <a:pt x="220980" y="3692652"/>
                  </a:lnTo>
                  <a:lnTo>
                    <a:pt x="217932" y="3695700"/>
                  </a:lnTo>
                  <a:lnTo>
                    <a:pt x="217932" y="3744468"/>
                  </a:lnTo>
                  <a:lnTo>
                    <a:pt x="220980" y="3747516"/>
                  </a:lnTo>
                  <a:lnTo>
                    <a:pt x="228600" y="3747516"/>
                  </a:lnTo>
                  <a:lnTo>
                    <a:pt x="231648" y="3744468"/>
                  </a:lnTo>
                  <a:lnTo>
                    <a:pt x="231648" y="3695700"/>
                  </a:lnTo>
                  <a:close/>
                </a:path>
                <a:path w="2184400" h="5782310">
                  <a:moveTo>
                    <a:pt x="231648" y="3611880"/>
                  </a:moveTo>
                  <a:lnTo>
                    <a:pt x="228600" y="3608832"/>
                  </a:lnTo>
                  <a:lnTo>
                    <a:pt x="220980" y="3608832"/>
                  </a:lnTo>
                  <a:lnTo>
                    <a:pt x="217932" y="3611880"/>
                  </a:lnTo>
                  <a:lnTo>
                    <a:pt x="217932" y="3662172"/>
                  </a:lnTo>
                  <a:lnTo>
                    <a:pt x="220980" y="3665220"/>
                  </a:lnTo>
                  <a:lnTo>
                    <a:pt x="228600" y="3665220"/>
                  </a:lnTo>
                  <a:lnTo>
                    <a:pt x="231648" y="3662172"/>
                  </a:lnTo>
                  <a:lnTo>
                    <a:pt x="231648" y="3611880"/>
                  </a:lnTo>
                  <a:close/>
                </a:path>
                <a:path w="2184400" h="5782310">
                  <a:moveTo>
                    <a:pt x="231648" y="3529584"/>
                  </a:moveTo>
                  <a:lnTo>
                    <a:pt x="228600" y="3526536"/>
                  </a:lnTo>
                  <a:lnTo>
                    <a:pt x="220980" y="3526536"/>
                  </a:lnTo>
                  <a:lnTo>
                    <a:pt x="217932" y="3529584"/>
                  </a:lnTo>
                  <a:lnTo>
                    <a:pt x="217932" y="3578352"/>
                  </a:lnTo>
                  <a:lnTo>
                    <a:pt x="220980" y="3581400"/>
                  </a:lnTo>
                  <a:lnTo>
                    <a:pt x="228600" y="3581400"/>
                  </a:lnTo>
                  <a:lnTo>
                    <a:pt x="231648" y="3578352"/>
                  </a:lnTo>
                  <a:lnTo>
                    <a:pt x="231648" y="3529584"/>
                  </a:lnTo>
                  <a:close/>
                </a:path>
                <a:path w="2184400" h="5782310">
                  <a:moveTo>
                    <a:pt x="231648" y="3447288"/>
                  </a:moveTo>
                  <a:lnTo>
                    <a:pt x="228600" y="3444240"/>
                  </a:lnTo>
                  <a:lnTo>
                    <a:pt x="220980" y="3444240"/>
                  </a:lnTo>
                  <a:lnTo>
                    <a:pt x="217932" y="3447288"/>
                  </a:lnTo>
                  <a:lnTo>
                    <a:pt x="217932" y="3496056"/>
                  </a:lnTo>
                  <a:lnTo>
                    <a:pt x="220980" y="3499104"/>
                  </a:lnTo>
                  <a:lnTo>
                    <a:pt x="228600" y="3499104"/>
                  </a:lnTo>
                  <a:lnTo>
                    <a:pt x="231648" y="3496056"/>
                  </a:lnTo>
                  <a:lnTo>
                    <a:pt x="231648" y="3447288"/>
                  </a:lnTo>
                  <a:close/>
                </a:path>
                <a:path w="2184400" h="5782310">
                  <a:moveTo>
                    <a:pt x="231648" y="3364992"/>
                  </a:moveTo>
                  <a:lnTo>
                    <a:pt x="228600" y="3361944"/>
                  </a:lnTo>
                  <a:lnTo>
                    <a:pt x="220980" y="3361944"/>
                  </a:lnTo>
                  <a:lnTo>
                    <a:pt x="217932" y="3364992"/>
                  </a:lnTo>
                  <a:lnTo>
                    <a:pt x="217932" y="3413760"/>
                  </a:lnTo>
                  <a:lnTo>
                    <a:pt x="220980" y="3416808"/>
                  </a:lnTo>
                  <a:lnTo>
                    <a:pt x="228600" y="3416808"/>
                  </a:lnTo>
                  <a:lnTo>
                    <a:pt x="231648" y="3413760"/>
                  </a:lnTo>
                  <a:lnTo>
                    <a:pt x="231648" y="3364992"/>
                  </a:lnTo>
                  <a:close/>
                </a:path>
                <a:path w="2184400" h="5782310">
                  <a:moveTo>
                    <a:pt x="231648" y="3281172"/>
                  </a:moveTo>
                  <a:lnTo>
                    <a:pt x="228600" y="3278124"/>
                  </a:lnTo>
                  <a:lnTo>
                    <a:pt x="220980" y="3278124"/>
                  </a:lnTo>
                  <a:lnTo>
                    <a:pt x="217932" y="3281172"/>
                  </a:lnTo>
                  <a:lnTo>
                    <a:pt x="217932" y="3329940"/>
                  </a:lnTo>
                  <a:lnTo>
                    <a:pt x="220980" y="3332988"/>
                  </a:lnTo>
                  <a:lnTo>
                    <a:pt x="228600" y="3332988"/>
                  </a:lnTo>
                  <a:lnTo>
                    <a:pt x="231648" y="3329940"/>
                  </a:lnTo>
                  <a:lnTo>
                    <a:pt x="231648" y="3281172"/>
                  </a:lnTo>
                  <a:close/>
                </a:path>
                <a:path w="2184400" h="5782310">
                  <a:moveTo>
                    <a:pt x="231648" y="3198876"/>
                  </a:moveTo>
                  <a:lnTo>
                    <a:pt x="228600" y="3195828"/>
                  </a:lnTo>
                  <a:lnTo>
                    <a:pt x="220980" y="3195828"/>
                  </a:lnTo>
                  <a:lnTo>
                    <a:pt x="217932" y="3198876"/>
                  </a:lnTo>
                  <a:lnTo>
                    <a:pt x="217932" y="3247644"/>
                  </a:lnTo>
                  <a:lnTo>
                    <a:pt x="220980" y="3250692"/>
                  </a:lnTo>
                  <a:lnTo>
                    <a:pt x="228600" y="3250692"/>
                  </a:lnTo>
                  <a:lnTo>
                    <a:pt x="231648" y="3247644"/>
                  </a:lnTo>
                  <a:lnTo>
                    <a:pt x="231648" y="3198876"/>
                  </a:lnTo>
                  <a:close/>
                </a:path>
                <a:path w="2184400" h="5782310">
                  <a:moveTo>
                    <a:pt x="231648" y="3116580"/>
                  </a:moveTo>
                  <a:lnTo>
                    <a:pt x="228600" y="3113532"/>
                  </a:lnTo>
                  <a:lnTo>
                    <a:pt x="220980" y="3113532"/>
                  </a:lnTo>
                  <a:lnTo>
                    <a:pt x="217932" y="3116580"/>
                  </a:lnTo>
                  <a:lnTo>
                    <a:pt x="217932" y="3165348"/>
                  </a:lnTo>
                  <a:lnTo>
                    <a:pt x="220980" y="3168396"/>
                  </a:lnTo>
                  <a:lnTo>
                    <a:pt x="228600" y="3168396"/>
                  </a:lnTo>
                  <a:lnTo>
                    <a:pt x="231648" y="3165348"/>
                  </a:lnTo>
                  <a:lnTo>
                    <a:pt x="231648" y="3116580"/>
                  </a:lnTo>
                  <a:close/>
                </a:path>
                <a:path w="2184400" h="5782310">
                  <a:moveTo>
                    <a:pt x="231648" y="3032760"/>
                  </a:moveTo>
                  <a:lnTo>
                    <a:pt x="228600" y="3029712"/>
                  </a:lnTo>
                  <a:lnTo>
                    <a:pt x="220980" y="3029712"/>
                  </a:lnTo>
                  <a:lnTo>
                    <a:pt x="217932" y="3032760"/>
                  </a:lnTo>
                  <a:lnTo>
                    <a:pt x="217932" y="3083052"/>
                  </a:lnTo>
                  <a:lnTo>
                    <a:pt x="220980" y="3086100"/>
                  </a:lnTo>
                  <a:lnTo>
                    <a:pt x="228600" y="3086100"/>
                  </a:lnTo>
                  <a:lnTo>
                    <a:pt x="231648" y="3083052"/>
                  </a:lnTo>
                  <a:lnTo>
                    <a:pt x="231648" y="3032760"/>
                  </a:lnTo>
                  <a:close/>
                </a:path>
                <a:path w="2184400" h="5782310">
                  <a:moveTo>
                    <a:pt x="231648" y="2950464"/>
                  </a:moveTo>
                  <a:lnTo>
                    <a:pt x="228600" y="2947416"/>
                  </a:lnTo>
                  <a:lnTo>
                    <a:pt x="220980" y="2947416"/>
                  </a:lnTo>
                  <a:lnTo>
                    <a:pt x="217932" y="2950464"/>
                  </a:lnTo>
                  <a:lnTo>
                    <a:pt x="217932" y="2999232"/>
                  </a:lnTo>
                  <a:lnTo>
                    <a:pt x="220980" y="3002280"/>
                  </a:lnTo>
                  <a:lnTo>
                    <a:pt x="228600" y="3002280"/>
                  </a:lnTo>
                  <a:lnTo>
                    <a:pt x="231648" y="2999232"/>
                  </a:lnTo>
                  <a:lnTo>
                    <a:pt x="231648" y="2950464"/>
                  </a:lnTo>
                  <a:close/>
                </a:path>
                <a:path w="2184400" h="5782310">
                  <a:moveTo>
                    <a:pt x="231648" y="2868168"/>
                  </a:moveTo>
                  <a:lnTo>
                    <a:pt x="228600" y="2865120"/>
                  </a:lnTo>
                  <a:lnTo>
                    <a:pt x="220980" y="2865120"/>
                  </a:lnTo>
                  <a:lnTo>
                    <a:pt x="217932" y="2868168"/>
                  </a:lnTo>
                  <a:lnTo>
                    <a:pt x="217932" y="2916936"/>
                  </a:lnTo>
                  <a:lnTo>
                    <a:pt x="220980" y="2919984"/>
                  </a:lnTo>
                  <a:lnTo>
                    <a:pt x="228600" y="2919984"/>
                  </a:lnTo>
                  <a:lnTo>
                    <a:pt x="231648" y="2916936"/>
                  </a:lnTo>
                  <a:lnTo>
                    <a:pt x="231648" y="2868168"/>
                  </a:lnTo>
                  <a:close/>
                </a:path>
                <a:path w="2184400" h="5782310">
                  <a:moveTo>
                    <a:pt x="231648" y="2785872"/>
                  </a:moveTo>
                  <a:lnTo>
                    <a:pt x="228600" y="2782824"/>
                  </a:lnTo>
                  <a:lnTo>
                    <a:pt x="220980" y="2782824"/>
                  </a:lnTo>
                  <a:lnTo>
                    <a:pt x="217932" y="2785872"/>
                  </a:lnTo>
                  <a:lnTo>
                    <a:pt x="217932" y="2834640"/>
                  </a:lnTo>
                  <a:lnTo>
                    <a:pt x="220980" y="2837688"/>
                  </a:lnTo>
                  <a:lnTo>
                    <a:pt x="228600" y="2837688"/>
                  </a:lnTo>
                  <a:lnTo>
                    <a:pt x="231648" y="2834640"/>
                  </a:lnTo>
                  <a:lnTo>
                    <a:pt x="231648" y="2785872"/>
                  </a:lnTo>
                  <a:close/>
                </a:path>
                <a:path w="2184400" h="5782310">
                  <a:moveTo>
                    <a:pt x="231648" y="2702052"/>
                  </a:moveTo>
                  <a:lnTo>
                    <a:pt x="228600" y="2699004"/>
                  </a:lnTo>
                  <a:lnTo>
                    <a:pt x="220980" y="2699004"/>
                  </a:lnTo>
                  <a:lnTo>
                    <a:pt x="217932" y="2702052"/>
                  </a:lnTo>
                  <a:lnTo>
                    <a:pt x="217932" y="2750820"/>
                  </a:lnTo>
                  <a:lnTo>
                    <a:pt x="220980" y="2753868"/>
                  </a:lnTo>
                  <a:lnTo>
                    <a:pt x="228600" y="2753868"/>
                  </a:lnTo>
                  <a:lnTo>
                    <a:pt x="231648" y="2750820"/>
                  </a:lnTo>
                  <a:lnTo>
                    <a:pt x="231648" y="2702052"/>
                  </a:lnTo>
                  <a:close/>
                </a:path>
                <a:path w="2184400" h="5782310">
                  <a:moveTo>
                    <a:pt x="231648" y="2619756"/>
                  </a:moveTo>
                  <a:lnTo>
                    <a:pt x="228600" y="2616708"/>
                  </a:lnTo>
                  <a:lnTo>
                    <a:pt x="220980" y="2616708"/>
                  </a:lnTo>
                  <a:lnTo>
                    <a:pt x="217932" y="2619756"/>
                  </a:lnTo>
                  <a:lnTo>
                    <a:pt x="217932" y="2668524"/>
                  </a:lnTo>
                  <a:lnTo>
                    <a:pt x="220980" y="2671572"/>
                  </a:lnTo>
                  <a:lnTo>
                    <a:pt x="228600" y="2671572"/>
                  </a:lnTo>
                  <a:lnTo>
                    <a:pt x="231648" y="2668524"/>
                  </a:lnTo>
                  <a:lnTo>
                    <a:pt x="231648" y="2619756"/>
                  </a:lnTo>
                  <a:close/>
                </a:path>
                <a:path w="2184400" h="5782310">
                  <a:moveTo>
                    <a:pt x="231648" y="2537460"/>
                  </a:moveTo>
                  <a:lnTo>
                    <a:pt x="228600" y="2534412"/>
                  </a:lnTo>
                  <a:lnTo>
                    <a:pt x="220980" y="2534412"/>
                  </a:lnTo>
                  <a:lnTo>
                    <a:pt x="217932" y="2537460"/>
                  </a:lnTo>
                  <a:lnTo>
                    <a:pt x="217932" y="2586228"/>
                  </a:lnTo>
                  <a:lnTo>
                    <a:pt x="220980" y="2589276"/>
                  </a:lnTo>
                  <a:lnTo>
                    <a:pt x="228600" y="2589276"/>
                  </a:lnTo>
                  <a:lnTo>
                    <a:pt x="231648" y="2586228"/>
                  </a:lnTo>
                  <a:lnTo>
                    <a:pt x="231648" y="2537460"/>
                  </a:lnTo>
                  <a:close/>
                </a:path>
                <a:path w="2184400" h="5782310">
                  <a:moveTo>
                    <a:pt x="231648" y="2453640"/>
                  </a:moveTo>
                  <a:lnTo>
                    <a:pt x="228600" y="2450592"/>
                  </a:lnTo>
                  <a:lnTo>
                    <a:pt x="220980" y="2450592"/>
                  </a:lnTo>
                  <a:lnTo>
                    <a:pt x="217932" y="2453640"/>
                  </a:lnTo>
                  <a:lnTo>
                    <a:pt x="217932" y="2503932"/>
                  </a:lnTo>
                  <a:lnTo>
                    <a:pt x="220980" y="2506980"/>
                  </a:lnTo>
                  <a:lnTo>
                    <a:pt x="228600" y="2506980"/>
                  </a:lnTo>
                  <a:lnTo>
                    <a:pt x="231648" y="2503932"/>
                  </a:lnTo>
                  <a:lnTo>
                    <a:pt x="231648" y="2453640"/>
                  </a:lnTo>
                  <a:close/>
                </a:path>
                <a:path w="2184400" h="5782310">
                  <a:moveTo>
                    <a:pt x="231648" y="2371344"/>
                  </a:moveTo>
                  <a:lnTo>
                    <a:pt x="228600" y="2368296"/>
                  </a:lnTo>
                  <a:lnTo>
                    <a:pt x="220980" y="2368296"/>
                  </a:lnTo>
                  <a:lnTo>
                    <a:pt x="217932" y="2371344"/>
                  </a:lnTo>
                  <a:lnTo>
                    <a:pt x="217932" y="2420112"/>
                  </a:lnTo>
                  <a:lnTo>
                    <a:pt x="220980" y="2423160"/>
                  </a:lnTo>
                  <a:lnTo>
                    <a:pt x="228600" y="2423160"/>
                  </a:lnTo>
                  <a:lnTo>
                    <a:pt x="231648" y="2420112"/>
                  </a:lnTo>
                  <a:lnTo>
                    <a:pt x="231648" y="2371344"/>
                  </a:lnTo>
                  <a:close/>
                </a:path>
                <a:path w="2184400" h="5782310">
                  <a:moveTo>
                    <a:pt x="231648" y="2289048"/>
                  </a:moveTo>
                  <a:lnTo>
                    <a:pt x="228600" y="2286000"/>
                  </a:lnTo>
                  <a:lnTo>
                    <a:pt x="220980" y="2286000"/>
                  </a:lnTo>
                  <a:lnTo>
                    <a:pt x="217932" y="2289048"/>
                  </a:lnTo>
                  <a:lnTo>
                    <a:pt x="217932" y="2337816"/>
                  </a:lnTo>
                  <a:lnTo>
                    <a:pt x="220980" y="2340864"/>
                  </a:lnTo>
                  <a:lnTo>
                    <a:pt x="228600" y="2340864"/>
                  </a:lnTo>
                  <a:lnTo>
                    <a:pt x="231648" y="2337816"/>
                  </a:lnTo>
                  <a:lnTo>
                    <a:pt x="231648" y="2289048"/>
                  </a:lnTo>
                  <a:close/>
                </a:path>
                <a:path w="2184400" h="5782310">
                  <a:moveTo>
                    <a:pt x="231648" y="2206752"/>
                  </a:moveTo>
                  <a:lnTo>
                    <a:pt x="228600" y="2203704"/>
                  </a:lnTo>
                  <a:lnTo>
                    <a:pt x="220980" y="2203704"/>
                  </a:lnTo>
                  <a:lnTo>
                    <a:pt x="217932" y="2206752"/>
                  </a:lnTo>
                  <a:lnTo>
                    <a:pt x="217932" y="2255520"/>
                  </a:lnTo>
                  <a:lnTo>
                    <a:pt x="220980" y="2258568"/>
                  </a:lnTo>
                  <a:lnTo>
                    <a:pt x="228600" y="2258568"/>
                  </a:lnTo>
                  <a:lnTo>
                    <a:pt x="231648" y="2255520"/>
                  </a:lnTo>
                  <a:lnTo>
                    <a:pt x="231648" y="2206752"/>
                  </a:lnTo>
                  <a:close/>
                </a:path>
                <a:path w="2184400" h="5782310">
                  <a:moveTo>
                    <a:pt x="231648" y="2122932"/>
                  </a:moveTo>
                  <a:lnTo>
                    <a:pt x="228600" y="2119884"/>
                  </a:lnTo>
                  <a:lnTo>
                    <a:pt x="220980" y="2119884"/>
                  </a:lnTo>
                  <a:lnTo>
                    <a:pt x="217932" y="2122932"/>
                  </a:lnTo>
                  <a:lnTo>
                    <a:pt x="217932" y="2171700"/>
                  </a:lnTo>
                  <a:lnTo>
                    <a:pt x="220980" y="2174748"/>
                  </a:lnTo>
                  <a:lnTo>
                    <a:pt x="228600" y="2174748"/>
                  </a:lnTo>
                  <a:lnTo>
                    <a:pt x="231648" y="2171700"/>
                  </a:lnTo>
                  <a:lnTo>
                    <a:pt x="231648" y="2122932"/>
                  </a:lnTo>
                  <a:close/>
                </a:path>
                <a:path w="2184400" h="5782310">
                  <a:moveTo>
                    <a:pt x="231648" y="2040636"/>
                  </a:moveTo>
                  <a:lnTo>
                    <a:pt x="228600" y="2037588"/>
                  </a:lnTo>
                  <a:lnTo>
                    <a:pt x="220980" y="2037588"/>
                  </a:lnTo>
                  <a:lnTo>
                    <a:pt x="217932" y="2040636"/>
                  </a:lnTo>
                  <a:lnTo>
                    <a:pt x="217932" y="2089404"/>
                  </a:lnTo>
                  <a:lnTo>
                    <a:pt x="220980" y="2092452"/>
                  </a:lnTo>
                  <a:lnTo>
                    <a:pt x="228600" y="2092452"/>
                  </a:lnTo>
                  <a:lnTo>
                    <a:pt x="231648" y="2089404"/>
                  </a:lnTo>
                  <a:lnTo>
                    <a:pt x="231648" y="2040636"/>
                  </a:lnTo>
                  <a:close/>
                </a:path>
                <a:path w="2184400" h="5782310">
                  <a:moveTo>
                    <a:pt x="231648" y="1958340"/>
                  </a:moveTo>
                  <a:lnTo>
                    <a:pt x="228600" y="1955292"/>
                  </a:lnTo>
                  <a:lnTo>
                    <a:pt x="220980" y="1955292"/>
                  </a:lnTo>
                  <a:lnTo>
                    <a:pt x="217932" y="1958340"/>
                  </a:lnTo>
                  <a:lnTo>
                    <a:pt x="217932" y="2007108"/>
                  </a:lnTo>
                  <a:lnTo>
                    <a:pt x="220980" y="2010156"/>
                  </a:lnTo>
                  <a:lnTo>
                    <a:pt x="228600" y="2010156"/>
                  </a:lnTo>
                  <a:lnTo>
                    <a:pt x="231648" y="2007108"/>
                  </a:lnTo>
                  <a:lnTo>
                    <a:pt x="231648" y="1958340"/>
                  </a:lnTo>
                  <a:close/>
                </a:path>
                <a:path w="2184400" h="5782310">
                  <a:moveTo>
                    <a:pt x="231648" y="1874520"/>
                  </a:moveTo>
                  <a:lnTo>
                    <a:pt x="228600" y="1871472"/>
                  </a:lnTo>
                  <a:lnTo>
                    <a:pt x="220980" y="1871472"/>
                  </a:lnTo>
                  <a:lnTo>
                    <a:pt x="217932" y="1874520"/>
                  </a:lnTo>
                  <a:lnTo>
                    <a:pt x="217932" y="1924812"/>
                  </a:lnTo>
                  <a:lnTo>
                    <a:pt x="220980" y="1927860"/>
                  </a:lnTo>
                  <a:lnTo>
                    <a:pt x="228600" y="1927860"/>
                  </a:lnTo>
                  <a:lnTo>
                    <a:pt x="231648" y="1924812"/>
                  </a:lnTo>
                  <a:lnTo>
                    <a:pt x="231648" y="1874520"/>
                  </a:lnTo>
                  <a:close/>
                </a:path>
                <a:path w="2184400" h="5782310">
                  <a:moveTo>
                    <a:pt x="231648" y="1792224"/>
                  </a:moveTo>
                  <a:lnTo>
                    <a:pt x="228600" y="1789176"/>
                  </a:lnTo>
                  <a:lnTo>
                    <a:pt x="220980" y="1789176"/>
                  </a:lnTo>
                  <a:lnTo>
                    <a:pt x="217932" y="1792224"/>
                  </a:lnTo>
                  <a:lnTo>
                    <a:pt x="217932" y="1840992"/>
                  </a:lnTo>
                  <a:lnTo>
                    <a:pt x="220980" y="1844040"/>
                  </a:lnTo>
                  <a:lnTo>
                    <a:pt x="228600" y="1844040"/>
                  </a:lnTo>
                  <a:lnTo>
                    <a:pt x="231648" y="1840992"/>
                  </a:lnTo>
                  <a:lnTo>
                    <a:pt x="231648" y="1792224"/>
                  </a:lnTo>
                  <a:close/>
                </a:path>
                <a:path w="2184400" h="5782310">
                  <a:moveTo>
                    <a:pt x="231648" y="1709928"/>
                  </a:moveTo>
                  <a:lnTo>
                    <a:pt x="228600" y="1706880"/>
                  </a:lnTo>
                  <a:lnTo>
                    <a:pt x="220980" y="1706880"/>
                  </a:lnTo>
                  <a:lnTo>
                    <a:pt x="217932" y="1709928"/>
                  </a:lnTo>
                  <a:lnTo>
                    <a:pt x="217932" y="1758696"/>
                  </a:lnTo>
                  <a:lnTo>
                    <a:pt x="220980" y="1761744"/>
                  </a:lnTo>
                  <a:lnTo>
                    <a:pt x="228600" y="1761744"/>
                  </a:lnTo>
                  <a:lnTo>
                    <a:pt x="231648" y="1758696"/>
                  </a:lnTo>
                  <a:lnTo>
                    <a:pt x="231648" y="1709928"/>
                  </a:lnTo>
                  <a:close/>
                </a:path>
                <a:path w="2184400" h="5782310">
                  <a:moveTo>
                    <a:pt x="231648" y="1627632"/>
                  </a:moveTo>
                  <a:lnTo>
                    <a:pt x="228600" y="1624584"/>
                  </a:lnTo>
                  <a:lnTo>
                    <a:pt x="220980" y="1624584"/>
                  </a:lnTo>
                  <a:lnTo>
                    <a:pt x="217932" y="1627632"/>
                  </a:lnTo>
                  <a:lnTo>
                    <a:pt x="217932" y="1676400"/>
                  </a:lnTo>
                  <a:lnTo>
                    <a:pt x="220980" y="1679448"/>
                  </a:lnTo>
                  <a:lnTo>
                    <a:pt x="228600" y="1679448"/>
                  </a:lnTo>
                  <a:lnTo>
                    <a:pt x="231648" y="1676400"/>
                  </a:lnTo>
                  <a:lnTo>
                    <a:pt x="231648" y="1627632"/>
                  </a:lnTo>
                  <a:close/>
                </a:path>
                <a:path w="2184400" h="5782310">
                  <a:moveTo>
                    <a:pt x="231648" y="1543812"/>
                  </a:moveTo>
                  <a:lnTo>
                    <a:pt x="228600" y="1540764"/>
                  </a:lnTo>
                  <a:lnTo>
                    <a:pt x="220980" y="1540764"/>
                  </a:lnTo>
                  <a:lnTo>
                    <a:pt x="217932" y="1543812"/>
                  </a:lnTo>
                  <a:lnTo>
                    <a:pt x="217932" y="1592580"/>
                  </a:lnTo>
                  <a:lnTo>
                    <a:pt x="220980" y="1595628"/>
                  </a:lnTo>
                  <a:lnTo>
                    <a:pt x="228600" y="1595628"/>
                  </a:lnTo>
                  <a:lnTo>
                    <a:pt x="231648" y="1592580"/>
                  </a:lnTo>
                  <a:lnTo>
                    <a:pt x="231648" y="1543812"/>
                  </a:lnTo>
                  <a:close/>
                </a:path>
                <a:path w="2184400" h="5782310">
                  <a:moveTo>
                    <a:pt x="231648" y="1461516"/>
                  </a:moveTo>
                  <a:lnTo>
                    <a:pt x="228600" y="1458468"/>
                  </a:lnTo>
                  <a:lnTo>
                    <a:pt x="220980" y="1458468"/>
                  </a:lnTo>
                  <a:lnTo>
                    <a:pt x="217932" y="1461516"/>
                  </a:lnTo>
                  <a:lnTo>
                    <a:pt x="217932" y="1510284"/>
                  </a:lnTo>
                  <a:lnTo>
                    <a:pt x="220980" y="1513332"/>
                  </a:lnTo>
                  <a:lnTo>
                    <a:pt x="228600" y="1513332"/>
                  </a:lnTo>
                  <a:lnTo>
                    <a:pt x="231648" y="1510284"/>
                  </a:lnTo>
                  <a:lnTo>
                    <a:pt x="231648" y="1461516"/>
                  </a:lnTo>
                  <a:close/>
                </a:path>
                <a:path w="2184400" h="5782310">
                  <a:moveTo>
                    <a:pt x="231648" y="1379220"/>
                  </a:moveTo>
                  <a:lnTo>
                    <a:pt x="228600" y="1376172"/>
                  </a:lnTo>
                  <a:lnTo>
                    <a:pt x="220980" y="1376172"/>
                  </a:lnTo>
                  <a:lnTo>
                    <a:pt x="217932" y="1379220"/>
                  </a:lnTo>
                  <a:lnTo>
                    <a:pt x="217932" y="1427988"/>
                  </a:lnTo>
                  <a:lnTo>
                    <a:pt x="220980" y="1431036"/>
                  </a:lnTo>
                  <a:lnTo>
                    <a:pt x="228600" y="1431036"/>
                  </a:lnTo>
                  <a:lnTo>
                    <a:pt x="231648" y="1427988"/>
                  </a:lnTo>
                  <a:lnTo>
                    <a:pt x="231648" y="1379220"/>
                  </a:lnTo>
                  <a:close/>
                </a:path>
                <a:path w="2184400" h="5782310">
                  <a:moveTo>
                    <a:pt x="231648" y="1295400"/>
                  </a:moveTo>
                  <a:lnTo>
                    <a:pt x="228600" y="1292352"/>
                  </a:lnTo>
                  <a:lnTo>
                    <a:pt x="220980" y="1292352"/>
                  </a:lnTo>
                  <a:lnTo>
                    <a:pt x="217932" y="1295400"/>
                  </a:lnTo>
                  <a:lnTo>
                    <a:pt x="217932" y="1345692"/>
                  </a:lnTo>
                  <a:lnTo>
                    <a:pt x="220980" y="1348740"/>
                  </a:lnTo>
                  <a:lnTo>
                    <a:pt x="228600" y="1348740"/>
                  </a:lnTo>
                  <a:lnTo>
                    <a:pt x="231648" y="1345692"/>
                  </a:lnTo>
                  <a:lnTo>
                    <a:pt x="231648" y="1295400"/>
                  </a:lnTo>
                  <a:close/>
                </a:path>
                <a:path w="2184400" h="5782310">
                  <a:moveTo>
                    <a:pt x="231648" y="1213104"/>
                  </a:moveTo>
                  <a:lnTo>
                    <a:pt x="228600" y="1210056"/>
                  </a:lnTo>
                  <a:lnTo>
                    <a:pt x="220980" y="1210056"/>
                  </a:lnTo>
                  <a:lnTo>
                    <a:pt x="217932" y="1213104"/>
                  </a:lnTo>
                  <a:lnTo>
                    <a:pt x="217932" y="1261872"/>
                  </a:lnTo>
                  <a:lnTo>
                    <a:pt x="220980" y="1264920"/>
                  </a:lnTo>
                  <a:lnTo>
                    <a:pt x="228600" y="1264920"/>
                  </a:lnTo>
                  <a:lnTo>
                    <a:pt x="231648" y="1261872"/>
                  </a:lnTo>
                  <a:lnTo>
                    <a:pt x="231648" y="1213104"/>
                  </a:lnTo>
                  <a:close/>
                </a:path>
                <a:path w="2184400" h="5782310">
                  <a:moveTo>
                    <a:pt x="231648" y="1130808"/>
                  </a:moveTo>
                  <a:lnTo>
                    <a:pt x="228600" y="1127760"/>
                  </a:lnTo>
                  <a:lnTo>
                    <a:pt x="220980" y="1127760"/>
                  </a:lnTo>
                  <a:lnTo>
                    <a:pt x="217932" y="1130808"/>
                  </a:lnTo>
                  <a:lnTo>
                    <a:pt x="217932" y="1179576"/>
                  </a:lnTo>
                  <a:lnTo>
                    <a:pt x="220980" y="1182624"/>
                  </a:lnTo>
                  <a:lnTo>
                    <a:pt x="228600" y="1182624"/>
                  </a:lnTo>
                  <a:lnTo>
                    <a:pt x="231648" y="1179576"/>
                  </a:lnTo>
                  <a:lnTo>
                    <a:pt x="231648" y="1130808"/>
                  </a:lnTo>
                  <a:close/>
                </a:path>
                <a:path w="2184400" h="5782310">
                  <a:moveTo>
                    <a:pt x="231648" y="1048512"/>
                  </a:moveTo>
                  <a:lnTo>
                    <a:pt x="228600" y="1045464"/>
                  </a:lnTo>
                  <a:lnTo>
                    <a:pt x="220980" y="1045464"/>
                  </a:lnTo>
                  <a:lnTo>
                    <a:pt x="217932" y="1048512"/>
                  </a:lnTo>
                  <a:lnTo>
                    <a:pt x="217932" y="1097280"/>
                  </a:lnTo>
                  <a:lnTo>
                    <a:pt x="220980" y="1100328"/>
                  </a:lnTo>
                  <a:lnTo>
                    <a:pt x="228600" y="1100328"/>
                  </a:lnTo>
                  <a:lnTo>
                    <a:pt x="231648" y="1097280"/>
                  </a:lnTo>
                  <a:lnTo>
                    <a:pt x="231648" y="1048512"/>
                  </a:lnTo>
                  <a:close/>
                </a:path>
                <a:path w="2184400" h="5782310">
                  <a:moveTo>
                    <a:pt x="231648" y="964692"/>
                  </a:moveTo>
                  <a:lnTo>
                    <a:pt x="228600" y="961644"/>
                  </a:lnTo>
                  <a:lnTo>
                    <a:pt x="220980" y="961644"/>
                  </a:lnTo>
                  <a:lnTo>
                    <a:pt x="217932" y="964692"/>
                  </a:lnTo>
                  <a:lnTo>
                    <a:pt x="217932" y="1013460"/>
                  </a:lnTo>
                  <a:lnTo>
                    <a:pt x="220980" y="1016508"/>
                  </a:lnTo>
                  <a:lnTo>
                    <a:pt x="228600" y="1016508"/>
                  </a:lnTo>
                  <a:lnTo>
                    <a:pt x="231648" y="1013460"/>
                  </a:lnTo>
                  <a:lnTo>
                    <a:pt x="231648" y="964692"/>
                  </a:lnTo>
                  <a:close/>
                </a:path>
                <a:path w="2184400" h="5782310">
                  <a:moveTo>
                    <a:pt x="231648" y="882396"/>
                  </a:moveTo>
                  <a:lnTo>
                    <a:pt x="228600" y="879348"/>
                  </a:lnTo>
                  <a:lnTo>
                    <a:pt x="220980" y="879348"/>
                  </a:lnTo>
                  <a:lnTo>
                    <a:pt x="217932" y="882396"/>
                  </a:lnTo>
                  <a:lnTo>
                    <a:pt x="217932" y="931164"/>
                  </a:lnTo>
                  <a:lnTo>
                    <a:pt x="220980" y="934212"/>
                  </a:lnTo>
                  <a:lnTo>
                    <a:pt x="228600" y="934212"/>
                  </a:lnTo>
                  <a:lnTo>
                    <a:pt x="231648" y="931164"/>
                  </a:lnTo>
                  <a:lnTo>
                    <a:pt x="231648" y="882396"/>
                  </a:lnTo>
                  <a:close/>
                </a:path>
                <a:path w="2184400" h="5782310">
                  <a:moveTo>
                    <a:pt x="231648" y="800100"/>
                  </a:moveTo>
                  <a:lnTo>
                    <a:pt x="228600" y="797052"/>
                  </a:lnTo>
                  <a:lnTo>
                    <a:pt x="220980" y="797052"/>
                  </a:lnTo>
                  <a:lnTo>
                    <a:pt x="217932" y="800100"/>
                  </a:lnTo>
                  <a:lnTo>
                    <a:pt x="217932" y="848868"/>
                  </a:lnTo>
                  <a:lnTo>
                    <a:pt x="220980" y="851916"/>
                  </a:lnTo>
                  <a:lnTo>
                    <a:pt x="228600" y="851916"/>
                  </a:lnTo>
                  <a:lnTo>
                    <a:pt x="231648" y="848868"/>
                  </a:lnTo>
                  <a:lnTo>
                    <a:pt x="231648" y="800100"/>
                  </a:lnTo>
                  <a:close/>
                </a:path>
                <a:path w="2184400" h="5782310">
                  <a:moveTo>
                    <a:pt x="231648" y="716280"/>
                  </a:moveTo>
                  <a:lnTo>
                    <a:pt x="228600" y="713232"/>
                  </a:lnTo>
                  <a:lnTo>
                    <a:pt x="220980" y="713232"/>
                  </a:lnTo>
                  <a:lnTo>
                    <a:pt x="217932" y="716280"/>
                  </a:lnTo>
                  <a:lnTo>
                    <a:pt x="217932" y="766572"/>
                  </a:lnTo>
                  <a:lnTo>
                    <a:pt x="220980" y="769620"/>
                  </a:lnTo>
                  <a:lnTo>
                    <a:pt x="228600" y="769620"/>
                  </a:lnTo>
                  <a:lnTo>
                    <a:pt x="231648" y="766572"/>
                  </a:lnTo>
                  <a:lnTo>
                    <a:pt x="231648" y="716280"/>
                  </a:lnTo>
                  <a:close/>
                </a:path>
                <a:path w="2184400" h="5782310">
                  <a:moveTo>
                    <a:pt x="231648" y="633984"/>
                  </a:moveTo>
                  <a:lnTo>
                    <a:pt x="228600" y="630936"/>
                  </a:lnTo>
                  <a:lnTo>
                    <a:pt x="220980" y="630936"/>
                  </a:lnTo>
                  <a:lnTo>
                    <a:pt x="217932" y="633984"/>
                  </a:lnTo>
                  <a:lnTo>
                    <a:pt x="217932" y="682752"/>
                  </a:lnTo>
                  <a:lnTo>
                    <a:pt x="220980" y="685800"/>
                  </a:lnTo>
                  <a:lnTo>
                    <a:pt x="228600" y="685800"/>
                  </a:lnTo>
                  <a:lnTo>
                    <a:pt x="231648" y="682752"/>
                  </a:lnTo>
                  <a:lnTo>
                    <a:pt x="231648" y="633984"/>
                  </a:lnTo>
                  <a:close/>
                </a:path>
                <a:path w="2184400" h="5782310">
                  <a:moveTo>
                    <a:pt x="231648" y="551688"/>
                  </a:moveTo>
                  <a:lnTo>
                    <a:pt x="228600" y="548640"/>
                  </a:lnTo>
                  <a:lnTo>
                    <a:pt x="220980" y="548640"/>
                  </a:lnTo>
                  <a:lnTo>
                    <a:pt x="217932" y="551688"/>
                  </a:lnTo>
                  <a:lnTo>
                    <a:pt x="217932" y="600456"/>
                  </a:lnTo>
                  <a:lnTo>
                    <a:pt x="220980" y="603504"/>
                  </a:lnTo>
                  <a:lnTo>
                    <a:pt x="228600" y="603504"/>
                  </a:lnTo>
                  <a:lnTo>
                    <a:pt x="231648" y="600456"/>
                  </a:lnTo>
                  <a:lnTo>
                    <a:pt x="231648" y="551688"/>
                  </a:lnTo>
                  <a:close/>
                </a:path>
                <a:path w="2184400" h="5782310">
                  <a:moveTo>
                    <a:pt x="231648" y="469392"/>
                  </a:moveTo>
                  <a:lnTo>
                    <a:pt x="228600" y="466344"/>
                  </a:lnTo>
                  <a:lnTo>
                    <a:pt x="220980" y="466344"/>
                  </a:lnTo>
                  <a:lnTo>
                    <a:pt x="217932" y="469392"/>
                  </a:lnTo>
                  <a:lnTo>
                    <a:pt x="217932" y="518160"/>
                  </a:lnTo>
                  <a:lnTo>
                    <a:pt x="220980" y="521208"/>
                  </a:lnTo>
                  <a:lnTo>
                    <a:pt x="228600" y="521208"/>
                  </a:lnTo>
                  <a:lnTo>
                    <a:pt x="231648" y="518160"/>
                  </a:lnTo>
                  <a:lnTo>
                    <a:pt x="231648" y="469392"/>
                  </a:lnTo>
                  <a:close/>
                </a:path>
                <a:path w="2184400" h="5782310">
                  <a:moveTo>
                    <a:pt x="231648" y="385572"/>
                  </a:moveTo>
                  <a:lnTo>
                    <a:pt x="228600" y="382524"/>
                  </a:lnTo>
                  <a:lnTo>
                    <a:pt x="220980" y="382524"/>
                  </a:lnTo>
                  <a:lnTo>
                    <a:pt x="217932" y="385572"/>
                  </a:lnTo>
                  <a:lnTo>
                    <a:pt x="217932" y="434340"/>
                  </a:lnTo>
                  <a:lnTo>
                    <a:pt x="220980" y="437388"/>
                  </a:lnTo>
                  <a:lnTo>
                    <a:pt x="228600" y="437388"/>
                  </a:lnTo>
                  <a:lnTo>
                    <a:pt x="231648" y="434340"/>
                  </a:lnTo>
                  <a:lnTo>
                    <a:pt x="231648" y="385572"/>
                  </a:lnTo>
                  <a:close/>
                </a:path>
                <a:path w="2184400" h="5782310">
                  <a:moveTo>
                    <a:pt x="231648" y="303276"/>
                  </a:moveTo>
                  <a:lnTo>
                    <a:pt x="228600" y="300228"/>
                  </a:lnTo>
                  <a:lnTo>
                    <a:pt x="220980" y="300228"/>
                  </a:lnTo>
                  <a:lnTo>
                    <a:pt x="217932" y="303276"/>
                  </a:lnTo>
                  <a:lnTo>
                    <a:pt x="217932" y="352044"/>
                  </a:lnTo>
                  <a:lnTo>
                    <a:pt x="220980" y="355092"/>
                  </a:lnTo>
                  <a:lnTo>
                    <a:pt x="228600" y="355092"/>
                  </a:lnTo>
                  <a:lnTo>
                    <a:pt x="231648" y="352044"/>
                  </a:lnTo>
                  <a:lnTo>
                    <a:pt x="231648" y="303276"/>
                  </a:lnTo>
                  <a:close/>
                </a:path>
                <a:path w="2184400" h="5782310">
                  <a:moveTo>
                    <a:pt x="231648" y="220980"/>
                  </a:moveTo>
                  <a:lnTo>
                    <a:pt x="228600" y="217932"/>
                  </a:lnTo>
                  <a:lnTo>
                    <a:pt x="220980" y="217932"/>
                  </a:lnTo>
                  <a:lnTo>
                    <a:pt x="217932" y="220980"/>
                  </a:lnTo>
                  <a:lnTo>
                    <a:pt x="217932" y="269748"/>
                  </a:lnTo>
                  <a:lnTo>
                    <a:pt x="220980" y="272796"/>
                  </a:lnTo>
                  <a:lnTo>
                    <a:pt x="228600" y="272796"/>
                  </a:lnTo>
                  <a:lnTo>
                    <a:pt x="231648" y="269748"/>
                  </a:lnTo>
                  <a:lnTo>
                    <a:pt x="231648" y="220980"/>
                  </a:lnTo>
                  <a:close/>
                </a:path>
                <a:path w="2184400" h="5782310">
                  <a:moveTo>
                    <a:pt x="231648" y="137160"/>
                  </a:moveTo>
                  <a:lnTo>
                    <a:pt x="228600" y="134112"/>
                  </a:lnTo>
                  <a:lnTo>
                    <a:pt x="220980" y="134112"/>
                  </a:lnTo>
                  <a:lnTo>
                    <a:pt x="217932" y="137160"/>
                  </a:lnTo>
                  <a:lnTo>
                    <a:pt x="217932" y="187452"/>
                  </a:lnTo>
                  <a:lnTo>
                    <a:pt x="220980" y="190500"/>
                  </a:lnTo>
                  <a:lnTo>
                    <a:pt x="228600" y="190500"/>
                  </a:lnTo>
                  <a:lnTo>
                    <a:pt x="231648" y="187452"/>
                  </a:lnTo>
                  <a:lnTo>
                    <a:pt x="231648" y="137160"/>
                  </a:lnTo>
                  <a:close/>
                </a:path>
                <a:path w="2184400" h="5782310">
                  <a:moveTo>
                    <a:pt x="448056" y="5763768"/>
                  </a:moveTo>
                  <a:lnTo>
                    <a:pt x="445008" y="5760720"/>
                  </a:lnTo>
                  <a:lnTo>
                    <a:pt x="437388" y="5760720"/>
                  </a:lnTo>
                  <a:lnTo>
                    <a:pt x="434340" y="5763768"/>
                  </a:lnTo>
                  <a:lnTo>
                    <a:pt x="434340" y="5779008"/>
                  </a:lnTo>
                  <a:lnTo>
                    <a:pt x="437388" y="5782056"/>
                  </a:lnTo>
                  <a:lnTo>
                    <a:pt x="445008" y="5782056"/>
                  </a:lnTo>
                  <a:lnTo>
                    <a:pt x="448056" y="5779008"/>
                  </a:lnTo>
                  <a:lnTo>
                    <a:pt x="448056" y="5763768"/>
                  </a:lnTo>
                  <a:close/>
                </a:path>
                <a:path w="2184400" h="5782310">
                  <a:moveTo>
                    <a:pt x="448056" y="5681472"/>
                  </a:moveTo>
                  <a:lnTo>
                    <a:pt x="445008" y="5678424"/>
                  </a:lnTo>
                  <a:lnTo>
                    <a:pt x="437388" y="5678424"/>
                  </a:lnTo>
                  <a:lnTo>
                    <a:pt x="434340" y="5681472"/>
                  </a:lnTo>
                  <a:lnTo>
                    <a:pt x="434340" y="5730240"/>
                  </a:lnTo>
                  <a:lnTo>
                    <a:pt x="437388" y="5733288"/>
                  </a:lnTo>
                  <a:lnTo>
                    <a:pt x="445008" y="5733288"/>
                  </a:lnTo>
                  <a:lnTo>
                    <a:pt x="448056" y="5730240"/>
                  </a:lnTo>
                  <a:lnTo>
                    <a:pt x="448056" y="5681472"/>
                  </a:lnTo>
                  <a:close/>
                </a:path>
                <a:path w="2184400" h="5782310">
                  <a:moveTo>
                    <a:pt x="448056" y="5597652"/>
                  </a:moveTo>
                  <a:lnTo>
                    <a:pt x="445008" y="5594604"/>
                  </a:lnTo>
                  <a:lnTo>
                    <a:pt x="437388" y="5594604"/>
                  </a:lnTo>
                  <a:lnTo>
                    <a:pt x="434340" y="5597652"/>
                  </a:lnTo>
                  <a:lnTo>
                    <a:pt x="434340" y="5646420"/>
                  </a:lnTo>
                  <a:lnTo>
                    <a:pt x="437388" y="5649468"/>
                  </a:lnTo>
                  <a:lnTo>
                    <a:pt x="445008" y="5649468"/>
                  </a:lnTo>
                  <a:lnTo>
                    <a:pt x="448056" y="5646420"/>
                  </a:lnTo>
                  <a:lnTo>
                    <a:pt x="448056" y="5597652"/>
                  </a:lnTo>
                  <a:close/>
                </a:path>
                <a:path w="2184400" h="5782310">
                  <a:moveTo>
                    <a:pt x="448056" y="5515356"/>
                  </a:moveTo>
                  <a:lnTo>
                    <a:pt x="445008" y="5512308"/>
                  </a:lnTo>
                  <a:lnTo>
                    <a:pt x="437388" y="5512308"/>
                  </a:lnTo>
                  <a:lnTo>
                    <a:pt x="434340" y="5515356"/>
                  </a:lnTo>
                  <a:lnTo>
                    <a:pt x="434340" y="5564124"/>
                  </a:lnTo>
                  <a:lnTo>
                    <a:pt x="437388" y="5567172"/>
                  </a:lnTo>
                  <a:lnTo>
                    <a:pt x="445008" y="5567172"/>
                  </a:lnTo>
                  <a:lnTo>
                    <a:pt x="448056" y="5564124"/>
                  </a:lnTo>
                  <a:lnTo>
                    <a:pt x="448056" y="5515356"/>
                  </a:lnTo>
                  <a:close/>
                </a:path>
                <a:path w="2184400" h="5782310">
                  <a:moveTo>
                    <a:pt x="448056" y="5433060"/>
                  </a:moveTo>
                  <a:lnTo>
                    <a:pt x="445008" y="5430012"/>
                  </a:lnTo>
                  <a:lnTo>
                    <a:pt x="437388" y="5430012"/>
                  </a:lnTo>
                  <a:lnTo>
                    <a:pt x="434340" y="5433060"/>
                  </a:lnTo>
                  <a:lnTo>
                    <a:pt x="434340" y="5481828"/>
                  </a:lnTo>
                  <a:lnTo>
                    <a:pt x="437388" y="5484876"/>
                  </a:lnTo>
                  <a:lnTo>
                    <a:pt x="445008" y="5484876"/>
                  </a:lnTo>
                  <a:lnTo>
                    <a:pt x="448056" y="5481828"/>
                  </a:lnTo>
                  <a:lnTo>
                    <a:pt x="448056" y="5433060"/>
                  </a:lnTo>
                  <a:close/>
                </a:path>
                <a:path w="2184400" h="5782310">
                  <a:moveTo>
                    <a:pt x="448056" y="5349240"/>
                  </a:moveTo>
                  <a:lnTo>
                    <a:pt x="445008" y="5346192"/>
                  </a:lnTo>
                  <a:lnTo>
                    <a:pt x="437388" y="5346192"/>
                  </a:lnTo>
                  <a:lnTo>
                    <a:pt x="434340" y="5349240"/>
                  </a:lnTo>
                  <a:lnTo>
                    <a:pt x="434340" y="5399532"/>
                  </a:lnTo>
                  <a:lnTo>
                    <a:pt x="437388" y="5402580"/>
                  </a:lnTo>
                  <a:lnTo>
                    <a:pt x="445008" y="5402580"/>
                  </a:lnTo>
                  <a:lnTo>
                    <a:pt x="448056" y="5399532"/>
                  </a:lnTo>
                  <a:lnTo>
                    <a:pt x="448056" y="5349240"/>
                  </a:lnTo>
                  <a:close/>
                </a:path>
                <a:path w="2184400" h="5782310">
                  <a:moveTo>
                    <a:pt x="448056" y="5266944"/>
                  </a:moveTo>
                  <a:lnTo>
                    <a:pt x="445008" y="5263896"/>
                  </a:lnTo>
                  <a:lnTo>
                    <a:pt x="437388" y="5263896"/>
                  </a:lnTo>
                  <a:lnTo>
                    <a:pt x="434340" y="5266944"/>
                  </a:lnTo>
                  <a:lnTo>
                    <a:pt x="434340" y="5315712"/>
                  </a:lnTo>
                  <a:lnTo>
                    <a:pt x="437388" y="5318760"/>
                  </a:lnTo>
                  <a:lnTo>
                    <a:pt x="445008" y="5318760"/>
                  </a:lnTo>
                  <a:lnTo>
                    <a:pt x="448056" y="5315712"/>
                  </a:lnTo>
                  <a:lnTo>
                    <a:pt x="448056" y="5266944"/>
                  </a:lnTo>
                  <a:close/>
                </a:path>
                <a:path w="2184400" h="5782310">
                  <a:moveTo>
                    <a:pt x="448056" y="5184648"/>
                  </a:moveTo>
                  <a:lnTo>
                    <a:pt x="445008" y="5181600"/>
                  </a:lnTo>
                  <a:lnTo>
                    <a:pt x="437388" y="5181600"/>
                  </a:lnTo>
                  <a:lnTo>
                    <a:pt x="434340" y="5184648"/>
                  </a:lnTo>
                  <a:lnTo>
                    <a:pt x="434340" y="5233416"/>
                  </a:lnTo>
                  <a:lnTo>
                    <a:pt x="437388" y="5236464"/>
                  </a:lnTo>
                  <a:lnTo>
                    <a:pt x="445008" y="5236464"/>
                  </a:lnTo>
                  <a:lnTo>
                    <a:pt x="448056" y="5233416"/>
                  </a:lnTo>
                  <a:lnTo>
                    <a:pt x="448056" y="5184648"/>
                  </a:lnTo>
                  <a:close/>
                </a:path>
                <a:path w="2184400" h="5782310">
                  <a:moveTo>
                    <a:pt x="448056" y="5102352"/>
                  </a:moveTo>
                  <a:lnTo>
                    <a:pt x="445008" y="5099304"/>
                  </a:lnTo>
                  <a:lnTo>
                    <a:pt x="437388" y="5099304"/>
                  </a:lnTo>
                  <a:lnTo>
                    <a:pt x="434340" y="5102352"/>
                  </a:lnTo>
                  <a:lnTo>
                    <a:pt x="434340" y="5151120"/>
                  </a:lnTo>
                  <a:lnTo>
                    <a:pt x="437388" y="5154168"/>
                  </a:lnTo>
                  <a:lnTo>
                    <a:pt x="445008" y="5154168"/>
                  </a:lnTo>
                  <a:lnTo>
                    <a:pt x="448056" y="5151120"/>
                  </a:lnTo>
                  <a:lnTo>
                    <a:pt x="448056" y="5102352"/>
                  </a:lnTo>
                  <a:close/>
                </a:path>
                <a:path w="2184400" h="5782310">
                  <a:moveTo>
                    <a:pt x="448056" y="5018532"/>
                  </a:moveTo>
                  <a:lnTo>
                    <a:pt x="445008" y="5015484"/>
                  </a:lnTo>
                  <a:lnTo>
                    <a:pt x="437388" y="5015484"/>
                  </a:lnTo>
                  <a:lnTo>
                    <a:pt x="434340" y="5018532"/>
                  </a:lnTo>
                  <a:lnTo>
                    <a:pt x="434340" y="5067300"/>
                  </a:lnTo>
                  <a:lnTo>
                    <a:pt x="437388" y="5070348"/>
                  </a:lnTo>
                  <a:lnTo>
                    <a:pt x="445008" y="5070348"/>
                  </a:lnTo>
                  <a:lnTo>
                    <a:pt x="448056" y="5067300"/>
                  </a:lnTo>
                  <a:lnTo>
                    <a:pt x="448056" y="5018532"/>
                  </a:lnTo>
                  <a:close/>
                </a:path>
                <a:path w="2184400" h="5782310">
                  <a:moveTo>
                    <a:pt x="448056" y="4936236"/>
                  </a:moveTo>
                  <a:lnTo>
                    <a:pt x="445008" y="4933188"/>
                  </a:lnTo>
                  <a:lnTo>
                    <a:pt x="437388" y="4933188"/>
                  </a:lnTo>
                  <a:lnTo>
                    <a:pt x="434340" y="4936236"/>
                  </a:lnTo>
                  <a:lnTo>
                    <a:pt x="434340" y="4985004"/>
                  </a:lnTo>
                  <a:lnTo>
                    <a:pt x="437388" y="4988052"/>
                  </a:lnTo>
                  <a:lnTo>
                    <a:pt x="445008" y="4988052"/>
                  </a:lnTo>
                  <a:lnTo>
                    <a:pt x="448056" y="4985004"/>
                  </a:lnTo>
                  <a:lnTo>
                    <a:pt x="448056" y="4936236"/>
                  </a:lnTo>
                  <a:close/>
                </a:path>
                <a:path w="2184400" h="5782310">
                  <a:moveTo>
                    <a:pt x="448056" y="4853940"/>
                  </a:moveTo>
                  <a:lnTo>
                    <a:pt x="445008" y="4850892"/>
                  </a:lnTo>
                  <a:lnTo>
                    <a:pt x="437388" y="4850892"/>
                  </a:lnTo>
                  <a:lnTo>
                    <a:pt x="434340" y="4853940"/>
                  </a:lnTo>
                  <a:lnTo>
                    <a:pt x="434340" y="4902708"/>
                  </a:lnTo>
                  <a:lnTo>
                    <a:pt x="437388" y="4905756"/>
                  </a:lnTo>
                  <a:lnTo>
                    <a:pt x="445008" y="4905756"/>
                  </a:lnTo>
                  <a:lnTo>
                    <a:pt x="448056" y="4902708"/>
                  </a:lnTo>
                  <a:lnTo>
                    <a:pt x="448056" y="4853940"/>
                  </a:lnTo>
                  <a:close/>
                </a:path>
                <a:path w="2184400" h="5782310">
                  <a:moveTo>
                    <a:pt x="448056" y="4770120"/>
                  </a:moveTo>
                  <a:lnTo>
                    <a:pt x="445008" y="4767072"/>
                  </a:lnTo>
                  <a:lnTo>
                    <a:pt x="437388" y="4767072"/>
                  </a:lnTo>
                  <a:lnTo>
                    <a:pt x="434340" y="4770120"/>
                  </a:lnTo>
                  <a:lnTo>
                    <a:pt x="434340" y="4820412"/>
                  </a:lnTo>
                  <a:lnTo>
                    <a:pt x="437388" y="4823460"/>
                  </a:lnTo>
                  <a:lnTo>
                    <a:pt x="445008" y="4823460"/>
                  </a:lnTo>
                  <a:lnTo>
                    <a:pt x="448056" y="4820412"/>
                  </a:lnTo>
                  <a:lnTo>
                    <a:pt x="448056" y="4770120"/>
                  </a:lnTo>
                  <a:close/>
                </a:path>
                <a:path w="2184400" h="5782310">
                  <a:moveTo>
                    <a:pt x="448056" y="4687824"/>
                  </a:moveTo>
                  <a:lnTo>
                    <a:pt x="445008" y="4684776"/>
                  </a:lnTo>
                  <a:lnTo>
                    <a:pt x="437388" y="4684776"/>
                  </a:lnTo>
                  <a:lnTo>
                    <a:pt x="434340" y="4687824"/>
                  </a:lnTo>
                  <a:lnTo>
                    <a:pt x="434340" y="4736592"/>
                  </a:lnTo>
                  <a:lnTo>
                    <a:pt x="437388" y="4739640"/>
                  </a:lnTo>
                  <a:lnTo>
                    <a:pt x="445008" y="4739640"/>
                  </a:lnTo>
                  <a:lnTo>
                    <a:pt x="448056" y="4736592"/>
                  </a:lnTo>
                  <a:lnTo>
                    <a:pt x="448056" y="4687824"/>
                  </a:lnTo>
                  <a:close/>
                </a:path>
                <a:path w="2184400" h="5782310">
                  <a:moveTo>
                    <a:pt x="448056" y="4605528"/>
                  </a:moveTo>
                  <a:lnTo>
                    <a:pt x="445008" y="4602480"/>
                  </a:lnTo>
                  <a:lnTo>
                    <a:pt x="437388" y="4602480"/>
                  </a:lnTo>
                  <a:lnTo>
                    <a:pt x="434340" y="4605528"/>
                  </a:lnTo>
                  <a:lnTo>
                    <a:pt x="434340" y="4654308"/>
                  </a:lnTo>
                  <a:lnTo>
                    <a:pt x="437388" y="4657344"/>
                  </a:lnTo>
                  <a:lnTo>
                    <a:pt x="445008" y="4657344"/>
                  </a:lnTo>
                  <a:lnTo>
                    <a:pt x="448056" y="4654308"/>
                  </a:lnTo>
                  <a:lnTo>
                    <a:pt x="448056" y="4605528"/>
                  </a:lnTo>
                  <a:close/>
                </a:path>
                <a:path w="2184400" h="5782310">
                  <a:moveTo>
                    <a:pt x="448056" y="4523232"/>
                  </a:moveTo>
                  <a:lnTo>
                    <a:pt x="445008" y="4520184"/>
                  </a:lnTo>
                  <a:lnTo>
                    <a:pt x="437388" y="4520184"/>
                  </a:lnTo>
                  <a:lnTo>
                    <a:pt x="434340" y="4523232"/>
                  </a:lnTo>
                  <a:lnTo>
                    <a:pt x="434340" y="4572000"/>
                  </a:lnTo>
                  <a:lnTo>
                    <a:pt x="437388" y="4575048"/>
                  </a:lnTo>
                  <a:lnTo>
                    <a:pt x="445008" y="4575048"/>
                  </a:lnTo>
                  <a:lnTo>
                    <a:pt x="448056" y="4572000"/>
                  </a:lnTo>
                  <a:lnTo>
                    <a:pt x="448056" y="4523232"/>
                  </a:lnTo>
                  <a:close/>
                </a:path>
                <a:path w="2184400" h="5782310">
                  <a:moveTo>
                    <a:pt x="448056" y="4439412"/>
                  </a:moveTo>
                  <a:lnTo>
                    <a:pt x="445008" y="4436364"/>
                  </a:lnTo>
                  <a:lnTo>
                    <a:pt x="437388" y="4436364"/>
                  </a:lnTo>
                  <a:lnTo>
                    <a:pt x="434340" y="4439412"/>
                  </a:lnTo>
                  <a:lnTo>
                    <a:pt x="434340" y="4488180"/>
                  </a:lnTo>
                  <a:lnTo>
                    <a:pt x="437388" y="4491228"/>
                  </a:lnTo>
                  <a:lnTo>
                    <a:pt x="445008" y="4491228"/>
                  </a:lnTo>
                  <a:lnTo>
                    <a:pt x="448056" y="4488180"/>
                  </a:lnTo>
                  <a:lnTo>
                    <a:pt x="448056" y="4439412"/>
                  </a:lnTo>
                  <a:close/>
                </a:path>
                <a:path w="2184400" h="5782310">
                  <a:moveTo>
                    <a:pt x="448056" y="4357116"/>
                  </a:moveTo>
                  <a:lnTo>
                    <a:pt x="445008" y="4354068"/>
                  </a:lnTo>
                  <a:lnTo>
                    <a:pt x="437388" y="4354068"/>
                  </a:lnTo>
                  <a:lnTo>
                    <a:pt x="434340" y="4357116"/>
                  </a:lnTo>
                  <a:lnTo>
                    <a:pt x="434340" y="4405884"/>
                  </a:lnTo>
                  <a:lnTo>
                    <a:pt x="437388" y="4408932"/>
                  </a:lnTo>
                  <a:lnTo>
                    <a:pt x="445008" y="4408932"/>
                  </a:lnTo>
                  <a:lnTo>
                    <a:pt x="448056" y="4405884"/>
                  </a:lnTo>
                  <a:lnTo>
                    <a:pt x="448056" y="4357116"/>
                  </a:lnTo>
                  <a:close/>
                </a:path>
                <a:path w="2184400" h="5782310">
                  <a:moveTo>
                    <a:pt x="448056" y="4274820"/>
                  </a:moveTo>
                  <a:lnTo>
                    <a:pt x="445008" y="4271772"/>
                  </a:lnTo>
                  <a:lnTo>
                    <a:pt x="437388" y="4271772"/>
                  </a:lnTo>
                  <a:lnTo>
                    <a:pt x="434340" y="4274820"/>
                  </a:lnTo>
                  <a:lnTo>
                    <a:pt x="434340" y="4323588"/>
                  </a:lnTo>
                  <a:lnTo>
                    <a:pt x="437388" y="4326636"/>
                  </a:lnTo>
                  <a:lnTo>
                    <a:pt x="445008" y="4326636"/>
                  </a:lnTo>
                  <a:lnTo>
                    <a:pt x="448056" y="4323588"/>
                  </a:lnTo>
                  <a:lnTo>
                    <a:pt x="448056" y="4274820"/>
                  </a:lnTo>
                  <a:close/>
                </a:path>
                <a:path w="2184400" h="5782310">
                  <a:moveTo>
                    <a:pt x="448056" y="4191000"/>
                  </a:moveTo>
                  <a:lnTo>
                    <a:pt x="445008" y="4187952"/>
                  </a:lnTo>
                  <a:lnTo>
                    <a:pt x="437388" y="4187952"/>
                  </a:lnTo>
                  <a:lnTo>
                    <a:pt x="434340" y="4191000"/>
                  </a:lnTo>
                  <a:lnTo>
                    <a:pt x="434340" y="4241292"/>
                  </a:lnTo>
                  <a:lnTo>
                    <a:pt x="437388" y="4244340"/>
                  </a:lnTo>
                  <a:lnTo>
                    <a:pt x="445008" y="4244340"/>
                  </a:lnTo>
                  <a:lnTo>
                    <a:pt x="448056" y="4241292"/>
                  </a:lnTo>
                  <a:lnTo>
                    <a:pt x="448056" y="4191000"/>
                  </a:lnTo>
                  <a:close/>
                </a:path>
                <a:path w="2184400" h="5782310">
                  <a:moveTo>
                    <a:pt x="448056" y="4108704"/>
                  </a:moveTo>
                  <a:lnTo>
                    <a:pt x="445008" y="4105656"/>
                  </a:lnTo>
                  <a:lnTo>
                    <a:pt x="437388" y="4105656"/>
                  </a:lnTo>
                  <a:lnTo>
                    <a:pt x="434340" y="4108704"/>
                  </a:lnTo>
                  <a:lnTo>
                    <a:pt x="434340" y="4157472"/>
                  </a:lnTo>
                  <a:lnTo>
                    <a:pt x="437388" y="4160520"/>
                  </a:lnTo>
                  <a:lnTo>
                    <a:pt x="445008" y="4160520"/>
                  </a:lnTo>
                  <a:lnTo>
                    <a:pt x="448056" y="4157472"/>
                  </a:lnTo>
                  <a:lnTo>
                    <a:pt x="448056" y="4108704"/>
                  </a:lnTo>
                  <a:close/>
                </a:path>
                <a:path w="2184400" h="5782310">
                  <a:moveTo>
                    <a:pt x="448056" y="4026408"/>
                  </a:moveTo>
                  <a:lnTo>
                    <a:pt x="445008" y="4023360"/>
                  </a:lnTo>
                  <a:lnTo>
                    <a:pt x="437388" y="4023360"/>
                  </a:lnTo>
                  <a:lnTo>
                    <a:pt x="434340" y="4026408"/>
                  </a:lnTo>
                  <a:lnTo>
                    <a:pt x="434340" y="4075176"/>
                  </a:lnTo>
                  <a:lnTo>
                    <a:pt x="437388" y="4078224"/>
                  </a:lnTo>
                  <a:lnTo>
                    <a:pt x="445008" y="4078224"/>
                  </a:lnTo>
                  <a:lnTo>
                    <a:pt x="448056" y="4075176"/>
                  </a:lnTo>
                  <a:lnTo>
                    <a:pt x="448056" y="4026408"/>
                  </a:lnTo>
                  <a:close/>
                </a:path>
                <a:path w="2184400" h="5782310">
                  <a:moveTo>
                    <a:pt x="448056" y="3944112"/>
                  </a:moveTo>
                  <a:lnTo>
                    <a:pt x="445008" y="3941064"/>
                  </a:lnTo>
                  <a:lnTo>
                    <a:pt x="437388" y="3941064"/>
                  </a:lnTo>
                  <a:lnTo>
                    <a:pt x="434340" y="3944112"/>
                  </a:lnTo>
                  <a:lnTo>
                    <a:pt x="434340" y="3992880"/>
                  </a:lnTo>
                  <a:lnTo>
                    <a:pt x="437388" y="3995928"/>
                  </a:lnTo>
                  <a:lnTo>
                    <a:pt x="445008" y="3995928"/>
                  </a:lnTo>
                  <a:lnTo>
                    <a:pt x="448056" y="3992880"/>
                  </a:lnTo>
                  <a:lnTo>
                    <a:pt x="448056" y="3944112"/>
                  </a:lnTo>
                  <a:close/>
                </a:path>
                <a:path w="2184400" h="5782310">
                  <a:moveTo>
                    <a:pt x="448056" y="3860292"/>
                  </a:moveTo>
                  <a:lnTo>
                    <a:pt x="445008" y="3857244"/>
                  </a:lnTo>
                  <a:lnTo>
                    <a:pt x="437388" y="3857244"/>
                  </a:lnTo>
                  <a:lnTo>
                    <a:pt x="434340" y="3860292"/>
                  </a:lnTo>
                  <a:lnTo>
                    <a:pt x="434340" y="3909060"/>
                  </a:lnTo>
                  <a:lnTo>
                    <a:pt x="437388" y="3912108"/>
                  </a:lnTo>
                  <a:lnTo>
                    <a:pt x="445008" y="3912108"/>
                  </a:lnTo>
                  <a:lnTo>
                    <a:pt x="448056" y="3909060"/>
                  </a:lnTo>
                  <a:lnTo>
                    <a:pt x="448056" y="3860292"/>
                  </a:lnTo>
                  <a:close/>
                </a:path>
                <a:path w="2184400" h="5782310">
                  <a:moveTo>
                    <a:pt x="448056" y="3777996"/>
                  </a:moveTo>
                  <a:lnTo>
                    <a:pt x="445008" y="3774948"/>
                  </a:lnTo>
                  <a:lnTo>
                    <a:pt x="437388" y="3774948"/>
                  </a:lnTo>
                  <a:lnTo>
                    <a:pt x="434340" y="3777996"/>
                  </a:lnTo>
                  <a:lnTo>
                    <a:pt x="434340" y="3826764"/>
                  </a:lnTo>
                  <a:lnTo>
                    <a:pt x="437388" y="3829812"/>
                  </a:lnTo>
                  <a:lnTo>
                    <a:pt x="445008" y="3829812"/>
                  </a:lnTo>
                  <a:lnTo>
                    <a:pt x="448056" y="3826764"/>
                  </a:lnTo>
                  <a:lnTo>
                    <a:pt x="448056" y="3777996"/>
                  </a:lnTo>
                  <a:close/>
                </a:path>
                <a:path w="2184400" h="5782310">
                  <a:moveTo>
                    <a:pt x="448056" y="3695700"/>
                  </a:moveTo>
                  <a:lnTo>
                    <a:pt x="445008" y="3692652"/>
                  </a:lnTo>
                  <a:lnTo>
                    <a:pt x="437388" y="3692652"/>
                  </a:lnTo>
                  <a:lnTo>
                    <a:pt x="434340" y="3695700"/>
                  </a:lnTo>
                  <a:lnTo>
                    <a:pt x="434340" y="3744468"/>
                  </a:lnTo>
                  <a:lnTo>
                    <a:pt x="437388" y="3747516"/>
                  </a:lnTo>
                  <a:lnTo>
                    <a:pt x="445008" y="3747516"/>
                  </a:lnTo>
                  <a:lnTo>
                    <a:pt x="448056" y="3744468"/>
                  </a:lnTo>
                  <a:lnTo>
                    <a:pt x="448056" y="3695700"/>
                  </a:lnTo>
                  <a:close/>
                </a:path>
                <a:path w="2184400" h="5782310">
                  <a:moveTo>
                    <a:pt x="448056" y="3611880"/>
                  </a:moveTo>
                  <a:lnTo>
                    <a:pt x="445008" y="3608832"/>
                  </a:lnTo>
                  <a:lnTo>
                    <a:pt x="437388" y="3608832"/>
                  </a:lnTo>
                  <a:lnTo>
                    <a:pt x="434340" y="3611880"/>
                  </a:lnTo>
                  <a:lnTo>
                    <a:pt x="434340" y="3662172"/>
                  </a:lnTo>
                  <a:lnTo>
                    <a:pt x="437388" y="3665220"/>
                  </a:lnTo>
                  <a:lnTo>
                    <a:pt x="445008" y="3665220"/>
                  </a:lnTo>
                  <a:lnTo>
                    <a:pt x="448056" y="3662172"/>
                  </a:lnTo>
                  <a:lnTo>
                    <a:pt x="448056" y="3611880"/>
                  </a:lnTo>
                  <a:close/>
                </a:path>
                <a:path w="2184400" h="5782310">
                  <a:moveTo>
                    <a:pt x="448056" y="3529584"/>
                  </a:moveTo>
                  <a:lnTo>
                    <a:pt x="445008" y="3526536"/>
                  </a:lnTo>
                  <a:lnTo>
                    <a:pt x="437388" y="3526536"/>
                  </a:lnTo>
                  <a:lnTo>
                    <a:pt x="434340" y="3529584"/>
                  </a:lnTo>
                  <a:lnTo>
                    <a:pt x="434340" y="3578352"/>
                  </a:lnTo>
                  <a:lnTo>
                    <a:pt x="437388" y="3581400"/>
                  </a:lnTo>
                  <a:lnTo>
                    <a:pt x="445008" y="3581400"/>
                  </a:lnTo>
                  <a:lnTo>
                    <a:pt x="448056" y="3578352"/>
                  </a:lnTo>
                  <a:lnTo>
                    <a:pt x="448056" y="3529584"/>
                  </a:lnTo>
                  <a:close/>
                </a:path>
                <a:path w="2184400" h="5782310">
                  <a:moveTo>
                    <a:pt x="448056" y="3447288"/>
                  </a:moveTo>
                  <a:lnTo>
                    <a:pt x="445008" y="3444240"/>
                  </a:lnTo>
                  <a:lnTo>
                    <a:pt x="437388" y="3444240"/>
                  </a:lnTo>
                  <a:lnTo>
                    <a:pt x="434340" y="3447288"/>
                  </a:lnTo>
                  <a:lnTo>
                    <a:pt x="434340" y="3496056"/>
                  </a:lnTo>
                  <a:lnTo>
                    <a:pt x="437388" y="3499104"/>
                  </a:lnTo>
                  <a:lnTo>
                    <a:pt x="445008" y="3499104"/>
                  </a:lnTo>
                  <a:lnTo>
                    <a:pt x="448056" y="3496056"/>
                  </a:lnTo>
                  <a:lnTo>
                    <a:pt x="448056" y="3447288"/>
                  </a:lnTo>
                  <a:close/>
                </a:path>
                <a:path w="2184400" h="5782310">
                  <a:moveTo>
                    <a:pt x="448056" y="3364992"/>
                  </a:moveTo>
                  <a:lnTo>
                    <a:pt x="445008" y="3361944"/>
                  </a:lnTo>
                  <a:lnTo>
                    <a:pt x="437388" y="3361944"/>
                  </a:lnTo>
                  <a:lnTo>
                    <a:pt x="434340" y="3364992"/>
                  </a:lnTo>
                  <a:lnTo>
                    <a:pt x="434340" y="3413760"/>
                  </a:lnTo>
                  <a:lnTo>
                    <a:pt x="437388" y="3416808"/>
                  </a:lnTo>
                  <a:lnTo>
                    <a:pt x="445008" y="3416808"/>
                  </a:lnTo>
                  <a:lnTo>
                    <a:pt x="448056" y="3413760"/>
                  </a:lnTo>
                  <a:lnTo>
                    <a:pt x="448056" y="3364992"/>
                  </a:lnTo>
                  <a:close/>
                </a:path>
                <a:path w="2184400" h="5782310">
                  <a:moveTo>
                    <a:pt x="448056" y="3281172"/>
                  </a:moveTo>
                  <a:lnTo>
                    <a:pt x="445008" y="3278124"/>
                  </a:lnTo>
                  <a:lnTo>
                    <a:pt x="437388" y="3278124"/>
                  </a:lnTo>
                  <a:lnTo>
                    <a:pt x="434340" y="3281172"/>
                  </a:lnTo>
                  <a:lnTo>
                    <a:pt x="434340" y="3329940"/>
                  </a:lnTo>
                  <a:lnTo>
                    <a:pt x="437388" y="3332988"/>
                  </a:lnTo>
                  <a:lnTo>
                    <a:pt x="445008" y="3332988"/>
                  </a:lnTo>
                  <a:lnTo>
                    <a:pt x="448056" y="3329940"/>
                  </a:lnTo>
                  <a:lnTo>
                    <a:pt x="448056" y="3281172"/>
                  </a:lnTo>
                  <a:close/>
                </a:path>
                <a:path w="2184400" h="5782310">
                  <a:moveTo>
                    <a:pt x="448056" y="3198876"/>
                  </a:moveTo>
                  <a:lnTo>
                    <a:pt x="445008" y="3195828"/>
                  </a:lnTo>
                  <a:lnTo>
                    <a:pt x="437388" y="3195828"/>
                  </a:lnTo>
                  <a:lnTo>
                    <a:pt x="434340" y="3198876"/>
                  </a:lnTo>
                  <a:lnTo>
                    <a:pt x="434340" y="3247644"/>
                  </a:lnTo>
                  <a:lnTo>
                    <a:pt x="437388" y="3250692"/>
                  </a:lnTo>
                  <a:lnTo>
                    <a:pt x="445008" y="3250692"/>
                  </a:lnTo>
                  <a:lnTo>
                    <a:pt x="448056" y="3247644"/>
                  </a:lnTo>
                  <a:lnTo>
                    <a:pt x="448056" y="3198876"/>
                  </a:lnTo>
                  <a:close/>
                </a:path>
                <a:path w="2184400" h="5782310">
                  <a:moveTo>
                    <a:pt x="448056" y="3116580"/>
                  </a:moveTo>
                  <a:lnTo>
                    <a:pt x="445008" y="3113532"/>
                  </a:lnTo>
                  <a:lnTo>
                    <a:pt x="437388" y="3113532"/>
                  </a:lnTo>
                  <a:lnTo>
                    <a:pt x="434340" y="3116580"/>
                  </a:lnTo>
                  <a:lnTo>
                    <a:pt x="434340" y="3165348"/>
                  </a:lnTo>
                  <a:lnTo>
                    <a:pt x="437388" y="3168396"/>
                  </a:lnTo>
                  <a:lnTo>
                    <a:pt x="445008" y="3168396"/>
                  </a:lnTo>
                  <a:lnTo>
                    <a:pt x="448056" y="3165348"/>
                  </a:lnTo>
                  <a:lnTo>
                    <a:pt x="448056" y="3116580"/>
                  </a:lnTo>
                  <a:close/>
                </a:path>
                <a:path w="2184400" h="5782310">
                  <a:moveTo>
                    <a:pt x="448056" y="3032760"/>
                  </a:moveTo>
                  <a:lnTo>
                    <a:pt x="445008" y="3029712"/>
                  </a:lnTo>
                  <a:lnTo>
                    <a:pt x="437388" y="3029712"/>
                  </a:lnTo>
                  <a:lnTo>
                    <a:pt x="434340" y="3032760"/>
                  </a:lnTo>
                  <a:lnTo>
                    <a:pt x="434340" y="3083052"/>
                  </a:lnTo>
                  <a:lnTo>
                    <a:pt x="437388" y="3086100"/>
                  </a:lnTo>
                  <a:lnTo>
                    <a:pt x="445008" y="3086100"/>
                  </a:lnTo>
                  <a:lnTo>
                    <a:pt x="448056" y="3083052"/>
                  </a:lnTo>
                  <a:lnTo>
                    <a:pt x="448056" y="3032760"/>
                  </a:lnTo>
                  <a:close/>
                </a:path>
                <a:path w="2184400" h="5782310">
                  <a:moveTo>
                    <a:pt x="448056" y="2950464"/>
                  </a:moveTo>
                  <a:lnTo>
                    <a:pt x="445008" y="2947416"/>
                  </a:lnTo>
                  <a:lnTo>
                    <a:pt x="437388" y="2947416"/>
                  </a:lnTo>
                  <a:lnTo>
                    <a:pt x="434340" y="2950464"/>
                  </a:lnTo>
                  <a:lnTo>
                    <a:pt x="434340" y="2999232"/>
                  </a:lnTo>
                  <a:lnTo>
                    <a:pt x="437388" y="3002280"/>
                  </a:lnTo>
                  <a:lnTo>
                    <a:pt x="445008" y="3002280"/>
                  </a:lnTo>
                  <a:lnTo>
                    <a:pt x="448056" y="2999232"/>
                  </a:lnTo>
                  <a:lnTo>
                    <a:pt x="448056" y="2950464"/>
                  </a:lnTo>
                  <a:close/>
                </a:path>
                <a:path w="2184400" h="5782310">
                  <a:moveTo>
                    <a:pt x="448056" y="2868168"/>
                  </a:moveTo>
                  <a:lnTo>
                    <a:pt x="445008" y="2865120"/>
                  </a:lnTo>
                  <a:lnTo>
                    <a:pt x="437388" y="2865120"/>
                  </a:lnTo>
                  <a:lnTo>
                    <a:pt x="434340" y="2868168"/>
                  </a:lnTo>
                  <a:lnTo>
                    <a:pt x="434340" y="2916936"/>
                  </a:lnTo>
                  <a:lnTo>
                    <a:pt x="437388" y="2919984"/>
                  </a:lnTo>
                  <a:lnTo>
                    <a:pt x="445008" y="2919984"/>
                  </a:lnTo>
                  <a:lnTo>
                    <a:pt x="448056" y="2916936"/>
                  </a:lnTo>
                  <a:lnTo>
                    <a:pt x="448056" y="2868168"/>
                  </a:lnTo>
                  <a:close/>
                </a:path>
                <a:path w="2184400" h="5782310">
                  <a:moveTo>
                    <a:pt x="448056" y="2785872"/>
                  </a:moveTo>
                  <a:lnTo>
                    <a:pt x="445008" y="2782824"/>
                  </a:lnTo>
                  <a:lnTo>
                    <a:pt x="437388" y="2782824"/>
                  </a:lnTo>
                  <a:lnTo>
                    <a:pt x="434340" y="2785872"/>
                  </a:lnTo>
                  <a:lnTo>
                    <a:pt x="434340" y="2834640"/>
                  </a:lnTo>
                  <a:lnTo>
                    <a:pt x="437388" y="2837688"/>
                  </a:lnTo>
                  <a:lnTo>
                    <a:pt x="445008" y="2837688"/>
                  </a:lnTo>
                  <a:lnTo>
                    <a:pt x="448056" y="2834640"/>
                  </a:lnTo>
                  <a:lnTo>
                    <a:pt x="448056" y="2785872"/>
                  </a:lnTo>
                  <a:close/>
                </a:path>
                <a:path w="2184400" h="5782310">
                  <a:moveTo>
                    <a:pt x="448056" y="2702052"/>
                  </a:moveTo>
                  <a:lnTo>
                    <a:pt x="445008" y="2699004"/>
                  </a:lnTo>
                  <a:lnTo>
                    <a:pt x="437388" y="2699004"/>
                  </a:lnTo>
                  <a:lnTo>
                    <a:pt x="434340" y="2702052"/>
                  </a:lnTo>
                  <a:lnTo>
                    <a:pt x="434340" y="2750820"/>
                  </a:lnTo>
                  <a:lnTo>
                    <a:pt x="437388" y="2753868"/>
                  </a:lnTo>
                  <a:lnTo>
                    <a:pt x="445008" y="2753868"/>
                  </a:lnTo>
                  <a:lnTo>
                    <a:pt x="448056" y="2750820"/>
                  </a:lnTo>
                  <a:lnTo>
                    <a:pt x="448056" y="2702052"/>
                  </a:lnTo>
                  <a:close/>
                </a:path>
                <a:path w="2184400" h="5782310">
                  <a:moveTo>
                    <a:pt x="448056" y="2619756"/>
                  </a:moveTo>
                  <a:lnTo>
                    <a:pt x="445008" y="2616708"/>
                  </a:lnTo>
                  <a:lnTo>
                    <a:pt x="437388" y="2616708"/>
                  </a:lnTo>
                  <a:lnTo>
                    <a:pt x="434340" y="2619756"/>
                  </a:lnTo>
                  <a:lnTo>
                    <a:pt x="434340" y="2668524"/>
                  </a:lnTo>
                  <a:lnTo>
                    <a:pt x="437388" y="2671572"/>
                  </a:lnTo>
                  <a:lnTo>
                    <a:pt x="445008" y="2671572"/>
                  </a:lnTo>
                  <a:lnTo>
                    <a:pt x="448056" y="2668524"/>
                  </a:lnTo>
                  <a:lnTo>
                    <a:pt x="448056" y="2619756"/>
                  </a:lnTo>
                  <a:close/>
                </a:path>
                <a:path w="2184400" h="5782310">
                  <a:moveTo>
                    <a:pt x="448056" y="2537460"/>
                  </a:moveTo>
                  <a:lnTo>
                    <a:pt x="445008" y="2534412"/>
                  </a:lnTo>
                  <a:lnTo>
                    <a:pt x="437388" y="2534412"/>
                  </a:lnTo>
                  <a:lnTo>
                    <a:pt x="434340" y="2537460"/>
                  </a:lnTo>
                  <a:lnTo>
                    <a:pt x="434340" y="2586228"/>
                  </a:lnTo>
                  <a:lnTo>
                    <a:pt x="437388" y="2589276"/>
                  </a:lnTo>
                  <a:lnTo>
                    <a:pt x="445008" y="2589276"/>
                  </a:lnTo>
                  <a:lnTo>
                    <a:pt x="448056" y="2586228"/>
                  </a:lnTo>
                  <a:lnTo>
                    <a:pt x="448056" y="2537460"/>
                  </a:lnTo>
                  <a:close/>
                </a:path>
                <a:path w="2184400" h="5782310">
                  <a:moveTo>
                    <a:pt x="448056" y="2453640"/>
                  </a:moveTo>
                  <a:lnTo>
                    <a:pt x="445008" y="2450592"/>
                  </a:lnTo>
                  <a:lnTo>
                    <a:pt x="437388" y="2450592"/>
                  </a:lnTo>
                  <a:lnTo>
                    <a:pt x="434340" y="2453640"/>
                  </a:lnTo>
                  <a:lnTo>
                    <a:pt x="434340" y="2503932"/>
                  </a:lnTo>
                  <a:lnTo>
                    <a:pt x="437388" y="2506980"/>
                  </a:lnTo>
                  <a:lnTo>
                    <a:pt x="445008" y="2506980"/>
                  </a:lnTo>
                  <a:lnTo>
                    <a:pt x="448056" y="2503932"/>
                  </a:lnTo>
                  <a:lnTo>
                    <a:pt x="448056" y="2453640"/>
                  </a:lnTo>
                  <a:close/>
                </a:path>
                <a:path w="2184400" h="5782310">
                  <a:moveTo>
                    <a:pt x="448056" y="2371344"/>
                  </a:moveTo>
                  <a:lnTo>
                    <a:pt x="445008" y="2368296"/>
                  </a:lnTo>
                  <a:lnTo>
                    <a:pt x="437388" y="2368296"/>
                  </a:lnTo>
                  <a:lnTo>
                    <a:pt x="434340" y="2371344"/>
                  </a:lnTo>
                  <a:lnTo>
                    <a:pt x="434340" y="2420112"/>
                  </a:lnTo>
                  <a:lnTo>
                    <a:pt x="437388" y="2423160"/>
                  </a:lnTo>
                  <a:lnTo>
                    <a:pt x="445008" y="2423160"/>
                  </a:lnTo>
                  <a:lnTo>
                    <a:pt x="448056" y="2420112"/>
                  </a:lnTo>
                  <a:lnTo>
                    <a:pt x="448056" y="2371344"/>
                  </a:lnTo>
                  <a:close/>
                </a:path>
                <a:path w="2184400" h="5782310">
                  <a:moveTo>
                    <a:pt x="448056" y="2289048"/>
                  </a:moveTo>
                  <a:lnTo>
                    <a:pt x="445008" y="2286000"/>
                  </a:lnTo>
                  <a:lnTo>
                    <a:pt x="437388" y="2286000"/>
                  </a:lnTo>
                  <a:lnTo>
                    <a:pt x="434340" y="2289048"/>
                  </a:lnTo>
                  <a:lnTo>
                    <a:pt x="434340" y="2337816"/>
                  </a:lnTo>
                  <a:lnTo>
                    <a:pt x="437388" y="2340864"/>
                  </a:lnTo>
                  <a:lnTo>
                    <a:pt x="445008" y="2340864"/>
                  </a:lnTo>
                  <a:lnTo>
                    <a:pt x="448056" y="2337816"/>
                  </a:lnTo>
                  <a:lnTo>
                    <a:pt x="448056" y="2289048"/>
                  </a:lnTo>
                  <a:close/>
                </a:path>
                <a:path w="2184400" h="5782310">
                  <a:moveTo>
                    <a:pt x="448056" y="2206752"/>
                  </a:moveTo>
                  <a:lnTo>
                    <a:pt x="445008" y="2203704"/>
                  </a:lnTo>
                  <a:lnTo>
                    <a:pt x="437388" y="2203704"/>
                  </a:lnTo>
                  <a:lnTo>
                    <a:pt x="434340" y="2206752"/>
                  </a:lnTo>
                  <a:lnTo>
                    <a:pt x="434340" y="2255520"/>
                  </a:lnTo>
                  <a:lnTo>
                    <a:pt x="437388" y="2258568"/>
                  </a:lnTo>
                  <a:lnTo>
                    <a:pt x="445008" y="2258568"/>
                  </a:lnTo>
                  <a:lnTo>
                    <a:pt x="448056" y="2255520"/>
                  </a:lnTo>
                  <a:lnTo>
                    <a:pt x="448056" y="2206752"/>
                  </a:lnTo>
                  <a:close/>
                </a:path>
                <a:path w="2184400" h="5782310">
                  <a:moveTo>
                    <a:pt x="448056" y="2122932"/>
                  </a:moveTo>
                  <a:lnTo>
                    <a:pt x="445008" y="2119884"/>
                  </a:lnTo>
                  <a:lnTo>
                    <a:pt x="437388" y="2119884"/>
                  </a:lnTo>
                  <a:lnTo>
                    <a:pt x="434340" y="2122932"/>
                  </a:lnTo>
                  <a:lnTo>
                    <a:pt x="434340" y="2171700"/>
                  </a:lnTo>
                  <a:lnTo>
                    <a:pt x="437388" y="2174748"/>
                  </a:lnTo>
                  <a:lnTo>
                    <a:pt x="445008" y="2174748"/>
                  </a:lnTo>
                  <a:lnTo>
                    <a:pt x="448056" y="2171700"/>
                  </a:lnTo>
                  <a:lnTo>
                    <a:pt x="448056" y="2122932"/>
                  </a:lnTo>
                  <a:close/>
                </a:path>
                <a:path w="2184400" h="5782310">
                  <a:moveTo>
                    <a:pt x="448056" y="2040636"/>
                  </a:moveTo>
                  <a:lnTo>
                    <a:pt x="445008" y="2037588"/>
                  </a:lnTo>
                  <a:lnTo>
                    <a:pt x="437388" y="2037588"/>
                  </a:lnTo>
                  <a:lnTo>
                    <a:pt x="434340" y="2040636"/>
                  </a:lnTo>
                  <a:lnTo>
                    <a:pt x="434340" y="2089404"/>
                  </a:lnTo>
                  <a:lnTo>
                    <a:pt x="437388" y="2092452"/>
                  </a:lnTo>
                  <a:lnTo>
                    <a:pt x="445008" y="2092452"/>
                  </a:lnTo>
                  <a:lnTo>
                    <a:pt x="448056" y="2089404"/>
                  </a:lnTo>
                  <a:lnTo>
                    <a:pt x="448056" y="2040636"/>
                  </a:lnTo>
                  <a:close/>
                </a:path>
                <a:path w="2184400" h="5782310">
                  <a:moveTo>
                    <a:pt x="448056" y="1958340"/>
                  </a:moveTo>
                  <a:lnTo>
                    <a:pt x="445008" y="1955292"/>
                  </a:lnTo>
                  <a:lnTo>
                    <a:pt x="437388" y="1955292"/>
                  </a:lnTo>
                  <a:lnTo>
                    <a:pt x="434340" y="1958340"/>
                  </a:lnTo>
                  <a:lnTo>
                    <a:pt x="434340" y="2007108"/>
                  </a:lnTo>
                  <a:lnTo>
                    <a:pt x="437388" y="2010156"/>
                  </a:lnTo>
                  <a:lnTo>
                    <a:pt x="445008" y="2010156"/>
                  </a:lnTo>
                  <a:lnTo>
                    <a:pt x="448056" y="2007108"/>
                  </a:lnTo>
                  <a:lnTo>
                    <a:pt x="448056" y="1958340"/>
                  </a:lnTo>
                  <a:close/>
                </a:path>
                <a:path w="2184400" h="5782310">
                  <a:moveTo>
                    <a:pt x="448056" y="1874520"/>
                  </a:moveTo>
                  <a:lnTo>
                    <a:pt x="445008" y="1871472"/>
                  </a:lnTo>
                  <a:lnTo>
                    <a:pt x="437388" y="1871472"/>
                  </a:lnTo>
                  <a:lnTo>
                    <a:pt x="434340" y="1874520"/>
                  </a:lnTo>
                  <a:lnTo>
                    <a:pt x="434340" y="1924812"/>
                  </a:lnTo>
                  <a:lnTo>
                    <a:pt x="437388" y="1927860"/>
                  </a:lnTo>
                  <a:lnTo>
                    <a:pt x="445008" y="1927860"/>
                  </a:lnTo>
                  <a:lnTo>
                    <a:pt x="448056" y="1924812"/>
                  </a:lnTo>
                  <a:lnTo>
                    <a:pt x="448056" y="1874520"/>
                  </a:lnTo>
                  <a:close/>
                </a:path>
                <a:path w="2184400" h="5782310">
                  <a:moveTo>
                    <a:pt x="448056" y="1792224"/>
                  </a:moveTo>
                  <a:lnTo>
                    <a:pt x="445008" y="1789176"/>
                  </a:lnTo>
                  <a:lnTo>
                    <a:pt x="437388" y="1789176"/>
                  </a:lnTo>
                  <a:lnTo>
                    <a:pt x="434340" y="1792224"/>
                  </a:lnTo>
                  <a:lnTo>
                    <a:pt x="434340" y="1840992"/>
                  </a:lnTo>
                  <a:lnTo>
                    <a:pt x="437388" y="1844040"/>
                  </a:lnTo>
                  <a:lnTo>
                    <a:pt x="445008" y="1844040"/>
                  </a:lnTo>
                  <a:lnTo>
                    <a:pt x="448056" y="1840992"/>
                  </a:lnTo>
                  <a:lnTo>
                    <a:pt x="448056" y="1792224"/>
                  </a:lnTo>
                  <a:close/>
                </a:path>
                <a:path w="2184400" h="5782310">
                  <a:moveTo>
                    <a:pt x="448056" y="1709928"/>
                  </a:moveTo>
                  <a:lnTo>
                    <a:pt x="445008" y="1706880"/>
                  </a:lnTo>
                  <a:lnTo>
                    <a:pt x="437388" y="1706880"/>
                  </a:lnTo>
                  <a:lnTo>
                    <a:pt x="434340" y="1709928"/>
                  </a:lnTo>
                  <a:lnTo>
                    <a:pt x="434340" y="1758696"/>
                  </a:lnTo>
                  <a:lnTo>
                    <a:pt x="437388" y="1761744"/>
                  </a:lnTo>
                  <a:lnTo>
                    <a:pt x="445008" y="1761744"/>
                  </a:lnTo>
                  <a:lnTo>
                    <a:pt x="448056" y="1758696"/>
                  </a:lnTo>
                  <a:lnTo>
                    <a:pt x="448056" y="1709928"/>
                  </a:lnTo>
                  <a:close/>
                </a:path>
                <a:path w="2184400" h="5782310">
                  <a:moveTo>
                    <a:pt x="448056" y="1627632"/>
                  </a:moveTo>
                  <a:lnTo>
                    <a:pt x="445008" y="1624584"/>
                  </a:lnTo>
                  <a:lnTo>
                    <a:pt x="437388" y="1624584"/>
                  </a:lnTo>
                  <a:lnTo>
                    <a:pt x="434340" y="1627632"/>
                  </a:lnTo>
                  <a:lnTo>
                    <a:pt x="434340" y="1676400"/>
                  </a:lnTo>
                  <a:lnTo>
                    <a:pt x="437388" y="1679448"/>
                  </a:lnTo>
                  <a:lnTo>
                    <a:pt x="445008" y="1679448"/>
                  </a:lnTo>
                  <a:lnTo>
                    <a:pt x="448056" y="1676400"/>
                  </a:lnTo>
                  <a:lnTo>
                    <a:pt x="448056" y="1627632"/>
                  </a:lnTo>
                  <a:close/>
                </a:path>
                <a:path w="2184400" h="5782310">
                  <a:moveTo>
                    <a:pt x="448056" y="1543812"/>
                  </a:moveTo>
                  <a:lnTo>
                    <a:pt x="445008" y="1540764"/>
                  </a:lnTo>
                  <a:lnTo>
                    <a:pt x="437388" y="1540764"/>
                  </a:lnTo>
                  <a:lnTo>
                    <a:pt x="434340" y="1543812"/>
                  </a:lnTo>
                  <a:lnTo>
                    <a:pt x="434340" y="1592580"/>
                  </a:lnTo>
                  <a:lnTo>
                    <a:pt x="437388" y="1595628"/>
                  </a:lnTo>
                  <a:lnTo>
                    <a:pt x="445008" y="1595628"/>
                  </a:lnTo>
                  <a:lnTo>
                    <a:pt x="448056" y="1592580"/>
                  </a:lnTo>
                  <a:lnTo>
                    <a:pt x="448056" y="1543812"/>
                  </a:lnTo>
                  <a:close/>
                </a:path>
                <a:path w="2184400" h="5782310">
                  <a:moveTo>
                    <a:pt x="448056" y="1461516"/>
                  </a:moveTo>
                  <a:lnTo>
                    <a:pt x="445008" y="1458468"/>
                  </a:lnTo>
                  <a:lnTo>
                    <a:pt x="437388" y="1458468"/>
                  </a:lnTo>
                  <a:lnTo>
                    <a:pt x="434340" y="1461516"/>
                  </a:lnTo>
                  <a:lnTo>
                    <a:pt x="434340" y="1510284"/>
                  </a:lnTo>
                  <a:lnTo>
                    <a:pt x="437388" y="1513332"/>
                  </a:lnTo>
                  <a:lnTo>
                    <a:pt x="445008" y="1513332"/>
                  </a:lnTo>
                  <a:lnTo>
                    <a:pt x="448056" y="1510284"/>
                  </a:lnTo>
                  <a:lnTo>
                    <a:pt x="448056" y="1461516"/>
                  </a:lnTo>
                  <a:close/>
                </a:path>
                <a:path w="2184400" h="5782310">
                  <a:moveTo>
                    <a:pt x="448056" y="1379220"/>
                  </a:moveTo>
                  <a:lnTo>
                    <a:pt x="445008" y="1376172"/>
                  </a:lnTo>
                  <a:lnTo>
                    <a:pt x="437388" y="1376172"/>
                  </a:lnTo>
                  <a:lnTo>
                    <a:pt x="434340" y="1379220"/>
                  </a:lnTo>
                  <a:lnTo>
                    <a:pt x="434340" y="1427988"/>
                  </a:lnTo>
                  <a:lnTo>
                    <a:pt x="437388" y="1431036"/>
                  </a:lnTo>
                  <a:lnTo>
                    <a:pt x="445008" y="1431036"/>
                  </a:lnTo>
                  <a:lnTo>
                    <a:pt x="448056" y="1427988"/>
                  </a:lnTo>
                  <a:lnTo>
                    <a:pt x="448056" y="1379220"/>
                  </a:lnTo>
                  <a:close/>
                </a:path>
                <a:path w="2184400" h="5782310">
                  <a:moveTo>
                    <a:pt x="448056" y="1295400"/>
                  </a:moveTo>
                  <a:lnTo>
                    <a:pt x="445008" y="1292352"/>
                  </a:lnTo>
                  <a:lnTo>
                    <a:pt x="437388" y="1292352"/>
                  </a:lnTo>
                  <a:lnTo>
                    <a:pt x="434340" y="1295400"/>
                  </a:lnTo>
                  <a:lnTo>
                    <a:pt x="434340" y="1345692"/>
                  </a:lnTo>
                  <a:lnTo>
                    <a:pt x="437388" y="1348740"/>
                  </a:lnTo>
                  <a:lnTo>
                    <a:pt x="445008" y="1348740"/>
                  </a:lnTo>
                  <a:lnTo>
                    <a:pt x="448056" y="1345692"/>
                  </a:lnTo>
                  <a:lnTo>
                    <a:pt x="448056" y="1295400"/>
                  </a:lnTo>
                  <a:close/>
                </a:path>
                <a:path w="2184400" h="5782310">
                  <a:moveTo>
                    <a:pt x="448056" y="1213104"/>
                  </a:moveTo>
                  <a:lnTo>
                    <a:pt x="445008" y="1210056"/>
                  </a:lnTo>
                  <a:lnTo>
                    <a:pt x="437388" y="1210056"/>
                  </a:lnTo>
                  <a:lnTo>
                    <a:pt x="434340" y="1213104"/>
                  </a:lnTo>
                  <a:lnTo>
                    <a:pt x="434340" y="1261872"/>
                  </a:lnTo>
                  <a:lnTo>
                    <a:pt x="437388" y="1264920"/>
                  </a:lnTo>
                  <a:lnTo>
                    <a:pt x="445008" y="1264920"/>
                  </a:lnTo>
                  <a:lnTo>
                    <a:pt x="448056" y="1261872"/>
                  </a:lnTo>
                  <a:lnTo>
                    <a:pt x="448056" y="1213104"/>
                  </a:lnTo>
                  <a:close/>
                </a:path>
                <a:path w="2184400" h="5782310">
                  <a:moveTo>
                    <a:pt x="448056" y="1130808"/>
                  </a:moveTo>
                  <a:lnTo>
                    <a:pt x="445008" y="1127760"/>
                  </a:lnTo>
                  <a:lnTo>
                    <a:pt x="437388" y="1127760"/>
                  </a:lnTo>
                  <a:lnTo>
                    <a:pt x="434340" y="1130808"/>
                  </a:lnTo>
                  <a:lnTo>
                    <a:pt x="434340" y="1179576"/>
                  </a:lnTo>
                  <a:lnTo>
                    <a:pt x="437388" y="1182624"/>
                  </a:lnTo>
                  <a:lnTo>
                    <a:pt x="445008" y="1182624"/>
                  </a:lnTo>
                  <a:lnTo>
                    <a:pt x="448056" y="1179576"/>
                  </a:lnTo>
                  <a:lnTo>
                    <a:pt x="448056" y="1130808"/>
                  </a:lnTo>
                  <a:close/>
                </a:path>
                <a:path w="2184400" h="5782310">
                  <a:moveTo>
                    <a:pt x="448056" y="1048512"/>
                  </a:moveTo>
                  <a:lnTo>
                    <a:pt x="445008" y="1045464"/>
                  </a:lnTo>
                  <a:lnTo>
                    <a:pt x="437388" y="1045464"/>
                  </a:lnTo>
                  <a:lnTo>
                    <a:pt x="434340" y="1048512"/>
                  </a:lnTo>
                  <a:lnTo>
                    <a:pt x="434340" y="1097280"/>
                  </a:lnTo>
                  <a:lnTo>
                    <a:pt x="437388" y="1100328"/>
                  </a:lnTo>
                  <a:lnTo>
                    <a:pt x="445008" y="1100328"/>
                  </a:lnTo>
                  <a:lnTo>
                    <a:pt x="448056" y="1097280"/>
                  </a:lnTo>
                  <a:lnTo>
                    <a:pt x="448056" y="1048512"/>
                  </a:lnTo>
                  <a:close/>
                </a:path>
                <a:path w="2184400" h="5782310">
                  <a:moveTo>
                    <a:pt x="448056" y="964692"/>
                  </a:moveTo>
                  <a:lnTo>
                    <a:pt x="445008" y="961644"/>
                  </a:lnTo>
                  <a:lnTo>
                    <a:pt x="437388" y="961644"/>
                  </a:lnTo>
                  <a:lnTo>
                    <a:pt x="434340" y="964692"/>
                  </a:lnTo>
                  <a:lnTo>
                    <a:pt x="434340" y="1013460"/>
                  </a:lnTo>
                  <a:lnTo>
                    <a:pt x="437388" y="1016508"/>
                  </a:lnTo>
                  <a:lnTo>
                    <a:pt x="445008" y="1016508"/>
                  </a:lnTo>
                  <a:lnTo>
                    <a:pt x="448056" y="1013460"/>
                  </a:lnTo>
                  <a:lnTo>
                    <a:pt x="448056" y="964692"/>
                  </a:lnTo>
                  <a:close/>
                </a:path>
                <a:path w="2184400" h="5782310">
                  <a:moveTo>
                    <a:pt x="448056" y="882396"/>
                  </a:moveTo>
                  <a:lnTo>
                    <a:pt x="445008" y="879348"/>
                  </a:lnTo>
                  <a:lnTo>
                    <a:pt x="437388" y="879348"/>
                  </a:lnTo>
                  <a:lnTo>
                    <a:pt x="434340" y="882396"/>
                  </a:lnTo>
                  <a:lnTo>
                    <a:pt x="434340" y="931164"/>
                  </a:lnTo>
                  <a:lnTo>
                    <a:pt x="437388" y="934212"/>
                  </a:lnTo>
                  <a:lnTo>
                    <a:pt x="445008" y="934212"/>
                  </a:lnTo>
                  <a:lnTo>
                    <a:pt x="448056" y="931164"/>
                  </a:lnTo>
                  <a:lnTo>
                    <a:pt x="448056" y="882396"/>
                  </a:lnTo>
                  <a:close/>
                </a:path>
                <a:path w="2184400" h="5782310">
                  <a:moveTo>
                    <a:pt x="448056" y="800100"/>
                  </a:moveTo>
                  <a:lnTo>
                    <a:pt x="445008" y="797052"/>
                  </a:lnTo>
                  <a:lnTo>
                    <a:pt x="437388" y="797052"/>
                  </a:lnTo>
                  <a:lnTo>
                    <a:pt x="434340" y="800100"/>
                  </a:lnTo>
                  <a:lnTo>
                    <a:pt x="434340" y="848868"/>
                  </a:lnTo>
                  <a:lnTo>
                    <a:pt x="437388" y="851916"/>
                  </a:lnTo>
                  <a:lnTo>
                    <a:pt x="445008" y="851916"/>
                  </a:lnTo>
                  <a:lnTo>
                    <a:pt x="448056" y="848868"/>
                  </a:lnTo>
                  <a:lnTo>
                    <a:pt x="448056" y="800100"/>
                  </a:lnTo>
                  <a:close/>
                </a:path>
                <a:path w="2184400" h="5782310">
                  <a:moveTo>
                    <a:pt x="448056" y="716280"/>
                  </a:moveTo>
                  <a:lnTo>
                    <a:pt x="445008" y="713232"/>
                  </a:lnTo>
                  <a:lnTo>
                    <a:pt x="437388" y="713232"/>
                  </a:lnTo>
                  <a:lnTo>
                    <a:pt x="434340" y="716280"/>
                  </a:lnTo>
                  <a:lnTo>
                    <a:pt x="434340" y="766572"/>
                  </a:lnTo>
                  <a:lnTo>
                    <a:pt x="437388" y="769620"/>
                  </a:lnTo>
                  <a:lnTo>
                    <a:pt x="445008" y="769620"/>
                  </a:lnTo>
                  <a:lnTo>
                    <a:pt x="448056" y="766572"/>
                  </a:lnTo>
                  <a:lnTo>
                    <a:pt x="448056" y="716280"/>
                  </a:lnTo>
                  <a:close/>
                </a:path>
                <a:path w="2184400" h="5782310">
                  <a:moveTo>
                    <a:pt x="448056" y="633984"/>
                  </a:moveTo>
                  <a:lnTo>
                    <a:pt x="445008" y="630936"/>
                  </a:lnTo>
                  <a:lnTo>
                    <a:pt x="437388" y="630936"/>
                  </a:lnTo>
                  <a:lnTo>
                    <a:pt x="434340" y="633984"/>
                  </a:lnTo>
                  <a:lnTo>
                    <a:pt x="434340" y="682752"/>
                  </a:lnTo>
                  <a:lnTo>
                    <a:pt x="437388" y="685800"/>
                  </a:lnTo>
                  <a:lnTo>
                    <a:pt x="445008" y="685800"/>
                  </a:lnTo>
                  <a:lnTo>
                    <a:pt x="448056" y="682752"/>
                  </a:lnTo>
                  <a:lnTo>
                    <a:pt x="448056" y="633984"/>
                  </a:lnTo>
                  <a:close/>
                </a:path>
                <a:path w="2184400" h="5782310">
                  <a:moveTo>
                    <a:pt x="448056" y="551688"/>
                  </a:moveTo>
                  <a:lnTo>
                    <a:pt x="445008" y="548640"/>
                  </a:lnTo>
                  <a:lnTo>
                    <a:pt x="437388" y="548640"/>
                  </a:lnTo>
                  <a:lnTo>
                    <a:pt x="434340" y="551688"/>
                  </a:lnTo>
                  <a:lnTo>
                    <a:pt x="434340" y="600456"/>
                  </a:lnTo>
                  <a:lnTo>
                    <a:pt x="437388" y="603504"/>
                  </a:lnTo>
                  <a:lnTo>
                    <a:pt x="445008" y="603504"/>
                  </a:lnTo>
                  <a:lnTo>
                    <a:pt x="448056" y="600456"/>
                  </a:lnTo>
                  <a:lnTo>
                    <a:pt x="448056" y="551688"/>
                  </a:lnTo>
                  <a:close/>
                </a:path>
                <a:path w="2184400" h="5782310">
                  <a:moveTo>
                    <a:pt x="448056" y="469392"/>
                  </a:moveTo>
                  <a:lnTo>
                    <a:pt x="445008" y="466344"/>
                  </a:lnTo>
                  <a:lnTo>
                    <a:pt x="437388" y="466344"/>
                  </a:lnTo>
                  <a:lnTo>
                    <a:pt x="434340" y="469392"/>
                  </a:lnTo>
                  <a:lnTo>
                    <a:pt x="434340" y="518160"/>
                  </a:lnTo>
                  <a:lnTo>
                    <a:pt x="437388" y="521208"/>
                  </a:lnTo>
                  <a:lnTo>
                    <a:pt x="445008" y="521208"/>
                  </a:lnTo>
                  <a:lnTo>
                    <a:pt x="448056" y="518160"/>
                  </a:lnTo>
                  <a:lnTo>
                    <a:pt x="448056" y="469392"/>
                  </a:lnTo>
                  <a:close/>
                </a:path>
                <a:path w="2184400" h="5782310">
                  <a:moveTo>
                    <a:pt x="448056" y="385572"/>
                  </a:moveTo>
                  <a:lnTo>
                    <a:pt x="445008" y="382524"/>
                  </a:lnTo>
                  <a:lnTo>
                    <a:pt x="437388" y="382524"/>
                  </a:lnTo>
                  <a:lnTo>
                    <a:pt x="434340" y="385572"/>
                  </a:lnTo>
                  <a:lnTo>
                    <a:pt x="434340" y="434340"/>
                  </a:lnTo>
                  <a:lnTo>
                    <a:pt x="437388" y="437388"/>
                  </a:lnTo>
                  <a:lnTo>
                    <a:pt x="445008" y="437388"/>
                  </a:lnTo>
                  <a:lnTo>
                    <a:pt x="448056" y="434340"/>
                  </a:lnTo>
                  <a:lnTo>
                    <a:pt x="448056" y="385572"/>
                  </a:lnTo>
                  <a:close/>
                </a:path>
                <a:path w="2184400" h="5782310">
                  <a:moveTo>
                    <a:pt x="448056" y="303276"/>
                  </a:moveTo>
                  <a:lnTo>
                    <a:pt x="445008" y="300228"/>
                  </a:lnTo>
                  <a:lnTo>
                    <a:pt x="437388" y="300228"/>
                  </a:lnTo>
                  <a:lnTo>
                    <a:pt x="434340" y="303276"/>
                  </a:lnTo>
                  <a:lnTo>
                    <a:pt x="434340" y="352044"/>
                  </a:lnTo>
                  <a:lnTo>
                    <a:pt x="437388" y="355092"/>
                  </a:lnTo>
                  <a:lnTo>
                    <a:pt x="445008" y="355092"/>
                  </a:lnTo>
                  <a:lnTo>
                    <a:pt x="448056" y="352044"/>
                  </a:lnTo>
                  <a:lnTo>
                    <a:pt x="448056" y="303276"/>
                  </a:lnTo>
                  <a:close/>
                </a:path>
                <a:path w="2184400" h="5782310">
                  <a:moveTo>
                    <a:pt x="448056" y="220980"/>
                  </a:moveTo>
                  <a:lnTo>
                    <a:pt x="445008" y="217932"/>
                  </a:lnTo>
                  <a:lnTo>
                    <a:pt x="437388" y="217932"/>
                  </a:lnTo>
                  <a:lnTo>
                    <a:pt x="434340" y="220980"/>
                  </a:lnTo>
                  <a:lnTo>
                    <a:pt x="434340" y="269748"/>
                  </a:lnTo>
                  <a:lnTo>
                    <a:pt x="437388" y="272796"/>
                  </a:lnTo>
                  <a:lnTo>
                    <a:pt x="445008" y="272796"/>
                  </a:lnTo>
                  <a:lnTo>
                    <a:pt x="448056" y="269748"/>
                  </a:lnTo>
                  <a:lnTo>
                    <a:pt x="448056" y="220980"/>
                  </a:lnTo>
                  <a:close/>
                </a:path>
                <a:path w="2184400" h="5782310">
                  <a:moveTo>
                    <a:pt x="448056" y="137160"/>
                  </a:moveTo>
                  <a:lnTo>
                    <a:pt x="445008" y="134112"/>
                  </a:lnTo>
                  <a:lnTo>
                    <a:pt x="437388" y="134112"/>
                  </a:lnTo>
                  <a:lnTo>
                    <a:pt x="434340" y="137160"/>
                  </a:lnTo>
                  <a:lnTo>
                    <a:pt x="434340" y="187452"/>
                  </a:lnTo>
                  <a:lnTo>
                    <a:pt x="437388" y="190500"/>
                  </a:lnTo>
                  <a:lnTo>
                    <a:pt x="445008" y="190500"/>
                  </a:lnTo>
                  <a:lnTo>
                    <a:pt x="448056" y="187452"/>
                  </a:lnTo>
                  <a:lnTo>
                    <a:pt x="448056" y="137160"/>
                  </a:lnTo>
                  <a:close/>
                </a:path>
                <a:path w="2184400" h="5782310">
                  <a:moveTo>
                    <a:pt x="665988" y="5266944"/>
                  </a:moveTo>
                  <a:lnTo>
                    <a:pt x="662940" y="5263896"/>
                  </a:lnTo>
                  <a:lnTo>
                    <a:pt x="655320" y="5263896"/>
                  </a:lnTo>
                  <a:lnTo>
                    <a:pt x="650748" y="5266944"/>
                  </a:lnTo>
                  <a:lnTo>
                    <a:pt x="650748" y="5291328"/>
                  </a:lnTo>
                  <a:lnTo>
                    <a:pt x="655320" y="5294376"/>
                  </a:lnTo>
                  <a:lnTo>
                    <a:pt x="662940" y="5294376"/>
                  </a:lnTo>
                  <a:lnTo>
                    <a:pt x="665988" y="5291328"/>
                  </a:lnTo>
                  <a:lnTo>
                    <a:pt x="665988" y="5266944"/>
                  </a:lnTo>
                  <a:close/>
                </a:path>
                <a:path w="2184400" h="5782310">
                  <a:moveTo>
                    <a:pt x="665988" y="5184648"/>
                  </a:moveTo>
                  <a:lnTo>
                    <a:pt x="662940" y="5181600"/>
                  </a:lnTo>
                  <a:lnTo>
                    <a:pt x="655320" y="5181600"/>
                  </a:lnTo>
                  <a:lnTo>
                    <a:pt x="650748" y="5184648"/>
                  </a:lnTo>
                  <a:lnTo>
                    <a:pt x="650748" y="5233416"/>
                  </a:lnTo>
                  <a:lnTo>
                    <a:pt x="655320" y="5236464"/>
                  </a:lnTo>
                  <a:lnTo>
                    <a:pt x="662940" y="5236464"/>
                  </a:lnTo>
                  <a:lnTo>
                    <a:pt x="665988" y="5233416"/>
                  </a:lnTo>
                  <a:lnTo>
                    <a:pt x="665988" y="5184648"/>
                  </a:lnTo>
                  <a:close/>
                </a:path>
                <a:path w="2184400" h="5782310">
                  <a:moveTo>
                    <a:pt x="665988" y="5102352"/>
                  </a:moveTo>
                  <a:lnTo>
                    <a:pt x="662940" y="5099304"/>
                  </a:lnTo>
                  <a:lnTo>
                    <a:pt x="655320" y="5099304"/>
                  </a:lnTo>
                  <a:lnTo>
                    <a:pt x="650748" y="5102352"/>
                  </a:lnTo>
                  <a:lnTo>
                    <a:pt x="650748" y="5151120"/>
                  </a:lnTo>
                  <a:lnTo>
                    <a:pt x="655320" y="5154168"/>
                  </a:lnTo>
                  <a:lnTo>
                    <a:pt x="662940" y="5154168"/>
                  </a:lnTo>
                  <a:lnTo>
                    <a:pt x="665988" y="5151120"/>
                  </a:lnTo>
                  <a:lnTo>
                    <a:pt x="665988" y="5102352"/>
                  </a:lnTo>
                  <a:close/>
                </a:path>
                <a:path w="2184400" h="5782310">
                  <a:moveTo>
                    <a:pt x="665988" y="5018532"/>
                  </a:moveTo>
                  <a:lnTo>
                    <a:pt x="662940" y="5015484"/>
                  </a:lnTo>
                  <a:lnTo>
                    <a:pt x="655320" y="5015484"/>
                  </a:lnTo>
                  <a:lnTo>
                    <a:pt x="650748" y="5018532"/>
                  </a:lnTo>
                  <a:lnTo>
                    <a:pt x="650748" y="5067300"/>
                  </a:lnTo>
                  <a:lnTo>
                    <a:pt x="655320" y="5070348"/>
                  </a:lnTo>
                  <a:lnTo>
                    <a:pt x="662940" y="5070348"/>
                  </a:lnTo>
                  <a:lnTo>
                    <a:pt x="665988" y="5067300"/>
                  </a:lnTo>
                  <a:lnTo>
                    <a:pt x="665988" y="5018532"/>
                  </a:lnTo>
                  <a:close/>
                </a:path>
                <a:path w="2184400" h="5782310">
                  <a:moveTo>
                    <a:pt x="665988" y="4936236"/>
                  </a:moveTo>
                  <a:lnTo>
                    <a:pt x="662940" y="4933188"/>
                  </a:lnTo>
                  <a:lnTo>
                    <a:pt x="655320" y="4933188"/>
                  </a:lnTo>
                  <a:lnTo>
                    <a:pt x="650748" y="4936236"/>
                  </a:lnTo>
                  <a:lnTo>
                    <a:pt x="650748" y="4985004"/>
                  </a:lnTo>
                  <a:lnTo>
                    <a:pt x="655320" y="4988052"/>
                  </a:lnTo>
                  <a:lnTo>
                    <a:pt x="662940" y="4988052"/>
                  </a:lnTo>
                  <a:lnTo>
                    <a:pt x="665988" y="4985004"/>
                  </a:lnTo>
                  <a:lnTo>
                    <a:pt x="665988" y="4936236"/>
                  </a:lnTo>
                  <a:close/>
                </a:path>
                <a:path w="2184400" h="5782310">
                  <a:moveTo>
                    <a:pt x="665988" y="4853940"/>
                  </a:moveTo>
                  <a:lnTo>
                    <a:pt x="662940" y="4850892"/>
                  </a:lnTo>
                  <a:lnTo>
                    <a:pt x="655320" y="4850892"/>
                  </a:lnTo>
                  <a:lnTo>
                    <a:pt x="650748" y="4853940"/>
                  </a:lnTo>
                  <a:lnTo>
                    <a:pt x="650748" y="4902708"/>
                  </a:lnTo>
                  <a:lnTo>
                    <a:pt x="655320" y="4905756"/>
                  </a:lnTo>
                  <a:lnTo>
                    <a:pt x="662940" y="4905756"/>
                  </a:lnTo>
                  <a:lnTo>
                    <a:pt x="665988" y="4902708"/>
                  </a:lnTo>
                  <a:lnTo>
                    <a:pt x="665988" y="4853940"/>
                  </a:lnTo>
                  <a:close/>
                </a:path>
                <a:path w="2184400" h="5782310">
                  <a:moveTo>
                    <a:pt x="665988" y="4770120"/>
                  </a:moveTo>
                  <a:lnTo>
                    <a:pt x="662940" y="4767072"/>
                  </a:lnTo>
                  <a:lnTo>
                    <a:pt x="655320" y="4767072"/>
                  </a:lnTo>
                  <a:lnTo>
                    <a:pt x="650748" y="4770120"/>
                  </a:lnTo>
                  <a:lnTo>
                    <a:pt x="650748" y="4820412"/>
                  </a:lnTo>
                  <a:lnTo>
                    <a:pt x="655320" y="4823460"/>
                  </a:lnTo>
                  <a:lnTo>
                    <a:pt x="662940" y="4823460"/>
                  </a:lnTo>
                  <a:lnTo>
                    <a:pt x="665988" y="4820412"/>
                  </a:lnTo>
                  <a:lnTo>
                    <a:pt x="665988" y="4770120"/>
                  </a:lnTo>
                  <a:close/>
                </a:path>
                <a:path w="2184400" h="5782310">
                  <a:moveTo>
                    <a:pt x="665988" y="4687824"/>
                  </a:moveTo>
                  <a:lnTo>
                    <a:pt x="662940" y="4684776"/>
                  </a:lnTo>
                  <a:lnTo>
                    <a:pt x="655320" y="4684776"/>
                  </a:lnTo>
                  <a:lnTo>
                    <a:pt x="650748" y="4687824"/>
                  </a:lnTo>
                  <a:lnTo>
                    <a:pt x="650748" y="4736592"/>
                  </a:lnTo>
                  <a:lnTo>
                    <a:pt x="655320" y="4739640"/>
                  </a:lnTo>
                  <a:lnTo>
                    <a:pt x="662940" y="4739640"/>
                  </a:lnTo>
                  <a:lnTo>
                    <a:pt x="665988" y="4736592"/>
                  </a:lnTo>
                  <a:lnTo>
                    <a:pt x="665988" y="4687824"/>
                  </a:lnTo>
                  <a:close/>
                </a:path>
                <a:path w="2184400" h="5782310">
                  <a:moveTo>
                    <a:pt x="665988" y="4605528"/>
                  </a:moveTo>
                  <a:lnTo>
                    <a:pt x="662940" y="4602480"/>
                  </a:lnTo>
                  <a:lnTo>
                    <a:pt x="655320" y="4602480"/>
                  </a:lnTo>
                  <a:lnTo>
                    <a:pt x="650748" y="4605528"/>
                  </a:lnTo>
                  <a:lnTo>
                    <a:pt x="650748" y="4654308"/>
                  </a:lnTo>
                  <a:lnTo>
                    <a:pt x="655320" y="4657344"/>
                  </a:lnTo>
                  <a:lnTo>
                    <a:pt x="662940" y="4657344"/>
                  </a:lnTo>
                  <a:lnTo>
                    <a:pt x="665988" y="4654308"/>
                  </a:lnTo>
                  <a:lnTo>
                    <a:pt x="665988" y="4605528"/>
                  </a:lnTo>
                  <a:close/>
                </a:path>
                <a:path w="2184400" h="5782310">
                  <a:moveTo>
                    <a:pt x="665988" y="4523232"/>
                  </a:moveTo>
                  <a:lnTo>
                    <a:pt x="662940" y="4520184"/>
                  </a:lnTo>
                  <a:lnTo>
                    <a:pt x="655320" y="4520184"/>
                  </a:lnTo>
                  <a:lnTo>
                    <a:pt x="650748" y="4523232"/>
                  </a:lnTo>
                  <a:lnTo>
                    <a:pt x="650748" y="4572000"/>
                  </a:lnTo>
                  <a:lnTo>
                    <a:pt x="655320" y="4575048"/>
                  </a:lnTo>
                  <a:lnTo>
                    <a:pt x="662940" y="4575048"/>
                  </a:lnTo>
                  <a:lnTo>
                    <a:pt x="665988" y="4572000"/>
                  </a:lnTo>
                  <a:lnTo>
                    <a:pt x="665988" y="4523232"/>
                  </a:lnTo>
                  <a:close/>
                </a:path>
                <a:path w="2184400" h="5782310">
                  <a:moveTo>
                    <a:pt x="665988" y="4439412"/>
                  </a:moveTo>
                  <a:lnTo>
                    <a:pt x="662940" y="4436364"/>
                  </a:lnTo>
                  <a:lnTo>
                    <a:pt x="655320" y="4436364"/>
                  </a:lnTo>
                  <a:lnTo>
                    <a:pt x="650748" y="4439412"/>
                  </a:lnTo>
                  <a:lnTo>
                    <a:pt x="650748" y="4488180"/>
                  </a:lnTo>
                  <a:lnTo>
                    <a:pt x="655320" y="4491228"/>
                  </a:lnTo>
                  <a:lnTo>
                    <a:pt x="662940" y="4491228"/>
                  </a:lnTo>
                  <a:lnTo>
                    <a:pt x="665988" y="4488180"/>
                  </a:lnTo>
                  <a:lnTo>
                    <a:pt x="665988" y="4439412"/>
                  </a:lnTo>
                  <a:close/>
                </a:path>
                <a:path w="2184400" h="5782310">
                  <a:moveTo>
                    <a:pt x="665988" y="4357116"/>
                  </a:moveTo>
                  <a:lnTo>
                    <a:pt x="662940" y="4354068"/>
                  </a:lnTo>
                  <a:lnTo>
                    <a:pt x="655320" y="4354068"/>
                  </a:lnTo>
                  <a:lnTo>
                    <a:pt x="650748" y="4357116"/>
                  </a:lnTo>
                  <a:lnTo>
                    <a:pt x="650748" y="4405884"/>
                  </a:lnTo>
                  <a:lnTo>
                    <a:pt x="655320" y="4408932"/>
                  </a:lnTo>
                  <a:lnTo>
                    <a:pt x="662940" y="4408932"/>
                  </a:lnTo>
                  <a:lnTo>
                    <a:pt x="665988" y="4405884"/>
                  </a:lnTo>
                  <a:lnTo>
                    <a:pt x="665988" y="4357116"/>
                  </a:lnTo>
                  <a:close/>
                </a:path>
                <a:path w="2184400" h="5782310">
                  <a:moveTo>
                    <a:pt x="665988" y="4274820"/>
                  </a:moveTo>
                  <a:lnTo>
                    <a:pt x="662940" y="4271772"/>
                  </a:lnTo>
                  <a:lnTo>
                    <a:pt x="655320" y="4271772"/>
                  </a:lnTo>
                  <a:lnTo>
                    <a:pt x="650748" y="4274820"/>
                  </a:lnTo>
                  <a:lnTo>
                    <a:pt x="650748" y="4323588"/>
                  </a:lnTo>
                  <a:lnTo>
                    <a:pt x="655320" y="4326636"/>
                  </a:lnTo>
                  <a:lnTo>
                    <a:pt x="662940" y="4326636"/>
                  </a:lnTo>
                  <a:lnTo>
                    <a:pt x="665988" y="4323588"/>
                  </a:lnTo>
                  <a:lnTo>
                    <a:pt x="665988" y="4274820"/>
                  </a:lnTo>
                  <a:close/>
                </a:path>
                <a:path w="2184400" h="5782310">
                  <a:moveTo>
                    <a:pt x="665988" y="4191000"/>
                  </a:moveTo>
                  <a:lnTo>
                    <a:pt x="662940" y="4187952"/>
                  </a:lnTo>
                  <a:lnTo>
                    <a:pt x="655320" y="4187952"/>
                  </a:lnTo>
                  <a:lnTo>
                    <a:pt x="650748" y="4191000"/>
                  </a:lnTo>
                  <a:lnTo>
                    <a:pt x="650748" y="4241292"/>
                  </a:lnTo>
                  <a:lnTo>
                    <a:pt x="655320" y="4244340"/>
                  </a:lnTo>
                  <a:lnTo>
                    <a:pt x="662940" y="4244340"/>
                  </a:lnTo>
                  <a:lnTo>
                    <a:pt x="665988" y="4241292"/>
                  </a:lnTo>
                  <a:lnTo>
                    <a:pt x="665988" y="4191000"/>
                  </a:lnTo>
                  <a:close/>
                </a:path>
                <a:path w="2184400" h="5782310">
                  <a:moveTo>
                    <a:pt x="665988" y="4108704"/>
                  </a:moveTo>
                  <a:lnTo>
                    <a:pt x="662940" y="4105656"/>
                  </a:lnTo>
                  <a:lnTo>
                    <a:pt x="655320" y="4105656"/>
                  </a:lnTo>
                  <a:lnTo>
                    <a:pt x="650748" y="4108704"/>
                  </a:lnTo>
                  <a:lnTo>
                    <a:pt x="650748" y="4157472"/>
                  </a:lnTo>
                  <a:lnTo>
                    <a:pt x="655320" y="4160520"/>
                  </a:lnTo>
                  <a:lnTo>
                    <a:pt x="662940" y="4160520"/>
                  </a:lnTo>
                  <a:lnTo>
                    <a:pt x="665988" y="4157472"/>
                  </a:lnTo>
                  <a:lnTo>
                    <a:pt x="665988" y="4108704"/>
                  </a:lnTo>
                  <a:close/>
                </a:path>
                <a:path w="2184400" h="5782310">
                  <a:moveTo>
                    <a:pt x="665988" y="4026408"/>
                  </a:moveTo>
                  <a:lnTo>
                    <a:pt x="662940" y="4023360"/>
                  </a:lnTo>
                  <a:lnTo>
                    <a:pt x="655320" y="4023360"/>
                  </a:lnTo>
                  <a:lnTo>
                    <a:pt x="650748" y="4026408"/>
                  </a:lnTo>
                  <a:lnTo>
                    <a:pt x="650748" y="4075176"/>
                  </a:lnTo>
                  <a:lnTo>
                    <a:pt x="655320" y="4078224"/>
                  </a:lnTo>
                  <a:lnTo>
                    <a:pt x="662940" y="4078224"/>
                  </a:lnTo>
                  <a:lnTo>
                    <a:pt x="665988" y="4075176"/>
                  </a:lnTo>
                  <a:lnTo>
                    <a:pt x="665988" y="4026408"/>
                  </a:lnTo>
                  <a:close/>
                </a:path>
                <a:path w="2184400" h="5782310">
                  <a:moveTo>
                    <a:pt x="665988" y="3944112"/>
                  </a:moveTo>
                  <a:lnTo>
                    <a:pt x="662940" y="3941064"/>
                  </a:lnTo>
                  <a:lnTo>
                    <a:pt x="655320" y="3941064"/>
                  </a:lnTo>
                  <a:lnTo>
                    <a:pt x="650748" y="3944112"/>
                  </a:lnTo>
                  <a:lnTo>
                    <a:pt x="650748" y="3992880"/>
                  </a:lnTo>
                  <a:lnTo>
                    <a:pt x="655320" y="3995928"/>
                  </a:lnTo>
                  <a:lnTo>
                    <a:pt x="662940" y="3995928"/>
                  </a:lnTo>
                  <a:lnTo>
                    <a:pt x="665988" y="3992880"/>
                  </a:lnTo>
                  <a:lnTo>
                    <a:pt x="665988" y="3944112"/>
                  </a:lnTo>
                  <a:close/>
                </a:path>
                <a:path w="2184400" h="5782310">
                  <a:moveTo>
                    <a:pt x="665988" y="3860292"/>
                  </a:moveTo>
                  <a:lnTo>
                    <a:pt x="662940" y="3857244"/>
                  </a:lnTo>
                  <a:lnTo>
                    <a:pt x="655320" y="3857244"/>
                  </a:lnTo>
                  <a:lnTo>
                    <a:pt x="650748" y="3860292"/>
                  </a:lnTo>
                  <a:lnTo>
                    <a:pt x="650748" y="3909060"/>
                  </a:lnTo>
                  <a:lnTo>
                    <a:pt x="655320" y="3912108"/>
                  </a:lnTo>
                  <a:lnTo>
                    <a:pt x="662940" y="3912108"/>
                  </a:lnTo>
                  <a:lnTo>
                    <a:pt x="665988" y="3909060"/>
                  </a:lnTo>
                  <a:lnTo>
                    <a:pt x="665988" y="3860292"/>
                  </a:lnTo>
                  <a:close/>
                </a:path>
                <a:path w="2184400" h="5782310">
                  <a:moveTo>
                    <a:pt x="665988" y="3777996"/>
                  </a:moveTo>
                  <a:lnTo>
                    <a:pt x="662940" y="3774948"/>
                  </a:lnTo>
                  <a:lnTo>
                    <a:pt x="655320" y="3774948"/>
                  </a:lnTo>
                  <a:lnTo>
                    <a:pt x="650748" y="3777996"/>
                  </a:lnTo>
                  <a:lnTo>
                    <a:pt x="650748" y="3826764"/>
                  </a:lnTo>
                  <a:lnTo>
                    <a:pt x="655320" y="3829812"/>
                  </a:lnTo>
                  <a:lnTo>
                    <a:pt x="662940" y="3829812"/>
                  </a:lnTo>
                  <a:lnTo>
                    <a:pt x="665988" y="3826764"/>
                  </a:lnTo>
                  <a:lnTo>
                    <a:pt x="665988" y="3777996"/>
                  </a:lnTo>
                  <a:close/>
                </a:path>
                <a:path w="2184400" h="5782310">
                  <a:moveTo>
                    <a:pt x="665988" y="3695700"/>
                  </a:moveTo>
                  <a:lnTo>
                    <a:pt x="662940" y="3692652"/>
                  </a:lnTo>
                  <a:lnTo>
                    <a:pt x="655320" y="3692652"/>
                  </a:lnTo>
                  <a:lnTo>
                    <a:pt x="650748" y="3695700"/>
                  </a:lnTo>
                  <a:lnTo>
                    <a:pt x="650748" y="3744468"/>
                  </a:lnTo>
                  <a:lnTo>
                    <a:pt x="655320" y="3747516"/>
                  </a:lnTo>
                  <a:lnTo>
                    <a:pt x="662940" y="3747516"/>
                  </a:lnTo>
                  <a:lnTo>
                    <a:pt x="665988" y="3744468"/>
                  </a:lnTo>
                  <a:lnTo>
                    <a:pt x="665988" y="3695700"/>
                  </a:lnTo>
                  <a:close/>
                </a:path>
                <a:path w="2184400" h="5782310">
                  <a:moveTo>
                    <a:pt x="665988" y="3611880"/>
                  </a:moveTo>
                  <a:lnTo>
                    <a:pt x="662940" y="3608832"/>
                  </a:lnTo>
                  <a:lnTo>
                    <a:pt x="655320" y="3608832"/>
                  </a:lnTo>
                  <a:lnTo>
                    <a:pt x="650748" y="3611880"/>
                  </a:lnTo>
                  <a:lnTo>
                    <a:pt x="650748" y="3662172"/>
                  </a:lnTo>
                  <a:lnTo>
                    <a:pt x="655320" y="3665220"/>
                  </a:lnTo>
                  <a:lnTo>
                    <a:pt x="662940" y="3665220"/>
                  </a:lnTo>
                  <a:lnTo>
                    <a:pt x="665988" y="3662172"/>
                  </a:lnTo>
                  <a:lnTo>
                    <a:pt x="665988" y="3611880"/>
                  </a:lnTo>
                  <a:close/>
                </a:path>
                <a:path w="2184400" h="5782310">
                  <a:moveTo>
                    <a:pt x="665988" y="3529584"/>
                  </a:moveTo>
                  <a:lnTo>
                    <a:pt x="662940" y="3526536"/>
                  </a:lnTo>
                  <a:lnTo>
                    <a:pt x="655320" y="3526536"/>
                  </a:lnTo>
                  <a:lnTo>
                    <a:pt x="650748" y="3529584"/>
                  </a:lnTo>
                  <a:lnTo>
                    <a:pt x="650748" y="3578352"/>
                  </a:lnTo>
                  <a:lnTo>
                    <a:pt x="655320" y="3581400"/>
                  </a:lnTo>
                  <a:lnTo>
                    <a:pt x="662940" y="3581400"/>
                  </a:lnTo>
                  <a:lnTo>
                    <a:pt x="665988" y="3578352"/>
                  </a:lnTo>
                  <a:lnTo>
                    <a:pt x="665988" y="3529584"/>
                  </a:lnTo>
                  <a:close/>
                </a:path>
                <a:path w="2184400" h="5782310">
                  <a:moveTo>
                    <a:pt x="665988" y="3447288"/>
                  </a:moveTo>
                  <a:lnTo>
                    <a:pt x="662940" y="3444240"/>
                  </a:lnTo>
                  <a:lnTo>
                    <a:pt x="655320" y="3444240"/>
                  </a:lnTo>
                  <a:lnTo>
                    <a:pt x="650748" y="3447288"/>
                  </a:lnTo>
                  <a:lnTo>
                    <a:pt x="650748" y="3496056"/>
                  </a:lnTo>
                  <a:lnTo>
                    <a:pt x="655320" y="3499104"/>
                  </a:lnTo>
                  <a:lnTo>
                    <a:pt x="662940" y="3499104"/>
                  </a:lnTo>
                  <a:lnTo>
                    <a:pt x="665988" y="3496056"/>
                  </a:lnTo>
                  <a:lnTo>
                    <a:pt x="665988" y="3447288"/>
                  </a:lnTo>
                  <a:close/>
                </a:path>
                <a:path w="2184400" h="5782310">
                  <a:moveTo>
                    <a:pt x="665988" y="3364992"/>
                  </a:moveTo>
                  <a:lnTo>
                    <a:pt x="662940" y="3361944"/>
                  </a:lnTo>
                  <a:lnTo>
                    <a:pt x="655320" y="3361944"/>
                  </a:lnTo>
                  <a:lnTo>
                    <a:pt x="650748" y="3364992"/>
                  </a:lnTo>
                  <a:lnTo>
                    <a:pt x="650748" y="3413760"/>
                  </a:lnTo>
                  <a:lnTo>
                    <a:pt x="655320" y="3416808"/>
                  </a:lnTo>
                  <a:lnTo>
                    <a:pt x="662940" y="3416808"/>
                  </a:lnTo>
                  <a:lnTo>
                    <a:pt x="665988" y="3413760"/>
                  </a:lnTo>
                  <a:lnTo>
                    <a:pt x="665988" y="3364992"/>
                  </a:lnTo>
                  <a:close/>
                </a:path>
                <a:path w="2184400" h="5782310">
                  <a:moveTo>
                    <a:pt x="665988" y="3281172"/>
                  </a:moveTo>
                  <a:lnTo>
                    <a:pt x="662940" y="3278124"/>
                  </a:lnTo>
                  <a:lnTo>
                    <a:pt x="655320" y="3278124"/>
                  </a:lnTo>
                  <a:lnTo>
                    <a:pt x="650748" y="3281172"/>
                  </a:lnTo>
                  <a:lnTo>
                    <a:pt x="650748" y="3329940"/>
                  </a:lnTo>
                  <a:lnTo>
                    <a:pt x="655320" y="3332988"/>
                  </a:lnTo>
                  <a:lnTo>
                    <a:pt x="662940" y="3332988"/>
                  </a:lnTo>
                  <a:lnTo>
                    <a:pt x="665988" y="3329940"/>
                  </a:lnTo>
                  <a:lnTo>
                    <a:pt x="665988" y="3281172"/>
                  </a:lnTo>
                  <a:close/>
                </a:path>
                <a:path w="2184400" h="5782310">
                  <a:moveTo>
                    <a:pt x="665988" y="3198876"/>
                  </a:moveTo>
                  <a:lnTo>
                    <a:pt x="662940" y="3195828"/>
                  </a:lnTo>
                  <a:lnTo>
                    <a:pt x="655320" y="3195828"/>
                  </a:lnTo>
                  <a:lnTo>
                    <a:pt x="650748" y="3198876"/>
                  </a:lnTo>
                  <a:lnTo>
                    <a:pt x="650748" y="3247644"/>
                  </a:lnTo>
                  <a:lnTo>
                    <a:pt x="655320" y="3250692"/>
                  </a:lnTo>
                  <a:lnTo>
                    <a:pt x="662940" y="3250692"/>
                  </a:lnTo>
                  <a:lnTo>
                    <a:pt x="665988" y="3247644"/>
                  </a:lnTo>
                  <a:lnTo>
                    <a:pt x="665988" y="3198876"/>
                  </a:lnTo>
                  <a:close/>
                </a:path>
                <a:path w="2184400" h="5782310">
                  <a:moveTo>
                    <a:pt x="665988" y="3116580"/>
                  </a:moveTo>
                  <a:lnTo>
                    <a:pt x="662940" y="3113532"/>
                  </a:lnTo>
                  <a:lnTo>
                    <a:pt x="655320" y="3113532"/>
                  </a:lnTo>
                  <a:lnTo>
                    <a:pt x="650748" y="3116580"/>
                  </a:lnTo>
                  <a:lnTo>
                    <a:pt x="650748" y="3165348"/>
                  </a:lnTo>
                  <a:lnTo>
                    <a:pt x="655320" y="3168396"/>
                  </a:lnTo>
                  <a:lnTo>
                    <a:pt x="662940" y="3168396"/>
                  </a:lnTo>
                  <a:lnTo>
                    <a:pt x="665988" y="3165348"/>
                  </a:lnTo>
                  <a:lnTo>
                    <a:pt x="665988" y="3116580"/>
                  </a:lnTo>
                  <a:close/>
                </a:path>
                <a:path w="2184400" h="5782310">
                  <a:moveTo>
                    <a:pt x="665988" y="3032760"/>
                  </a:moveTo>
                  <a:lnTo>
                    <a:pt x="662940" y="3029712"/>
                  </a:lnTo>
                  <a:lnTo>
                    <a:pt x="655320" y="3029712"/>
                  </a:lnTo>
                  <a:lnTo>
                    <a:pt x="650748" y="3032760"/>
                  </a:lnTo>
                  <a:lnTo>
                    <a:pt x="650748" y="3083052"/>
                  </a:lnTo>
                  <a:lnTo>
                    <a:pt x="655320" y="3086100"/>
                  </a:lnTo>
                  <a:lnTo>
                    <a:pt x="662940" y="3086100"/>
                  </a:lnTo>
                  <a:lnTo>
                    <a:pt x="665988" y="3083052"/>
                  </a:lnTo>
                  <a:lnTo>
                    <a:pt x="665988" y="3032760"/>
                  </a:lnTo>
                  <a:close/>
                </a:path>
                <a:path w="2184400" h="5782310">
                  <a:moveTo>
                    <a:pt x="665988" y="2950464"/>
                  </a:moveTo>
                  <a:lnTo>
                    <a:pt x="662940" y="2947416"/>
                  </a:lnTo>
                  <a:lnTo>
                    <a:pt x="655320" y="2947416"/>
                  </a:lnTo>
                  <a:lnTo>
                    <a:pt x="650748" y="2950464"/>
                  </a:lnTo>
                  <a:lnTo>
                    <a:pt x="650748" y="2999232"/>
                  </a:lnTo>
                  <a:lnTo>
                    <a:pt x="655320" y="3002280"/>
                  </a:lnTo>
                  <a:lnTo>
                    <a:pt x="662940" y="3002280"/>
                  </a:lnTo>
                  <a:lnTo>
                    <a:pt x="665988" y="2999232"/>
                  </a:lnTo>
                  <a:lnTo>
                    <a:pt x="665988" y="2950464"/>
                  </a:lnTo>
                  <a:close/>
                </a:path>
                <a:path w="2184400" h="5782310">
                  <a:moveTo>
                    <a:pt x="665988" y="2868168"/>
                  </a:moveTo>
                  <a:lnTo>
                    <a:pt x="662940" y="2865120"/>
                  </a:lnTo>
                  <a:lnTo>
                    <a:pt x="655320" y="2865120"/>
                  </a:lnTo>
                  <a:lnTo>
                    <a:pt x="650748" y="2868168"/>
                  </a:lnTo>
                  <a:lnTo>
                    <a:pt x="650748" y="2916936"/>
                  </a:lnTo>
                  <a:lnTo>
                    <a:pt x="655320" y="2919984"/>
                  </a:lnTo>
                  <a:lnTo>
                    <a:pt x="662940" y="2919984"/>
                  </a:lnTo>
                  <a:lnTo>
                    <a:pt x="665988" y="2916936"/>
                  </a:lnTo>
                  <a:lnTo>
                    <a:pt x="665988" y="2868168"/>
                  </a:lnTo>
                  <a:close/>
                </a:path>
                <a:path w="2184400" h="5782310">
                  <a:moveTo>
                    <a:pt x="665988" y="2785872"/>
                  </a:moveTo>
                  <a:lnTo>
                    <a:pt x="662940" y="2782824"/>
                  </a:lnTo>
                  <a:lnTo>
                    <a:pt x="655320" y="2782824"/>
                  </a:lnTo>
                  <a:lnTo>
                    <a:pt x="650748" y="2785872"/>
                  </a:lnTo>
                  <a:lnTo>
                    <a:pt x="650748" y="2834640"/>
                  </a:lnTo>
                  <a:lnTo>
                    <a:pt x="655320" y="2837688"/>
                  </a:lnTo>
                  <a:lnTo>
                    <a:pt x="662940" y="2837688"/>
                  </a:lnTo>
                  <a:lnTo>
                    <a:pt x="665988" y="2834640"/>
                  </a:lnTo>
                  <a:lnTo>
                    <a:pt x="665988" y="2785872"/>
                  </a:lnTo>
                  <a:close/>
                </a:path>
                <a:path w="2184400" h="5782310">
                  <a:moveTo>
                    <a:pt x="665988" y="2702052"/>
                  </a:moveTo>
                  <a:lnTo>
                    <a:pt x="662940" y="2699004"/>
                  </a:lnTo>
                  <a:lnTo>
                    <a:pt x="655320" y="2699004"/>
                  </a:lnTo>
                  <a:lnTo>
                    <a:pt x="650748" y="2702052"/>
                  </a:lnTo>
                  <a:lnTo>
                    <a:pt x="650748" y="2750820"/>
                  </a:lnTo>
                  <a:lnTo>
                    <a:pt x="655320" y="2753868"/>
                  </a:lnTo>
                  <a:lnTo>
                    <a:pt x="662940" y="2753868"/>
                  </a:lnTo>
                  <a:lnTo>
                    <a:pt x="665988" y="2750820"/>
                  </a:lnTo>
                  <a:lnTo>
                    <a:pt x="665988" y="2702052"/>
                  </a:lnTo>
                  <a:close/>
                </a:path>
                <a:path w="2184400" h="5782310">
                  <a:moveTo>
                    <a:pt x="665988" y="2619756"/>
                  </a:moveTo>
                  <a:lnTo>
                    <a:pt x="662940" y="2616708"/>
                  </a:lnTo>
                  <a:lnTo>
                    <a:pt x="655320" y="2616708"/>
                  </a:lnTo>
                  <a:lnTo>
                    <a:pt x="650748" y="2619756"/>
                  </a:lnTo>
                  <a:lnTo>
                    <a:pt x="650748" y="2668524"/>
                  </a:lnTo>
                  <a:lnTo>
                    <a:pt x="655320" y="2671572"/>
                  </a:lnTo>
                  <a:lnTo>
                    <a:pt x="662940" y="2671572"/>
                  </a:lnTo>
                  <a:lnTo>
                    <a:pt x="665988" y="2668524"/>
                  </a:lnTo>
                  <a:lnTo>
                    <a:pt x="665988" y="2619756"/>
                  </a:lnTo>
                  <a:close/>
                </a:path>
                <a:path w="2184400" h="5782310">
                  <a:moveTo>
                    <a:pt x="665988" y="2537460"/>
                  </a:moveTo>
                  <a:lnTo>
                    <a:pt x="662940" y="2534412"/>
                  </a:lnTo>
                  <a:lnTo>
                    <a:pt x="655320" y="2534412"/>
                  </a:lnTo>
                  <a:lnTo>
                    <a:pt x="650748" y="2537460"/>
                  </a:lnTo>
                  <a:lnTo>
                    <a:pt x="650748" y="2586228"/>
                  </a:lnTo>
                  <a:lnTo>
                    <a:pt x="655320" y="2589276"/>
                  </a:lnTo>
                  <a:lnTo>
                    <a:pt x="662940" y="2589276"/>
                  </a:lnTo>
                  <a:lnTo>
                    <a:pt x="665988" y="2586228"/>
                  </a:lnTo>
                  <a:lnTo>
                    <a:pt x="665988" y="2537460"/>
                  </a:lnTo>
                  <a:close/>
                </a:path>
                <a:path w="2184400" h="5782310">
                  <a:moveTo>
                    <a:pt x="665988" y="2453640"/>
                  </a:moveTo>
                  <a:lnTo>
                    <a:pt x="662940" y="2450592"/>
                  </a:lnTo>
                  <a:lnTo>
                    <a:pt x="655320" y="2450592"/>
                  </a:lnTo>
                  <a:lnTo>
                    <a:pt x="650748" y="2453640"/>
                  </a:lnTo>
                  <a:lnTo>
                    <a:pt x="650748" y="2503932"/>
                  </a:lnTo>
                  <a:lnTo>
                    <a:pt x="655320" y="2506980"/>
                  </a:lnTo>
                  <a:lnTo>
                    <a:pt x="662940" y="2506980"/>
                  </a:lnTo>
                  <a:lnTo>
                    <a:pt x="665988" y="2503932"/>
                  </a:lnTo>
                  <a:lnTo>
                    <a:pt x="665988" y="2453640"/>
                  </a:lnTo>
                  <a:close/>
                </a:path>
                <a:path w="2184400" h="5782310">
                  <a:moveTo>
                    <a:pt x="665988" y="2371344"/>
                  </a:moveTo>
                  <a:lnTo>
                    <a:pt x="662940" y="2368296"/>
                  </a:lnTo>
                  <a:lnTo>
                    <a:pt x="655320" y="2368296"/>
                  </a:lnTo>
                  <a:lnTo>
                    <a:pt x="650748" y="2371344"/>
                  </a:lnTo>
                  <a:lnTo>
                    <a:pt x="650748" y="2420112"/>
                  </a:lnTo>
                  <a:lnTo>
                    <a:pt x="655320" y="2423160"/>
                  </a:lnTo>
                  <a:lnTo>
                    <a:pt x="662940" y="2423160"/>
                  </a:lnTo>
                  <a:lnTo>
                    <a:pt x="665988" y="2420112"/>
                  </a:lnTo>
                  <a:lnTo>
                    <a:pt x="665988" y="2371344"/>
                  </a:lnTo>
                  <a:close/>
                </a:path>
                <a:path w="2184400" h="5782310">
                  <a:moveTo>
                    <a:pt x="665988" y="2289048"/>
                  </a:moveTo>
                  <a:lnTo>
                    <a:pt x="662940" y="2286000"/>
                  </a:lnTo>
                  <a:lnTo>
                    <a:pt x="655320" y="2286000"/>
                  </a:lnTo>
                  <a:lnTo>
                    <a:pt x="650748" y="2289048"/>
                  </a:lnTo>
                  <a:lnTo>
                    <a:pt x="650748" y="2337816"/>
                  </a:lnTo>
                  <a:lnTo>
                    <a:pt x="655320" y="2340864"/>
                  </a:lnTo>
                  <a:lnTo>
                    <a:pt x="662940" y="2340864"/>
                  </a:lnTo>
                  <a:lnTo>
                    <a:pt x="665988" y="2337816"/>
                  </a:lnTo>
                  <a:lnTo>
                    <a:pt x="665988" y="2289048"/>
                  </a:lnTo>
                  <a:close/>
                </a:path>
                <a:path w="2184400" h="5782310">
                  <a:moveTo>
                    <a:pt x="665988" y="2206752"/>
                  </a:moveTo>
                  <a:lnTo>
                    <a:pt x="662940" y="2203704"/>
                  </a:lnTo>
                  <a:lnTo>
                    <a:pt x="655320" y="2203704"/>
                  </a:lnTo>
                  <a:lnTo>
                    <a:pt x="650748" y="2206752"/>
                  </a:lnTo>
                  <a:lnTo>
                    <a:pt x="650748" y="2255520"/>
                  </a:lnTo>
                  <a:lnTo>
                    <a:pt x="655320" y="2258568"/>
                  </a:lnTo>
                  <a:lnTo>
                    <a:pt x="662940" y="2258568"/>
                  </a:lnTo>
                  <a:lnTo>
                    <a:pt x="665988" y="2255520"/>
                  </a:lnTo>
                  <a:lnTo>
                    <a:pt x="665988" y="2206752"/>
                  </a:lnTo>
                  <a:close/>
                </a:path>
                <a:path w="2184400" h="5782310">
                  <a:moveTo>
                    <a:pt x="665988" y="2122932"/>
                  </a:moveTo>
                  <a:lnTo>
                    <a:pt x="662940" y="2119884"/>
                  </a:lnTo>
                  <a:lnTo>
                    <a:pt x="655320" y="2119884"/>
                  </a:lnTo>
                  <a:lnTo>
                    <a:pt x="650748" y="2122932"/>
                  </a:lnTo>
                  <a:lnTo>
                    <a:pt x="650748" y="2171700"/>
                  </a:lnTo>
                  <a:lnTo>
                    <a:pt x="655320" y="2174748"/>
                  </a:lnTo>
                  <a:lnTo>
                    <a:pt x="662940" y="2174748"/>
                  </a:lnTo>
                  <a:lnTo>
                    <a:pt x="665988" y="2171700"/>
                  </a:lnTo>
                  <a:lnTo>
                    <a:pt x="665988" y="2122932"/>
                  </a:lnTo>
                  <a:close/>
                </a:path>
                <a:path w="2184400" h="5782310">
                  <a:moveTo>
                    <a:pt x="665988" y="2040636"/>
                  </a:moveTo>
                  <a:lnTo>
                    <a:pt x="662940" y="2037588"/>
                  </a:lnTo>
                  <a:lnTo>
                    <a:pt x="655320" y="2037588"/>
                  </a:lnTo>
                  <a:lnTo>
                    <a:pt x="650748" y="2040636"/>
                  </a:lnTo>
                  <a:lnTo>
                    <a:pt x="650748" y="2089404"/>
                  </a:lnTo>
                  <a:lnTo>
                    <a:pt x="655320" y="2092452"/>
                  </a:lnTo>
                  <a:lnTo>
                    <a:pt x="662940" y="2092452"/>
                  </a:lnTo>
                  <a:lnTo>
                    <a:pt x="665988" y="2089404"/>
                  </a:lnTo>
                  <a:lnTo>
                    <a:pt x="665988" y="2040636"/>
                  </a:lnTo>
                  <a:close/>
                </a:path>
                <a:path w="2184400" h="5782310">
                  <a:moveTo>
                    <a:pt x="665988" y="1958340"/>
                  </a:moveTo>
                  <a:lnTo>
                    <a:pt x="662940" y="1955292"/>
                  </a:lnTo>
                  <a:lnTo>
                    <a:pt x="655320" y="1955292"/>
                  </a:lnTo>
                  <a:lnTo>
                    <a:pt x="650748" y="1958340"/>
                  </a:lnTo>
                  <a:lnTo>
                    <a:pt x="650748" y="2007108"/>
                  </a:lnTo>
                  <a:lnTo>
                    <a:pt x="655320" y="2010156"/>
                  </a:lnTo>
                  <a:lnTo>
                    <a:pt x="662940" y="2010156"/>
                  </a:lnTo>
                  <a:lnTo>
                    <a:pt x="665988" y="2007108"/>
                  </a:lnTo>
                  <a:lnTo>
                    <a:pt x="665988" y="1958340"/>
                  </a:lnTo>
                  <a:close/>
                </a:path>
                <a:path w="2184400" h="5782310">
                  <a:moveTo>
                    <a:pt x="665988" y="1874520"/>
                  </a:moveTo>
                  <a:lnTo>
                    <a:pt x="662940" y="1871472"/>
                  </a:lnTo>
                  <a:lnTo>
                    <a:pt x="655320" y="1871472"/>
                  </a:lnTo>
                  <a:lnTo>
                    <a:pt x="650748" y="1874520"/>
                  </a:lnTo>
                  <a:lnTo>
                    <a:pt x="650748" y="1924812"/>
                  </a:lnTo>
                  <a:lnTo>
                    <a:pt x="655320" y="1927860"/>
                  </a:lnTo>
                  <a:lnTo>
                    <a:pt x="662940" y="1927860"/>
                  </a:lnTo>
                  <a:lnTo>
                    <a:pt x="665988" y="1924812"/>
                  </a:lnTo>
                  <a:lnTo>
                    <a:pt x="665988" y="1874520"/>
                  </a:lnTo>
                  <a:close/>
                </a:path>
                <a:path w="2184400" h="5782310">
                  <a:moveTo>
                    <a:pt x="665988" y="1792224"/>
                  </a:moveTo>
                  <a:lnTo>
                    <a:pt x="662940" y="1789176"/>
                  </a:lnTo>
                  <a:lnTo>
                    <a:pt x="655320" y="1789176"/>
                  </a:lnTo>
                  <a:lnTo>
                    <a:pt x="650748" y="1792224"/>
                  </a:lnTo>
                  <a:lnTo>
                    <a:pt x="650748" y="1840992"/>
                  </a:lnTo>
                  <a:lnTo>
                    <a:pt x="655320" y="1844040"/>
                  </a:lnTo>
                  <a:lnTo>
                    <a:pt x="662940" y="1844040"/>
                  </a:lnTo>
                  <a:lnTo>
                    <a:pt x="665988" y="1840992"/>
                  </a:lnTo>
                  <a:lnTo>
                    <a:pt x="665988" y="1792224"/>
                  </a:lnTo>
                  <a:close/>
                </a:path>
                <a:path w="2184400" h="5782310">
                  <a:moveTo>
                    <a:pt x="665988" y="1709928"/>
                  </a:moveTo>
                  <a:lnTo>
                    <a:pt x="662940" y="1706880"/>
                  </a:lnTo>
                  <a:lnTo>
                    <a:pt x="655320" y="1706880"/>
                  </a:lnTo>
                  <a:lnTo>
                    <a:pt x="650748" y="1709928"/>
                  </a:lnTo>
                  <a:lnTo>
                    <a:pt x="650748" y="1758696"/>
                  </a:lnTo>
                  <a:lnTo>
                    <a:pt x="655320" y="1761744"/>
                  </a:lnTo>
                  <a:lnTo>
                    <a:pt x="662940" y="1761744"/>
                  </a:lnTo>
                  <a:lnTo>
                    <a:pt x="665988" y="1758696"/>
                  </a:lnTo>
                  <a:lnTo>
                    <a:pt x="665988" y="1709928"/>
                  </a:lnTo>
                  <a:close/>
                </a:path>
                <a:path w="2184400" h="5782310">
                  <a:moveTo>
                    <a:pt x="665988" y="1627632"/>
                  </a:moveTo>
                  <a:lnTo>
                    <a:pt x="662940" y="1624584"/>
                  </a:lnTo>
                  <a:lnTo>
                    <a:pt x="655320" y="1624584"/>
                  </a:lnTo>
                  <a:lnTo>
                    <a:pt x="650748" y="1627632"/>
                  </a:lnTo>
                  <a:lnTo>
                    <a:pt x="650748" y="1676400"/>
                  </a:lnTo>
                  <a:lnTo>
                    <a:pt x="655320" y="1679448"/>
                  </a:lnTo>
                  <a:lnTo>
                    <a:pt x="662940" y="1679448"/>
                  </a:lnTo>
                  <a:lnTo>
                    <a:pt x="665988" y="1676400"/>
                  </a:lnTo>
                  <a:lnTo>
                    <a:pt x="665988" y="1627632"/>
                  </a:lnTo>
                  <a:close/>
                </a:path>
                <a:path w="2184400" h="5782310">
                  <a:moveTo>
                    <a:pt x="665988" y="1543812"/>
                  </a:moveTo>
                  <a:lnTo>
                    <a:pt x="662940" y="1540764"/>
                  </a:lnTo>
                  <a:lnTo>
                    <a:pt x="655320" y="1540764"/>
                  </a:lnTo>
                  <a:lnTo>
                    <a:pt x="650748" y="1543812"/>
                  </a:lnTo>
                  <a:lnTo>
                    <a:pt x="650748" y="1592580"/>
                  </a:lnTo>
                  <a:lnTo>
                    <a:pt x="655320" y="1595628"/>
                  </a:lnTo>
                  <a:lnTo>
                    <a:pt x="662940" y="1595628"/>
                  </a:lnTo>
                  <a:lnTo>
                    <a:pt x="665988" y="1592580"/>
                  </a:lnTo>
                  <a:lnTo>
                    <a:pt x="665988" y="1543812"/>
                  </a:lnTo>
                  <a:close/>
                </a:path>
                <a:path w="2184400" h="5782310">
                  <a:moveTo>
                    <a:pt x="665988" y="1461516"/>
                  </a:moveTo>
                  <a:lnTo>
                    <a:pt x="662940" y="1458468"/>
                  </a:lnTo>
                  <a:lnTo>
                    <a:pt x="655320" y="1458468"/>
                  </a:lnTo>
                  <a:lnTo>
                    <a:pt x="650748" y="1461516"/>
                  </a:lnTo>
                  <a:lnTo>
                    <a:pt x="650748" y="1510284"/>
                  </a:lnTo>
                  <a:lnTo>
                    <a:pt x="655320" y="1513332"/>
                  </a:lnTo>
                  <a:lnTo>
                    <a:pt x="662940" y="1513332"/>
                  </a:lnTo>
                  <a:lnTo>
                    <a:pt x="665988" y="1510284"/>
                  </a:lnTo>
                  <a:lnTo>
                    <a:pt x="665988" y="1461516"/>
                  </a:lnTo>
                  <a:close/>
                </a:path>
                <a:path w="2184400" h="5782310">
                  <a:moveTo>
                    <a:pt x="665988" y="1379220"/>
                  </a:moveTo>
                  <a:lnTo>
                    <a:pt x="662940" y="1376172"/>
                  </a:lnTo>
                  <a:lnTo>
                    <a:pt x="655320" y="1376172"/>
                  </a:lnTo>
                  <a:lnTo>
                    <a:pt x="650748" y="1379220"/>
                  </a:lnTo>
                  <a:lnTo>
                    <a:pt x="650748" y="1427988"/>
                  </a:lnTo>
                  <a:lnTo>
                    <a:pt x="655320" y="1431036"/>
                  </a:lnTo>
                  <a:lnTo>
                    <a:pt x="662940" y="1431036"/>
                  </a:lnTo>
                  <a:lnTo>
                    <a:pt x="665988" y="1427988"/>
                  </a:lnTo>
                  <a:lnTo>
                    <a:pt x="665988" y="1379220"/>
                  </a:lnTo>
                  <a:close/>
                </a:path>
                <a:path w="2184400" h="5782310">
                  <a:moveTo>
                    <a:pt x="665988" y="1295400"/>
                  </a:moveTo>
                  <a:lnTo>
                    <a:pt x="662940" y="1292352"/>
                  </a:lnTo>
                  <a:lnTo>
                    <a:pt x="655320" y="1292352"/>
                  </a:lnTo>
                  <a:lnTo>
                    <a:pt x="650748" y="1295400"/>
                  </a:lnTo>
                  <a:lnTo>
                    <a:pt x="650748" y="1345692"/>
                  </a:lnTo>
                  <a:lnTo>
                    <a:pt x="655320" y="1348740"/>
                  </a:lnTo>
                  <a:lnTo>
                    <a:pt x="662940" y="1348740"/>
                  </a:lnTo>
                  <a:lnTo>
                    <a:pt x="665988" y="1345692"/>
                  </a:lnTo>
                  <a:lnTo>
                    <a:pt x="665988" y="1295400"/>
                  </a:lnTo>
                  <a:close/>
                </a:path>
                <a:path w="2184400" h="5782310">
                  <a:moveTo>
                    <a:pt x="665988" y="1213104"/>
                  </a:moveTo>
                  <a:lnTo>
                    <a:pt x="662940" y="1210056"/>
                  </a:lnTo>
                  <a:lnTo>
                    <a:pt x="655320" y="1210056"/>
                  </a:lnTo>
                  <a:lnTo>
                    <a:pt x="650748" y="1213104"/>
                  </a:lnTo>
                  <a:lnTo>
                    <a:pt x="650748" y="1261872"/>
                  </a:lnTo>
                  <a:lnTo>
                    <a:pt x="655320" y="1264920"/>
                  </a:lnTo>
                  <a:lnTo>
                    <a:pt x="662940" y="1264920"/>
                  </a:lnTo>
                  <a:lnTo>
                    <a:pt x="665988" y="1261872"/>
                  </a:lnTo>
                  <a:lnTo>
                    <a:pt x="665988" y="1213104"/>
                  </a:lnTo>
                  <a:close/>
                </a:path>
                <a:path w="2184400" h="5782310">
                  <a:moveTo>
                    <a:pt x="665988" y="1130808"/>
                  </a:moveTo>
                  <a:lnTo>
                    <a:pt x="662940" y="1127760"/>
                  </a:lnTo>
                  <a:lnTo>
                    <a:pt x="655320" y="1127760"/>
                  </a:lnTo>
                  <a:lnTo>
                    <a:pt x="650748" y="1130808"/>
                  </a:lnTo>
                  <a:lnTo>
                    <a:pt x="650748" y="1179576"/>
                  </a:lnTo>
                  <a:lnTo>
                    <a:pt x="655320" y="1182624"/>
                  </a:lnTo>
                  <a:lnTo>
                    <a:pt x="662940" y="1182624"/>
                  </a:lnTo>
                  <a:lnTo>
                    <a:pt x="665988" y="1179576"/>
                  </a:lnTo>
                  <a:lnTo>
                    <a:pt x="665988" y="1130808"/>
                  </a:lnTo>
                  <a:close/>
                </a:path>
                <a:path w="2184400" h="5782310">
                  <a:moveTo>
                    <a:pt x="665988" y="1048512"/>
                  </a:moveTo>
                  <a:lnTo>
                    <a:pt x="662940" y="1045464"/>
                  </a:lnTo>
                  <a:lnTo>
                    <a:pt x="655320" y="1045464"/>
                  </a:lnTo>
                  <a:lnTo>
                    <a:pt x="650748" y="1048512"/>
                  </a:lnTo>
                  <a:lnTo>
                    <a:pt x="650748" y="1097280"/>
                  </a:lnTo>
                  <a:lnTo>
                    <a:pt x="655320" y="1100328"/>
                  </a:lnTo>
                  <a:lnTo>
                    <a:pt x="662940" y="1100328"/>
                  </a:lnTo>
                  <a:lnTo>
                    <a:pt x="665988" y="1097280"/>
                  </a:lnTo>
                  <a:lnTo>
                    <a:pt x="665988" y="1048512"/>
                  </a:lnTo>
                  <a:close/>
                </a:path>
                <a:path w="2184400" h="5782310">
                  <a:moveTo>
                    <a:pt x="665988" y="964692"/>
                  </a:moveTo>
                  <a:lnTo>
                    <a:pt x="662940" y="961644"/>
                  </a:lnTo>
                  <a:lnTo>
                    <a:pt x="655320" y="961644"/>
                  </a:lnTo>
                  <a:lnTo>
                    <a:pt x="650748" y="964692"/>
                  </a:lnTo>
                  <a:lnTo>
                    <a:pt x="650748" y="1013460"/>
                  </a:lnTo>
                  <a:lnTo>
                    <a:pt x="655320" y="1016508"/>
                  </a:lnTo>
                  <a:lnTo>
                    <a:pt x="662940" y="1016508"/>
                  </a:lnTo>
                  <a:lnTo>
                    <a:pt x="665988" y="1013460"/>
                  </a:lnTo>
                  <a:lnTo>
                    <a:pt x="665988" y="964692"/>
                  </a:lnTo>
                  <a:close/>
                </a:path>
                <a:path w="2184400" h="5782310">
                  <a:moveTo>
                    <a:pt x="665988" y="882396"/>
                  </a:moveTo>
                  <a:lnTo>
                    <a:pt x="662940" y="879348"/>
                  </a:lnTo>
                  <a:lnTo>
                    <a:pt x="655320" y="879348"/>
                  </a:lnTo>
                  <a:lnTo>
                    <a:pt x="650748" y="882396"/>
                  </a:lnTo>
                  <a:lnTo>
                    <a:pt x="650748" y="931164"/>
                  </a:lnTo>
                  <a:lnTo>
                    <a:pt x="655320" y="934212"/>
                  </a:lnTo>
                  <a:lnTo>
                    <a:pt x="662940" y="934212"/>
                  </a:lnTo>
                  <a:lnTo>
                    <a:pt x="665988" y="931164"/>
                  </a:lnTo>
                  <a:lnTo>
                    <a:pt x="665988" y="882396"/>
                  </a:lnTo>
                  <a:close/>
                </a:path>
                <a:path w="2184400" h="5782310">
                  <a:moveTo>
                    <a:pt x="665988" y="800100"/>
                  </a:moveTo>
                  <a:lnTo>
                    <a:pt x="662940" y="797052"/>
                  </a:lnTo>
                  <a:lnTo>
                    <a:pt x="655320" y="797052"/>
                  </a:lnTo>
                  <a:lnTo>
                    <a:pt x="650748" y="800100"/>
                  </a:lnTo>
                  <a:lnTo>
                    <a:pt x="650748" y="848868"/>
                  </a:lnTo>
                  <a:lnTo>
                    <a:pt x="655320" y="851916"/>
                  </a:lnTo>
                  <a:lnTo>
                    <a:pt x="662940" y="851916"/>
                  </a:lnTo>
                  <a:lnTo>
                    <a:pt x="665988" y="848868"/>
                  </a:lnTo>
                  <a:lnTo>
                    <a:pt x="665988" y="800100"/>
                  </a:lnTo>
                  <a:close/>
                </a:path>
                <a:path w="2184400" h="5782310">
                  <a:moveTo>
                    <a:pt x="665988" y="716280"/>
                  </a:moveTo>
                  <a:lnTo>
                    <a:pt x="662940" y="713232"/>
                  </a:lnTo>
                  <a:lnTo>
                    <a:pt x="655320" y="713232"/>
                  </a:lnTo>
                  <a:lnTo>
                    <a:pt x="650748" y="716280"/>
                  </a:lnTo>
                  <a:lnTo>
                    <a:pt x="650748" y="766572"/>
                  </a:lnTo>
                  <a:lnTo>
                    <a:pt x="655320" y="769620"/>
                  </a:lnTo>
                  <a:lnTo>
                    <a:pt x="662940" y="769620"/>
                  </a:lnTo>
                  <a:lnTo>
                    <a:pt x="665988" y="766572"/>
                  </a:lnTo>
                  <a:lnTo>
                    <a:pt x="665988" y="716280"/>
                  </a:lnTo>
                  <a:close/>
                </a:path>
                <a:path w="2184400" h="5782310">
                  <a:moveTo>
                    <a:pt x="665988" y="633984"/>
                  </a:moveTo>
                  <a:lnTo>
                    <a:pt x="662940" y="630936"/>
                  </a:lnTo>
                  <a:lnTo>
                    <a:pt x="655320" y="630936"/>
                  </a:lnTo>
                  <a:lnTo>
                    <a:pt x="650748" y="633984"/>
                  </a:lnTo>
                  <a:lnTo>
                    <a:pt x="650748" y="682752"/>
                  </a:lnTo>
                  <a:lnTo>
                    <a:pt x="655320" y="685800"/>
                  </a:lnTo>
                  <a:lnTo>
                    <a:pt x="662940" y="685800"/>
                  </a:lnTo>
                  <a:lnTo>
                    <a:pt x="665988" y="682752"/>
                  </a:lnTo>
                  <a:lnTo>
                    <a:pt x="665988" y="633984"/>
                  </a:lnTo>
                  <a:close/>
                </a:path>
                <a:path w="2184400" h="5782310">
                  <a:moveTo>
                    <a:pt x="665988" y="551688"/>
                  </a:moveTo>
                  <a:lnTo>
                    <a:pt x="662940" y="548640"/>
                  </a:lnTo>
                  <a:lnTo>
                    <a:pt x="655320" y="548640"/>
                  </a:lnTo>
                  <a:lnTo>
                    <a:pt x="650748" y="551688"/>
                  </a:lnTo>
                  <a:lnTo>
                    <a:pt x="650748" y="600456"/>
                  </a:lnTo>
                  <a:lnTo>
                    <a:pt x="655320" y="603504"/>
                  </a:lnTo>
                  <a:lnTo>
                    <a:pt x="662940" y="603504"/>
                  </a:lnTo>
                  <a:lnTo>
                    <a:pt x="665988" y="600456"/>
                  </a:lnTo>
                  <a:lnTo>
                    <a:pt x="665988" y="551688"/>
                  </a:lnTo>
                  <a:close/>
                </a:path>
                <a:path w="2184400" h="5782310">
                  <a:moveTo>
                    <a:pt x="665988" y="469392"/>
                  </a:moveTo>
                  <a:lnTo>
                    <a:pt x="662940" y="466344"/>
                  </a:lnTo>
                  <a:lnTo>
                    <a:pt x="655320" y="466344"/>
                  </a:lnTo>
                  <a:lnTo>
                    <a:pt x="650748" y="469392"/>
                  </a:lnTo>
                  <a:lnTo>
                    <a:pt x="650748" y="518160"/>
                  </a:lnTo>
                  <a:lnTo>
                    <a:pt x="655320" y="521208"/>
                  </a:lnTo>
                  <a:lnTo>
                    <a:pt x="662940" y="521208"/>
                  </a:lnTo>
                  <a:lnTo>
                    <a:pt x="665988" y="518160"/>
                  </a:lnTo>
                  <a:lnTo>
                    <a:pt x="665988" y="469392"/>
                  </a:lnTo>
                  <a:close/>
                </a:path>
                <a:path w="2184400" h="5782310">
                  <a:moveTo>
                    <a:pt x="665988" y="385572"/>
                  </a:moveTo>
                  <a:lnTo>
                    <a:pt x="662940" y="382524"/>
                  </a:lnTo>
                  <a:lnTo>
                    <a:pt x="655320" y="382524"/>
                  </a:lnTo>
                  <a:lnTo>
                    <a:pt x="650748" y="385572"/>
                  </a:lnTo>
                  <a:lnTo>
                    <a:pt x="650748" y="434340"/>
                  </a:lnTo>
                  <a:lnTo>
                    <a:pt x="655320" y="437388"/>
                  </a:lnTo>
                  <a:lnTo>
                    <a:pt x="662940" y="437388"/>
                  </a:lnTo>
                  <a:lnTo>
                    <a:pt x="665988" y="434340"/>
                  </a:lnTo>
                  <a:lnTo>
                    <a:pt x="665988" y="385572"/>
                  </a:lnTo>
                  <a:close/>
                </a:path>
                <a:path w="2184400" h="5782310">
                  <a:moveTo>
                    <a:pt x="665988" y="303276"/>
                  </a:moveTo>
                  <a:lnTo>
                    <a:pt x="662940" y="300228"/>
                  </a:lnTo>
                  <a:lnTo>
                    <a:pt x="655320" y="300228"/>
                  </a:lnTo>
                  <a:lnTo>
                    <a:pt x="650748" y="303276"/>
                  </a:lnTo>
                  <a:lnTo>
                    <a:pt x="650748" y="352044"/>
                  </a:lnTo>
                  <a:lnTo>
                    <a:pt x="655320" y="355092"/>
                  </a:lnTo>
                  <a:lnTo>
                    <a:pt x="662940" y="355092"/>
                  </a:lnTo>
                  <a:lnTo>
                    <a:pt x="665988" y="352044"/>
                  </a:lnTo>
                  <a:lnTo>
                    <a:pt x="665988" y="303276"/>
                  </a:lnTo>
                  <a:close/>
                </a:path>
                <a:path w="2184400" h="5782310">
                  <a:moveTo>
                    <a:pt x="665988" y="220980"/>
                  </a:moveTo>
                  <a:lnTo>
                    <a:pt x="662940" y="217932"/>
                  </a:lnTo>
                  <a:lnTo>
                    <a:pt x="655320" y="217932"/>
                  </a:lnTo>
                  <a:lnTo>
                    <a:pt x="650748" y="220980"/>
                  </a:lnTo>
                  <a:lnTo>
                    <a:pt x="650748" y="269748"/>
                  </a:lnTo>
                  <a:lnTo>
                    <a:pt x="655320" y="272796"/>
                  </a:lnTo>
                  <a:lnTo>
                    <a:pt x="662940" y="272796"/>
                  </a:lnTo>
                  <a:lnTo>
                    <a:pt x="665988" y="269748"/>
                  </a:lnTo>
                  <a:lnTo>
                    <a:pt x="665988" y="220980"/>
                  </a:lnTo>
                  <a:close/>
                </a:path>
                <a:path w="2184400" h="5782310">
                  <a:moveTo>
                    <a:pt x="665988" y="137160"/>
                  </a:moveTo>
                  <a:lnTo>
                    <a:pt x="662940" y="134112"/>
                  </a:lnTo>
                  <a:lnTo>
                    <a:pt x="655320" y="134112"/>
                  </a:lnTo>
                  <a:lnTo>
                    <a:pt x="650748" y="137160"/>
                  </a:lnTo>
                  <a:lnTo>
                    <a:pt x="650748" y="187452"/>
                  </a:lnTo>
                  <a:lnTo>
                    <a:pt x="655320" y="190500"/>
                  </a:lnTo>
                  <a:lnTo>
                    <a:pt x="662940" y="190500"/>
                  </a:lnTo>
                  <a:lnTo>
                    <a:pt x="665988" y="187452"/>
                  </a:lnTo>
                  <a:lnTo>
                    <a:pt x="665988" y="137160"/>
                  </a:lnTo>
                  <a:close/>
                </a:path>
                <a:path w="2184400" h="5782310">
                  <a:moveTo>
                    <a:pt x="882396" y="5266944"/>
                  </a:moveTo>
                  <a:lnTo>
                    <a:pt x="879348" y="5263896"/>
                  </a:lnTo>
                  <a:lnTo>
                    <a:pt x="871728" y="5263896"/>
                  </a:lnTo>
                  <a:lnTo>
                    <a:pt x="868680" y="5266944"/>
                  </a:lnTo>
                  <a:lnTo>
                    <a:pt x="868680" y="5291328"/>
                  </a:lnTo>
                  <a:lnTo>
                    <a:pt x="871728" y="5294376"/>
                  </a:lnTo>
                  <a:lnTo>
                    <a:pt x="879348" y="5294376"/>
                  </a:lnTo>
                  <a:lnTo>
                    <a:pt x="882396" y="5291328"/>
                  </a:lnTo>
                  <a:lnTo>
                    <a:pt x="882396" y="5266944"/>
                  </a:lnTo>
                  <a:close/>
                </a:path>
                <a:path w="2184400" h="5782310">
                  <a:moveTo>
                    <a:pt x="882396" y="5184648"/>
                  </a:moveTo>
                  <a:lnTo>
                    <a:pt x="879348" y="5181600"/>
                  </a:lnTo>
                  <a:lnTo>
                    <a:pt x="871728" y="5181600"/>
                  </a:lnTo>
                  <a:lnTo>
                    <a:pt x="868680" y="5184648"/>
                  </a:lnTo>
                  <a:lnTo>
                    <a:pt x="868680" y="5233416"/>
                  </a:lnTo>
                  <a:lnTo>
                    <a:pt x="871728" y="5236464"/>
                  </a:lnTo>
                  <a:lnTo>
                    <a:pt x="879348" y="5236464"/>
                  </a:lnTo>
                  <a:lnTo>
                    <a:pt x="882396" y="5233416"/>
                  </a:lnTo>
                  <a:lnTo>
                    <a:pt x="882396" y="5184648"/>
                  </a:lnTo>
                  <a:close/>
                </a:path>
                <a:path w="2184400" h="5782310">
                  <a:moveTo>
                    <a:pt x="882396" y="5102352"/>
                  </a:moveTo>
                  <a:lnTo>
                    <a:pt x="879348" y="5099304"/>
                  </a:lnTo>
                  <a:lnTo>
                    <a:pt x="871728" y="5099304"/>
                  </a:lnTo>
                  <a:lnTo>
                    <a:pt x="868680" y="5102352"/>
                  </a:lnTo>
                  <a:lnTo>
                    <a:pt x="868680" y="5151120"/>
                  </a:lnTo>
                  <a:lnTo>
                    <a:pt x="871728" y="5154168"/>
                  </a:lnTo>
                  <a:lnTo>
                    <a:pt x="879348" y="5154168"/>
                  </a:lnTo>
                  <a:lnTo>
                    <a:pt x="882396" y="5151120"/>
                  </a:lnTo>
                  <a:lnTo>
                    <a:pt x="882396" y="5102352"/>
                  </a:lnTo>
                  <a:close/>
                </a:path>
                <a:path w="2184400" h="5782310">
                  <a:moveTo>
                    <a:pt x="882396" y="5018532"/>
                  </a:moveTo>
                  <a:lnTo>
                    <a:pt x="879348" y="5015484"/>
                  </a:lnTo>
                  <a:lnTo>
                    <a:pt x="871728" y="5015484"/>
                  </a:lnTo>
                  <a:lnTo>
                    <a:pt x="868680" y="5018532"/>
                  </a:lnTo>
                  <a:lnTo>
                    <a:pt x="868680" y="5067300"/>
                  </a:lnTo>
                  <a:lnTo>
                    <a:pt x="871728" y="5070348"/>
                  </a:lnTo>
                  <a:lnTo>
                    <a:pt x="879348" y="5070348"/>
                  </a:lnTo>
                  <a:lnTo>
                    <a:pt x="882396" y="5067300"/>
                  </a:lnTo>
                  <a:lnTo>
                    <a:pt x="882396" y="5018532"/>
                  </a:lnTo>
                  <a:close/>
                </a:path>
                <a:path w="2184400" h="5782310">
                  <a:moveTo>
                    <a:pt x="882396" y="4936236"/>
                  </a:moveTo>
                  <a:lnTo>
                    <a:pt x="879348" y="4933188"/>
                  </a:lnTo>
                  <a:lnTo>
                    <a:pt x="871728" y="4933188"/>
                  </a:lnTo>
                  <a:lnTo>
                    <a:pt x="868680" y="4936236"/>
                  </a:lnTo>
                  <a:lnTo>
                    <a:pt x="868680" y="4985004"/>
                  </a:lnTo>
                  <a:lnTo>
                    <a:pt x="871728" y="4988052"/>
                  </a:lnTo>
                  <a:lnTo>
                    <a:pt x="879348" y="4988052"/>
                  </a:lnTo>
                  <a:lnTo>
                    <a:pt x="882396" y="4985004"/>
                  </a:lnTo>
                  <a:lnTo>
                    <a:pt x="882396" y="4936236"/>
                  </a:lnTo>
                  <a:close/>
                </a:path>
                <a:path w="2184400" h="5782310">
                  <a:moveTo>
                    <a:pt x="882396" y="4853940"/>
                  </a:moveTo>
                  <a:lnTo>
                    <a:pt x="879348" y="4850892"/>
                  </a:lnTo>
                  <a:lnTo>
                    <a:pt x="871728" y="4850892"/>
                  </a:lnTo>
                  <a:lnTo>
                    <a:pt x="868680" y="4853940"/>
                  </a:lnTo>
                  <a:lnTo>
                    <a:pt x="868680" y="4902708"/>
                  </a:lnTo>
                  <a:lnTo>
                    <a:pt x="871728" y="4905756"/>
                  </a:lnTo>
                  <a:lnTo>
                    <a:pt x="879348" y="4905756"/>
                  </a:lnTo>
                  <a:lnTo>
                    <a:pt x="882396" y="4902708"/>
                  </a:lnTo>
                  <a:lnTo>
                    <a:pt x="882396" y="4853940"/>
                  </a:lnTo>
                  <a:close/>
                </a:path>
                <a:path w="2184400" h="5782310">
                  <a:moveTo>
                    <a:pt x="882396" y="4770120"/>
                  </a:moveTo>
                  <a:lnTo>
                    <a:pt x="879348" y="4767072"/>
                  </a:lnTo>
                  <a:lnTo>
                    <a:pt x="871728" y="4767072"/>
                  </a:lnTo>
                  <a:lnTo>
                    <a:pt x="868680" y="4770120"/>
                  </a:lnTo>
                  <a:lnTo>
                    <a:pt x="868680" y="4820412"/>
                  </a:lnTo>
                  <a:lnTo>
                    <a:pt x="871728" y="4823460"/>
                  </a:lnTo>
                  <a:lnTo>
                    <a:pt x="879348" y="4823460"/>
                  </a:lnTo>
                  <a:lnTo>
                    <a:pt x="882396" y="4820412"/>
                  </a:lnTo>
                  <a:lnTo>
                    <a:pt x="882396" y="4770120"/>
                  </a:lnTo>
                  <a:close/>
                </a:path>
                <a:path w="2184400" h="5782310">
                  <a:moveTo>
                    <a:pt x="882396" y="4687824"/>
                  </a:moveTo>
                  <a:lnTo>
                    <a:pt x="879348" y="4684776"/>
                  </a:lnTo>
                  <a:lnTo>
                    <a:pt x="871728" y="4684776"/>
                  </a:lnTo>
                  <a:lnTo>
                    <a:pt x="868680" y="4687824"/>
                  </a:lnTo>
                  <a:lnTo>
                    <a:pt x="868680" y="4736592"/>
                  </a:lnTo>
                  <a:lnTo>
                    <a:pt x="871728" y="4739640"/>
                  </a:lnTo>
                  <a:lnTo>
                    <a:pt x="879348" y="4739640"/>
                  </a:lnTo>
                  <a:lnTo>
                    <a:pt x="882396" y="4736592"/>
                  </a:lnTo>
                  <a:lnTo>
                    <a:pt x="882396" y="4687824"/>
                  </a:lnTo>
                  <a:close/>
                </a:path>
                <a:path w="2184400" h="5782310">
                  <a:moveTo>
                    <a:pt x="882396" y="4605528"/>
                  </a:moveTo>
                  <a:lnTo>
                    <a:pt x="879348" y="4602480"/>
                  </a:lnTo>
                  <a:lnTo>
                    <a:pt x="871728" y="4602480"/>
                  </a:lnTo>
                  <a:lnTo>
                    <a:pt x="868680" y="4605528"/>
                  </a:lnTo>
                  <a:lnTo>
                    <a:pt x="868680" y="4654308"/>
                  </a:lnTo>
                  <a:lnTo>
                    <a:pt x="871728" y="4657344"/>
                  </a:lnTo>
                  <a:lnTo>
                    <a:pt x="879348" y="4657344"/>
                  </a:lnTo>
                  <a:lnTo>
                    <a:pt x="882396" y="4654308"/>
                  </a:lnTo>
                  <a:lnTo>
                    <a:pt x="882396" y="4605528"/>
                  </a:lnTo>
                  <a:close/>
                </a:path>
                <a:path w="2184400" h="5782310">
                  <a:moveTo>
                    <a:pt x="882396" y="4523232"/>
                  </a:moveTo>
                  <a:lnTo>
                    <a:pt x="879348" y="4520184"/>
                  </a:lnTo>
                  <a:lnTo>
                    <a:pt x="871728" y="4520184"/>
                  </a:lnTo>
                  <a:lnTo>
                    <a:pt x="868680" y="4523232"/>
                  </a:lnTo>
                  <a:lnTo>
                    <a:pt x="868680" y="4572000"/>
                  </a:lnTo>
                  <a:lnTo>
                    <a:pt x="871728" y="4575048"/>
                  </a:lnTo>
                  <a:lnTo>
                    <a:pt x="879348" y="4575048"/>
                  </a:lnTo>
                  <a:lnTo>
                    <a:pt x="882396" y="4572000"/>
                  </a:lnTo>
                  <a:lnTo>
                    <a:pt x="882396" y="4523232"/>
                  </a:lnTo>
                  <a:close/>
                </a:path>
                <a:path w="2184400" h="5782310">
                  <a:moveTo>
                    <a:pt x="882396" y="4439412"/>
                  </a:moveTo>
                  <a:lnTo>
                    <a:pt x="879348" y="4436364"/>
                  </a:lnTo>
                  <a:lnTo>
                    <a:pt x="871728" y="4436364"/>
                  </a:lnTo>
                  <a:lnTo>
                    <a:pt x="868680" y="4439412"/>
                  </a:lnTo>
                  <a:lnTo>
                    <a:pt x="868680" y="4488180"/>
                  </a:lnTo>
                  <a:lnTo>
                    <a:pt x="871728" y="4491228"/>
                  </a:lnTo>
                  <a:lnTo>
                    <a:pt x="879348" y="4491228"/>
                  </a:lnTo>
                  <a:lnTo>
                    <a:pt x="882396" y="4488180"/>
                  </a:lnTo>
                  <a:lnTo>
                    <a:pt x="882396" y="4439412"/>
                  </a:lnTo>
                  <a:close/>
                </a:path>
                <a:path w="2184400" h="5782310">
                  <a:moveTo>
                    <a:pt x="882396" y="4357116"/>
                  </a:moveTo>
                  <a:lnTo>
                    <a:pt x="879348" y="4354068"/>
                  </a:lnTo>
                  <a:lnTo>
                    <a:pt x="871728" y="4354068"/>
                  </a:lnTo>
                  <a:lnTo>
                    <a:pt x="868680" y="4357116"/>
                  </a:lnTo>
                  <a:lnTo>
                    <a:pt x="868680" y="4405884"/>
                  </a:lnTo>
                  <a:lnTo>
                    <a:pt x="871728" y="4408932"/>
                  </a:lnTo>
                  <a:lnTo>
                    <a:pt x="879348" y="4408932"/>
                  </a:lnTo>
                  <a:lnTo>
                    <a:pt x="882396" y="4405884"/>
                  </a:lnTo>
                  <a:lnTo>
                    <a:pt x="882396" y="4357116"/>
                  </a:lnTo>
                  <a:close/>
                </a:path>
                <a:path w="2184400" h="5782310">
                  <a:moveTo>
                    <a:pt x="882396" y="4274820"/>
                  </a:moveTo>
                  <a:lnTo>
                    <a:pt x="879348" y="4271772"/>
                  </a:lnTo>
                  <a:lnTo>
                    <a:pt x="871728" y="4271772"/>
                  </a:lnTo>
                  <a:lnTo>
                    <a:pt x="868680" y="4274820"/>
                  </a:lnTo>
                  <a:lnTo>
                    <a:pt x="868680" y="4323588"/>
                  </a:lnTo>
                  <a:lnTo>
                    <a:pt x="871728" y="4326636"/>
                  </a:lnTo>
                  <a:lnTo>
                    <a:pt x="879348" y="4326636"/>
                  </a:lnTo>
                  <a:lnTo>
                    <a:pt x="882396" y="4323588"/>
                  </a:lnTo>
                  <a:lnTo>
                    <a:pt x="882396" y="4274820"/>
                  </a:lnTo>
                  <a:close/>
                </a:path>
                <a:path w="2184400" h="5782310">
                  <a:moveTo>
                    <a:pt x="882396" y="4191000"/>
                  </a:moveTo>
                  <a:lnTo>
                    <a:pt x="879348" y="4187952"/>
                  </a:lnTo>
                  <a:lnTo>
                    <a:pt x="871728" y="4187952"/>
                  </a:lnTo>
                  <a:lnTo>
                    <a:pt x="868680" y="4191000"/>
                  </a:lnTo>
                  <a:lnTo>
                    <a:pt x="868680" y="4241292"/>
                  </a:lnTo>
                  <a:lnTo>
                    <a:pt x="871728" y="4244340"/>
                  </a:lnTo>
                  <a:lnTo>
                    <a:pt x="879348" y="4244340"/>
                  </a:lnTo>
                  <a:lnTo>
                    <a:pt x="882396" y="4241292"/>
                  </a:lnTo>
                  <a:lnTo>
                    <a:pt x="882396" y="4191000"/>
                  </a:lnTo>
                  <a:close/>
                </a:path>
                <a:path w="2184400" h="5782310">
                  <a:moveTo>
                    <a:pt x="882396" y="4108704"/>
                  </a:moveTo>
                  <a:lnTo>
                    <a:pt x="879348" y="4105656"/>
                  </a:lnTo>
                  <a:lnTo>
                    <a:pt x="871728" y="4105656"/>
                  </a:lnTo>
                  <a:lnTo>
                    <a:pt x="868680" y="4108704"/>
                  </a:lnTo>
                  <a:lnTo>
                    <a:pt x="868680" y="4157472"/>
                  </a:lnTo>
                  <a:lnTo>
                    <a:pt x="871728" y="4160520"/>
                  </a:lnTo>
                  <a:lnTo>
                    <a:pt x="879348" y="4160520"/>
                  </a:lnTo>
                  <a:lnTo>
                    <a:pt x="882396" y="4157472"/>
                  </a:lnTo>
                  <a:lnTo>
                    <a:pt x="882396" y="4108704"/>
                  </a:lnTo>
                  <a:close/>
                </a:path>
                <a:path w="2184400" h="5782310">
                  <a:moveTo>
                    <a:pt x="882396" y="4026408"/>
                  </a:moveTo>
                  <a:lnTo>
                    <a:pt x="879348" y="4023360"/>
                  </a:lnTo>
                  <a:lnTo>
                    <a:pt x="871728" y="4023360"/>
                  </a:lnTo>
                  <a:lnTo>
                    <a:pt x="868680" y="4026408"/>
                  </a:lnTo>
                  <a:lnTo>
                    <a:pt x="868680" y="4075176"/>
                  </a:lnTo>
                  <a:lnTo>
                    <a:pt x="871728" y="4078224"/>
                  </a:lnTo>
                  <a:lnTo>
                    <a:pt x="879348" y="4078224"/>
                  </a:lnTo>
                  <a:lnTo>
                    <a:pt x="882396" y="4075176"/>
                  </a:lnTo>
                  <a:lnTo>
                    <a:pt x="882396" y="4026408"/>
                  </a:lnTo>
                  <a:close/>
                </a:path>
                <a:path w="2184400" h="5782310">
                  <a:moveTo>
                    <a:pt x="882396" y="3944112"/>
                  </a:moveTo>
                  <a:lnTo>
                    <a:pt x="879348" y="3941064"/>
                  </a:lnTo>
                  <a:lnTo>
                    <a:pt x="871728" y="3941064"/>
                  </a:lnTo>
                  <a:lnTo>
                    <a:pt x="868680" y="3944112"/>
                  </a:lnTo>
                  <a:lnTo>
                    <a:pt x="868680" y="3992880"/>
                  </a:lnTo>
                  <a:lnTo>
                    <a:pt x="871728" y="3995928"/>
                  </a:lnTo>
                  <a:lnTo>
                    <a:pt x="879348" y="3995928"/>
                  </a:lnTo>
                  <a:lnTo>
                    <a:pt x="882396" y="3992880"/>
                  </a:lnTo>
                  <a:lnTo>
                    <a:pt x="882396" y="3944112"/>
                  </a:lnTo>
                  <a:close/>
                </a:path>
                <a:path w="2184400" h="5782310">
                  <a:moveTo>
                    <a:pt x="882396" y="3860292"/>
                  </a:moveTo>
                  <a:lnTo>
                    <a:pt x="879348" y="3857244"/>
                  </a:lnTo>
                  <a:lnTo>
                    <a:pt x="871728" y="3857244"/>
                  </a:lnTo>
                  <a:lnTo>
                    <a:pt x="868680" y="3860292"/>
                  </a:lnTo>
                  <a:lnTo>
                    <a:pt x="868680" y="3909060"/>
                  </a:lnTo>
                  <a:lnTo>
                    <a:pt x="871728" y="3912108"/>
                  </a:lnTo>
                  <a:lnTo>
                    <a:pt x="879348" y="3912108"/>
                  </a:lnTo>
                  <a:lnTo>
                    <a:pt x="882396" y="3909060"/>
                  </a:lnTo>
                  <a:lnTo>
                    <a:pt x="882396" y="3860292"/>
                  </a:lnTo>
                  <a:close/>
                </a:path>
                <a:path w="2184400" h="5782310">
                  <a:moveTo>
                    <a:pt x="882396" y="3777996"/>
                  </a:moveTo>
                  <a:lnTo>
                    <a:pt x="879348" y="3774948"/>
                  </a:lnTo>
                  <a:lnTo>
                    <a:pt x="871728" y="3774948"/>
                  </a:lnTo>
                  <a:lnTo>
                    <a:pt x="868680" y="3777996"/>
                  </a:lnTo>
                  <a:lnTo>
                    <a:pt x="868680" y="3826764"/>
                  </a:lnTo>
                  <a:lnTo>
                    <a:pt x="871728" y="3829812"/>
                  </a:lnTo>
                  <a:lnTo>
                    <a:pt x="879348" y="3829812"/>
                  </a:lnTo>
                  <a:lnTo>
                    <a:pt x="882396" y="3826764"/>
                  </a:lnTo>
                  <a:lnTo>
                    <a:pt x="882396" y="3777996"/>
                  </a:lnTo>
                  <a:close/>
                </a:path>
                <a:path w="2184400" h="5782310">
                  <a:moveTo>
                    <a:pt x="882396" y="3695700"/>
                  </a:moveTo>
                  <a:lnTo>
                    <a:pt x="879348" y="3692652"/>
                  </a:lnTo>
                  <a:lnTo>
                    <a:pt x="871728" y="3692652"/>
                  </a:lnTo>
                  <a:lnTo>
                    <a:pt x="868680" y="3695700"/>
                  </a:lnTo>
                  <a:lnTo>
                    <a:pt x="868680" y="3744468"/>
                  </a:lnTo>
                  <a:lnTo>
                    <a:pt x="871728" y="3747516"/>
                  </a:lnTo>
                  <a:lnTo>
                    <a:pt x="879348" y="3747516"/>
                  </a:lnTo>
                  <a:lnTo>
                    <a:pt x="882396" y="3744468"/>
                  </a:lnTo>
                  <a:lnTo>
                    <a:pt x="882396" y="3695700"/>
                  </a:lnTo>
                  <a:close/>
                </a:path>
                <a:path w="2184400" h="5782310">
                  <a:moveTo>
                    <a:pt x="882396" y="3611880"/>
                  </a:moveTo>
                  <a:lnTo>
                    <a:pt x="879348" y="3608832"/>
                  </a:lnTo>
                  <a:lnTo>
                    <a:pt x="871728" y="3608832"/>
                  </a:lnTo>
                  <a:lnTo>
                    <a:pt x="868680" y="3611880"/>
                  </a:lnTo>
                  <a:lnTo>
                    <a:pt x="868680" y="3662172"/>
                  </a:lnTo>
                  <a:lnTo>
                    <a:pt x="871728" y="3665220"/>
                  </a:lnTo>
                  <a:lnTo>
                    <a:pt x="879348" y="3665220"/>
                  </a:lnTo>
                  <a:lnTo>
                    <a:pt x="882396" y="3662172"/>
                  </a:lnTo>
                  <a:lnTo>
                    <a:pt x="882396" y="3611880"/>
                  </a:lnTo>
                  <a:close/>
                </a:path>
                <a:path w="2184400" h="5782310">
                  <a:moveTo>
                    <a:pt x="882396" y="3529584"/>
                  </a:moveTo>
                  <a:lnTo>
                    <a:pt x="879348" y="3526536"/>
                  </a:lnTo>
                  <a:lnTo>
                    <a:pt x="871728" y="3526536"/>
                  </a:lnTo>
                  <a:lnTo>
                    <a:pt x="868680" y="3529584"/>
                  </a:lnTo>
                  <a:lnTo>
                    <a:pt x="868680" y="3578352"/>
                  </a:lnTo>
                  <a:lnTo>
                    <a:pt x="871728" y="3581400"/>
                  </a:lnTo>
                  <a:lnTo>
                    <a:pt x="879348" y="3581400"/>
                  </a:lnTo>
                  <a:lnTo>
                    <a:pt x="882396" y="3578352"/>
                  </a:lnTo>
                  <a:lnTo>
                    <a:pt x="882396" y="3529584"/>
                  </a:lnTo>
                  <a:close/>
                </a:path>
                <a:path w="2184400" h="5782310">
                  <a:moveTo>
                    <a:pt x="882396" y="3447288"/>
                  </a:moveTo>
                  <a:lnTo>
                    <a:pt x="879348" y="3444240"/>
                  </a:lnTo>
                  <a:lnTo>
                    <a:pt x="871728" y="3444240"/>
                  </a:lnTo>
                  <a:lnTo>
                    <a:pt x="868680" y="3447288"/>
                  </a:lnTo>
                  <a:lnTo>
                    <a:pt x="868680" y="3496056"/>
                  </a:lnTo>
                  <a:lnTo>
                    <a:pt x="871728" y="3499104"/>
                  </a:lnTo>
                  <a:lnTo>
                    <a:pt x="879348" y="3499104"/>
                  </a:lnTo>
                  <a:lnTo>
                    <a:pt x="882396" y="3496056"/>
                  </a:lnTo>
                  <a:lnTo>
                    <a:pt x="882396" y="3447288"/>
                  </a:lnTo>
                  <a:close/>
                </a:path>
                <a:path w="2184400" h="5782310">
                  <a:moveTo>
                    <a:pt x="882396" y="3364992"/>
                  </a:moveTo>
                  <a:lnTo>
                    <a:pt x="879348" y="3361944"/>
                  </a:lnTo>
                  <a:lnTo>
                    <a:pt x="871728" y="3361944"/>
                  </a:lnTo>
                  <a:lnTo>
                    <a:pt x="868680" y="3364992"/>
                  </a:lnTo>
                  <a:lnTo>
                    <a:pt x="868680" y="3413760"/>
                  </a:lnTo>
                  <a:lnTo>
                    <a:pt x="871728" y="3416808"/>
                  </a:lnTo>
                  <a:lnTo>
                    <a:pt x="879348" y="3416808"/>
                  </a:lnTo>
                  <a:lnTo>
                    <a:pt x="882396" y="3413760"/>
                  </a:lnTo>
                  <a:lnTo>
                    <a:pt x="882396" y="3364992"/>
                  </a:lnTo>
                  <a:close/>
                </a:path>
                <a:path w="2184400" h="5782310">
                  <a:moveTo>
                    <a:pt x="882396" y="3281172"/>
                  </a:moveTo>
                  <a:lnTo>
                    <a:pt x="879348" y="3278124"/>
                  </a:lnTo>
                  <a:lnTo>
                    <a:pt x="871728" y="3278124"/>
                  </a:lnTo>
                  <a:lnTo>
                    <a:pt x="868680" y="3281172"/>
                  </a:lnTo>
                  <a:lnTo>
                    <a:pt x="868680" y="3329940"/>
                  </a:lnTo>
                  <a:lnTo>
                    <a:pt x="871728" y="3332988"/>
                  </a:lnTo>
                  <a:lnTo>
                    <a:pt x="879348" y="3332988"/>
                  </a:lnTo>
                  <a:lnTo>
                    <a:pt x="882396" y="3329940"/>
                  </a:lnTo>
                  <a:lnTo>
                    <a:pt x="882396" y="3281172"/>
                  </a:lnTo>
                  <a:close/>
                </a:path>
                <a:path w="2184400" h="5782310">
                  <a:moveTo>
                    <a:pt x="882396" y="3198876"/>
                  </a:moveTo>
                  <a:lnTo>
                    <a:pt x="879348" y="3195828"/>
                  </a:lnTo>
                  <a:lnTo>
                    <a:pt x="871728" y="3195828"/>
                  </a:lnTo>
                  <a:lnTo>
                    <a:pt x="868680" y="3198876"/>
                  </a:lnTo>
                  <a:lnTo>
                    <a:pt x="868680" y="3247644"/>
                  </a:lnTo>
                  <a:lnTo>
                    <a:pt x="871728" y="3250692"/>
                  </a:lnTo>
                  <a:lnTo>
                    <a:pt x="879348" y="3250692"/>
                  </a:lnTo>
                  <a:lnTo>
                    <a:pt x="882396" y="3247644"/>
                  </a:lnTo>
                  <a:lnTo>
                    <a:pt x="882396" y="3198876"/>
                  </a:lnTo>
                  <a:close/>
                </a:path>
                <a:path w="2184400" h="5782310">
                  <a:moveTo>
                    <a:pt x="882396" y="3116580"/>
                  </a:moveTo>
                  <a:lnTo>
                    <a:pt x="879348" y="3113532"/>
                  </a:lnTo>
                  <a:lnTo>
                    <a:pt x="871728" y="3113532"/>
                  </a:lnTo>
                  <a:lnTo>
                    <a:pt x="868680" y="3116580"/>
                  </a:lnTo>
                  <a:lnTo>
                    <a:pt x="868680" y="3165348"/>
                  </a:lnTo>
                  <a:lnTo>
                    <a:pt x="871728" y="3168396"/>
                  </a:lnTo>
                  <a:lnTo>
                    <a:pt x="879348" y="3168396"/>
                  </a:lnTo>
                  <a:lnTo>
                    <a:pt x="882396" y="3165348"/>
                  </a:lnTo>
                  <a:lnTo>
                    <a:pt x="882396" y="3116580"/>
                  </a:lnTo>
                  <a:close/>
                </a:path>
                <a:path w="2184400" h="5782310">
                  <a:moveTo>
                    <a:pt x="882396" y="3032760"/>
                  </a:moveTo>
                  <a:lnTo>
                    <a:pt x="879348" y="3029712"/>
                  </a:lnTo>
                  <a:lnTo>
                    <a:pt x="871728" y="3029712"/>
                  </a:lnTo>
                  <a:lnTo>
                    <a:pt x="868680" y="3032760"/>
                  </a:lnTo>
                  <a:lnTo>
                    <a:pt x="868680" y="3083052"/>
                  </a:lnTo>
                  <a:lnTo>
                    <a:pt x="871728" y="3086100"/>
                  </a:lnTo>
                  <a:lnTo>
                    <a:pt x="879348" y="3086100"/>
                  </a:lnTo>
                  <a:lnTo>
                    <a:pt x="882396" y="3083052"/>
                  </a:lnTo>
                  <a:lnTo>
                    <a:pt x="882396" y="3032760"/>
                  </a:lnTo>
                  <a:close/>
                </a:path>
                <a:path w="2184400" h="5782310">
                  <a:moveTo>
                    <a:pt x="882396" y="2950464"/>
                  </a:moveTo>
                  <a:lnTo>
                    <a:pt x="879348" y="2947416"/>
                  </a:lnTo>
                  <a:lnTo>
                    <a:pt x="871728" y="2947416"/>
                  </a:lnTo>
                  <a:lnTo>
                    <a:pt x="868680" y="2950464"/>
                  </a:lnTo>
                  <a:lnTo>
                    <a:pt x="868680" y="2999232"/>
                  </a:lnTo>
                  <a:lnTo>
                    <a:pt x="871728" y="3002280"/>
                  </a:lnTo>
                  <a:lnTo>
                    <a:pt x="879348" y="3002280"/>
                  </a:lnTo>
                  <a:lnTo>
                    <a:pt x="882396" y="2999232"/>
                  </a:lnTo>
                  <a:lnTo>
                    <a:pt x="882396" y="2950464"/>
                  </a:lnTo>
                  <a:close/>
                </a:path>
                <a:path w="2184400" h="5782310">
                  <a:moveTo>
                    <a:pt x="882396" y="2868168"/>
                  </a:moveTo>
                  <a:lnTo>
                    <a:pt x="879348" y="2865120"/>
                  </a:lnTo>
                  <a:lnTo>
                    <a:pt x="871728" y="2865120"/>
                  </a:lnTo>
                  <a:lnTo>
                    <a:pt x="868680" y="2868168"/>
                  </a:lnTo>
                  <a:lnTo>
                    <a:pt x="868680" y="2916936"/>
                  </a:lnTo>
                  <a:lnTo>
                    <a:pt x="871728" y="2919984"/>
                  </a:lnTo>
                  <a:lnTo>
                    <a:pt x="879348" y="2919984"/>
                  </a:lnTo>
                  <a:lnTo>
                    <a:pt x="882396" y="2916936"/>
                  </a:lnTo>
                  <a:lnTo>
                    <a:pt x="882396" y="2868168"/>
                  </a:lnTo>
                  <a:close/>
                </a:path>
                <a:path w="2184400" h="5782310">
                  <a:moveTo>
                    <a:pt x="882396" y="2785872"/>
                  </a:moveTo>
                  <a:lnTo>
                    <a:pt x="879348" y="2782824"/>
                  </a:lnTo>
                  <a:lnTo>
                    <a:pt x="871728" y="2782824"/>
                  </a:lnTo>
                  <a:lnTo>
                    <a:pt x="868680" y="2785872"/>
                  </a:lnTo>
                  <a:lnTo>
                    <a:pt x="868680" y="2834640"/>
                  </a:lnTo>
                  <a:lnTo>
                    <a:pt x="871728" y="2837688"/>
                  </a:lnTo>
                  <a:lnTo>
                    <a:pt x="879348" y="2837688"/>
                  </a:lnTo>
                  <a:lnTo>
                    <a:pt x="882396" y="2834640"/>
                  </a:lnTo>
                  <a:lnTo>
                    <a:pt x="882396" y="2785872"/>
                  </a:lnTo>
                  <a:close/>
                </a:path>
                <a:path w="2184400" h="5782310">
                  <a:moveTo>
                    <a:pt x="882396" y="2702052"/>
                  </a:moveTo>
                  <a:lnTo>
                    <a:pt x="879348" y="2699004"/>
                  </a:lnTo>
                  <a:lnTo>
                    <a:pt x="871728" y="2699004"/>
                  </a:lnTo>
                  <a:lnTo>
                    <a:pt x="868680" y="2702052"/>
                  </a:lnTo>
                  <a:lnTo>
                    <a:pt x="868680" y="2750820"/>
                  </a:lnTo>
                  <a:lnTo>
                    <a:pt x="871728" y="2753868"/>
                  </a:lnTo>
                  <a:lnTo>
                    <a:pt x="879348" y="2753868"/>
                  </a:lnTo>
                  <a:lnTo>
                    <a:pt x="882396" y="2750820"/>
                  </a:lnTo>
                  <a:lnTo>
                    <a:pt x="882396" y="2702052"/>
                  </a:lnTo>
                  <a:close/>
                </a:path>
                <a:path w="2184400" h="5782310">
                  <a:moveTo>
                    <a:pt x="882396" y="2619756"/>
                  </a:moveTo>
                  <a:lnTo>
                    <a:pt x="879348" y="2616708"/>
                  </a:lnTo>
                  <a:lnTo>
                    <a:pt x="871728" y="2616708"/>
                  </a:lnTo>
                  <a:lnTo>
                    <a:pt x="868680" y="2619756"/>
                  </a:lnTo>
                  <a:lnTo>
                    <a:pt x="868680" y="2668524"/>
                  </a:lnTo>
                  <a:lnTo>
                    <a:pt x="871728" y="2671572"/>
                  </a:lnTo>
                  <a:lnTo>
                    <a:pt x="879348" y="2671572"/>
                  </a:lnTo>
                  <a:lnTo>
                    <a:pt x="882396" y="2668524"/>
                  </a:lnTo>
                  <a:lnTo>
                    <a:pt x="882396" y="2619756"/>
                  </a:lnTo>
                  <a:close/>
                </a:path>
                <a:path w="2184400" h="5782310">
                  <a:moveTo>
                    <a:pt x="882396" y="2537460"/>
                  </a:moveTo>
                  <a:lnTo>
                    <a:pt x="879348" y="2534412"/>
                  </a:lnTo>
                  <a:lnTo>
                    <a:pt x="871728" y="2534412"/>
                  </a:lnTo>
                  <a:lnTo>
                    <a:pt x="868680" y="2537460"/>
                  </a:lnTo>
                  <a:lnTo>
                    <a:pt x="868680" y="2586228"/>
                  </a:lnTo>
                  <a:lnTo>
                    <a:pt x="871728" y="2589276"/>
                  </a:lnTo>
                  <a:lnTo>
                    <a:pt x="879348" y="2589276"/>
                  </a:lnTo>
                  <a:lnTo>
                    <a:pt x="882396" y="2586228"/>
                  </a:lnTo>
                  <a:lnTo>
                    <a:pt x="882396" y="2537460"/>
                  </a:lnTo>
                  <a:close/>
                </a:path>
                <a:path w="2184400" h="5782310">
                  <a:moveTo>
                    <a:pt x="882396" y="2453640"/>
                  </a:moveTo>
                  <a:lnTo>
                    <a:pt x="879348" y="2450592"/>
                  </a:lnTo>
                  <a:lnTo>
                    <a:pt x="871728" y="2450592"/>
                  </a:lnTo>
                  <a:lnTo>
                    <a:pt x="868680" y="2453640"/>
                  </a:lnTo>
                  <a:lnTo>
                    <a:pt x="868680" y="2503932"/>
                  </a:lnTo>
                  <a:lnTo>
                    <a:pt x="871728" y="2506980"/>
                  </a:lnTo>
                  <a:lnTo>
                    <a:pt x="879348" y="2506980"/>
                  </a:lnTo>
                  <a:lnTo>
                    <a:pt x="882396" y="2503932"/>
                  </a:lnTo>
                  <a:lnTo>
                    <a:pt x="882396" y="2453640"/>
                  </a:lnTo>
                  <a:close/>
                </a:path>
                <a:path w="2184400" h="5782310">
                  <a:moveTo>
                    <a:pt x="882396" y="2371344"/>
                  </a:moveTo>
                  <a:lnTo>
                    <a:pt x="879348" y="2368296"/>
                  </a:lnTo>
                  <a:lnTo>
                    <a:pt x="871728" y="2368296"/>
                  </a:lnTo>
                  <a:lnTo>
                    <a:pt x="868680" y="2371344"/>
                  </a:lnTo>
                  <a:lnTo>
                    <a:pt x="868680" y="2420112"/>
                  </a:lnTo>
                  <a:lnTo>
                    <a:pt x="871728" y="2423160"/>
                  </a:lnTo>
                  <a:lnTo>
                    <a:pt x="879348" y="2423160"/>
                  </a:lnTo>
                  <a:lnTo>
                    <a:pt x="882396" y="2420112"/>
                  </a:lnTo>
                  <a:lnTo>
                    <a:pt x="882396" y="2371344"/>
                  </a:lnTo>
                  <a:close/>
                </a:path>
                <a:path w="2184400" h="5782310">
                  <a:moveTo>
                    <a:pt x="882396" y="2289048"/>
                  </a:moveTo>
                  <a:lnTo>
                    <a:pt x="879348" y="2286000"/>
                  </a:lnTo>
                  <a:lnTo>
                    <a:pt x="871728" y="2286000"/>
                  </a:lnTo>
                  <a:lnTo>
                    <a:pt x="868680" y="2289048"/>
                  </a:lnTo>
                  <a:lnTo>
                    <a:pt x="868680" y="2337816"/>
                  </a:lnTo>
                  <a:lnTo>
                    <a:pt x="871728" y="2340864"/>
                  </a:lnTo>
                  <a:lnTo>
                    <a:pt x="879348" y="2340864"/>
                  </a:lnTo>
                  <a:lnTo>
                    <a:pt x="882396" y="2337816"/>
                  </a:lnTo>
                  <a:lnTo>
                    <a:pt x="882396" y="2289048"/>
                  </a:lnTo>
                  <a:close/>
                </a:path>
                <a:path w="2184400" h="5782310">
                  <a:moveTo>
                    <a:pt x="882396" y="2206752"/>
                  </a:moveTo>
                  <a:lnTo>
                    <a:pt x="879348" y="2203704"/>
                  </a:lnTo>
                  <a:lnTo>
                    <a:pt x="871728" y="2203704"/>
                  </a:lnTo>
                  <a:lnTo>
                    <a:pt x="868680" y="2206752"/>
                  </a:lnTo>
                  <a:lnTo>
                    <a:pt x="868680" y="2255520"/>
                  </a:lnTo>
                  <a:lnTo>
                    <a:pt x="871728" y="2258568"/>
                  </a:lnTo>
                  <a:lnTo>
                    <a:pt x="879348" y="2258568"/>
                  </a:lnTo>
                  <a:lnTo>
                    <a:pt x="882396" y="2255520"/>
                  </a:lnTo>
                  <a:lnTo>
                    <a:pt x="882396" y="2206752"/>
                  </a:lnTo>
                  <a:close/>
                </a:path>
                <a:path w="2184400" h="5782310">
                  <a:moveTo>
                    <a:pt x="882396" y="2122932"/>
                  </a:moveTo>
                  <a:lnTo>
                    <a:pt x="879348" y="2119884"/>
                  </a:lnTo>
                  <a:lnTo>
                    <a:pt x="871728" y="2119884"/>
                  </a:lnTo>
                  <a:lnTo>
                    <a:pt x="868680" y="2122932"/>
                  </a:lnTo>
                  <a:lnTo>
                    <a:pt x="868680" y="2171700"/>
                  </a:lnTo>
                  <a:lnTo>
                    <a:pt x="871728" y="2174748"/>
                  </a:lnTo>
                  <a:lnTo>
                    <a:pt x="879348" y="2174748"/>
                  </a:lnTo>
                  <a:lnTo>
                    <a:pt x="882396" y="2171700"/>
                  </a:lnTo>
                  <a:lnTo>
                    <a:pt x="882396" y="2122932"/>
                  </a:lnTo>
                  <a:close/>
                </a:path>
                <a:path w="2184400" h="5782310">
                  <a:moveTo>
                    <a:pt x="882396" y="2040636"/>
                  </a:moveTo>
                  <a:lnTo>
                    <a:pt x="879348" y="2037588"/>
                  </a:lnTo>
                  <a:lnTo>
                    <a:pt x="871728" y="2037588"/>
                  </a:lnTo>
                  <a:lnTo>
                    <a:pt x="868680" y="2040636"/>
                  </a:lnTo>
                  <a:lnTo>
                    <a:pt x="868680" y="2089404"/>
                  </a:lnTo>
                  <a:lnTo>
                    <a:pt x="871728" y="2092452"/>
                  </a:lnTo>
                  <a:lnTo>
                    <a:pt x="879348" y="2092452"/>
                  </a:lnTo>
                  <a:lnTo>
                    <a:pt x="882396" y="2089404"/>
                  </a:lnTo>
                  <a:lnTo>
                    <a:pt x="882396" y="2040636"/>
                  </a:lnTo>
                  <a:close/>
                </a:path>
                <a:path w="2184400" h="5782310">
                  <a:moveTo>
                    <a:pt x="882396" y="1958340"/>
                  </a:moveTo>
                  <a:lnTo>
                    <a:pt x="879348" y="1955292"/>
                  </a:lnTo>
                  <a:lnTo>
                    <a:pt x="871728" y="1955292"/>
                  </a:lnTo>
                  <a:lnTo>
                    <a:pt x="868680" y="1958340"/>
                  </a:lnTo>
                  <a:lnTo>
                    <a:pt x="868680" y="2007108"/>
                  </a:lnTo>
                  <a:lnTo>
                    <a:pt x="871728" y="2010156"/>
                  </a:lnTo>
                  <a:lnTo>
                    <a:pt x="879348" y="2010156"/>
                  </a:lnTo>
                  <a:lnTo>
                    <a:pt x="882396" y="2007108"/>
                  </a:lnTo>
                  <a:lnTo>
                    <a:pt x="882396" y="1958340"/>
                  </a:lnTo>
                  <a:close/>
                </a:path>
                <a:path w="2184400" h="5782310">
                  <a:moveTo>
                    <a:pt x="882396" y="1874520"/>
                  </a:moveTo>
                  <a:lnTo>
                    <a:pt x="879348" y="1871472"/>
                  </a:lnTo>
                  <a:lnTo>
                    <a:pt x="871728" y="1871472"/>
                  </a:lnTo>
                  <a:lnTo>
                    <a:pt x="868680" y="1874520"/>
                  </a:lnTo>
                  <a:lnTo>
                    <a:pt x="868680" y="1924812"/>
                  </a:lnTo>
                  <a:lnTo>
                    <a:pt x="871728" y="1927860"/>
                  </a:lnTo>
                  <a:lnTo>
                    <a:pt x="879348" y="1927860"/>
                  </a:lnTo>
                  <a:lnTo>
                    <a:pt x="882396" y="1924812"/>
                  </a:lnTo>
                  <a:lnTo>
                    <a:pt x="882396" y="1874520"/>
                  </a:lnTo>
                  <a:close/>
                </a:path>
                <a:path w="2184400" h="5782310">
                  <a:moveTo>
                    <a:pt x="882396" y="1792224"/>
                  </a:moveTo>
                  <a:lnTo>
                    <a:pt x="879348" y="1789176"/>
                  </a:lnTo>
                  <a:lnTo>
                    <a:pt x="871728" y="1789176"/>
                  </a:lnTo>
                  <a:lnTo>
                    <a:pt x="868680" y="1792224"/>
                  </a:lnTo>
                  <a:lnTo>
                    <a:pt x="868680" y="1840992"/>
                  </a:lnTo>
                  <a:lnTo>
                    <a:pt x="871728" y="1844040"/>
                  </a:lnTo>
                  <a:lnTo>
                    <a:pt x="879348" y="1844040"/>
                  </a:lnTo>
                  <a:lnTo>
                    <a:pt x="882396" y="1840992"/>
                  </a:lnTo>
                  <a:lnTo>
                    <a:pt x="882396" y="1792224"/>
                  </a:lnTo>
                  <a:close/>
                </a:path>
                <a:path w="2184400" h="5782310">
                  <a:moveTo>
                    <a:pt x="882396" y="1709928"/>
                  </a:moveTo>
                  <a:lnTo>
                    <a:pt x="879348" y="1706880"/>
                  </a:lnTo>
                  <a:lnTo>
                    <a:pt x="871728" y="1706880"/>
                  </a:lnTo>
                  <a:lnTo>
                    <a:pt x="868680" y="1709928"/>
                  </a:lnTo>
                  <a:lnTo>
                    <a:pt x="868680" y="1758696"/>
                  </a:lnTo>
                  <a:lnTo>
                    <a:pt x="871728" y="1761744"/>
                  </a:lnTo>
                  <a:lnTo>
                    <a:pt x="879348" y="1761744"/>
                  </a:lnTo>
                  <a:lnTo>
                    <a:pt x="882396" y="1758696"/>
                  </a:lnTo>
                  <a:lnTo>
                    <a:pt x="882396" y="1709928"/>
                  </a:lnTo>
                  <a:close/>
                </a:path>
                <a:path w="2184400" h="5782310">
                  <a:moveTo>
                    <a:pt x="882396" y="1627632"/>
                  </a:moveTo>
                  <a:lnTo>
                    <a:pt x="879348" y="1624584"/>
                  </a:lnTo>
                  <a:lnTo>
                    <a:pt x="871728" y="1624584"/>
                  </a:lnTo>
                  <a:lnTo>
                    <a:pt x="868680" y="1627632"/>
                  </a:lnTo>
                  <a:lnTo>
                    <a:pt x="868680" y="1676400"/>
                  </a:lnTo>
                  <a:lnTo>
                    <a:pt x="871728" y="1679448"/>
                  </a:lnTo>
                  <a:lnTo>
                    <a:pt x="879348" y="1679448"/>
                  </a:lnTo>
                  <a:lnTo>
                    <a:pt x="882396" y="1676400"/>
                  </a:lnTo>
                  <a:lnTo>
                    <a:pt x="882396" y="1627632"/>
                  </a:lnTo>
                  <a:close/>
                </a:path>
                <a:path w="2184400" h="5782310">
                  <a:moveTo>
                    <a:pt x="882396" y="1543812"/>
                  </a:moveTo>
                  <a:lnTo>
                    <a:pt x="879348" y="1540764"/>
                  </a:lnTo>
                  <a:lnTo>
                    <a:pt x="871728" y="1540764"/>
                  </a:lnTo>
                  <a:lnTo>
                    <a:pt x="868680" y="1543812"/>
                  </a:lnTo>
                  <a:lnTo>
                    <a:pt x="868680" y="1592580"/>
                  </a:lnTo>
                  <a:lnTo>
                    <a:pt x="871728" y="1595628"/>
                  </a:lnTo>
                  <a:lnTo>
                    <a:pt x="879348" y="1595628"/>
                  </a:lnTo>
                  <a:lnTo>
                    <a:pt x="882396" y="1592580"/>
                  </a:lnTo>
                  <a:lnTo>
                    <a:pt x="882396" y="1543812"/>
                  </a:lnTo>
                  <a:close/>
                </a:path>
                <a:path w="2184400" h="5782310">
                  <a:moveTo>
                    <a:pt x="882396" y="1461516"/>
                  </a:moveTo>
                  <a:lnTo>
                    <a:pt x="879348" y="1458468"/>
                  </a:lnTo>
                  <a:lnTo>
                    <a:pt x="871728" y="1458468"/>
                  </a:lnTo>
                  <a:lnTo>
                    <a:pt x="868680" y="1461516"/>
                  </a:lnTo>
                  <a:lnTo>
                    <a:pt x="868680" y="1510284"/>
                  </a:lnTo>
                  <a:lnTo>
                    <a:pt x="871728" y="1513332"/>
                  </a:lnTo>
                  <a:lnTo>
                    <a:pt x="879348" y="1513332"/>
                  </a:lnTo>
                  <a:lnTo>
                    <a:pt x="882396" y="1510284"/>
                  </a:lnTo>
                  <a:lnTo>
                    <a:pt x="882396" y="1461516"/>
                  </a:lnTo>
                  <a:close/>
                </a:path>
                <a:path w="2184400" h="5782310">
                  <a:moveTo>
                    <a:pt x="882396" y="1379220"/>
                  </a:moveTo>
                  <a:lnTo>
                    <a:pt x="879348" y="1376172"/>
                  </a:lnTo>
                  <a:lnTo>
                    <a:pt x="871728" y="1376172"/>
                  </a:lnTo>
                  <a:lnTo>
                    <a:pt x="868680" y="1379220"/>
                  </a:lnTo>
                  <a:lnTo>
                    <a:pt x="868680" y="1427988"/>
                  </a:lnTo>
                  <a:lnTo>
                    <a:pt x="871728" y="1431036"/>
                  </a:lnTo>
                  <a:lnTo>
                    <a:pt x="879348" y="1431036"/>
                  </a:lnTo>
                  <a:lnTo>
                    <a:pt x="882396" y="1427988"/>
                  </a:lnTo>
                  <a:lnTo>
                    <a:pt x="882396" y="1379220"/>
                  </a:lnTo>
                  <a:close/>
                </a:path>
                <a:path w="2184400" h="5782310">
                  <a:moveTo>
                    <a:pt x="882396" y="1295400"/>
                  </a:moveTo>
                  <a:lnTo>
                    <a:pt x="879348" y="1292352"/>
                  </a:lnTo>
                  <a:lnTo>
                    <a:pt x="871728" y="1292352"/>
                  </a:lnTo>
                  <a:lnTo>
                    <a:pt x="868680" y="1295400"/>
                  </a:lnTo>
                  <a:lnTo>
                    <a:pt x="868680" y="1345692"/>
                  </a:lnTo>
                  <a:lnTo>
                    <a:pt x="871728" y="1348740"/>
                  </a:lnTo>
                  <a:lnTo>
                    <a:pt x="879348" y="1348740"/>
                  </a:lnTo>
                  <a:lnTo>
                    <a:pt x="882396" y="1345692"/>
                  </a:lnTo>
                  <a:lnTo>
                    <a:pt x="882396" y="1295400"/>
                  </a:lnTo>
                  <a:close/>
                </a:path>
                <a:path w="2184400" h="5782310">
                  <a:moveTo>
                    <a:pt x="882396" y="1213104"/>
                  </a:moveTo>
                  <a:lnTo>
                    <a:pt x="879348" y="1210056"/>
                  </a:lnTo>
                  <a:lnTo>
                    <a:pt x="871728" y="1210056"/>
                  </a:lnTo>
                  <a:lnTo>
                    <a:pt x="868680" y="1213104"/>
                  </a:lnTo>
                  <a:lnTo>
                    <a:pt x="868680" y="1261872"/>
                  </a:lnTo>
                  <a:lnTo>
                    <a:pt x="871728" y="1264920"/>
                  </a:lnTo>
                  <a:lnTo>
                    <a:pt x="879348" y="1264920"/>
                  </a:lnTo>
                  <a:lnTo>
                    <a:pt x="882396" y="1261872"/>
                  </a:lnTo>
                  <a:lnTo>
                    <a:pt x="882396" y="1213104"/>
                  </a:lnTo>
                  <a:close/>
                </a:path>
                <a:path w="2184400" h="5782310">
                  <a:moveTo>
                    <a:pt x="882396" y="1130808"/>
                  </a:moveTo>
                  <a:lnTo>
                    <a:pt x="879348" y="1127760"/>
                  </a:lnTo>
                  <a:lnTo>
                    <a:pt x="871728" y="1127760"/>
                  </a:lnTo>
                  <a:lnTo>
                    <a:pt x="868680" y="1130808"/>
                  </a:lnTo>
                  <a:lnTo>
                    <a:pt x="868680" y="1179576"/>
                  </a:lnTo>
                  <a:lnTo>
                    <a:pt x="871728" y="1182624"/>
                  </a:lnTo>
                  <a:lnTo>
                    <a:pt x="879348" y="1182624"/>
                  </a:lnTo>
                  <a:lnTo>
                    <a:pt x="882396" y="1179576"/>
                  </a:lnTo>
                  <a:lnTo>
                    <a:pt x="882396" y="1130808"/>
                  </a:lnTo>
                  <a:close/>
                </a:path>
                <a:path w="2184400" h="5782310">
                  <a:moveTo>
                    <a:pt x="882396" y="1048512"/>
                  </a:moveTo>
                  <a:lnTo>
                    <a:pt x="879348" y="1045464"/>
                  </a:lnTo>
                  <a:lnTo>
                    <a:pt x="871728" y="1045464"/>
                  </a:lnTo>
                  <a:lnTo>
                    <a:pt x="868680" y="1048512"/>
                  </a:lnTo>
                  <a:lnTo>
                    <a:pt x="868680" y="1097280"/>
                  </a:lnTo>
                  <a:lnTo>
                    <a:pt x="871728" y="1100328"/>
                  </a:lnTo>
                  <a:lnTo>
                    <a:pt x="879348" y="1100328"/>
                  </a:lnTo>
                  <a:lnTo>
                    <a:pt x="882396" y="1097280"/>
                  </a:lnTo>
                  <a:lnTo>
                    <a:pt x="882396" y="1048512"/>
                  </a:lnTo>
                  <a:close/>
                </a:path>
                <a:path w="2184400" h="5782310">
                  <a:moveTo>
                    <a:pt x="882396" y="964692"/>
                  </a:moveTo>
                  <a:lnTo>
                    <a:pt x="879348" y="961644"/>
                  </a:lnTo>
                  <a:lnTo>
                    <a:pt x="871728" y="961644"/>
                  </a:lnTo>
                  <a:lnTo>
                    <a:pt x="868680" y="964692"/>
                  </a:lnTo>
                  <a:lnTo>
                    <a:pt x="868680" y="1013460"/>
                  </a:lnTo>
                  <a:lnTo>
                    <a:pt x="871728" y="1016508"/>
                  </a:lnTo>
                  <a:lnTo>
                    <a:pt x="879348" y="1016508"/>
                  </a:lnTo>
                  <a:lnTo>
                    <a:pt x="882396" y="1013460"/>
                  </a:lnTo>
                  <a:lnTo>
                    <a:pt x="882396" y="964692"/>
                  </a:lnTo>
                  <a:close/>
                </a:path>
                <a:path w="2184400" h="5782310">
                  <a:moveTo>
                    <a:pt x="882396" y="882396"/>
                  </a:moveTo>
                  <a:lnTo>
                    <a:pt x="879348" y="879348"/>
                  </a:lnTo>
                  <a:lnTo>
                    <a:pt x="871728" y="879348"/>
                  </a:lnTo>
                  <a:lnTo>
                    <a:pt x="868680" y="882396"/>
                  </a:lnTo>
                  <a:lnTo>
                    <a:pt x="868680" y="931164"/>
                  </a:lnTo>
                  <a:lnTo>
                    <a:pt x="871728" y="934212"/>
                  </a:lnTo>
                  <a:lnTo>
                    <a:pt x="879348" y="934212"/>
                  </a:lnTo>
                  <a:lnTo>
                    <a:pt x="882396" y="931164"/>
                  </a:lnTo>
                  <a:lnTo>
                    <a:pt x="882396" y="882396"/>
                  </a:lnTo>
                  <a:close/>
                </a:path>
                <a:path w="2184400" h="5782310">
                  <a:moveTo>
                    <a:pt x="882396" y="800100"/>
                  </a:moveTo>
                  <a:lnTo>
                    <a:pt x="879348" y="797052"/>
                  </a:lnTo>
                  <a:lnTo>
                    <a:pt x="871728" y="797052"/>
                  </a:lnTo>
                  <a:lnTo>
                    <a:pt x="868680" y="800100"/>
                  </a:lnTo>
                  <a:lnTo>
                    <a:pt x="868680" y="848868"/>
                  </a:lnTo>
                  <a:lnTo>
                    <a:pt x="871728" y="851916"/>
                  </a:lnTo>
                  <a:lnTo>
                    <a:pt x="879348" y="851916"/>
                  </a:lnTo>
                  <a:lnTo>
                    <a:pt x="882396" y="848868"/>
                  </a:lnTo>
                  <a:lnTo>
                    <a:pt x="882396" y="800100"/>
                  </a:lnTo>
                  <a:close/>
                </a:path>
                <a:path w="2184400" h="5782310">
                  <a:moveTo>
                    <a:pt x="882396" y="716280"/>
                  </a:moveTo>
                  <a:lnTo>
                    <a:pt x="879348" y="713232"/>
                  </a:lnTo>
                  <a:lnTo>
                    <a:pt x="871728" y="713232"/>
                  </a:lnTo>
                  <a:lnTo>
                    <a:pt x="868680" y="716280"/>
                  </a:lnTo>
                  <a:lnTo>
                    <a:pt x="868680" y="766572"/>
                  </a:lnTo>
                  <a:lnTo>
                    <a:pt x="871728" y="769620"/>
                  </a:lnTo>
                  <a:lnTo>
                    <a:pt x="879348" y="769620"/>
                  </a:lnTo>
                  <a:lnTo>
                    <a:pt x="882396" y="766572"/>
                  </a:lnTo>
                  <a:lnTo>
                    <a:pt x="882396" y="716280"/>
                  </a:lnTo>
                  <a:close/>
                </a:path>
                <a:path w="2184400" h="5782310">
                  <a:moveTo>
                    <a:pt x="882396" y="633984"/>
                  </a:moveTo>
                  <a:lnTo>
                    <a:pt x="879348" y="630936"/>
                  </a:lnTo>
                  <a:lnTo>
                    <a:pt x="871728" y="630936"/>
                  </a:lnTo>
                  <a:lnTo>
                    <a:pt x="868680" y="633984"/>
                  </a:lnTo>
                  <a:lnTo>
                    <a:pt x="868680" y="682752"/>
                  </a:lnTo>
                  <a:lnTo>
                    <a:pt x="871728" y="685800"/>
                  </a:lnTo>
                  <a:lnTo>
                    <a:pt x="879348" y="685800"/>
                  </a:lnTo>
                  <a:lnTo>
                    <a:pt x="882396" y="682752"/>
                  </a:lnTo>
                  <a:lnTo>
                    <a:pt x="882396" y="633984"/>
                  </a:lnTo>
                  <a:close/>
                </a:path>
                <a:path w="2184400" h="5782310">
                  <a:moveTo>
                    <a:pt x="882396" y="551688"/>
                  </a:moveTo>
                  <a:lnTo>
                    <a:pt x="879348" y="548640"/>
                  </a:lnTo>
                  <a:lnTo>
                    <a:pt x="871728" y="548640"/>
                  </a:lnTo>
                  <a:lnTo>
                    <a:pt x="868680" y="551688"/>
                  </a:lnTo>
                  <a:lnTo>
                    <a:pt x="868680" y="600456"/>
                  </a:lnTo>
                  <a:lnTo>
                    <a:pt x="871728" y="603504"/>
                  </a:lnTo>
                  <a:lnTo>
                    <a:pt x="879348" y="603504"/>
                  </a:lnTo>
                  <a:lnTo>
                    <a:pt x="882396" y="600456"/>
                  </a:lnTo>
                  <a:lnTo>
                    <a:pt x="882396" y="551688"/>
                  </a:lnTo>
                  <a:close/>
                </a:path>
                <a:path w="2184400" h="5782310">
                  <a:moveTo>
                    <a:pt x="882396" y="469392"/>
                  </a:moveTo>
                  <a:lnTo>
                    <a:pt x="879348" y="466344"/>
                  </a:lnTo>
                  <a:lnTo>
                    <a:pt x="871728" y="466344"/>
                  </a:lnTo>
                  <a:lnTo>
                    <a:pt x="868680" y="469392"/>
                  </a:lnTo>
                  <a:lnTo>
                    <a:pt x="868680" y="518160"/>
                  </a:lnTo>
                  <a:lnTo>
                    <a:pt x="871728" y="521208"/>
                  </a:lnTo>
                  <a:lnTo>
                    <a:pt x="879348" y="521208"/>
                  </a:lnTo>
                  <a:lnTo>
                    <a:pt x="882396" y="518160"/>
                  </a:lnTo>
                  <a:lnTo>
                    <a:pt x="882396" y="469392"/>
                  </a:lnTo>
                  <a:close/>
                </a:path>
                <a:path w="2184400" h="5782310">
                  <a:moveTo>
                    <a:pt x="882396" y="385572"/>
                  </a:moveTo>
                  <a:lnTo>
                    <a:pt x="879348" y="382524"/>
                  </a:lnTo>
                  <a:lnTo>
                    <a:pt x="871728" y="382524"/>
                  </a:lnTo>
                  <a:lnTo>
                    <a:pt x="868680" y="385572"/>
                  </a:lnTo>
                  <a:lnTo>
                    <a:pt x="868680" y="434340"/>
                  </a:lnTo>
                  <a:lnTo>
                    <a:pt x="871728" y="437388"/>
                  </a:lnTo>
                  <a:lnTo>
                    <a:pt x="879348" y="437388"/>
                  </a:lnTo>
                  <a:lnTo>
                    <a:pt x="882396" y="434340"/>
                  </a:lnTo>
                  <a:lnTo>
                    <a:pt x="882396" y="385572"/>
                  </a:lnTo>
                  <a:close/>
                </a:path>
                <a:path w="2184400" h="5782310">
                  <a:moveTo>
                    <a:pt x="882396" y="303276"/>
                  </a:moveTo>
                  <a:lnTo>
                    <a:pt x="879348" y="300228"/>
                  </a:lnTo>
                  <a:lnTo>
                    <a:pt x="871728" y="300228"/>
                  </a:lnTo>
                  <a:lnTo>
                    <a:pt x="868680" y="303276"/>
                  </a:lnTo>
                  <a:lnTo>
                    <a:pt x="868680" y="352044"/>
                  </a:lnTo>
                  <a:lnTo>
                    <a:pt x="871728" y="355092"/>
                  </a:lnTo>
                  <a:lnTo>
                    <a:pt x="879348" y="355092"/>
                  </a:lnTo>
                  <a:lnTo>
                    <a:pt x="882396" y="352044"/>
                  </a:lnTo>
                  <a:lnTo>
                    <a:pt x="882396" y="303276"/>
                  </a:lnTo>
                  <a:close/>
                </a:path>
                <a:path w="2184400" h="5782310">
                  <a:moveTo>
                    <a:pt x="882396" y="220980"/>
                  </a:moveTo>
                  <a:lnTo>
                    <a:pt x="879348" y="217932"/>
                  </a:lnTo>
                  <a:lnTo>
                    <a:pt x="871728" y="217932"/>
                  </a:lnTo>
                  <a:lnTo>
                    <a:pt x="868680" y="220980"/>
                  </a:lnTo>
                  <a:lnTo>
                    <a:pt x="868680" y="269748"/>
                  </a:lnTo>
                  <a:lnTo>
                    <a:pt x="871728" y="272796"/>
                  </a:lnTo>
                  <a:lnTo>
                    <a:pt x="879348" y="272796"/>
                  </a:lnTo>
                  <a:lnTo>
                    <a:pt x="882396" y="269748"/>
                  </a:lnTo>
                  <a:lnTo>
                    <a:pt x="882396" y="220980"/>
                  </a:lnTo>
                  <a:close/>
                </a:path>
                <a:path w="2184400" h="5782310">
                  <a:moveTo>
                    <a:pt x="882396" y="137160"/>
                  </a:moveTo>
                  <a:lnTo>
                    <a:pt x="879348" y="134112"/>
                  </a:lnTo>
                  <a:lnTo>
                    <a:pt x="871728" y="134112"/>
                  </a:lnTo>
                  <a:lnTo>
                    <a:pt x="868680" y="137160"/>
                  </a:lnTo>
                  <a:lnTo>
                    <a:pt x="868680" y="187452"/>
                  </a:lnTo>
                  <a:lnTo>
                    <a:pt x="871728" y="190500"/>
                  </a:lnTo>
                  <a:lnTo>
                    <a:pt x="879348" y="190500"/>
                  </a:lnTo>
                  <a:lnTo>
                    <a:pt x="882396" y="187452"/>
                  </a:lnTo>
                  <a:lnTo>
                    <a:pt x="882396" y="137160"/>
                  </a:lnTo>
                  <a:close/>
                </a:path>
                <a:path w="2184400" h="5782310">
                  <a:moveTo>
                    <a:pt x="1098804" y="5215128"/>
                  </a:moveTo>
                  <a:lnTo>
                    <a:pt x="1095756" y="5212080"/>
                  </a:lnTo>
                  <a:lnTo>
                    <a:pt x="1088136" y="5212080"/>
                  </a:lnTo>
                  <a:lnTo>
                    <a:pt x="1085088" y="5215128"/>
                  </a:lnTo>
                  <a:lnTo>
                    <a:pt x="1085088" y="5263896"/>
                  </a:lnTo>
                  <a:lnTo>
                    <a:pt x="1088136" y="5266944"/>
                  </a:lnTo>
                  <a:lnTo>
                    <a:pt x="1095756" y="5266944"/>
                  </a:lnTo>
                  <a:lnTo>
                    <a:pt x="1098804" y="5263896"/>
                  </a:lnTo>
                  <a:lnTo>
                    <a:pt x="1098804" y="5215128"/>
                  </a:lnTo>
                  <a:close/>
                </a:path>
                <a:path w="2184400" h="5782310">
                  <a:moveTo>
                    <a:pt x="1098804" y="5131308"/>
                  </a:moveTo>
                  <a:lnTo>
                    <a:pt x="1095756" y="5128260"/>
                  </a:lnTo>
                  <a:lnTo>
                    <a:pt x="1088136" y="5128260"/>
                  </a:lnTo>
                  <a:lnTo>
                    <a:pt x="1085088" y="5131308"/>
                  </a:lnTo>
                  <a:lnTo>
                    <a:pt x="1085088" y="5180076"/>
                  </a:lnTo>
                  <a:lnTo>
                    <a:pt x="1088136" y="5183124"/>
                  </a:lnTo>
                  <a:lnTo>
                    <a:pt x="1095756" y="5183124"/>
                  </a:lnTo>
                  <a:lnTo>
                    <a:pt x="1098804" y="5180076"/>
                  </a:lnTo>
                  <a:lnTo>
                    <a:pt x="1098804" y="5131308"/>
                  </a:lnTo>
                  <a:close/>
                </a:path>
                <a:path w="2184400" h="5782310">
                  <a:moveTo>
                    <a:pt x="1098804" y="5049012"/>
                  </a:moveTo>
                  <a:lnTo>
                    <a:pt x="1095756" y="5045964"/>
                  </a:lnTo>
                  <a:lnTo>
                    <a:pt x="1088136" y="5045964"/>
                  </a:lnTo>
                  <a:lnTo>
                    <a:pt x="1085088" y="5049012"/>
                  </a:lnTo>
                  <a:lnTo>
                    <a:pt x="1085088" y="5097780"/>
                  </a:lnTo>
                  <a:lnTo>
                    <a:pt x="1088136" y="5100828"/>
                  </a:lnTo>
                  <a:lnTo>
                    <a:pt x="1095756" y="5100828"/>
                  </a:lnTo>
                  <a:lnTo>
                    <a:pt x="1098804" y="5097780"/>
                  </a:lnTo>
                  <a:lnTo>
                    <a:pt x="1098804" y="5049012"/>
                  </a:lnTo>
                  <a:close/>
                </a:path>
                <a:path w="2184400" h="5782310">
                  <a:moveTo>
                    <a:pt x="1098804" y="4966716"/>
                  </a:moveTo>
                  <a:lnTo>
                    <a:pt x="1095756" y="4963668"/>
                  </a:lnTo>
                  <a:lnTo>
                    <a:pt x="1088136" y="4963668"/>
                  </a:lnTo>
                  <a:lnTo>
                    <a:pt x="1085088" y="4966716"/>
                  </a:lnTo>
                  <a:lnTo>
                    <a:pt x="1085088" y="5015484"/>
                  </a:lnTo>
                  <a:lnTo>
                    <a:pt x="1088136" y="5018532"/>
                  </a:lnTo>
                  <a:lnTo>
                    <a:pt x="1095756" y="5018532"/>
                  </a:lnTo>
                  <a:lnTo>
                    <a:pt x="1098804" y="5015484"/>
                  </a:lnTo>
                  <a:lnTo>
                    <a:pt x="1098804" y="4966716"/>
                  </a:lnTo>
                  <a:close/>
                </a:path>
                <a:path w="2184400" h="5782310">
                  <a:moveTo>
                    <a:pt x="1098804" y="4882896"/>
                  </a:moveTo>
                  <a:lnTo>
                    <a:pt x="1095756" y="4879848"/>
                  </a:lnTo>
                  <a:lnTo>
                    <a:pt x="1088136" y="4879848"/>
                  </a:lnTo>
                  <a:lnTo>
                    <a:pt x="1085088" y="4882896"/>
                  </a:lnTo>
                  <a:lnTo>
                    <a:pt x="1085088" y="4933188"/>
                  </a:lnTo>
                  <a:lnTo>
                    <a:pt x="1088136" y="4936236"/>
                  </a:lnTo>
                  <a:lnTo>
                    <a:pt x="1095756" y="4936236"/>
                  </a:lnTo>
                  <a:lnTo>
                    <a:pt x="1098804" y="4933188"/>
                  </a:lnTo>
                  <a:lnTo>
                    <a:pt x="1098804" y="4882896"/>
                  </a:lnTo>
                  <a:close/>
                </a:path>
                <a:path w="2184400" h="5782310">
                  <a:moveTo>
                    <a:pt x="1098804" y="4800600"/>
                  </a:moveTo>
                  <a:lnTo>
                    <a:pt x="1095756" y="4797552"/>
                  </a:lnTo>
                  <a:lnTo>
                    <a:pt x="1088136" y="4797552"/>
                  </a:lnTo>
                  <a:lnTo>
                    <a:pt x="1085088" y="4800600"/>
                  </a:lnTo>
                  <a:lnTo>
                    <a:pt x="1085088" y="4849368"/>
                  </a:lnTo>
                  <a:lnTo>
                    <a:pt x="1088136" y="4852416"/>
                  </a:lnTo>
                  <a:lnTo>
                    <a:pt x="1095756" y="4852416"/>
                  </a:lnTo>
                  <a:lnTo>
                    <a:pt x="1098804" y="4849368"/>
                  </a:lnTo>
                  <a:lnTo>
                    <a:pt x="1098804" y="4800600"/>
                  </a:lnTo>
                  <a:close/>
                </a:path>
                <a:path w="2184400" h="5782310">
                  <a:moveTo>
                    <a:pt x="1098804" y="4718304"/>
                  </a:moveTo>
                  <a:lnTo>
                    <a:pt x="1095756" y="4715256"/>
                  </a:lnTo>
                  <a:lnTo>
                    <a:pt x="1088136" y="4715256"/>
                  </a:lnTo>
                  <a:lnTo>
                    <a:pt x="1085088" y="4718304"/>
                  </a:lnTo>
                  <a:lnTo>
                    <a:pt x="1085088" y="4767072"/>
                  </a:lnTo>
                  <a:lnTo>
                    <a:pt x="1088136" y="4770120"/>
                  </a:lnTo>
                  <a:lnTo>
                    <a:pt x="1095756" y="4770120"/>
                  </a:lnTo>
                  <a:lnTo>
                    <a:pt x="1098804" y="4767072"/>
                  </a:lnTo>
                  <a:lnTo>
                    <a:pt x="1098804" y="4718304"/>
                  </a:lnTo>
                  <a:close/>
                </a:path>
                <a:path w="2184400" h="5782310">
                  <a:moveTo>
                    <a:pt x="1098804" y="4636020"/>
                  </a:moveTo>
                  <a:lnTo>
                    <a:pt x="1095756" y="4632960"/>
                  </a:lnTo>
                  <a:lnTo>
                    <a:pt x="1088136" y="4632960"/>
                  </a:lnTo>
                  <a:lnTo>
                    <a:pt x="1085088" y="4636020"/>
                  </a:lnTo>
                  <a:lnTo>
                    <a:pt x="1085088" y="4684776"/>
                  </a:lnTo>
                  <a:lnTo>
                    <a:pt x="1088136" y="4687824"/>
                  </a:lnTo>
                  <a:lnTo>
                    <a:pt x="1095756" y="4687824"/>
                  </a:lnTo>
                  <a:lnTo>
                    <a:pt x="1098804" y="4684776"/>
                  </a:lnTo>
                  <a:lnTo>
                    <a:pt x="1098804" y="4636020"/>
                  </a:lnTo>
                  <a:close/>
                </a:path>
                <a:path w="2184400" h="5782310">
                  <a:moveTo>
                    <a:pt x="1098804" y="4552188"/>
                  </a:moveTo>
                  <a:lnTo>
                    <a:pt x="1095756" y="4549140"/>
                  </a:lnTo>
                  <a:lnTo>
                    <a:pt x="1088136" y="4549140"/>
                  </a:lnTo>
                  <a:lnTo>
                    <a:pt x="1085088" y="4552188"/>
                  </a:lnTo>
                  <a:lnTo>
                    <a:pt x="1085088" y="4600956"/>
                  </a:lnTo>
                  <a:lnTo>
                    <a:pt x="1088136" y="4604004"/>
                  </a:lnTo>
                  <a:lnTo>
                    <a:pt x="1095756" y="4604004"/>
                  </a:lnTo>
                  <a:lnTo>
                    <a:pt x="1098804" y="4600956"/>
                  </a:lnTo>
                  <a:lnTo>
                    <a:pt x="1098804" y="4552188"/>
                  </a:lnTo>
                  <a:close/>
                </a:path>
                <a:path w="2184400" h="5782310">
                  <a:moveTo>
                    <a:pt x="1098804" y="4469892"/>
                  </a:moveTo>
                  <a:lnTo>
                    <a:pt x="1095756" y="4466844"/>
                  </a:lnTo>
                  <a:lnTo>
                    <a:pt x="1088136" y="4466844"/>
                  </a:lnTo>
                  <a:lnTo>
                    <a:pt x="1085088" y="4469892"/>
                  </a:lnTo>
                  <a:lnTo>
                    <a:pt x="1085088" y="4518660"/>
                  </a:lnTo>
                  <a:lnTo>
                    <a:pt x="1088136" y="4521708"/>
                  </a:lnTo>
                  <a:lnTo>
                    <a:pt x="1095756" y="4521708"/>
                  </a:lnTo>
                  <a:lnTo>
                    <a:pt x="1098804" y="4518660"/>
                  </a:lnTo>
                  <a:lnTo>
                    <a:pt x="1098804" y="4469892"/>
                  </a:lnTo>
                  <a:close/>
                </a:path>
                <a:path w="2184400" h="5782310">
                  <a:moveTo>
                    <a:pt x="1098804" y="4387596"/>
                  </a:moveTo>
                  <a:lnTo>
                    <a:pt x="1095756" y="4384548"/>
                  </a:lnTo>
                  <a:lnTo>
                    <a:pt x="1088136" y="4384548"/>
                  </a:lnTo>
                  <a:lnTo>
                    <a:pt x="1085088" y="4387596"/>
                  </a:lnTo>
                  <a:lnTo>
                    <a:pt x="1085088" y="4436364"/>
                  </a:lnTo>
                  <a:lnTo>
                    <a:pt x="1088136" y="4439412"/>
                  </a:lnTo>
                  <a:lnTo>
                    <a:pt x="1095756" y="4439412"/>
                  </a:lnTo>
                  <a:lnTo>
                    <a:pt x="1098804" y="4436364"/>
                  </a:lnTo>
                  <a:lnTo>
                    <a:pt x="1098804" y="4387596"/>
                  </a:lnTo>
                  <a:close/>
                </a:path>
                <a:path w="2184400" h="5782310">
                  <a:moveTo>
                    <a:pt x="1098804" y="4303776"/>
                  </a:moveTo>
                  <a:lnTo>
                    <a:pt x="1095756" y="4300728"/>
                  </a:lnTo>
                  <a:lnTo>
                    <a:pt x="1088136" y="4300728"/>
                  </a:lnTo>
                  <a:lnTo>
                    <a:pt x="1085088" y="4303776"/>
                  </a:lnTo>
                  <a:lnTo>
                    <a:pt x="1085088" y="4354068"/>
                  </a:lnTo>
                  <a:lnTo>
                    <a:pt x="1088136" y="4357116"/>
                  </a:lnTo>
                  <a:lnTo>
                    <a:pt x="1095756" y="4357116"/>
                  </a:lnTo>
                  <a:lnTo>
                    <a:pt x="1098804" y="4354068"/>
                  </a:lnTo>
                  <a:lnTo>
                    <a:pt x="1098804" y="4303776"/>
                  </a:lnTo>
                  <a:close/>
                </a:path>
                <a:path w="2184400" h="5782310">
                  <a:moveTo>
                    <a:pt x="1098804" y="4221480"/>
                  </a:moveTo>
                  <a:lnTo>
                    <a:pt x="1095756" y="4218432"/>
                  </a:lnTo>
                  <a:lnTo>
                    <a:pt x="1088136" y="4218432"/>
                  </a:lnTo>
                  <a:lnTo>
                    <a:pt x="1085088" y="4221480"/>
                  </a:lnTo>
                  <a:lnTo>
                    <a:pt x="1085088" y="4270248"/>
                  </a:lnTo>
                  <a:lnTo>
                    <a:pt x="1088136" y="4273296"/>
                  </a:lnTo>
                  <a:lnTo>
                    <a:pt x="1095756" y="4273296"/>
                  </a:lnTo>
                  <a:lnTo>
                    <a:pt x="1098804" y="4270248"/>
                  </a:lnTo>
                  <a:lnTo>
                    <a:pt x="1098804" y="4221480"/>
                  </a:lnTo>
                  <a:close/>
                </a:path>
                <a:path w="2184400" h="5782310">
                  <a:moveTo>
                    <a:pt x="1098804" y="4139184"/>
                  </a:moveTo>
                  <a:lnTo>
                    <a:pt x="1095756" y="4136136"/>
                  </a:lnTo>
                  <a:lnTo>
                    <a:pt x="1088136" y="4136136"/>
                  </a:lnTo>
                  <a:lnTo>
                    <a:pt x="1085088" y="4139184"/>
                  </a:lnTo>
                  <a:lnTo>
                    <a:pt x="1085088" y="4187952"/>
                  </a:lnTo>
                  <a:lnTo>
                    <a:pt x="1088136" y="4191000"/>
                  </a:lnTo>
                  <a:lnTo>
                    <a:pt x="1095756" y="4191000"/>
                  </a:lnTo>
                  <a:lnTo>
                    <a:pt x="1098804" y="4187952"/>
                  </a:lnTo>
                  <a:lnTo>
                    <a:pt x="1098804" y="4139184"/>
                  </a:lnTo>
                  <a:close/>
                </a:path>
                <a:path w="2184400" h="5782310">
                  <a:moveTo>
                    <a:pt x="1098804" y="4056888"/>
                  </a:moveTo>
                  <a:lnTo>
                    <a:pt x="1095756" y="4053840"/>
                  </a:lnTo>
                  <a:lnTo>
                    <a:pt x="1088136" y="4053840"/>
                  </a:lnTo>
                  <a:lnTo>
                    <a:pt x="1085088" y="4056888"/>
                  </a:lnTo>
                  <a:lnTo>
                    <a:pt x="1085088" y="4105656"/>
                  </a:lnTo>
                  <a:lnTo>
                    <a:pt x="1088136" y="4108704"/>
                  </a:lnTo>
                  <a:lnTo>
                    <a:pt x="1095756" y="4108704"/>
                  </a:lnTo>
                  <a:lnTo>
                    <a:pt x="1098804" y="4105656"/>
                  </a:lnTo>
                  <a:lnTo>
                    <a:pt x="1098804" y="4056888"/>
                  </a:lnTo>
                  <a:close/>
                </a:path>
                <a:path w="2184400" h="5782310">
                  <a:moveTo>
                    <a:pt x="1098804" y="3973068"/>
                  </a:moveTo>
                  <a:lnTo>
                    <a:pt x="1095756" y="3970020"/>
                  </a:lnTo>
                  <a:lnTo>
                    <a:pt x="1088136" y="3970020"/>
                  </a:lnTo>
                  <a:lnTo>
                    <a:pt x="1085088" y="3973068"/>
                  </a:lnTo>
                  <a:lnTo>
                    <a:pt x="1085088" y="4021836"/>
                  </a:lnTo>
                  <a:lnTo>
                    <a:pt x="1088136" y="4024884"/>
                  </a:lnTo>
                  <a:lnTo>
                    <a:pt x="1095756" y="4024884"/>
                  </a:lnTo>
                  <a:lnTo>
                    <a:pt x="1098804" y="4021836"/>
                  </a:lnTo>
                  <a:lnTo>
                    <a:pt x="1098804" y="3973068"/>
                  </a:lnTo>
                  <a:close/>
                </a:path>
                <a:path w="2184400" h="5782310">
                  <a:moveTo>
                    <a:pt x="1098804" y="3890772"/>
                  </a:moveTo>
                  <a:lnTo>
                    <a:pt x="1095756" y="3887724"/>
                  </a:lnTo>
                  <a:lnTo>
                    <a:pt x="1088136" y="3887724"/>
                  </a:lnTo>
                  <a:lnTo>
                    <a:pt x="1085088" y="3890772"/>
                  </a:lnTo>
                  <a:lnTo>
                    <a:pt x="1085088" y="3939540"/>
                  </a:lnTo>
                  <a:lnTo>
                    <a:pt x="1088136" y="3942588"/>
                  </a:lnTo>
                  <a:lnTo>
                    <a:pt x="1095756" y="3942588"/>
                  </a:lnTo>
                  <a:lnTo>
                    <a:pt x="1098804" y="3939540"/>
                  </a:lnTo>
                  <a:lnTo>
                    <a:pt x="1098804" y="3890772"/>
                  </a:lnTo>
                  <a:close/>
                </a:path>
                <a:path w="2184400" h="5782310">
                  <a:moveTo>
                    <a:pt x="1098804" y="3808476"/>
                  </a:moveTo>
                  <a:lnTo>
                    <a:pt x="1095756" y="3805428"/>
                  </a:lnTo>
                  <a:lnTo>
                    <a:pt x="1088136" y="3805428"/>
                  </a:lnTo>
                  <a:lnTo>
                    <a:pt x="1085088" y="3808476"/>
                  </a:lnTo>
                  <a:lnTo>
                    <a:pt x="1085088" y="3857244"/>
                  </a:lnTo>
                  <a:lnTo>
                    <a:pt x="1088136" y="3860292"/>
                  </a:lnTo>
                  <a:lnTo>
                    <a:pt x="1095756" y="3860292"/>
                  </a:lnTo>
                  <a:lnTo>
                    <a:pt x="1098804" y="3857244"/>
                  </a:lnTo>
                  <a:lnTo>
                    <a:pt x="1098804" y="3808476"/>
                  </a:lnTo>
                  <a:close/>
                </a:path>
                <a:path w="2184400" h="5782310">
                  <a:moveTo>
                    <a:pt x="1098804" y="3724656"/>
                  </a:moveTo>
                  <a:lnTo>
                    <a:pt x="1095756" y="3721608"/>
                  </a:lnTo>
                  <a:lnTo>
                    <a:pt x="1088136" y="3721608"/>
                  </a:lnTo>
                  <a:lnTo>
                    <a:pt x="1085088" y="3724656"/>
                  </a:lnTo>
                  <a:lnTo>
                    <a:pt x="1085088" y="3774948"/>
                  </a:lnTo>
                  <a:lnTo>
                    <a:pt x="1088136" y="3777996"/>
                  </a:lnTo>
                  <a:lnTo>
                    <a:pt x="1095756" y="3777996"/>
                  </a:lnTo>
                  <a:lnTo>
                    <a:pt x="1098804" y="3774948"/>
                  </a:lnTo>
                  <a:lnTo>
                    <a:pt x="1098804" y="3724656"/>
                  </a:lnTo>
                  <a:close/>
                </a:path>
                <a:path w="2184400" h="5782310">
                  <a:moveTo>
                    <a:pt x="1098804" y="3642360"/>
                  </a:moveTo>
                  <a:lnTo>
                    <a:pt x="1095756" y="3639312"/>
                  </a:lnTo>
                  <a:lnTo>
                    <a:pt x="1088136" y="3639312"/>
                  </a:lnTo>
                  <a:lnTo>
                    <a:pt x="1085088" y="3642360"/>
                  </a:lnTo>
                  <a:lnTo>
                    <a:pt x="1085088" y="3691128"/>
                  </a:lnTo>
                  <a:lnTo>
                    <a:pt x="1088136" y="3694176"/>
                  </a:lnTo>
                  <a:lnTo>
                    <a:pt x="1095756" y="3694176"/>
                  </a:lnTo>
                  <a:lnTo>
                    <a:pt x="1098804" y="3691128"/>
                  </a:lnTo>
                  <a:lnTo>
                    <a:pt x="1098804" y="3642360"/>
                  </a:lnTo>
                  <a:close/>
                </a:path>
                <a:path w="2184400" h="5782310">
                  <a:moveTo>
                    <a:pt x="1098804" y="3560064"/>
                  </a:moveTo>
                  <a:lnTo>
                    <a:pt x="1095756" y="3557016"/>
                  </a:lnTo>
                  <a:lnTo>
                    <a:pt x="1088136" y="3557016"/>
                  </a:lnTo>
                  <a:lnTo>
                    <a:pt x="1085088" y="3560064"/>
                  </a:lnTo>
                  <a:lnTo>
                    <a:pt x="1085088" y="3608832"/>
                  </a:lnTo>
                  <a:lnTo>
                    <a:pt x="1088136" y="3611880"/>
                  </a:lnTo>
                  <a:lnTo>
                    <a:pt x="1095756" y="3611880"/>
                  </a:lnTo>
                  <a:lnTo>
                    <a:pt x="1098804" y="3608832"/>
                  </a:lnTo>
                  <a:lnTo>
                    <a:pt x="1098804" y="3560064"/>
                  </a:lnTo>
                  <a:close/>
                </a:path>
                <a:path w="2184400" h="5782310">
                  <a:moveTo>
                    <a:pt x="1098804" y="3477768"/>
                  </a:moveTo>
                  <a:lnTo>
                    <a:pt x="1095756" y="3474720"/>
                  </a:lnTo>
                  <a:lnTo>
                    <a:pt x="1088136" y="3474720"/>
                  </a:lnTo>
                  <a:lnTo>
                    <a:pt x="1085088" y="3477768"/>
                  </a:lnTo>
                  <a:lnTo>
                    <a:pt x="1085088" y="3526536"/>
                  </a:lnTo>
                  <a:lnTo>
                    <a:pt x="1088136" y="3529584"/>
                  </a:lnTo>
                  <a:lnTo>
                    <a:pt x="1095756" y="3529584"/>
                  </a:lnTo>
                  <a:lnTo>
                    <a:pt x="1098804" y="3526536"/>
                  </a:lnTo>
                  <a:lnTo>
                    <a:pt x="1098804" y="3477768"/>
                  </a:lnTo>
                  <a:close/>
                </a:path>
                <a:path w="2184400" h="5782310">
                  <a:moveTo>
                    <a:pt x="1098804" y="3393948"/>
                  </a:moveTo>
                  <a:lnTo>
                    <a:pt x="1095756" y="3390900"/>
                  </a:lnTo>
                  <a:lnTo>
                    <a:pt x="1088136" y="3390900"/>
                  </a:lnTo>
                  <a:lnTo>
                    <a:pt x="1085088" y="3393948"/>
                  </a:lnTo>
                  <a:lnTo>
                    <a:pt x="1085088" y="3442716"/>
                  </a:lnTo>
                  <a:lnTo>
                    <a:pt x="1088136" y="3445764"/>
                  </a:lnTo>
                  <a:lnTo>
                    <a:pt x="1095756" y="3445764"/>
                  </a:lnTo>
                  <a:lnTo>
                    <a:pt x="1098804" y="3442716"/>
                  </a:lnTo>
                  <a:lnTo>
                    <a:pt x="1098804" y="3393948"/>
                  </a:lnTo>
                  <a:close/>
                </a:path>
                <a:path w="2184400" h="5782310">
                  <a:moveTo>
                    <a:pt x="1098804" y="3311652"/>
                  </a:moveTo>
                  <a:lnTo>
                    <a:pt x="1095756" y="3308604"/>
                  </a:lnTo>
                  <a:lnTo>
                    <a:pt x="1088136" y="3308604"/>
                  </a:lnTo>
                  <a:lnTo>
                    <a:pt x="1085088" y="3311652"/>
                  </a:lnTo>
                  <a:lnTo>
                    <a:pt x="1085088" y="3360420"/>
                  </a:lnTo>
                  <a:lnTo>
                    <a:pt x="1088136" y="3363468"/>
                  </a:lnTo>
                  <a:lnTo>
                    <a:pt x="1095756" y="3363468"/>
                  </a:lnTo>
                  <a:lnTo>
                    <a:pt x="1098804" y="3360420"/>
                  </a:lnTo>
                  <a:lnTo>
                    <a:pt x="1098804" y="3311652"/>
                  </a:lnTo>
                  <a:close/>
                </a:path>
                <a:path w="2184400" h="5782310">
                  <a:moveTo>
                    <a:pt x="1098804" y="3229356"/>
                  </a:moveTo>
                  <a:lnTo>
                    <a:pt x="1095756" y="3226308"/>
                  </a:lnTo>
                  <a:lnTo>
                    <a:pt x="1088136" y="3226308"/>
                  </a:lnTo>
                  <a:lnTo>
                    <a:pt x="1085088" y="3229356"/>
                  </a:lnTo>
                  <a:lnTo>
                    <a:pt x="1085088" y="3278124"/>
                  </a:lnTo>
                  <a:lnTo>
                    <a:pt x="1088136" y="3281172"/>
                  </a:lnTo>
                  <a:lnTo>
                    <a:pt x="1095756" y="3281172"/>
                  </a:lnTo>
                  <a:lnTo>
                    <a:pt x="1098804" y="3278124"/>
                  </a:lnTo>
                  <a:lnTo>
                    <a:pt x="1098804" y="3229356"/>
                  </a:lnTo>
                  <a:close/>
                </a:path>
                <a:path w="2184400" h="5782310">
                  <a:moveTo>
                    <a:pt x="1098804" y="3145536"/>
                  </a:moveTo>
                  <a:lnTo>
                    <a:pt x="1095756" y="3142488"/>
                  </a:lnTo>
                  <a:lnTo>
                    <a:pt x="1088136" y="3142488"/>
                  </a:lnTo>
                  <a:lnTo>
                    <a:pt x="1085088" y="3145536"/>
                  </a:lnTo>
                  <a:lnTo>
                    <a:pt x="1085088" y="3195828"/>
                  </a:lnTo>
                  <a:lnTo>
                    <a:pt x="1088136" y="3198876"/>
                  </a:lnTo>
                  <a:lnTo>
                    <a:pt x="1095756" y="3198876"/>
                  </a:lnTo>
                  <a:lnTo>
                    <a:pt x="1098804" y="3195828"/>
                  </a:lnTo>
                  <a:lnTo>
                    <a:pt x="1098804" y="3145536"/>
                  </a:lnTo>
                  <a:close/>
                </a:path>
                <a:path w="2184400" h="5782310">
                  <a:moveTo>
                    <a:pt x="1098804" y="3063240"/>
                  </a:moveTo>
                  <a:lnTo>
                    <a:pt x="1095756" y="3060192"/>
                  </a:lnTo>
                  <a:lnTo>
                    <a:pt x="1088136" y="3060192"/>
                  </a:lnTo>
                  <a:lnTo>
                    <a:pt x="1085088" y="3063240"/>
                  </a:lnTo>
                  <a:lnTo>
                    <a:pt x="1085088" y="3112008"/>
                  </a:lnTo>
                  <a:lnTo>
                    <a:pt x="1088136" y="3115056"/>
                  </a:lnTo>
                  <a:lnTo>
                    <a:pt x="1095756" y="3115056"/>
                  </a:lnTo>
                  <a:lnTo>
                    <a:pt x="1098804" y="3112008"/>
                  </a:lnTo>
                  <a:lnTo>
                    <a:pt x="1098804" y="3063240"/>
                  </a:lnTo>
                  <a:close/>
                </a:path>
                <a:path w="2184400" h="5782310">
                  <a:moveTo>
                    <a:pt x="1098804" y="2980944"/>
                  </a:moveTo>
                  <a:lnTo>
                    <a:pt x="1095756" y="2977896"/>
                  </a:lnTo>
                  <a:lnTo>
                    <a:pt x="1088136" y="2977896"/>
                  </a:lnTo>
                  <a:lnTo>
                    <a:pt x="1085088" y="2980944"/>
                  </a:lnTo>
                  <a:lnTo>
                    <a:pt x="1085088" y="3029712"/>
                  </a:lnTo>
                  <a:lnTo>
                    <a:pt x="1088136" y="3032760"/>
                  </a:lnTo>
                  <a:lnTo>
                    <a:pt x="1095756" y="3032760"/>
                  </a:lnTo>
                  <a:lnTo>
                    <a:pt x="1098804" y="3029712"/>
                  </a:lnTo>
                  <a:lnTo>
                    <a:pt x="1098804" y="2980944"/>
                  </a:lnTo>
                  <a:close/>
                </a:path>
                <a:path w="2184400" h="5782310">
                  <a:moveTo>
                    <a:pt x="1098804" y="2898648"/>
                  </a:moveTo>
                  <a:lnTo>
                    <a:pt x="1095756" y="2895600"/>
                  </a:lnTo>
                  <a:lnTo>
                    <a:pt x="1088136" y="2895600"/>
                  </a:lnTo>
                  <a:lnTo>
                    <a:pt x="1085088" y="2898648"/>
                  </a:lnTo>
                  <a:lnTo>
                    <a:pt x="1085088" y="2947416"/>
                  </a:lnTo>
                  <a:lnTo>
                    <a:pt x="1088136" y="2950464"/>
                  </a:lnTo>
                  <a:lnTo>
                    <a:pt x="1095756" y="2950464"/>
                  </a:lnTo>
                  <a:lnTo>
                    <a:pt x="1098804" y="2947416"/>
                  </a:lnTo>
                  <a:lnTo>
                    <a:pt x="1098804" y="2898648"/>
                  </a:lnTo>
                  <a:close/>
                </a:path>
                <a:path w="2184400" h="5782310">
                  <a:moveTo>
                    <a:pt x="1098804" y="2814828"/>
                  </a:moveTo>
                  <a:lnTo>
                    <a:pt x="1095756" y="2811780"/>
                  </a:lnTo>
                  <a:lnTo>
                    <a:pt x="1088136" y="2811780"/>
                  </a:lnTo>
                  <a:lnTo>
                    <a:pt x="1085088" y="2814828"/>
                  </a:lnTo>
                  <a:lnTo>
                    <a:pt x="1085088" y="2863596"/>
                  </a:lnTo>
                  <a:lnTo>
                    <a:pt x="1088136" y="2866644"/>
                  </a:lnTo>
                  <a:lnTo>
                    <a:pt x="1095756" y="2866644"/>
                  </a:lnTo>
                  <a:lnTo>
                    <a:pt x="1098804" y="2863596"/>
                  </a:lnTo>
                  <a:lnTo>
                    <a:pt x="1098804" y="2814828"/>
                  </a:lnTo>
                  <a:close/>
                </a:path>
                <a:path w="2184400" h="5782310">
                  <a:moveTo>
                    <a:pt x="1098804" y="2732532"/>
                  </a:moveTo>
                  <a:lnTo>
                    <a:pt x="1095756" y="2729484"/>
                  </a:lnTo>
                  <a:lnTo>
                    <a:pt x="1088136" y="2729484"/>
                  </a:lnTo>
                  <a:lnTo>
                    <a:pt x="1085088" y="2732532"/>
                  </a:lnTo>
                  <a:lnTo>
                    <a:pt x="1085088" y="2781300"/>
                  </a:lnTo>
                  <a:lnTo>
                    <a:pt x="1088136" y="2784348"/>
                  </a:lnTo>
                  <a:lnTo>
                    <a:pt x="1095756" y="2784348"/>
                  </a:lnTo>
                  <a:lnTo>
                    <a:pt x="1098804" y="2781300"/>
                  </a:lnTo>
                  <a:lnTo>
                    <a:pt x="1098804" y="2732532"/>
                  </a:lnTo>
                  <a:close/>
                </a:path>
                <a:path w="2184400" h="5782310">
                  <a:moveTo>
                    <a:pt x="1098804" y="2650236"/>
                  </a:moveTo>
                  <a:lnTo>
                    <a:pt x="1095756" y="2647188"/>
                  </a:lnTo>
                  <a:lnTo>
                    <a:pt x="1088136" y="2647188"/>
                  </a:lnTo>
                  <a:lnTo>
                    <a:pt x="1085088" y="2650236"/>
                  </a:lnTo>
                  <a:lnTo>
                    <a:pt x="1085088" y="2699004"/>
                  </a:lnTo>
                  <a:lnTo>
                    <a:pt x="1088136" y="2702052"/>
                  </a:lnTo>
                  <a:lnTo>
                    <a:pt x="1095756" y="2702052"/>
                  </a:lnTo>
                  <a:lnTo>
                    <a:pt x="1098804" y="2699004"/>
                  </a:lnTo>
                  <a:lnTo>
                    <a:pt x="1098804" y="2650236"/>
                  </a:lnTo>
                  <a:close/>
                </a:path>
                <a:path w="2184400" h="5782310">
                  <a:moveTo>
                    <a:pt x="1098804" y="2566416"/>
                  </a:moveTo>
                  <a:lnTo>
                    <a:pt x="1095756" y="2563368"/>
                  </a:lnTo>
                  <a:lnTo>
                    <a:pt x="1088136" y="2563368"/>
                  </a:lnTo>
                  <a:lnTo>
                    <a:pt x="1085088" y="2566416"/>
                  </a:lnTo>
                  <a:lnTo>
                    <a:pt x="1085088" y="2616708"/>
                  </a:lnTo>
                  <a:lnTo>
                    <a:pt x="1088136" y="2619756"/>
                  </a:lnTo>
                  <a:lnTo>
                    <a:pt x="1095756" y="2619756"/>
                  </a:lnTo>
                  <a:lnTo>
                    <a:pt x="1098804" y="2616708"/>
                  </a:lnTo>
                  <a:lnTo>
                    <a:pt x="1098804" y="2566416"/>
                  </a:lnTo>
                  <a:close/>
                </a:path>
                <a:path w="2184400" h="5782310">
                  <a:moveTo>
                    <a:pt x="1098804" y="2484120"/>
                  </a:moveTo>
                  <a:lnTo>
                    <a:pt x="1095756" y="2481072"/>
                  </a:lnTo>
                  <a:lnTo>
                    <a:pt x="1088136" y="2481072"/>
                  </a:lnTo>
                  <a:lnTo>
                    <a:pt x="1085088" y="2484120"/>
                  </a:lnTo>
                  <a:lnTo>
                    <a:pt x="1085088" y="2532888"/>
                  </a:lnTo>
                  <a:lnTo>
                    <a:pt x="1088136" y="2535936"/>
                  </a:lnTo>
                  <a:lnTo>
                    <a:pt x="1095756" y="2535936"/>
                  </a:lnTo>
                  <a:lnTo>
                    <a:pt x="1098804" y="2532888"/>
                  </a:lnTo>
                  <a:lnTo>
                    <a:pt x="1098804" y="2484120"/>
                  </a:lnTo>
                  <a:close/>
                </a:path>
                <a:path w="2184400" h="5782310">
                  <a:moveTo>
                    <a:pt x="1098804" y="2401824"/>
                  </a:moveTo>
                  <a:lnTo>
                    <a:pt x="1095756" y="2398776"/>
                  </a:lnTo>
                  <a:lnTo>
                    <a:pt x="1088136" y="2398776"/>
                  </a:lnTo>
                  <a:lnTo>
                    <a:pt x="1085088" y="2401824"/>
                  </a:lnTo>
                  <a:lnTo>
                    <a:pt x="1085088" y="2450592"/>
                  </a:lnTo>
                  <a:lnTo>
                    <a:pt x="1088136" y="2453640"/>
                  </a:lnTo>
                  <a:lnTo>
                    <a:pt x="1095756" y="2453640"/>
                  </a:lnTo>
                  <a:lnTo>
                    <a:pt x="1098804" y="2450592"/>
                  </a:lnTo>
                  <a:lnTo>
                    <a:pt x="1098804" y="2401824"/>
                  </a:lnTo>
                  <a:close/>
                </a:path>
                <a:path w="2184400" h="5782310">
                  <a:moveTo>
                    <a:pt x="1098804" y="2319528"/>
                  </a:moveTo>
                  <a:lnTo>
                    <a:pt x="1095756" y="2316480"/>
                  </a:lnTo>
                  <a:lnTo>
                    <a:pt x="1088136" y="2316480"/>
                  </a:lnTo>
                  <a:lnTo>
                    <a:pt x="1085088" y="2319528"/>
                  </a:lnTo>
                  <a:lnTo>
                    <a:pt x="1085088" y="2368296"/>
                  </a:lnTo>
                  <a:lnTo>
                    <a:pt x="1088136" y="2371344"/>
                  </a:lnTo>
                  <a:lnTo>
                    <a:pt x="1095756" y="2371344"/>
                  </a:lnTo>
                  <a:lnTo>
                    <a:pt x="1098804" y="2368296"/>
                  </a:lnTo>
                  <a:lnTo>
                    <a:pt x="1098804" y="2319528"/>
                  </a:lnTo>
                  <a:close/>
                </a:path>
                <a:path w="2184400" h="5782310">
                  <a:moveTo>
                    <a:pt x="1098804" y="2235708"/>
                  </a:moveTo>
                  <a:lnTo>
                    <a:pt x="1095756" y="2232660"/>
                  </a:lnTo>
                  <a:lnTo>
                    <a:pt x="1088136" y="2232660"/>
                  </a:lnTo>
                  <a:lnTo>
                    <a:pt x="1085088" y="2235708"/>
                  </a:lnTo>
                  <a:lnTo>
                    <a:pt x="1085088" y="2284476"/>
                  </a:lnTo>
                  <a:lnTo>
                    <a:pt x="1088136" y="2287524"/>
                  </a:lnTo>
                  <a:lnTo>
                    <a:pt x="1095756" y="2287524"/>
                  </a:lnTo>
                  <a:lnTo>
                    <a:pt x="1098804" y="2284476"/>
                  </a:lnTo>
                  <a:lnTo>
                    <a:pt x="1098804" y="2235708"/>
                  </a:lnTo>
                  <a:close/>
                </a:path>
                <a:path w="2184400" h="5782310">
                  <a:moveTo>
                    <a:pt x="1098804" y="2153412"/>
                  </a:moveTo>
                  <a:lnTo>
                    <a:pt x="1095756" y="2150364"/>
                  </a:lnTo>
                  <a:lnTo>
                    <a:pt x="1088136" y="2150364"/>
                  </a:lnTo>
                  <a:lnTo>
                    <a:pt x="1085088" y="2153412"/>
                  </a:lnTo>
                  <a:lnTo>
                    <a:pt x="1085088" y="2202180"/>
                  </a:lnTo>
                  <a:lnTo>
                    <a:pt x="1088136" y="2205228"/>
                  </a:lnTo>
                  <a:lnTo>
                    <a:pt x="1095756" y="2205228"/>
                  </a:lnTo>
                  <a:lnTo>
                    <a:pt x="1098804" y="2202180"/>
                  </a:lnTo>
                  <a:lnTo>
                    <a:pt x="1098804" y="2153412"/>
                  </a:lnTo>
                  <a:close/>
                </a:path>
                <a:path w="2184400" h="5782310">
                  <a:moveTo>
                    <a:pt x="1098804" y="2071116"/>
                  </a:moveTo>
                  <a:lnTo>
                    <a:pt x="1095756" y="2068068"/>
                  </a:lnTo>
                  <a:lnTo>
                    <a:pt x="1088136" y="2068068"/>
                  </a:lnTo>
                  <a:lnTo>
                    <a:pt x="1085088" y="2071116"/>
                  </a:lnTo>
                  <a:lnTo>
                    <a:pt x="1085088" y="2119884"/>
                  </a:lnTo>
                  <a:lnTo>
                    <a:pt x="1088136" y="2122932"/>
                  </a:lnTo>
                  <a:lnTo>
                    <a:pt x="1095756" y="2122932"/>
                  </a:lnTo>
                  <a:lnTo>
                    <a:pt x="1098804" y="2119884"/>
                  </a:lnTo>
                  <a:lnTo>
                    <a:pt x="1098804" y="2071116"/>
                  </a:lnTo>
                  <a:close/>
                </a:path>
                <a:path w="2184400" h="5782310">
                  <a:moveTo>
                    <a:pt x="1098804" y="1987296"/>
                  </a:moveTo>
                  <a:lnTo>
                    <a:pt x="1095756" y="1984248"/>
                  </a:lnTo>
                  <a:lnTo>
                    <a:pt x="1088136" y="1984248"/>
                  </a:lnTo>
                  <a:lnTo>
                    <a:pt x="1085088" y="1987296"/>
                  </a:lnTo>
                  <a:lnTo>
                    <a:pt x="1085088" y="2037588"/>
                  </a:lnTo>
                  <a:lnTo>
                    <a:pt x="1088136" y="2040636"/>
                  </a:lnTo>
                  <a:lnTo>
                    <a:pt x="1095756" y="2040636"/>
                  </a:lnTo>
                  <a:lnTo>
                    <a:pt x="1098804" y="2037588"/>
                  </a:lnTo>
                  <a:lnTo>
                    <a:pt x="1098804" y="1987296"/>
                  </a:lnTo>
                  <a:close/>
                </a:path>
                <a:path w="2184400" h="5782310">
                  <a:moveTo>
                    <a:pt x="1098804" y="1905000"/>
                  </a:moveTo>
                  <a:lnTo>
                    <a:pt x="1095756" y="1901952"/>
                  </a:lnTo>
                  <a:lnTo>
                    <a:pt x="1088136" y="1901952"/>
                  </a:lnTo>
                  <a:lnTo>
                    <a:pt x="1085088" y="1905000"/>
                  </a:lnTo>
                  <a:lnTo>
                    <a:pt x="1085088" y="1953768"/>
                  </a:lnTo>
                  <a:lnTo>
                    <a:pt x="1088136" y="1956816"/>
                  </a:lnTo>
                  <a:lnTo>
                    <a:pt x="1095756" y="1956816"/>
                  </a:lnTo>
                  <a:lnTo>
                    <a:pt x="1098804" y="1953768"/>
                  </a:lnTo>
                  <a:lnTo>
                    <a:pt x="1098804" y="1905000"/>
                  </a:lnTo>
                  <a:close/>
                </a:path>
                <a:path w="2184400" h="5782310">
                  <a:moveTo>
                    <a:pt x="1098804" y="1822704"/>
                  </a:moveTo>
                  <a:lnTo>
                    <a:pt x="1095756" y="1819656"/>
                  </a:lnTo>
                  <a:lnTo>
                    <a:pt x="1088136" y="1819656"/>
                  </a:lnTo>
                  <a:lnTo>
                    <a:pt x="1085088" y="1822704"/>
                  </a:lnTo>
                  <a:lnTo>
                    <a:pt x="1085088" y="1871472"/>
                  </a:lnTo>
                  <a:lnTo>
                    <a:pt x="1088136" y="1874520"/>
                  </a:lnTo>
                  <a:lnTo>
                    <a:pt x="1095756" y="1874520"/>
                  </a:lnTo>
                  <a:lnTo>
                    <a:pt x="1098804" y="1871472"/>
                  </a:lnTo>
                  <a:lnTo>
                    <a:pt x="1098804" y="1822704"/>
                  </a:lnTo>
                  <a:close/>
                </a:path>
                <a:path w="2184400" h="5782310">
                  <a:moveTo>
                    <a:pt x="1098804" y="1740408"/>
                  </a:moveTo>
                  <a:lnTo>
                    <a:pt x="1095756" y="1737360"/>
                  </a:lnTo>
                  <a:lnTo>
                    <a:pt x="1088136" y="1737360"/>
                  </a:lnTo>
                  <a:lnTo>
                    <a:pt x="1085088" y="1740408"/>
                  </a:lnTo>
                  <a:lnTo>
                    <a:pt x="1085088" y="1789176"/>
                  </a:lnTo>
                  <a:lnTo>
                    <a:pt x="1088136" y="1792224"/>
                  </a:lnTo>
                  <a:lnTo>
                    <a:pt x="1095756" y="1792224"/>
                  </a:lnTo>
                  <a:lnTo>
                    <a:pt x="1098804" y="1789176"/>
                  </a:lnTo>
                  <a:lnTo>
                    <a:pt x="1098804" y="1740408"/>
                  </a:lnTo>
                  <a:close/>
                </a:path>
                <a:path w="2184400" h="5782310">
                  <a:moveTo>
                    <a:pt x="1098804" y="1656588"/>
                  </a:moveTo>
                  <a:lnTo>
                    <a:pt x="1095756" y="1653540"/>
                  </a:lnTo>
                  <a:lnTo>
                    <a:pt x="1088136" y="1653540"/>
                  </a:lnTo>
                  <a:lnTo>
                    <a:pt x="1085088" y="1656588"/>
                  </a:lnTo>
                  <a:lnTo>
                    <a:pt x="1085088" y="1705356"/>
                  </a:lnTo>
                  <a:lnTo>
                    <a:pt x="1088136" y="1708404"/>
                  </a:lnTo>
                  <a:lnTo>
                    <a:pt x="1095756" y="1708404"/>
                  </a:lnTo>
                  <a:lnTo>
                    <a:pt x="1098804" y="1705356"/>
                  </a:lnTo>
                  <a:lnTo>
                    <a:pt x="1098804" y="1656588"/>
                  </a:lnTo>
                  <a:close/>
                </a:path>
                <a:path w="2184400" h="5782310">
                  <a:moveTo>
                    <a:pt x="1098804" y="1574292"/>
                  </a:moveTo>
                  <a:lnTo>
                    <a:pt x="1095756" y="1571244"/>
                  </a:lnTo>
                  <a:lnTo>
                    <a:pt x="1088136" y="1571244"/>
                  </a:lnTo>
                  <a:lnTo>
                    <a:pt x="1085088" y="1574292"/>
                  </a:lnTo>
                  <a:lnTo>
                    <a:pt x="1085088" y="1623060"/>
                  </a:lnTo>
                  <a:lnTo>
                    <a:pt x="1088136" y="1626108"/>
                  </a:lnTo>
                  <a:lnTo>
                    <a:pt x="1095756" y="1626108"/>
                  </a:lnTo>
                  <a:lnTo>
                    <a:pt x="1098804" y="1623060"/>
                  </a:lnTo>
                  <a:lnTo>
                    <a:pt x="1098804" y="1574292"/>
                  </a:lnTo>
                  <a:close/>
                </a:path>
                <a:path w="2184400" h="5782310">
                  <a:moveTo>
                    <a:pt x="1098804" y="1491996"/>
                  </a:moveTo>
                  <a:lnTo>
                    <a:pt x="1095756" y="1488948"/>
                  </a:lnTo>
                  <a:lnTo>
                    <a:pt x="1088136" y="1488948"/>
                  </a:lnTo>
                  <a:lnTo>
                    <a:pt x="1085088" y="1491996"/>
                  </a:lnTo>
                  <a:lnTo>
                    <a:pt x="1085088" y="1540764"/>
                  </a:lnTo>
                  <a:lnTo>
                    <a:pt x="1088136" y="1543812"/>
                  </a:lnTo>
                  <a:lnTo>
                    <a:pt x="1095756" y="1543812"/>
                  </a:lnTo>
                  <a:lnTo>
                    <a:pt x="1098804" y="1540764"/>
                  </a:lnTo>
                  <a:lnTo>
                    <a:pt x="1098804" y="1491996"/>
                  </a:lnTo>
                  <a:close/>
                </a:path>
                <a:path w="2184400" h="5782310">
                  <a:moveTo>
                    <a:pt x="1098804" y="1408176"/>
                  </a:moveTo>
                  <a:lnTo>
                    <a:pt x="1095756" y="1405128"/>
                  </a:lnTo>
                  <a:lnTo>
                    <a:pt x="1088136" y="1405128"/>
                  </a:lnTo>
                  <a:lnTo>
                    <a:pt x="1085088" y="1408176"/>
                  </a:lnTo>
                  <a:lnTo>
                    <a:pt x="1085088" y="1458468"/>
                  </a:lnTo>
                  <a:lnTo>
                    <a:pt x="1088136" y="1461516"/>
                  </a:lnTo>
                  <a:lnTo>
                    <a:pt x="1095756" y="1461516"/>
                  </a:lnTo>
                  <a:lnTo>
                    <a:pt x="1098804" y="1458468"/>
                  </a:lnTo>
                  <a:lnTo>
                    <a:pt x="1098804" y="1408176"/>
                  </a:lnTo>
                  <a:close/>
                </a:path>
                <a:path w="2184400" h="5782310">
                  <a:moveTo>
                    <a:pt x="1098804" y="1325880"/>
                  </a:moveTo>
                  <a:lnTo>
                    <a:pt x="1095756" y="1322832"/>
                  </a:lnTo>
                  <a:lnTo>
                    <a:pt x="1088136" y="1322832"/>
                  </a:lnTo>
                  <a:lnTo>
                    <a:pt x="1085088" y="1325880"/>
                  </a:lnTo>
                  <a:lnTo>
                    <a:pt x="1085088" y="1374648"/>
                  </a:lnTo>
                  <a:lnTo>
                    <a:pt x="1088136" y="1377696"/>
                  </a:lnTo>
                  <a:lnTo>
                    <a:pt x="1095756" y="1377696"/>
                  </a:lnTo>
                  <a:lnTo>
                    <a:pt x="1098804" y="1374648"/>
                  </a:lnTo>
                  <a:lnTo>
                    <a:pt x="1098804" y="1325880"/>
                  </a:lnTo>
                  <a:close/>
                </a:path>
                <a:path w="2184400" h="5782310">
                  <a:moveTo>
                    <a:pt x="1098804" y="1243584"/>
                  </a:moveTo>
                  <a:lnTo>
                    <a:pt x="1095756" y="1240536"/>
                  </a:lnTo>
                  <a:lnTo>
                    <a:pt x="1088136" y="1240536"/>
                  </a:lnTo>
                  <a:lnTo>
                    <a:pt x="1085088" y="1243584"/>
                  </a:lnTo>
                  <a:lnTo>
                    <a:pt x="1085088" y="1292352"/>
                  </a:lnTo>
                  <a:lnTo>
                    <a:pt x="1088136" y="1295400"/>
                  </a:lnTo>
                  <a:lnTo>
                    <a:pt x="1095756" y="1295400"/>
                  </a:lnTo>
                  <a:lnTo>
                    <a:pt x="1098804" y="1292352"/>
                  </a:lnTo>
                  <a:lnTo>
                    <a:pt x="1098804" y="1243584"/>
                  </a:lnTo>
                  <a:close/>
                </a:path>
                <a:path w="2184400" h="5782310">
                  <a:moveTo>
                    <a:pt x="1098804" y="1161288"/>
                  </a:moveTo>
                  <a:lnTo>
                    <a:pt x="1095756" y="1158240"/>
                  </a:lnTo>
                  <a:lnTo>
                    <a:pt x="1088136" y="1158240"/>
                  </a:lnTo>
                  <a:lnTo>
                    <a:pt x="1085088" y="1161288"/>
                  </a:lnTo>
                  <a:lnTo>
                    <a:pt x="1085088" y="1210056"/>
                  </a:lnTo>
                  <a:lnTo>
                    <a:pt x="1088136" y="1213104"/>
                  </a:lnTo>
                  <a:lnTo>
                    <a:pt x="1095756" y="1213104"/>
                  </a:lnTo>
                  <a:lnTo>
                    <a:pt x="1098804" y="1210056"/>
                  </a:lnTo>
                  <a:lnTo>
                    <a:pt x="1098804" y="1161288"/>
                  </a:lnTo>
                  <a:close/>
                </a:path>
                <a:path w="2184400" h="5782310">
                  <a:moveTo>
                    <a:pt x="1098804" y="1077468"/>
                  </a:moveTo>
                  <a:lnTo>
                    <a:pt x="1095756" y="1074420"/>
                  </a:lnTo>
                  <a:lnTo>
                    <a:pt x="1088136" y="1074420"/>
                  </a:lnTo>
                  <a:lnTo>
                    <a:pt x="1085088" y="1077468"/>
                  </a:lnTo>
                  <a:lnTo>
                    <a:pt x="1085088" y="1126236"/>
                  </a:lnTo>
                  <a:lnTo>
                    <a:pt x="1088136" y="1129284"/>
                  </a:lnTo>
                  <a:lnTo>
                    <a:pt x="1095756" y="1129284"/>
                  </a:lnTo>
                  <a:lnTo>
                    <a:pt x="1098804" y="1126236"/>
                  </a:lnTo>
                  <a:lnTo>
                    <a:pt x="1098804" y="1077468"/>
                  </a:lnTo>
                  <a:close/>
                </a:path>
                <a:path w="2184400" h="5782310">
                  <a:moveTo>
                    <a:pt x="1098804" y="995172"/>
                  </a:moveTo>
                  <a:lnTo>
                    <a:pt x="1095756" y="992124"/>
                  </a:lnTo>
                  <a:lnTo>
                    <a:pt x="1088136" y="992124"/>
                  </a:lnTo>
                  <a:lnTo>
                    <a:pt x="1085088" y="995172"/>
                  </a:lnTo>
                  <a:lnTo>
                    <a:pt x="1085088" y="1043940"/>
                  </a:lnTo>
                  <a:lnTo>
                    <a:pt x="1088136" y="1046988"/>
                  </a:lnTo>
                  <a:lnTo>
                    <a:pt x="1095756" y="1046988"/>
                  </a:lnTo>
                  <a:lnTo>
                    <a:pt x="1098804" y="1043940"/>
                  </a:lnTo>
                  <a:lnTo>
                    <a:pt x="1098804" y="995172"/>
                  </a:lnTo>
                  <a:close/>
                </a:path>
                <a:path w="2184400" h="5782310">
                  <a:moveTo>
                    <a:pt x="1098804" y="912876"/>
                  </a:moveTo>
                  <a:lnTo>
                    <a:pt x="1095756" y="909828"/>
                  </a:lnTo>
                  <a:lnTo>
                    <a:pt x="1088136" y="909828"/>
                  </a:lnTo>
                  <a:lnTo>
                    <a:pt x="1085088" y="912876"/>
                  </a:lnTo>
                  <a:lnTo>
                    <a:pt x="1085088" y="961644"/>
                  </a:lnTo>
                  <a:lnTo>
                    <a:pt x="1088136" y="964692"/>
                  </a:lnTo>
                  <a:lnTo>
                    <a:pt x="1095756" y="964692"/>
                  </a:lnTo>
                  <a:lnTo>
                    <a:pt x="1098804" y="961644"/>
                  </a:lnTo>
                  <a:lnTo>
                    <a:pt x="1098804" y="912876"/>
                  </a:lnTo>
                  <a:close/>
                </a:path>
                <a:path w="2184400" h="5782310">
                  <a:moveTo>
                    <a:pt x="1098804" y="829056"/>
                  </a:moveTo>
                  <a:lnTo>
                    <a:pt x="1095756" y="826008"/>
                  </a:lnTo>
                  <a:lnTo>
                    <a:pt x="1088136" y="826008"/>
                  </a:lnTo>
                  <a:lnTo>
                    <a:pt x="1085088" y="829056"/>
                  </a:lnTo>
                  <a:lnTo>
                    <a:pt x="1085088" y="879348"/>
                  </a:lnTo>
                  <a:lnTo>
                    <a:pt x="1088136" y="882396"/>
                  </a:lnTo>
                  <a:lnTo>
                    <a:pt x="1095756" y="882396"/>
                  </a:lnTo>
                  <a:lnTo>
                    <a:pt x="1098804" y="879348"/>
                  </a:lnTo>
                  <a:lnTo>
                    <a:pt x="1098804" y="829056"/>
                  </a:lnTo>
                  <a:close/>
                </a:path>
                <a:path w="2184400" h="5782310">
                  <a:moveTo>
                    <a:pt x="1098804" y="746760"/>
                  </a:moveTo>
                  <a:lnTo>
                    <a:pt x="1095756" y="743712"/>
                  </a:lnTo>
                  <a:lnTo>
                    <a:pt x="1088136" y="743712"/>
                  </a:lnTo>
                  <a:lnTo>
                    <a:pt x="1085088" y="746760"/>
                  </a:lnTo>
                  <a:lnTo>
                    <a:pt x="1085088" y="795528"/>
                  </a:lnTo>
                  <a:lnTo>
                    <a:pt x="1088136" y="798576"/>
                  </a:lnTo>
                  <a:lnTo>
                    <a:pt x="1095756" y="798576"/>
                  </a:lnTo>
                  <a:lnTo>
                    <a:pt x="1098804" y="795528"/>
                  </a:lnTo>
                  <a:lnTo>
                    <a:pt x="1098804" y="746760"/>
                  </a:lnTo>
                  <a:close/>
                </a:path>
                <a:path w="2184400" h="5782310">
                  <a:moveTo>
                    <a:pt x="1098804" y="664464"/>
                  </a:moveTo>
                  <a:lnTo>
                    <a:pt x="1095756" y="661416"/>
                  </a:lnTo>
                  <a:lnTo>
                    <a:pt x="1088136" y="661416"/>
                  </a:lnTo>
                  <a:lnTo>
                    <a:pt x="1085088" y="664464"/>
                  </a:lnTo>
                  <a:lnTo>
                    <a:pt x="1085088" y="713232"/>
                  </a:lnTo>
                  <a:lnTo>
                    <a:pt x="1088136" y="716280"/>
                  </a:lnTo>
                  <a:lnTo>
                    <a:pt x="1095756" y="716280"/>
                  </a:lnTo>
                  <a:lnTo>
                    <a:pt x="1098804" y="713232"/>
                  </a:lnTo>
                  <a:lnTo>
                    <a:pt x="1098804" y="664464"/>
                  </a:lnTo>
                  <a:close/>
                </a:path>
                <a:path w="2184400" h="5782310">
                  <a:moveTo>
                    <a:pt x="1098804" y="582168"/>
                  </a:moveTo>
                  <a:lnTo>
                    <a:pt x="1095756" y="579120"/>
                  </a:lnTo>
                  <a:lnTo>
                    <a:pt x="1088136" y="579120"/>
                  </a:lnTo>
                  <a:lnTo>
                    <a:pt x="1085088" y="582168"/>
                  </a:lnTo>
                  <a:lnTo>
                    <a:pt x="1085088" y="630936"/>
                  </a:lnTo>
                  <a:lnTo>
                    <a:pt x="1088136" y="633984"/>
                  </a:lnTo>
                  <a:lnTo>
                    <a:pt x="1095756" y="633984"/>
                  </a:lnTo>
                  <a:lnTo>
                    <a:pt x="1098804" y="630936"/>
                  </a:lnTo>
                  <a:lnTo>
                    <a:pt x="1098804" y="582168"/>
                  </a:lnTo>
                  <a:close/>
                </a:path>
                <a:path w="2184400" h="5782310">
                  <a:moveTo>
                    <a:pt x="1098804" y="498348"/>
                  </a:moveTo>
                  <a:lnTo>
                    <a:pt x="1095756" y="495300"/>
                  </a:lnTo>
                  <a:lnTo>
                    <a:pt x="1088136" y="495300"/>
                  </a:lnTo>
                  <a:lnTo>
                    <a:pt x="1085088" y="498348"/>
                  </a:lnTo>
                  <a:lnTo>
                    <a:pt x="1085088" y="547116"/>
                  </a:lnTo>
                  <a:lnTo>
                    <a:pt x="1088136" y="550164"/>
                  </a:lnTo>
                  <a:lnTo>
                    <a:pt x="1095756" y="550164"/>
                  </a:lnTo>
                  <a:lnTo>
                    <a:pt x="1098804" y="547116"/>
                  </a:lnTo>
                  <a:lnTo>
                    <a:pt x="1098804" y="498348"/>
                  </a:lnTo>
                  <a:close/>
                </a:path>
                <a:path w="2184400" h="5782310">
                  <a:moveTo>
                    <a:pt x="1098804" y="416052"/>
                  </a:moveTo>
                  <a:lnTo>
                    <a:pt x="1095756" y="413004"/>
                  </a:lnTo>
                  <a:lnTo>
                    <a:pt x="1088136" y="413004"/>
                  </a:lnTo>
                  <a:lnTo>
                    <a:pt x="1085088" y="416052"/>
                  </a:lnTo>
                  <a:lnTo>
                    <a:pt x="1085088" y="464820"/>
                  </a:lnTo>
                  <a:lnTo>
                    <a:pt x="1088136" y="467868"/>
                  </a:lnTo>
                  <a:lnTo>
                    <a:pt x="1095756" y="467868"/>
                  </a:lnTo>
                  <a:lnTo>
                    <a:pt x="1098804" y="464820"/>
                  </a:lnTo>
                  <a:lnTo>
                    <a:pt x="1098804" y="416052"/>
                  </a:lnTo>
                  <a:close/>
                </a:path>
                <a:path w="2184400" h="5782310">
                  <a:moveTo>
                    <a:pt x="1098804" y="333756"/>
                  </a:moveTo>
                  <a:lnTo>
                    <a:pt x="1095756" y="330708"/>
                  </a:lnTo>
                  <a:lnTo>
                    <a:pt x="1088136" y="330708"/>
                  </a:lnTo>
                  <a:lnTo>
                    <a:pt x="1085088" y="333756"/>
                  </a:lnTo>
                  <a:lnTo>
                    <a:pt x="1085088" y="382524"/>
                  </a:lnTo>
                  <a:lnTo>
                    <a:pt x="1088136" y="385572"/>
                  </a:lnTo>
                  <a:lnTo>
                    <a:pt x="1095756" y="385572"/>
                  </a:lnTo>
                  <a:lnTo>
                    <a:pt x="1098804" y="382524"/>
                  </a:lnTo>
                  <a:lnTo>
                    <a:pt x="1098804" y="333756"/>
                  </a:lnTo>
                  <a:close/>
                </a:path>
                <a:path w="2184400" h="5782310">
                  <a:moveTo>
                    <a:pt x="1098804" y="249936"/>
                  </a:moveTo>
                  <a:lnTo>
                    <a:pt x="1095756" y="246888"/>
                  </a:lnTo>
                  <a:lnTo>
                    <a:pt x="1088136" y="246888"/>
                  </a:lnTo>
                  <a:lnTo>
                    <a:pt x="1085088" y="249936"/>
                  </a:lnTo>
                  <a:lnTo>
                    <a:pt x="1085088" y="300228"/>
                  </a:lnTo>
                  <a:lnTo>
                    <a:pt x="1088136" y="303276"/>
                  </a:lnTo>
                  <a:lnTo>
                    <a:pt x="1095756" y="303276"/>
                  </a:lnTo>
                  <a:lnTo>
                    <a:pt x="1098804" y="300228"/>
                  </a:lnTo>
                  <a:lnTo>
                    <a:pt x="1098804" y="249936"/>
                  </a:lnTo>
                  <a:close/>
                </a:path>
                <a:path w="2184400" h="5782310">
                  <a:moveTo>
                    <a:pt x="1098804" y="167640"/>
                  </a:moveTo>
                  <a:lnTo>
                    <a:pt x="1095756" y="164592"/>
                  </a:lnTo>
                  <a:lnTo>
                    <a:pt x="1088136" y="164592"/>
                  </a:lnTo>
                  <a:lnTo>
                    <a:pt x="1085088" y="167640"/>
                  </a:lnTo>
                  <a:lnTo>
                    <a:pt x="1085088" y="216408"/>
                  </a:lnTo>
                  <a:lnTo>
                    <a:pt x="1088136" y="219456"/>
                  </a:lnTo>
                  <a:lnTo>
                    <a:pt x="1095756" y="219456"/>
                  </a:lnTo>
                  <a:lnTo>
                    <a:pt x="1098804" y="216408"/>
                  </a:lnTo>
                  <a:lnTo>
                    <a:pt x="1098804" y="167640"/>
                  </a:lnTo>
                  <a:close/>
                </a:path>
                <a:path w="2184400" h="5782310">
                  <a:moveTo>
                    <a:pt x="1098804" y="85344"/>
                  </a:moveTo>
                  <a:lnTo>
                    <a:pt x="1095756" y="82296"/>
                  </a:lnTo>
                  <a:lnTo>
                    <a:pt x="1088136" y="82296"/>
                  </a:lnTo>
                  <a:lnTo>
                    <a:pt x="1085088" y="85344"/>
                  </a:lnTo>
                  <a:lnTo>
                    <a:pt x="1085088" y="134112"/>
                  </a:lnTo>
                  <a:lnTo>
                    <a:pt x="1088136" y="137160"/>
                  </a:lnTo>
                  <a:lnTo>
                    <a:pt x="1095756" y="137160"/>
                  </a:lnTo>
                  <a:lnTo>
                    <a:pt x="1098804" y="134112"/>
                  </a:lnTo>
                  <a:lnTo>
                    <a:pt x="1098804" y="85344"/>
                  </a:lnTo>
                  <a:close/>
                </a:path>
                <a:path w="2184400" h="5782310">
                  <a:moveTo>
                    <a:pt x="1098804" y="3048"/>
                  </a:moveTo>
                  <a:lnTo>
                    <a:pt x="1095756" y="0"/>
                  </a:lnTo>
                  <a:lnTo>
                    <a:pt x="1088136" y="0"/>
                  </a:lnTo>
                  <a:lnTo>
                    <a:pt x="1085088" y="3048"/>
                  </a:lnTo>
                  <a:lnTo>
                    <a:pt x="1085088" y="51816"/>
                  </a:lnTo>
                  <a:lnTo>
                    <a:pt x="1088136" y="54864"/>
                  </a:lnTo>
                  <a:lnTo>
                    <a:pt x="1095756" y="54864"/>
                  </a:lnTo>
                  <a:lnTo>
                    <a:pt x="1098804" y="51816"/>
                  </a:lnTo>
                  <a:lnTo>
                    <a:pt x="1098804" y="3048"/>
                  </a:lnTo>
                  <a:close/>
                </a:path>
                <a:path w="2184400" h="5782310">
                  <a:moveTo>
                    <a:pt x="1316736" y="5215128"/>
                  </a:moveTo>
                  <a:lnTo>
                    <a:pt x="1313688" y="5212080"/>
                  </a:lnTo>
                  <a:lnTo>
                    <a:pt x="1306068" y="5212080"/>
                  </a:lnTo>
                  <a:lnTo>
                    <a:pt x="1303020" y="5215128"/>
                  </a:lnTo>
                  <a:lnTo>
                    <a:pt x="1303020" y="5263896"/>
                  </a:lnTo>
                  <a:lnTo>
                    <a:pt x="1306068" y="5266944"/>
                  </a:lnTo>
                  <a:lnTo>
                    <a:pt x="1313688" y="5266944"/>
                  </a:lnTo>
                  <a:lnTo>
                    <a:pt x="1316736" y="5263896"/>
                  </a:lnTo>
                  <a:lnTo>
                    <a:pt x="1316736" y="5215128"/>
                  </a:lnTo>
                  <a:close/>
                </a:path>
                <a:path w="2184400" h="5782310">
                  <a:moveTo>
                    <a:pt x="1316736" y="5131308"/>
                  </a:moveTo>
                  <a:lnTo>
                    <a:pt x="1313688" y="5128260"/>
                  </a:lnTo>
                  <a:lnTo>
                    <a:pt x="1306068" y="5128260"/>
                  </a:lnTo>
                  <a:lnTo>
                    <a:pt x="1303020" y="5131308"/>
                  </a:lnTo>
                  <a:lnTo>
                    <a:pt x="1303020" y="5180076"/>
                  </a:lnTo>
                  <a:lnTo>
                    <a:pt x="1306068" y="5183124"/>
                  </a:lnTo>
                  <a:lnTo>
                    <a:pt x="1313688" y="5183124"/>
                  </a:lnTo>
                  <a:lnTo>
                    <a:pt x="1316736" y="5180076"/>
                  </a:lnTo>
                  <a:lnTo>
                    <a:pt x="1316736" y="5131308"/>
                  </a:lnTo>
                  <a:close/>
                </a:path>
                <a:path w="2184400" h="5782310">
                  <a:moveTo>
                    <a:pt x="1316736" y="5049012"/>
                  </a:moveTo>
                  <a:lnTo>
                    <a:pt x="1313688" y="5045964"/>
                  </a:lnTo>
                  <a:lnTo>
                    <a:pt x="1306068" y="5045964"/>
                  </a:lnTo>
                  <a:lnTo>
                    <a:pt x="1303020" y="5049012"/>
                  </a:lnTo>
                  <a:lnTo>
                    <a:pt x="1303020" y="5097780"/>
                  </a:lnTo>
                  <a:lnTo>
                    <a:pt x="1306068" y="5100828"/>
                  </a:lnTo>
                  <a:lnTo>
                    <a:pt x="1313688" y="5100828"/>
                  </a:lnTo>
                  <a:lnTo>
                    <a:pt x="1316736" y="5097780"/>
                  </a:lnTo>
                  <a:lnTo>
                    <a:pt x="1316736" y="5049012"/>
                  </a:lnTo>
                  <a:close/>
                </a:path>
                <a:path w="2184400" h="5782310">
                  <a:moveTo>
                    <a:pt x="1316736" y="4966716"/>
                  </a:moveTo>
                  <a:lnTo>
                    <a:pt x="1313688" y="4963668"/>
                  </a:lnTo>
                  <a:lnTo>
                    <a:pt x="1306068" y="4963668"/>
                  </a:lnTo>
                  <a:lnTo>
                    <a:pt x="1303020" y="4966716"/>
                  </a:lnTo>
                  <a:lnTo>
                    <a:pt x="1303020" y="5015484"/>
                  </a:lnTo>
                  <a:lnTo>
                    <a:pt x="1306068" y="5018532"/>
                  </a:lnTo>
                  <a:lnTo>
                    <a:pt x="1313688" y="5018532"/>
                  </a:lnTo>
                  <a:lnTo>
                    <a:pt x="1316736" y="5015484"/>
                  </a:lnTo>
                  <a:lnTo>
                    <a:pt x="1316736" y="4966716"/>
                  </a:lnTo>
                  <a:close/>
                </a:path>
                <a:path w="2184400" h="5782310">
                  <a:moveTo>
                    <a:pt x="1316736" y="4882896"/>
                  </a:moveTo>
                  <a:lnTo>
                    <a:pt x="1313688" y="4879848"/>
                  </a:lnTo>
                  <a:lnTo>
                    <a:pt x="1306068" y="4879848"/>
                  </a:lnTo>
                  <a:lnTo>
                    <a:pt x="1303020" y="4882896"/>
                  </a:lnTo>
                  <a:lnTo>
                    <a:pt x="1303020" y="4933188"/>
                  </a:lnTo>
                  <a:lnTo>
                    <a:pt x="1306068" y="4936236"/>
                  </a:lnTo>
                  <a:lnTo>
                    <a:pt x="1313688" y="4936236"/>
                  </a:lnTo>
                  <a:lnTo>
                    <a:pt x="1316736" y="4933188"/>
                  </a:lnTo>
                  <a:lnTo>
                    <a:pt x="1316736" y="4882896"/>
                  </a:lnTo>
                  <a:close/>
                </a:path>
                <a:path w="2184400" h="5782310">
                  <a:moveTo>
                    <a:pt x="1316736" y="4800600"/>
                  </a:moveTo>
                  <a:lnTo>
                    <a:pt x="1313688" y="4797552"/>
                  </a:lnTo>
                  <a:lnTo>
                    <a:pt x="1306068" y="4797552"/>
                  </a:lnTo>
                  <a:lnTo>
                    <a:pt x="1303020" y="4800600"/>
                  </a:lnTo>
                  <a:lnTo>
                    <a:pt x="1303020" y="4849368"/>
                  </a:lnTo>
                  <a:lnTo>
                    <a:pt x="1306068" y="4852416"/>
                  </a:lnTo>
                  <a:lnTo>
                    <a:pt x="1313688" y="4852416"/>
                  </a:lnTo>
                  <a:lnTo>
                    <a:pt x="1316736" y="4849368"/>
                  </a:lnTo>
                  <a:lnTo>
                    <a:pt x="1316736" y="4800600"/>
                  </a:lnTo>
                  <a:close/>
                </a:path>
                <a:path w="2184400" h="5782310">
                  <a:moveTo>
                    <a:pt x="1316736" y="4718304"/>
                  </a:moveTo>
                  <a:lnTo>
                    <a:pt x="1313688" y="4715256"/>
                  </a:lnTo>
                  <a:lnTo>
                    <a:pt x="1306068" y="4715256"/>
                  </a:lnTo>
                  <a:lnTo>
                    <a:pt x="1303020" y="4718304"/>
                  </a:lnTo>
                  <a:lnTo>
                    <a:pt x="1303020" y="4767072"/>
                  </a:lnTo>
                  <a:lnTo>
                    <a:pt x="1306068" y="4770120"/>
                  </a:lnTo>
                  <a:lnTo>
                    <a:pt x="1313688" y="4770120"/>
                  </a:lnTo>
                  <a:lnTo>
                    <a:pt x="1316736" y="4767072"/>
                  </a:lnTo>
                  <a:lnTo>
                    <a:pt x="1316736" y="4718304"/>
                  </a:lnTo>
                  <a:close/>
                </a:path>
                <a:path w="2184400" h="5782310">
                  <a:moveTo>
                    <a:pt x="1316736" y="4636020"/>
                  </a:moveTo>
                  <a:lnTo>
                    <a:pt x="1313688" y="4632960"/>
                  </a:lnTo>
                  <a:lnTo>
                    <a:pt x="1306068" y="4632960"/>
                  </a:lnTo>
                  <a:lnTo>
                    <a:pt x="1303020" y="4636020"/>
                  </a:lnTo>
                  <a:lnTo>
                    <a:pt x="1303020" y="4684776"/>
                  </a:lnTo>
                  <a:lnTo>
                    <a:pt x="1306068" y="4687824"/>
                  </a:lnTo>
                  <a:lnTo>
                    <a:pt x="1313688" y="4687824"/>
                  </a:lnTo>
                  <a:lnTo>
                    <a:pt x="1316736" y="4684776"/>
                  </a:lnTo>
                  <a:lnTo>
                    <a:pt x="1316736" y="4636020"/>
                  </a:lnTo>
                  <a:close/>
                </a:path>
                <a:path w="2184400" h="5782310">
                  <a:moveTo>
                    <a:pt x="1316736" y="4552188"/>
                  </a:moveTo>
                  <a:lnTo>
                    <a:pt x="1313688" y="4549140"/>
                  </a:lnTo>
                  <a:lnTo>
                    <a:pt x="1306068" y="4549140"/>
                  </a:lnTo>
                  <a:lnTo>
                    <a:pt x="1303020" y="4552188"/>
                  </a:lnTo>
                  <a:lnTo>
                    <a:pt x="1303020" y="4600956"/>
                  </a:lnTo>
                  <a:lnTo>
                    <a:pt x="1306068" y="4604004"/>
                  </a:lnTo>
                  <a:lnTo>
                    <a:pt x="1313688" y="4604004"/>
                  </a:lnTo>
                  <a:lnTo>
                    <a:pt x="1316736" y="4600956"/>
                  </a:lnTo>
                  <a:lnTo>
                    <a:pt x="1316736" y="4552188"/>
                  </a:lnTo>
                  <a:close/>
                </a:path>
                <a:path w="2184400" h="5782310">
                  <a:moveTo>
                    <a:pt x="1316736" y="4469892"/>
                  </a:moveTo>
                  <a:lnTo>
                    <a:pt x="1313688" y="4466844"/>
                  </a:lnTo>
                  <a:lnTo>
                    <a:pt x="1306068" y="4466844"/>
                  </a:lnTo>
                  <a:lnTo>
                    <a:pt x="1303020" y="4469892"/>
                  </a:lnTo>
                  <a:lnTo>
                    <a:pt x="1303020" y="4518660"/>
                  </a:lnTo>
                  <a:lnTo>
                    <a:pt x="1306068" y="4521708"/>
                  </a:lnTo>
                  <a:lnTo>
                    <a:pt x="1313688" y="4521708"/>
                  </a:lnTo>
                  <a:lnTo>
                    <a:pt x="1316736" y="4518660"/>
                  </a:lnTo>
                  <a:lnTo>
                    <a:pt x="1316736" y="4469892"/>
                  </a:lnTo>
                  <a:close/>
                </a:path>
                <a:path w="2184400" h="5782310">
                  <a:moveTo>
                    <a:pt x="1316736" y="4387596"/>
                  </a:moveTo>
                  <a:lnTo>
                    <a:pt x="1313688" y="4384548"/>
                  </a:lnTo>
                  <a:lnTo>
                    <a:pt x="1306068" y="4384548"/>
                  </a:lnTo>
                  <a:lnTo>
                    <a:pt x="1303020" y="4387596"/>
                  </a:lnTo>
                  <a:lnTo>
                    <a:pt x="1303020" y="4436364"/>
                  </a:lnTo>
                  <a:lnTo>
                    <a:pt x="1306068" y="4439412"/>
                  </a:lnTo>
                  <a:lnTo>
                    <a:pt x="1313688" y="4439412"/>
                  </a:lnTo>
                  <a:lnTo>
                    <a:pt x="1316736" y="4436364"/>
                  </a:lnTo>
                  <a:lnTo>
                    <a:pt x="1316736" y="4387596"/>
                  </a:lnTo>
                  <a:close/>
                </a:path>
                <a:path w="2184400" h="5782310">
                  <a:moveTo>
                    <a:pt x="1316736" y="4303776"/>
                  </a:moveTo>
                  <a:lnTo>
                    <a:pt x="1313688" y="4300728"/>
                  </a:lnTo>
                  <a:lnTo>
                    <a:pt x="1306068" y="4300728"/>
                  </a:lnTo>
                  <a:lnTo>
                    <a:pt x="1303020" y="4303776"/>
                  </a:lnTo>
                  <a:lnTo>
                    <a:pt x="1303020" y="4354068"/>
                  </a:lnTo>
                  <a:lnTo>
                    <a:pt x="1306068" y="4357116"/>
                  </a:lnTo>
                  <a:lnTo>
                    <a:pt x="1313688" y="4357116"/>
                  </a:lnTo>
                  <a:lnTo>
                    <a:pt x="1316736" y="4354068"/>
                  </a:lnTo>
                  <a:lnTo>
                    <a:pt x="1316736" y="4303776"/>
                  </a:lnTo>
                  <a:close/>
                </a:path>
                <a:path w="2184400" h="5782310">
                  <a:moveTo>
                    <a:pt x="1316736" y="4221480"/>
                  </a:moveTo>
                  <a:lnTo>
                    <a:pt x="1313688" y="4218432"/>
                  </a:lnTo>
                  <a:lnTo>
                    <a:pt x="1306068" y="4218432"/>
                  </a:lnTo>
                  <a:lnTo>
                    <a:pt x="1303020" y="4221480"/>
                  </a:lnTo>
                  <a:lnTo>
                    <a:pt x="1303020" y="4270248"/>
                  </a:lnTo>
                  <a:lnTo>
                    <a:pt x="1306068" y="4273296"/>
                  </a:lnTo>
                  <a:lnTo>
                    <a:pt x="1313688" y="4273296"/>
                  </a:lnTo>
                  <a:lnTo>
                    <a:pt x="1316736" y="4270248"/>
                  </a:lnTo>
                  <a:lnTo>
                    <a:pt x="1316736" y="4221480"/>
                  </a:lnTo>
                  <a:close/>
                </a:path>
                <a:path w="2184400" h="5782310">
                  <a:moveTo>
                    <a:pt x="1316736" y="4139184"/>
                  </a:moveTo>
                  <a:lnTo>
                    <a:pt x="1313688" y="4136136"/>
                  </a:lnTo>
                  <a:lnTo>
                    <a:pt x="1306068" y="4136136"/>
                  </a:lnTo>
                  <a:lnTo>
                    <a:pt x="1303020" y="4139184"/>
                  </a:lnTo>
                  <a:lnTo>
                    <a:pt x="1303020" y="4187952"/>
                  </a:lnTo>
                  <a:lnTo>
                    <a:pt x="1306068" y="4191000"/>
                  </a:lnTo>
                  <a:lnTo>
                    <a:pt x="1313688" y="4191000"/>
                  </a:lnTo>
                  <a:lnTo>
                    <a:pt x="1316736" y="4187952"/>
                  </a:lnTo>
                  <a:lnTo>
                    <a:pt x="1316736" y="4139184"/>
                  </a:lnTo>
                  <a:close/>
                </a:path>
                <a:path w="2184400" h="5782310">
                  <a:moveTo>
                    <a:pt x="1316736" y="4056888"/>
                  </a:moveTo>
                  <a:lnTo>
                    <a:pt x="1313688" y="4053840"/>
                  </a:lnTo>
                  <a:lnTo>
                    <a:pt x="1306068" y="4053840"/>
                  </a:lnTo>
                  <a:lnTo>
                    <a:pt x="1303020" y="4056888"/>
                  </a:lnTo>
                  <a:lnTo>
                    <a:pt x="1303020" y="4105656"/>
                  </a:lnTo>
                  <a:lnTo>
                    <a:pt x="1306068" y="4108704"/>
                  </a:lnTo>
                  <a:lnTo>
                    <a:pt x="1313688" y="4108704"/>
                  </a:lnTo>
                  <a:lnTo>
                    <a:pt x="1316736" y="4105656"/>
                  </a:lnTo>
                  <a:lnTo>
                    <a:pt x="1316736" y="4056888"/>
                  </a:lnTo>
                  <a:close/>
                </a:path>
                <a:path w="2184400" h="5782310">
                  <a:moveTo>
                    <a:pt x="1316736" y="3973068"/>
                  </a:moveTo>
                  <a:lnTo>
                    <a:pt x="1313688" y="3970020"/>
                  </a:lnTo>
                  <a:lnTo>
                    <a:pt x="1306068" y="3970020"/>
                  </a:lnTo>
                  <a:lnTo>
                    <a:pt x="1303020" y="3973068"/>
                  </a:lnTo>
                  <a:lnTo>
                    <a:pt x="1303020" y="4021836"/>
                  </a:lnTo>
                  <a:lnTo>
                    <a:pt x="1306068" y="4024884"/>
                  </a:lnTo>
                  <a:lnTo>
                    <a:pt x="1313688" y="4024884"/>
                  </a:lnTo>
                  <a:lnTo>
                    <a:pt x="1316736" y="4021836"/>
                  </a:lnTo>
                  <a:lnTo>
                    <a:pt x="1316736" y="3973068"/>
                  </a:lnTo>
                  <a:close/>
                </a:path>
                <a:path w="2184400" h="5782310">
                  <a:moveTo>
                    <a:pt x="1316736" y="3890772"/>
                  </a:moveTo>
                  <a:lnTo>
                    <a:pt x="1313688" y="3887724"/>
                  </a:lnTo>
                  <a:lnTo>
                    <a:pt x="1306068" y="3887724"/>
                  </a:lnTo>
                  <a:lnTo>
                    <a:pt x="1303020" y="3890772"/>
                  </a:lnTo>
                  <a:lnTo>
                    <a:pt x="1303020" y="3939540"/>
                  </a:lnTo>
                  <a:lnTo>
                    <a:pt x="1306068" y="3942588"/>
                  </a:lnTo>
                  <a:lnTo>
                    <a:pt x="1313688" y="3942588"/>
                  </a:lnTo>
                  <a:lnTo>
                    <a:pt x="1316736" y="3939540"/>
                  </a:lnTo>
                  <a:lnTo>
                    <a:pt x="1316736" y="3890772"/>
                  </a:lnTo>
                  <a:close/>
                </a:path>
                <a:path w="2184400" h="5782310">
                  <a:moveTo>
                    <a:pt x="1316736" y="3808476"/>
                  </a:moveTo>
                  <a:lnTo>
                    <a:pt x="1313688" y="3805428"/>
                  </a:lnTo>
                  <a:lnTo>
                    <a:pt x="1306068" y="3805428"/>
                  </a:lnTo>
                  <a:lnTo>
                    <a:pt x="1303020" y="3808476"/>
                  </a:lnTo>
                  <a:lnTo>
                    <a:pt x="1303020" y="3857244"/>
                  </a:lnTo>
                  <a:lnTo>
                    <a:pt x="1306068" y="3860292"/>
                  </a:lnTo>
                  <a:lnTo>
                    <a:pt x="1313688" y="3860292"/>
                  </a:lnTo>
                  <a:lnTo>
                    <a:pt x="1316736" y="3857244"/>
                  </a:lnTo>
                  <a:lnTo>
                    <a:pt x="1316736" y="3808476"/>
                  </a:lnTo>
                  <a:close/>
                </a:path>
                <a:path w="2184400" h="5782310">
                  <a:moveTo>
                    <a:pt x="1316736" y="3724656"/>
                  </a:moveTo>
                  <a:lnTo>
                    <a:pt x="1313688" y="3721608"/>
                  </a:lnTo>
                  <a:lnTo>
                    <a:pt x="1306068" y="3721608"/>
                  </a:lnTo>
                  <a:lnTo>
                    <a:pt x="1303020" y="3724656"/>
                  </a:lnTo>
                  <a:lnTo>
                    <a:pt x="1303020" y="3774948"/>
                  </a:lnTo>
                  <a:lnTo>
                    <a:pt x="1306068" y="3777996"/>
                  </a:lnTo>
                  <a:lnTo>
                    <a:pt x="1313688" y="3777996"/>
                  </a:lnTo>
                  <a:lnTo>
                    <a:pt x="1316736" y="3774948"/>
                  </a:lnTo>
                  <a:lnTo>
                    <a:pt x="1316736" y="3724656"/>
                  </a:lnTo>
                  <a:close/>
                </a:path>
                <a:path w="2184400" h="5782310">
                  <a:moveTo>
                    <a:pt x="1316736" y="3642360"/>
                  </a:moveTo>
                  <a:lnTo>
                    <a:pt x="1313688" y="3639312"/>
                  </a:lnTo>
                  <a:lnTo>
                    <a:pt x="1306068" y="3639312"/>
                  </a:lnTo>
                  <a:lnTo>
                    <a:pt x="1303020" y="3642360"/>
                  </a:lnTo>
                  <a:lnTo>
                    <a:pt x="1303020" y="3691128"/>
                  </a:lnTo>
                  <a:lnTo>
                    <a:pt x="1306068" y="3694176"/>
                  </a:lnTo>
                  <a:lnTo>
                    <a:pt x="1313688" y="3694176"/>
                  </a:lnTo>
                  <a:lnTo>
                    <a:pt x="1316736" y="3691128"/>
                  </a:lnTo>
                  <a:lnTo>
                    <a:pt x="1316736" y="3642360"/>
                  </a:lnTo>
                  <a:close/>
                </a:path>
                <a:path w="2184400" h="5782310">
                  <a:moveTo>
                    <a:pt x="1316736" y="3560064"/>
                  </a:moveTo>
                  <a:lnTo>
                    <a:pt x="1313688" y="3557016"/>
                  </a:lnTo>
                  <a:lnTo>
                    <a:pt x="1306068" y="3557016"/>
                  </a:lnTo>
                  <a:lnTo>
                    <a:pt x="1303020" y="3560064"/>
                  </a:lnTo>
                  <a:lnTo>
                    <a:pt x="1303020" y="3608832"/>
                  </a:lnTo>
                  <a:lnTo>
                    <a:pt x="1306068" y="3611880"/>
                  </a:lnTo>
                  <a:lnTo>
                    <a:pt x="1313688" y="3611880"/>
                  </a:lnTo>
                  <a:lnTo>
                    <a:pt x="1316736" y="3608832"/>
                  </a:lnTo>
                  <a:lnTo>
                    <a:pt x="1316736" y="3560064"/>
                  </a:lnTo>
                  <a:close/>
                </a:path>
                <a:path w="2184400" h="5782310">
                  <a:moveTo>
                    <a:pt x="1316736" y="3477768"/>
                  </a:moveTo>
                  <a:lnTo>
                    <a:pt x="1313688" y="3474720"/>
                  </a:lnTo>
                  <a:lnTo>
                    <a:pt x="1306068" y="3474720"/>
                  </a:lnTo>
                  <a:lnTo>
                    <a:pt x="1303020" y="3477768"/>
                  </a:lnTo>
                  <a:lnTo>
                    <a:pt x="1303020" y="3526536"/>
                  </a:lnTo>
                  <a:lnTo>
                    <a:pt x="1306068" y="3529584"/>
                  </a:lnTo>
                  <a:lnTo>
                    <a:pt x="1313688" y="3529584"/>
                  </a:lnTo>
                  <a:lnTo>
                    <a:pt x="1316736" y="3526536"/>
                  </a:lnTo>
                  <a:lnTo>
                    <a:pt x="1316736" y="3477768"/>
                  </a:lnTo>
                  <a:close/>
                </a:path>
                <a:path w="2184400" h="5782310">
                  <a:moveTo>
                    <a:pt x="1316736" y="3393948"/>
                  </a:moveTo>
                  <a:lnTo>
                    <a:pt x="1313688" y="3390900"/>
                  </a:lnTo>
                  <a:lnTo>
                    <a:pt x="1306068" y="3390900"/>
                  </a:lnTo>
                  <a:lnTo>
                    <a:pt x="1303020" y="3393948"/>
                  </a:lnTo>
                  <a:lnTo>
                    <a:pt x="1303020" y="3442716"/>
                  </a:lnTo>
                  <a:lnTo>
                    <a:pt x="1306068" y="3445764"/>
                  </a:lnTo>
                  <a:lnTo>
                    <a:pt x="1313688" y="3445764"/>
                  </a:lnTo>
                  <a:lnTo>
                    <a:pt x="1316736" y="3442716"/>
                  </a:lnTo>
                  <a:lnTo>
                    <a:pt x="1316736" y="3393948"/>
                  </a:lnTo>
                  <a:close/>
                </a:path>
                <a:path w="2184400" h="5782310">
                  <a:moveTo>
                    <a:pt x="1316736" y="3311652"/>
                  </a:moveTo>
                  <a:lnTo>
                    <a:pt x="1313688" y="3308604"/>
                  </a:lnTo>
                  <a:lnTo>
                    <a:pt x="1306068" y="3308604"/>
                  </a:lnTo>
                  <a:lnTo>
                    <a:pt x="1303020" y="3311652"/>
                  </a:lnTo>
                  <a:lnTo>
                    <a:pt x="1303020" y="3360420"/>
                  </a:lnTo>
                  <a:lnTo>
                    <a:pt x="1306068" y="3363468"/>
                  </a:lnTo>
                  <a:lnTo>
                    <a:pt x="1313688" y="3363468"/>
                  </a:lnTo>
                  <a:lnTo>
                    <a:pt x="1316736" y="3360420"/>
                  </a:lnTo>
                  <a:lnTo>
                    <a:pt x="1316736" y="3311652"/>
                  </a:lnTo>
                  <a:close/>
                </a:path>
                <a:path w="2184400" h="5782310">
                  <a:moveTo>
                    <a:pt x="1316736" y="3229356"/>
                  </a:moveTo>
                  <a:lnTo>
                    <a:pt x="1313688" y="3226308"/>
                  </a:lnTo>
                  <a:lnTo>
                    <a:pt x="1306068" y="3226308"/>
                  </a:lnTo>
                  <a:lnTo>
                    <a:pt x="1303020" y="3229356"/>
                  </a:lnTo>
                  <a:lnTo>
                    <a:pt x="1303020" y="3278124"/>
                  </a:lnTo>
                  <a:lnTo>
                    <a:pt x="1306068" y="3281172"/>
                  </a:lnTo>
                  <a:lnTo>
                    <a:pt x="1313688" y="3281172"/>
                  </a:lnTo>
                  <a:lnTo>
                    <a:pt x="1316736" y="3278124"/>
                  </a:lnTo>
                  <a:lnTo>
                    <a:pt x="1316736" y="3229356"/>
                  </a:lnTo>
                  <a:close/>
                </a:path>
                <a:path w="2184400" h="5782310">
                  <a:moveTo>
                    <a:pt x="1316736" y="3145536"/>
                  </a:moveTo>
                  <a:lnTo>
                    <a:pt x="1313688" y="3142488"/>
                  </a:lnTo>
                  <a:lnTo>
                    <a:pt x="1306068" y="3142488"/>
                  </a:lnTo>
                  <a:lnTo>
                    <a:pt x="1303020" y="3145536"/>
                  </a:lnTo>
                  <a:lnTo>
                    <a:pt x="1303020" y="3195828"/>
                  </a:lnTo>
                  <a:lnTo>
                    <a:pt x="1306068" y="3198876"/>
                  </a:lnTo>
                  <a:lnTo>
                    <a:pt x="1313688" y="3198876"/>
                  </a:lnTo>
                  <a:lnTo>
                    <a:pt x="1316736" y="3195828"/>
                  </a:lnTo>
                  <a:lnTo>
                    <a:pt x="1316736" y="3145536"/>
                  </a:lnTo>
                  <a:close/>
                </a:path>
                <a:path w="2184400" h="5782310">
                  <a:moveTo>
                    <a:pt x="1316736" y="3063240"/>
                  </a:moveTo>
                  <a:lnTo>
                    <a:pt x="1313688" y="3060192"/>
                  </a:lnTo>
                  <a:lnTo>
                    <a:pt x="1306068" y="3060192"/>
                  </a:lnTo>
                  <a:lnTo>
                    <a:pt x="1303020" y="3063240"/>
                  </a:lnTo>
                  <a:lnTo>
                    <a:pt x="1303020" y="3112008"/>
                  </a:lnTo>
                  <a:lnTo>
                    <a:pt x="1306068" y="3115056"/>
                  </a:lnTo>
                  <a:lnTo>
                    <a:pt x="1313688" y="3115056"/>
                  </a:lnTo>
                  <a:lnTo>
                    <a:pt x="1316736" y="3112008"/>
                  </a:lnTo>
                  <a:lnTo>
                    <a:pt x="1316736" y="3063240"/>
                  </a:lnTo>
                  <a:close/>
                </a:path>
                <a:path w="2184400" h="5782310">
                  <a:moveTo>
                    <a:pt x="1316736" y="2980944"/>
                  </a:moveTo>
                  <a:lnTo>
                    <a:pt x="1313688" y="2977896"/>
                  </a:lnTo>
                  <a:lnTo>
                    <a:pt x="1306068" y="2977896"/>
                  </a:lnTo>
                  <a:lnTo>
                    <a:pt x="1303020" y="2980944"/>
                  </a:lnTo>
                  <a:lnTo>
                    <a:pt x="1303020" y="3029712"/>
                  </a:lnTo>
                  <a:lnTo>
                    <a:pt x="1306068" y="3032760"/>
                  </a:lnTo>
                  <a:lnTo>
                    <a:pt x="1313688" y="3032760"/>
                  </a:lnTo>
                  <a:lnTo>
                    <a:pt x="1316736" y="3029712"/>
                  </a:lnTo>
                  <a:lnTo>
                    <a:pt x="1316736" y="2980944"/>
                  </a:lnTo>
                  <a:close/>
                </a:path>
                <a:path w="2184400" h="5782310">
                  <a:moveTo>
                    <a:pt x="1316736" y="2898648"/>
                  </a:moveTo>
                  <a:lnTo>
                    <a:pt x="1313688" y="2895600"/>
                  </a:lnTo>
                  <a:lnTo>
                    <a:pt x="1306068" y="2895600"/>
                  </a:lnTo>
                  <a:lnTo>
                    <a:pt x="1303020" y="2898648"/>
                  </a:lnTo>
                  <a:lnTo>
                    <a:pt x="1303020" y="2947416"/>
                  </a:lnTo>
                  <a:lnTo>
                    <a:pt x="1306068" y="2950464"/>
                  </a:lnTo>
                  <a:lnTo>
                    <a:pt x="1313688" y="2950464"/>
                  </a:lnTo>
                  <a:lnTo>
                    <a:pt x="1316736" y="2947416"/>
                  </a:lnTo>
                  <a:lnTo>
                    <a:pt x="1316736" y="2898648"/>
                  </a:lnTo>
                  <a:close/>
                </a:path>
                <a:path w="2184400" h="5782310">
                  <a:moveTo>
                    <a:pt x="1316736" y="2814828"/>
                  </a:moveTo>
                  <a:lnTo>
                    <a:pt x="1313688" y="2811780"/>
                  </a:lnTo>
                  <a:lnTo>
                    <a:pt x="1306068" y="2811780"/>
                  </a:lnTo>
                  <a:lnTo>
                    <a:pt x="1303020" y="2814828"/>
                  </a:lnTo>
                  <a:lnTo>
                    <a:pt x="1303020" y="2863596"/>
                  </a:lnTo>
                  <a:lnTo>
                    <a:pt x="1306068" y="2866644"/>
                  </a:lnTo>
                  <a:lnTo>
                    <a:pt x="1313688" y="2866644"/>
                  </a:lnTo>
                  <a:lnTo>
                    <a:pt x="1316736" y="2863596"/>
                  </a:lnTo>
                  <a:lnTo>
                    <a:pt x="1316736" y="2814828"/>
                  </a:lnTo>
                  <a:close/>
                </a:path>
                <a:path w="2184400" h="5782310">
                  <a:moveTo>
                    <a:pt x="1316736" y="2732532"/>
                  </a:moveTo>
                  <a:lnTo>
                    <a:pt x="1313688" y="2729484"/>
                  </a:lnTo>
                  <a:lnTo>
                    <a:pt x="1306068" y="2729484"/>
                  </a:lnTo>
                  <a:lnTo>
                    <a:pt x="1303020" y="2732532"/>
                  </a:lnTo>
                  <a:lnTo>
                    <a:pt x="1303020" y="2781300"/>
                  </a:lnTo>
                  <a:lnTo>
                    <a:pt x="1306068" y="2784348"/>
                  </a:lnTo>
                  <a:lnTo>
                    <a:pt x="1313688" y="2784348"/>
                  </a:lnTo>
                  <a:lnTo>
                    <a:pt x="1316736" y="2781300"/>
                  </a:lnTo>
                  <a:lnTo>
                    <a:pt x="1316736" y="2732532"/>
                  </a:lnTo>
                  <a:close/>
                </a:path>
                <a:path w="2184400" h="5782310">
                  <a:moveTo>
                    <a:pt x="1316736" y="2650236"/>
                  </a:moveTo>
                  <a:lnTo>
                    <a:pt x="1313688" y="2647188"/>
                  </a:lnTo>
                  <a:lnTo>
                    <a:pt x="1306068" y="2647188"/>
                  </a:lnTo>
                  <a:lnTo>
                    <a:pt x="1303020" y="2650236"/>
                  </a:lnTo>
                  <a:lnTo>
                    <a:pt x="1303020" y="2699004"/>
                  </a:lnTo>
                  <a:lnTo>
                    <a:pt x="1306068" y="2702052"/>
                  </a:lnTo>
                  <a:lnTo>
                    <a:pt x="1313688" y="2702052"/>
                  </a:lnTo>
                  <a:lnTo>
                    <a:pt x="1316736" y="2699004"/>
                  </a:lnTo>
                  <a:lnTo>
                    <a:pt x="1316736" y="2650236"/>
                  </a:lnTo>
                  <a:close/>
                </a:path>
                <a:path w="2184400" h="5782310">
                  <a:moveTo>
                    <a:pt x="1316736" y="2566416"/>
                  </a:moveTo>
                  <a:lnTo>
                    <a:pt x="1313688" y="2563368"/>
                  </a:lnTo>
                  <a:lnTo>
                    <a:pt x="1306068" y="2563368"/>
                  </a:lnTo>
                  <a:lnTo>
                    <a:pt x="1303020" y="2566416"/>
                  </a:lnTo>
                  <a:lnTo>
                    <a:pt x="1303020" y="2616708"/>
                  </a:lnTo>
                  <a:lnTo>
                    <a:pt x="1306068" y="2619756"/>
                  </a:lnTo>
                  <a:lnTo>
                    <a:pt x="1313688" y="2619756"/>
                  </a:lnTo>
                  <a:lnTo>
                    <a:pt x="1316736" y="2616708"/>
                  </a:lnTo>
                  <a:lnTo>
                    <a:pt x="1316736" y="2566416"/>
                  </a:lnTo>
                  <a:close/>
                </a:path>
                <a:path w="2184400" h="5782310">
                  <a:moveTo>
                    <a:pt x="1316736" y="2484120"/>
                  </a:moveTo>
                  <a:lnTo>
                    <a:pt x="1313688" y="2481072"/>
                  </a:lnTo>
                  <a:lnTo>
                    <a:pt x="1306068" y="2481072"/>
                  </a:lnTo>
                  <a:lnTo>
                    <a:pt x="1303020" y="2484120"/>
                  </a:lnTo>
                  <a:lnTo>
                    <a:pt x="1303020" y="2532888"/>
                  </a:lnTo>
                  <a:lnTo>
                    <a:pt x="1306068" y="2535936"/>
                  </a:lnTo>
                  <a:lnTo>
                    <a:pt x="1313688" y="2535936"/>
                  </a:lnTo>
                  <a:lnTo>
                    <a:pt x="1316736" y="2532888"/>
                  </a:lnTo>
                  <a:lnTo>
                    <a:pt x="1316736" y="2484120"/>
                  </a:lnTo>
                  <a:close/>
                </a:path>
                <a:path w="2184400" h="5782310">
                  <a:moveTo>
                    <a:pt x="1316736" y="2401824"/>
                  </a:moveTo>
                  <a:lnTo>
                    <a:pt x="1313688" y="2398776"/>
                  </a:lnTo>
                  <a:lnTo>
                    <a:pt x="1306068" y="2398776"/>
                  </a:lnTo>
                  <a:lnTo>
                    <a:pt x="1303020" y="2401824"/>
                  </a:lnTo>
                  <a:lnTo>
                    <a:pt x="1303020" y="2450592"/>
                  </a:lnTo>
                  <a:lnTo>
                    <a:pt x="1306068" y="2453640"/>
                  </a:lnTo>
                  <a:lnTo>
                    <a:pt x="1313688" y="2453640"/>
                  </a:lnTo>
                  <a:lnTo>
                    <a:pt x="1316736" y="2450592"/>
                  </a:lnTo>
                  <a:lnTo>
                    <a:pt x="1316736" y="2401824"/>
                  </a:lnTo>
                  <a:close/>
                </a:path>
                <a:path w="2184400" h="5782310">
                  <a:moveTo>
                    <a:pt x="1316736" y="2319528"/>
                  </a:moveTo>
                  <a:lnTo>
                    <a:pt x="1313688" y="2316480"/>
                  </a:lnTo>
                  <a:lnTo>
                    <a:pt x="1306068" y="2316480"/>
                  </a:lnTo>
                  <a:lnTo>
                    <a:pt x="1303020" y="2319528"/>
                  </a:lnTo>
                  <a:lnTo>
                    <a:pt x="1303020" y="2368296"/>
                  </a:lnTo>
                  <a:lnTo>
                    <a:pt x="1306068" y="2371344"/>
                  </a:lnTo>
                  <a:lnTo>
                    <a:pt x="1313688" y="2371344"/>
                  </a:lnTo>
                  <a:lnTo>
                    <a:pt x="1316736" y="2368296"/>
                  </a:lnTo>
                  <a:lnTo>
                    <a:pt x="1316736" y="2319528"/>
                  </a:lnTo>
                  <a:close/>
                </a:path>
                <a:path w="2184400" h="5782310">
                  <a:moveTo>
                    <a:pt x="1316736" y="2235708"/>
                  </a:moveTo>
                  <a:lnTo>
                    <a:pt x="1313688" y="2232660"/>
                  </a:lnTo>
                  <a:lnTo>
                    <a:pt x="1306068" y="2232660"/>
                  </a:lnTo>
                  <a:lnTo>
                    <a:pt x="1303020" y="2235708"/>
                  </a:lnTo>
                  <a:lnTo>
                    <a:pt x="1303020" y="2284476"/>
                  </a:lnTo>
                  <a:lnTo>
                    <a:pt x="1306068" y="2287524"/>
                  </a:lnTo>
                  <a:lnTo>
                    <a:pt x="1313688" y="2287524"/>
                  </a:lnTo>
                  <a:lnTo>
                    <a:pt x="1316736" y="2284476"/>
                  </a:lnTo>
                  <a:lnTo>
                    <a:pt x="1316736" y="2235708"/>
                  </a:lnTo>
                  <a:close/>
                </a:path>
                <a:path w="2184400" h="5782310">
                  <a:moveTo>
                    <a:pt x="1316736" y="2153412"/>
                  </a:moveTo>
                  <a:lnTo>
                    <a:pt x="1313688" y="2150364"/>
                  </a:lnTo>
                  <a:lnTo>
                    <a:pt x="1306068" y="2150364"/>
                  </a:lnTo>
                  <a:lnTo>
                    <a:pt x="1303020" y="2153412"/>
                  </a:lnTo>
                  <a:lnTo>
                    <a:pt x="1303020" y="2202180"/>
                  </a:lnTo>
                  <a:lnTo>
                    <a:pt x="1306068" y="2205228"/>
                  </a:lnTo>
                  <a:lnTo>
                    <a:pt x="1313688" y="2205228"/>
                  </a:lnTo>
                  <a:lnTo>
                    <a:pt x="1316736" y="2202180"/>
                  </a:lnTo>
                  <a:lnTo>
                    <a:pt x="1316736" y="2153412"/>
                  </a:lnTo>
                  <a:close/>
                </a:path>
                <a:path w="2184400" h="5782310">
                  <a:moveTo>
                    <a:pt x="1316736" y="2071116"/>
                  </a:moveTo>
                  <a:lnTo>
                    <a:pt x="1313688" y="2068068"/>
                  </a:lnTo>
                  <a:lnTo>
                    <a:pt x="1306068" y="2068068"/>
                  </a:lnTo>
                  <a:lnTo>
                    <a:pt x="1303020" y="2071116"/>
                  </a:lnTo>
                  <a:lnTo>
                    <a:pt x="1303020" y="2119884"/>
                  </a:lnTo>
                  <a:lnTo>
                    <a:pt x="1306068" y="2122932"/>
                  </a:lnTo>
                  <a:lnTo>
                    <a:pt x="1313688" y="2122932"/>
                  </a:lnTo>
                  <a:lnTo>
                    <a:pt x="1316736" y="2119884"/>
                  </a:lnTo>
                  <a:lnTo>
                    <a:pt x="1316736" y="2071116"/>
                  </a:lnTo>
                  <a:close/>
                </a:path>
                <a:path w="2184400" h="5782310">
                  <a:moveTo>
                    <a:pt x="1316736" y="1987296"/>
                  </a:moveTo>
                  <a:lnTo>
                    <a:pt x="1313688" y="1984248"/>
                  </a:lnTo>
                  <a:lnTo>
                    <a:pt x="1306068" y="1984248"/>
                  </a:lnTo>
                  <a:lnTo>
                    <a:pt x="1303020" y="1987296"/>
                  </a:lnTo>
                  <a:lnTo>
                    <a:pt x="1303020" y="2037588"/>
                  </a:lnTo>
                  <a:lnTo>
                    <a:pt x="1306068" y="2040636"/>
                  </a:lnTo>
                  <a:lnTo>
                    <a:pt x="1313688" y="2040636"/>
                  </a:lnTo>
                  <a:lnTo>
                    <a:pt x="1316736" y="2037588"/>
                  </a:lnTo>
                  <a:lnTo>
                    <a:pt x="1316736" y="1987296"/>
                  </a:lnTo>
                  <a:close/>
                </a:path>
                <a:path w="2184400" h="5782310">
                  <a:moveTo>
                    <a:pt x="1316736" y="1905000"/>
                  </a:moveTo>
                  <a:lnTo>
                    <a:pt x="1313688" y="1901952"/>
                  </a:lnTo>
                  <a:lnTo>
                    <a:pt x="1306068" y="1901952"/>
                  </a:lnTo>
                  <a:lnTo>
                    <a:pt x="1303020" y="1905000"/>
                  </a:lnTo>
                  <a:lnTo>
                    <a:pt x="1303020" y="1953768"/>
                  </a:lnTo>
                  <a:lnTo>
                    <a:pt x="1306068" y="1956816"/>
                  </a:lnTo>
                  <a:lnTo>
                    <a:pt x="1313688" y="1956816"/>
                  </a:lnTo>
                  <a:lnTo>
                    <a:pt x="1316736" y="1953768"/>
                  </a:lnTo>
                  <a:lnTo>
                    <a:pt x="1316736" y="1905000"/>
                  </a:lnTo>
                  <a:close/>
                </a:path>
                <a:path w="2184400" h="5782310">
                  <a:moveTo>
                    <a:pt x="1316736" y="1822704"/>
                  </a:moveTo>
                  <a:lnTo>
                    <a:pt x="1313688" y="1819656"/>
                  </a:lnTo>
                  <a:lnTo>
                    <a:pt x="1306068" y="1819656"/>
                  </a:lnTo>
                  <a:lnTo>
                    <a:pt x="1303020" y="1822704"/>
                  </a:lnTo>
                  <a:lnTo>
                    <a:pt x="1303020" y="1871472"/>
                  </a:lnTo>
                  <a:lnTo>
                    <a:pt x="1306068" y="1874520"/>
                  </a:lnTo>
                  <a:lnTo>
                    <a:pt x="1313688" y="1874520"/>
                  </a:lnTo>
                  <a:lnTo>
                    <a:pt x="1316736" y="1871472"/>
                  </a:lnTo>
                  <a:lnTo>
                    <a:pt x="1316736" y="1822704"/>
                  </a:lnTo>
                  <a:close/>
                </a:path>
                <a:path w="2184400" h="5782310">
                  <a:moveTo>
                    <a:pt x="1316736" y="1740408"/>
                  </a:moveTo>
                  <a:lnTo>
                    <a:pt x="1313688" y="1737360"/>
                  </a:lnTo>
                  <a:lnTo>
                    <a:pt x="1306068" y="1737360"/>
                  </a:lnTo>
                  <a:lnTo>
                    <a:pt x="1303020" y="1740408"/>
                  </a:lnTo>
                  <a:lnTo>
                    <a:pt x="1303020" y="1789176"/>
                  </a:lnTo>
                  <a:lnTo>
                    <a:pt x="1306068" y="1792224"/>
                  </a:lnTo>
                  <a:lnTo>
                    <a:pt x="1313688" y="1792224"/>
                  </a:lnTo>
                  <a:lnTo>
                    <a:pt x="1316736" y="1789176"/>
                  </a:lnTo>
                  <a:lnTo>
                    <a:pt x="1316736" y="1740408"/>
                  </a:lnTo>
                  <a:close/>
                </a:path>
                <a:path w="2184400" h="5782310">
                  <a:moveTo>
                    <a:pt x="1316736" y="1656588"/>
                  </a:moveTo>
                  <a:lnTo>
                    <a:pt x="1313688" y="1653540"/>
                  </a:lnTo>
                  <a:lnTo>
                    <a:pt x="1306068" y="1653540"/>
                  </a:lnTo>
                  <a:lnTo>
                    <a:pt x="1303020" y="1656588"/>
                  </a:lnTo>
                  <a:lnTo>
                    <a:pt x="1303020" y="1705356"/>
                  </a:lnTo>
                  <a:lnTo>
                    <a:pt x="1306068" y="1708404"/>
                  </a:lnTo>
                  <a:lnTo>
                    <a:pt x="1313688" y="1708404"/>
                  </a:lnTo>
                  <a:lnTo>
                    <a:pt x="1316736" y="1705356"/>
                  </a:lnTo>
                  <a:lnTo>
                    <a:pt x="1316736" y="1656588"/>
                  </a:lnTo>
                  <a:close/>
                </a:path>
                <a:path w="2184400" h="5782310">
                  <a:moveTo>
                    <a:pt x="1316736" y="1574292"/>
                  </a:moveTo>
                  <a:lnTo>
                    <a:pt x="1313688" y="1571244"/>
                  </a:lnTo>
                  <a:lnTo>
                    <a:pt x="1306068" y="1571244"/>
                  </a:lnTo>
                  <a:lnTo>
                    <a:pt x="1303020" y="1574292"/>
                  </a:lnTo>
                  <a:lnTo>
                    <a:pt x="1303020" y="1623060"/>
                  </a:lnTo>
                  <a:lnTo>
                    <a:pt x="1306068" y="1626108"/>
                  </a:lnTo>
                  <a:lnTo>
                    <a:pt x="1313688" y="1626108"/>
                  </a:lnTo>
                  <a:lnTo>
                    <a:pt x="1316736" y="1623060"/>
                  </a:lnTo>
                  <a:lnTo>
                    <a:pt x="1316736" y="1574292"/>
                  </a:lnTo>
                  <a:close/>
                </a:path>
                <a:path w="2184400" h="5782310">
                  <a:moveTo>
                    <a:pt x="1316736" y="1491996"/>
                  </a:moveTo>
                  <a:lnTo>
                    <a:pt x="1313688" y="1488948"/>
                  </a:lnTo>
                  <a:lnTo>
                    <a:pt x="1306068" y="1488948"/>
                  </a:lnTo>
                  <a:lnTo>
                    <a:pt x="1303020" y="1491996"/>
                  </a:lnTo>
                  <a:lnTo>
                    <a:pt x="1303020" y="1540764"/>
                  </a:lnTo>
                  <a:lnTo>
                    <a:pt x="1306068" y="1543812"/>
                  </a:lnTo>
                  <a:lnTo>
                    <a:pt x="1313688" y="1543812"/>
                  </a:lnTo>
                  <a:lnTo>
                    <a:pt x="1316736" y="1540764"/>
                  </a:lnTo>
                  <a:lnTo>
                    <a:pt x="1316736" y="1491996"/>
                  </a:lnTo>
                  <a:close/>
                </a:path>
                <a:path w="2184400" h="5782310">
                  <a:moveTo>
                    <a:pt x="1316736" y="1408176"/>
                  </a:moveTo>
                  <a:lnTo>
                    <a:pt x="1313688" y="1405128"/>
                  </a:lnTo>
                  <a:lnTo>
                    <a:pt x="1306068" y="1405128"/>
                  </a:lnTo>
                  <a:lnTo>
                    <a:pt x="1303020" y="1408176"/>
                  </a:lnTo>
                  <a:lnTo>
                    <a:pt x="1303020" y="1458468"/>
                  </a:lnTo>
                  <a:lnTo>
                    <a:pt x="1306068" y="1461516"/>
                  </a:lnTo>
                  <a:lnTo>
                    <a:pt x="1313688" y="1461516"/>
                  </a:lnTo>
                  <a:lnTo>
                    <a:pt x="1316736" y="1458468"/>
                  </a:lnTo>
                  <a:lnTo>
                    <a:pt x="1316736" y="1408176"/>
                  </a:lnTo>
                  <a:close/>
                </a:path>
                <a:path w="2184400" h="5782310">
                  <a:moveTo>
                    <a:pt x="1316736" y="1325880"/>
                  </a:moveTo>
                  <a:lnTo>
                    <a:pt x="1313688" y="1322832"/>
                  </a:lnTo>
                  <a:lnTo>
                    <a:pt x="1306068" y="1322832"/>
                  </a:lnTo>
                  <a:lnTo>
                    <a:pt x="1303020" y="1325880"/>
                  </a:lnTo>
                  <a:lnTo>
                    <a:pt x="1303020" y="1374648"/>
                  </a:lnTo>
                  <a:lnTo>
                    <a:pt x="1306068" y="1377696"/>
                  </a:lnTo>
                  <a:lnTo>
                    <a:pt x="1313688" y="1377696"/>
                  </a:lnTo>
                  <a:lnTo>
                    <a:pt x="1316736" y="1374648"/>
                  </a:lnTo>
                  <a:lnTo>
                    <a:pt x="1316736" y="1325880"/>
                  </a:lnTo>
                  <a:close/>
                </a:path>
                <a:path w="2184400" h="5782310">
                  <a:moveTo>
                    <a:pt x="1316736" y="1243584"/>
                  </a:moveTo>
                  <a:lnTo>
                    <a:pt x="1313688" y="1240536"/>
                  </a:lnTo>
                  <a:lnTo>
                    <a:pt x="1306068" y="1240536"/>
                  </a:lnTo>
                  <a:lnTo>
                    <a:pt x="1303020" y="1243584"/>
                  </a:lnTo>
                  <a:lnTo>
                    <a:pt x="1303020" y="1292352"/>
                  </a:lnTo>
                  <a:lnTo>
                    <a:pt x="1306068" y="1295400"/>
                  </a:lnTo>
                  <a:lnTo>
                    <a:pt x="1313688" y="1295400"/>
                  </a:lnTo>
                  <a:lnTo>
                    <a:pt x="1316736" y="1292352"/>
                  </a:lnTo>
                  <a:lnTo>
                    <a:pt x="1316736" y="1243584"/>
                  </a:lnTo>
                  <a:close/>
                </a:path>
                <a:path w="2184400" h="5782310">
                  <a:moveTo>
                    <a:pt x="1316736" y="1161288"/>
                  </a:moveTo>
                  <a:lnTo>
                    <a:pt x="1313688" y="1158240"/>
                  </a:lnTo>
                  <a:lnTo>
                    <a:pt x="1306068" y="1158240"/>
                  </a:lnTo>
                  <a:lnTo>
                    <a:pt x="1303020" y="1161288"/>
                  </a:lnTo>
                  <a:lnTo>
                    <a:pt x="1303020" y="1210056"/>
                  </a:lnTo>
                  <a:lnTo>
                    <a:pt x="1306068" y="1213104"/>
                  </a:lnTo>
                  <a:lnTo>
                    <a:pt x="1313688" y="1213104"/>
                  </a:lnTo>
                  <a:lnTo>
                    <a:pt x="1316736" y="1210056"/>
                  </a:lnTo>
                  <a:lnTo>
                    <a:pt x="1316736" y="1161288"/>
                  </a:lnTo>
                  <a:close/>
                </a:path>
                <a:path w="2184400" h="5782310">
                  <a:moveTo>
                    <a:pt x="1316736" y="1077468"/>
                  </a:moveTo>
                  <a:lnTo>
                    <a:pt x="1313688" y="1074420"/>
                  </a:lnTo>
                  <a:lnTo>
                    <a:pt x="1306068" y="1074420"/>
                  </a:lnTo>
                  <a:lnTo>
                    <a:pt x="1303020" y="1077468"/>
                  </a:lnTo>
                  <a:lnTo>
                    <a:pt x="1303020" y="1126236"/>
                  </a:lnTo>
                  <a:lnTo>
                    <a:pt x="1306068" y="1129284"/>
                  </a:lnTo>
                  <a:lnTo>
                    <a:pt x="1313688" y="1129284"/>
                  </a:lnTo>
                  <a:lnTo>
                    <a:pt x="1316736" y="1126236"/>
                  </a:lnTo>
                  <a:lnTo>
                    <a:pt x="1316736" y="1077468"/>
                  </a:lnTo>
                  <a:close/>
                </a:path>
                <a:path w="2184400" h="5782310">
                  <a:moveTo>
                    <a:pt x="1316736" y="995172"/>
                  </a:moveTo>
                  <a:lnTo>
                    <a:pt x="1313688" y="992124"/>
                  </a:lnTo>
                  <a:lnTo>
                    <a:pt x="1306068" y="992124"/>
                  </a:lnTo>
                  <a:lnTo>
                    <a:pt x="1303020" y="995172"/>
                  </a:lnTo>
                  <a:lnTo>
                    <a:pt x="1303020" y="1043940"/>
                  </a:lnTo>
                  <a:lnTo>
                    <a:pt x="1306068" y="1046988"/>
                  </a:lnTo>
                  <a:lnTo>
                    <a:pt x="1313688" y="1046988"/>
                  </a:lnTo>
                  <a:lnTo>
                    <a:pt x="1316736" y="1043940"/>
                  </a:lnTo>
                  <a:lnTo>
                    <a:pt x="1316736" y="995172"/>
                  </a:lnTo>
                  <a:close/>
                </a:path>
                <a:path w="2184400" h="5782310">
                  <a:moveTo>
                    <a:pt x="1316736" y="912876"/>
                  </a:moveTo>
                  <a:lnTo>
                    <a:pt x="1313688" y="909828"/>
                  </a:lnTo>
                  <a:lnTo>
                    <a:pt x="1306068" y="909828"/>
                  </a:lnTo>
                  <a:lnTo>
                    <a:pt x="1303020" y="912876"/>
                  </a:lnTo>
                  <a:lnTo>
                    <a:pt x="1303020" y="961644"/>
                  </a:lnTo>
                  <a:lnTo>
                    <a:pt x="1306068" y="964692"/>
                  </a:lnTo>
                  <a:lnTo>
                    <a:pt x="1313688" y="964692"/>
                  </a:lnTo>
                  <a:lnTo>
                    <a:pt x="1316736" y="961644"/>
                  </a:lnTo>
                  <a:lnTo>
                    <a:pt x="1316736" y="912876"/>
                  </a:lnTo>
                  <a:close/>
                </a:path>
                <a:path w="2184400" h="5782310">
                  <a:moveTo>
                    <a:pt x="1316736" y="829056"/>
                  </a:moveTo>
                  <a:lnTo>
                    <a:pt x="1313688" y="826008"/>
                  </a:lnTo>
                  <a:lnTo>
                    <a:pt x="1306068" y="826008"/>
                  </a:lnTo>
                  <a:lnTo>
                    <a:pt x="1303020" y="829056"/>
                  </a:lnTo>
                  <a:lnTo>
                    <a:pt x="1303020" y="879348"/>
                  </a:lnTo>
                  <a:lnTo>
                    <a:pt x="1306068" y="882396"/>
                  </a:lnTo>
                  <a:lnTo>
                    <a:pt x="1313688" y="882396"/>
                  </a:lnTo>
                  <a:lnTo>
                    <a:pt x="1316736" y="879348"/>
                  </a:lnTo>
                  <a:lnTo>
                    <a:pt x="1316736" y="829056"/>
                  </a:lnTo>
                  <a:close/>
                </a:path>
                <a:path w="2184400" h="5782310">
                  <a:moveTo>
                    <a:pt x="1316736" y="746760"/>
                  </a:moveTo>
                  <a:lnTo>
                    <a:pt x="1313688" y="743712"/>
                  </a:lnTo>
                  <a:lnTo>
                    <a:pt x="1306068" y="743712"/>
                  </a:lnTo>
                  <a:lnTo>
                    <a:pt x="1303020" y="746760"/>
                  </a:lnTo>
                  <a:lnTo>
                    <a:pt x="1303020" y="795528"/>
                  </a:lnTo>
                  <a:lnTo>
                    <a:pt x="1306068" y="798576"/>
                  </a:lnTo>
                  <a:lnTo>
                    <a:pt x="1313688" y="798576"/>
                  </a:lnTo>
                  <a:lnTo>
                    <a:pt x="1316736" y="795528"/>
                  </a:lnTo>
                  <a:lnTo>
                    <a:pt x="1316736" y="746760"/>
                  </a:lnTo>
                  <a:close/>
                </a:path>
                <a:path w="2184400" h="5782310">
                  <a:moveTo>
                    <a:pt x="1316736" y="664464"/>
                  </a:moveTo>
                  <a:lnTo>
                    <a:pt x="1313688" y="661416"/>
                  </a:lnTo>
                  <a:lnTo>
                    <a:pt x="1306068" y="661416"/>
                  </a:lnTo>
                  <a:lnTo>
                    <a:pt x="1303020" y="664464"/>
                  </a:lnTo>
                  <a:lnTo>
                    <a:pt x="1303020" y="713232"/>
                  </a:lnTo>
                  <a:lnTo>
                    <a:pt x="1306068" y="716280"/>
                  </a:lnTo>
                  <a:lnTo>
                    <a:pt x="1313688" y="716280"/>
                  </a:lnTo>
                  <a:lnTo>
                    <a:pt x="1316736" y="713232"/>
                  </a:lnTo>
                  <a:lnTo>
                    <a:pt x="1316736" y="664464"/>
                  </a:lnTo>
                  <a:close/>
                </a:path>
                <a:path w="2184400" h="5782310">
                  <a:moveTo>
                    <a:pt x="1316736" y="582168"/>
                  </a:moveTo>
                  <a:lnTo>
                    <a:pt x="1313688" y="579120"/>
                  </a:lnTo>
                  <a:lnTo>
                    <a:pt x="1306068" y="579120"/>
                  </a:lnTo>
                  <a:lnTo>
                    <a:pt x="1303020" y="582168"/>
                  </a:lnTo>
                  <a:lnTo>
                    <a:pt x="1303020" y="630936"/>
                  </a:lnTo>
                  <a:lnTo>
                    <a:pt x="1306068" y="633984"/>
                  </a:lnTo>
                  <a:lnTo>
                    <a:pt x="1313688" y="633984"/>
                  </a:lnTo>
                  <a:lnTo>
                    <a:pt x="1316736" y="630936"/>
                  </a:lnTo>
                  <a:lnTo>
                    <a:pt x="1316736" y="582168"/>
                  </a:lnTo>
                  <a:close/>
                </a:path>
                <a:path w="2184400" h="5782310">
                  <a:moveTo>
                    <a:pt x="1316736" y="498348"/>
                  </a:moveTo>
                  <a:lnTo>
                    <a:pt x="1313688" y="495300"/>
                  </a:lnTo>
                  <a:lnTo>
                    <a:pt x="1306068" y="495300"/>
                  </a:lnTo>
                  <a:lnTo>
                    <a:pt x="1303020" y="498348"/>
                  </a:lnTo>
                  <a:lnTo>
                    <a:pt x="1303020" y="547116"/>
                  </a:lnTo>
                  <a:lnTo>
                    <a:pt x="1306068" y="550164"/>
                  </a:lnTo>
                  <a:lnTo>
                    <a:pt x="1313688" y="550164"/>
                  </a:lnTo>
                  <a:lnTo>
                    <a:pt x="1316736" y="547116"/>
                  </a:lnTo>
                  <a:lnTo>
                    <a:pt x="1316736" y="498348"/>
                  </a:lnTo>
                  <a:close/>
                </a:path>
                <a:path w="2184400" h="5782310">
                  <a:moveTo>
                    <a:pt x="1316736" y="416052"/>
                  </a:moveTo>
                  <a:lnTo>
                    <a:pt x="1313688" y="413004"/>
                  </a:lnTo>
                  <a:lnTo>
                    <a:pt x="1306068" y="413004"/>
                  </a:lnTo>
                  <a:lnTo>
                    <a:pt x="1303020" y="416052"/>
                  </a:lnTo>
                  <a:lnTo>
                    <a:pt x="1303020" y="464820"/>
                  </a:lnTo>
                  <a:lnTo>
                    <a:pt x="1306068" y="467868"/>
                  </a:lnTo>
                  <a:lnTo>
                    <a:pt x="1313688" y="467868"/>
                  </a:lnTo>
                  <a:lnTo>
                    <a:pt x="1316736" y="464820"/>
                  </a:lnTo>
                  <a:lnTo>
                    <a:pt x="1316736" y="416052"/>
                  </a:lnTo>
                  <a:close/>
                </a:path>
                <a:path w="2184400" h="5782310">
                  <a:moveTo>
                    <a:pt x="1316736" y="333756"/>
                  </a:moveTo>
                  <a:lnTo>
                    <a:pt x="1313688" y="330708"/>
                  </a:lnTo>
                  <a:lnTo>
                    <a:pt x="1306068" y="330708"/>
                  </a:lnTo>
                  <a:lnTo>
                    <a:pt x="1303020" y="333756"/>
                  </a:lnTo>
                  <a:lnTo>
                    <a:pt x="1303020" y="382524"/>
                  </a:lnTo>
                  <a:lnTo>
                    <a:pt x="1306068" y="385572"/>
                  </a:lnTo>
                  <a:lnTo>
                    <a:pt x="1313688" y="385572"/>
                  </a:lnTo>
                  <a:lnTo>
                    <a:pt x="1316736" y="382524"/>
                  </a:lnTo>
                  <a:lnTo>
                    <a:pt x="1316736" y="333756"/>
                  </a:lnTo>
                  <a:close/>
                </a:path>
                <a:path w="2184400" h="5782310">
                  <a:moveTo>
                    <a:pt x="1316736" y="249936"/>
                  </a:moveTo>
                  <a:lnTo>
                    <a:pt x="1313688" y="246888"/>
                  </a:lnTo>
                  <a:lnTo>
                    <a:pt x="1306068" y="246888"/>
                  </a:lnTo>
                  <a:lnTo>
                    <a:pt x="1303020" y="249936"/>
                  </a:lnTo>
                  <a:lnTo>
                    <a:pt x="1303020" y="300228"/>
                  </a:lnTo>
                  <a:lnTo>
                    <a:pt x="1306068" y="303276"/>
                  </a:lnTo>
                  <a:lnTo>
                    <a:pt x="1313688" y="303276"/>
                  </a:lnTo>
                  <a:lnTo>
                    <a:pt x="1316736" y="300228"/>
                  </a:lnTo>
                  <a:lnTo>
                    <a:pt x="1316736" y="249936"/>
                  </a:lnTo>
                  <a:close/>
                </a:path>
                <a:path w="2184400" h="5782310">
                  <a:moveTo>
                    <a:pt x="1316736" y="167640"/>
                  </a:moveTo>
                  <a:lnTo>
                    <a:pt x="1313688" y="164592"/>
                  </a:lnTo>
                  <a:lnTo>
                    <a:pt x="1306068" y="164592"/>
                  </a:lnTo>
                  <a:lnTo>
                    <a:pt x="1303020" y="167640"/>
                  </a:lnTo>
                  <a:lnTo>
                    <a:pt x="1303020" y="216408"/>
                  </a:lnTo>
                  <a:lnTo>
                    <a:pt x="1306068" y="219456"/>
                  </a:lnTo>
                  <a:lnTo>
                    <a:pt x="1313688" y="219456"/>
                  </a:lnTo>
                  <a:lnTo>
                    <a:pt x="1316736" y="216408"/>
                  </a:lnTo>
                  <a:lnTo>
                    <a:pt x="1316736" y="167640"/>
                  </a:lnTo>
                  <a:close/>
                </a:path>
                <a:path w="2184400" h="5782310">
                  <a:moveTo>
                    <a:pt x="1316736" y="85344"/>
                  </a:moveTo>
                  <a:lnTo>
                    <a:pt x="1313688" y="82296"/>
                  </a:lnTo>
                  <a:lnTo>
                    <a:pt x="1306068" y="82296"/>
                  </a:lnTo>
                  <a:lnTo>
                    <a:pt x="1303020" y="85344"/>
                  </a:lnTo>
                  <a:lnTo>
                    <a:pt x="1303020" y="134112"/>
                  </a:lnTo>
                  <a:lnTo>
                    <a:pt x="1306068" y="137160"/>
                  </a:lnTo>
                  <a:lnTo>
                    <a:pt x="1313688" y="137160"/>
                  </a:lnTo>
                  <a:lnTo>
                    <a:pt x="1316736" y="134112"/>
                  </a:lnTo>
                  <a:lnTo>
                    <a:pt x="1316736" y="85344"/>
                  </a:lnTo>
                  <a:close/>
                </a:path>
                <a:path w="2184400" h="5782310">
                  <a:moveTo>
                    <a:pt x="1316736" y="3048"/>
                  </a:moveTo>
                  <a:lnTo>
                    <a:pt x="1313688" y="0"/>
                  </a:lnTo>
                  <a:lnTo>
                    <a:pt x="1306068" y="0"/>
                  </a:lnTo>
                  <a:lnTo>
                    <a:pt x="1303020" y="3048"/>
                  </a:lnTo>
                  <a:lnTo>
                    <a:pt x="1303020" y="51816"/>
                  </a:lnTo>
                  <a:lnTo>
                    <a:pt x="1306068" y="54864"/>
                  </a:lnTo>
                  <a:lnTo>
                    <a:pt x="1313688" y="54864"/>
                  </a:lnTo>
                  <a:lnTo>
                    <a:pt x="1316736" y="51816"/>
                  </a:lnTo>
                  <a:lnTo>
                    <a:pt x="1316736" y="3048"/>
                  </a:lnTo>
                  <a:close/>
                </a:path>
                <a:path w="2184400" h="5782310">
                  <a:moveTo>
                    <a:pt x="1533144" y="5266944"/>
                  </a:moveTo>
                  <a:lnTo>
                    <a:pt x="1530096" y="5263896"/>
                  </a:lnTo>
                  <a:lnTo>
                    <a:pt x="1522476" y="5263896"/>
                  </a:lnTo>
                  <a:lnTo>
                    <a:pt x="1519428" y="5266944"/>
                  </a:lnTo>
                  <a:lnTo>
                    <a:pt x="1519428" y="5291328"/>
                  </a:lnTo>
                  <a:lnTo>
                    <a:pt x="1522476" y="5294376"/>
                  </a:lnTo>
                  <a:lnTo>
                    <a:pt x="1530096" y="5294376"/>
                  </a:lnTo>
                  <a:lnTo>
                    <a:pt x="1533144" y="5291328"/>
                  </a:lnTo>
                  <a:lnTo>
                    <a:pt x="1533144" y="5266944"/>
                  </a:lnTo>
                  <a:close/>
                </a:path>
                <a:path w="2184400" h="5782310">
                  <a:moveTo>
                    <a:pt x="1533144" y="5184648"/>
                  </a:moveTo>
                  <a:lnTo>
                    <a:pt x="1530096" y="5181600"/>
                  </a:lnTo>
                  <a:lnTo>
                    <a:pt x="1522476" y="5181600"/>
                  </a:lnTo>
                  <a:lnTo>
                    <a:pt x="1519428" y="5184648"/>
                  </a:lnTo>
                  <a:lnTo>
                    <a:pt x="1519428" y="5233416"/>
                  </a:lnTo>
                  <a:lnTo>
                    <a:pt x="1522476" y="5236464"/>
                  </a:lnTo>
                  <a:lnTo>
                    <a:pt x="1530096" y="5236464"/>
                  </a:lnTo>
                  <a:lnTo>
                    <a:pt x="1533144" y="5233416"/>
                  </a:lnTo>
                  <a:lnTo>
                    <a:pt x="1533144" y="5184648"/>
                  </a:lnTo>
                  <a:close/>
                </a:path>
                <a:path w="2184400" h="5782310">
                  <a:moveTo>
                    <a:pt x="1533144" y="5102352"/>
                  </a:moveTo>
                  <a:lnTo>
                    <a:pt x="1530096" y="5099304"/>
                  </a:lnTo>
                  <a:lnTo>
                    <a:pt x="1522476" y="5099304"/>
                  </a:lnTo>
                  <a:lnTo>
                    <a:pt x="1519428" y="5102352"/>
                  </a:lnTo>
                  <a:lnTo>
                    <a:pt x="1519428" y="5151120"/>
                  </a:lnTo>
                  <a:lnTo>
                    <a:pt x="1522476" y="5154168"/>
                  </a:lnTo>
                  <a:lnTo>
                    <a:pt x="1530096" y="5154168"/>
                  </a:lnTo>
                  <a:lnTo>
                    <a:pt x="1533144" y="5151120"/>
                  </a:lnTo>
                  <a:lnTo>
                    <a:pt x="1533144" y="5102352"/>
                  </a:lnTo>
                  <a:close/>
                </a:path>
                <a:path w="2184400" h="5782310">
                  <a:moveTo>
                    <a:pt x="1533144" y="5018532"/>
                  </a:moveTo>
                  <a:lnTo>
                    <a:pt x="1530096" y="5015484"/>
                  </a:lnTo>
                  <a:lnTo>
                    <a:pt x="1522476" y="5015484"/>
                  </a:lnTo>
                  <a:lnTo>
                    <a:pt x="1519428" y="5018532"/>
                  </a:lnTo>
                  <a:lnTo>
                    <a:pt x="1519428" y="5067300"/>
                  </a:lnTo>
                  <a:lnTo>
                    <a:pt x="1522476" y="5070348"/>
                  </a:lnTo>
                  <a:lnTo>
                    <a:pt x="1530096" y="5070348"/>
                  </a:lnTo>
                  <a:lnTo>
                    <a:pt x="1533144" y="5067300"/>
                  </a:lnTo>
                  <a:lnTo>
                    <a:pt x="1533144" y="5018532"/>
                  </a:lnTo>
                  <a:close/>
                </a:path>
                <a:path w="2184400" h="5782310">
                  <a:moveTo>
                    <a:pt x="1533144" y="4936236"/>
                  </a:moveTo>
                  <a:lnTo>
                    <a:pt x="1530096" y="4933188"/>
                  </a:lnTo>
                  <a:lnTo>
                    <a:pt x="1522476" y="4933188"/>
                  </a:lnTo>
                  <a:lnTo>
                    <a:pt x="1519428" y="4936236"/>
                  </a:lnTo>
                  <a:lnTo>
                    <a:pt x="1519428" y="4985004"/>
                  </a:lnTo>
                  <a:lnTo>
                    <a:pt x="1522476" y="4988052"/>
                  </a:lnTo>
                  <a:lnTo>
                    <a:pt x="1530096" y="4988052"/>
                  </a:lnTo>
                  <a:lnTo>
                    <a:pt x="1533144" y="4985004"/>
                  </a:lnTo>
                  <a:lnTo>
                    <a:pt x="1533144" y="4936236"/>
                  </a:lnTo>
                  <a:close/>
                </a:path>
                <a:path w="2184400" h="5782310">
                  <a:moveTo>
                    <a:pt x="1533144" y="4853940"/>
                  </a:moveTo>
                  <a:lnTo>
                    <a:pt x="1530096" y="4850892"/>
                  </a:lnTo>
                  <a:lnTo>
                    <a:pt x="1522476" y="4850892"/>
                  </a:lnTo>
                  <a:lnTo>
                    <a:pt x="1519428" y="4853940"/>
                  </a:lnTo>
                  <a:lnTo>
                    <a:pt x="1519428" y="4902708"/>
                  </a:lnTo>
                  <a:lnTo>
                    <a:pt x="1522476" y="4905756"/>
                  </a:lnTo>
                  <a:lnTo>
                    <a:pt x="1530096" y="4905756"/>
                  </a:lnTo>
                  <a:lnTo>
                    <a:pt x="1533144" y="4902708"/>
                  </a:lnTo>
                  <a:lnTo>
                    <a:pt x="1533144" y="4853940"/>
                  </a:lnTo>
                  <a:close/>
                </a:path>
                <a:path w="2184400" h="5782310">
                  <a:moveTo>
                    <a:pt x="1533144" y="4770120"/>
                  </a:moveTo>
                  <a:lnTo>
                    <a:pt x="1530096" y="4767072"/>
                  </a:lnTo>
                  <a:lnTo>
                    <a:pt x="1522476" y="4767072"/>
                  </a:lnTo>
                  <a:lnTo>
                    <a:pt x="1519428" y="4770120"/>
                  </a:lnTo>
                  <a:lnTo>
                    <a:pt x="1519428" y="4820412"/>
                  </a:lnTo>
                  <a:lnTo>
                    <a:pt x="1522476" y="4823460"/>
                  </a:lnTo>
                  <a:lnTo>
                    <a:pt x="1530096" y="4823460"/>
                  </a:lnTo>
                  <a:lnTo>
                    <a:pt x="1533144" y="4820412"/>
                  </a:lnTo>
                  <a:lnTo>
                    <a:pt x="1533144" y="4770120"/>
                  </a:lnTo>
                  <a:close/>
                </a:path>
                <a:path w="2184400" h="5782310">
                  <a:moveTo>
                    <a:pt x="1533144" y="4687824"/>
                  </a:moveTo>
                  <a:lnTo>
                    <a:pt x="1530096" y="4684776"/>
                  </a:lnTo>
                  <a:lnTo>
                    <a:pt x="1522476" y="4684776"/>
                  </a:lnTo>
                  <a:lnTo>
                    <a:pt x="1519428" y="4687824"/>
                  </a:lnTo>
                  <a:lnTo>
                    <a:pt x="1519428" y="4736592"/>
                  </a:lnTo>
                  <a:lnTo>
                    <a:pt x="1522476" y="4739640"/>
                  </a:lnTo>
                  <a:lnTo>
                    <a:pt x="1530096" y="4739640"/>
                  </a:lnTo>
                  <a:lnTo>
                    <a:pt x="1533144" y="4736592"/>
                  </a:lnTo>
                  <a:lnTo>
                    <a:pt x="1533144" y="4687824"/>
                  </a:lnTo>
                  <a:close/>
                </a:path>
                <a:path w="2184400" h="5782310">
                  <a:moveTo>
                    <a:pt x="1533144" y="4605528"/>
                  </a:moveTo>
                  <a:lnTo>
                    <a:pt x="1530096" y="4602480"/>
                  </a:lnTo>
                  <a:lnTo>
                    <a:pt x="1522476" y="4602480"/>
                  </a:lnTo>
                  <a:lnTo>
                    <a:pt x="1519428" y="4605528"/>
                  </a:lnTo>
                  <a:lnTo>
                    <a:pt x="1519428" y="4654308"/>
                  </a:lnTo>
                  <a:lnTo>
                    <a:pt x="1522476" y="4657344"/>
                  </a:lnTo>
                  <a:lnTo>
                    <a:pt x="1530096" y="4657344"/>
                  </a:lnTo>
                  <a:lnTo>
                    <a:pt x="1533144" y="4654308"/>
                  </a:lnTo>
                  <a:lnTo>
                    <a:pt x="1533144" y="4605528"/>
                  </a:lnTo>
                  <a:close/>
                </a:path>
                <a:path w="2184400" h="5782310">
                  <a:moveTo>
                    <a:pt x="1533144" y="4523232"/>
                  </a:moveTo>
                  <a:lnTo>
                    <a:pt x="1530096" y="4520184"/>
                  </a:lnTo>
                  <a:lnTo>
                    <a:pt x="1522476" y="4520184"/>
                  </a:lnTo>
                  <a:lnTo>
                    <a:pt x="1519428" y="4523232"/>
                  </a:lnTo>
                  <a:lnTo>
                    <a:pt x="1519428" y="4572000"/>
                  </a:lnTo>
                  <a:lnTo>
                    <a:pt x="1522476" y="4575048"/>
                  </a:lnTo>
                  <a:lnTo>
                    <a:pt x="1530096" y="4575048"/>
                  </a:lnTo>
                  <a:lnTo>
                    <a:pt x="1533144" y="4572000"/>
                  </a:lnTo>
                  <a:lnTo>
                    <a:pt x="1533144" y="4523232"/>
                  </a:lnTo>
                  <a:close/>
                </a:path>
                <a:path w="2184400" h="5782310">
                  <a:moveTo>
                    <a:pt x="1533144" y="4439412"/>
                  </a:moveTo>
                  <a:lnTo>
                    <a:pt x="1530096" y="4436364"/>
                  </a:lnTo>
                  <a:lnTo>
                    <a:pt x="1522476" y="4436364"/>
                  </a:lnTo>
                  <a:lnTo>
                    <a:pt x="1519428" y="4439412"/>
                  </a:lnTo>
                  <a:lnTo>
                    <a:pt x="1519428" y="4488180"/>
                  </a:lnTo>
                  <a:lnTo>
                    <a:pt x="1522476" y="4491228"/>
                  </a:lnTo>
                  <a:lnTo>
                    <a:pt x="1530096" y="4491228"/>
                  </a:lnTo>
                  <a:lnTo>
                    <a:pt x="1533144" y="4488180"/>
                  </a:lnTo>
                  <a:lnTo>
                    <a:pt x="1533144" y="4439412"/>
                  </a:lnTo>
                  <a:close/>
                </a:path>
                <a:path w="2184400" h="5782310">
                  <a:moveTo>
                    <a:pt x="1533144" y="4357116"/>
                  </a:moveTo>
                  <a:lnTo>
                    <a:pt x="1530096" y="4354068"/>
                  </a:lnTo>
                  <a:lnTo>
                    <a:pt x="1522476" y="4354068"/>
                  </a:lnTo>
                  <a:lnTo>
                    <a:pt x="1519428" y="4357116"/>
                  </a:lnTo>
                  <a:lnTo>
                    <a:pt x="1519428" y="4405884"/>
                  </a:lnTo>
                  <a:lnTo>
                    <a:pt x="1522476" y="4408932"/>
                  </a:lnTo>
                  <a:lnTo>
                    <a:pt x="1530096" y="4408932"/>
                  </a:lnTo>
                  <a:lnTo>
                    <a:pt x="1533144" y="4405884"/>
                  </a:lnTo>
                  <a:lnTo>
                    <a:pt x="1533144" y="4357116"/>
                  </a:lnTo>
                  <a:close/>
                </a:path>
                <a:path w="2184400" h="5782310">
                  <a:moveTo>
                    <a:pt x="1533144" y="4274820"/>
                  </a:moveTo>
                  <a:lnTo>
                    <a:pt x="1530096" y="4271772"/>
                  </a:lnTo>
                  <a:lnTo>
                    <a:pt x="1522476" y="4271772"/>
                  </a:lnTo>
                  <a:lnTo>
                    <a:pt x="1519428" y="4274820"/>
                  </a:lnTo>
                  <a:lnTo>
                    <a:pt x="1519428" y="4323588"/>
                  </a:lnTo>
                  <a:lnTo>
                    <a:pt x="1522476" y="4326636"/>
                  </a:lnTo>
                  <a:lnTo>
                    <a:pt x="1530096" y="4326636"/>
                  </a:lnTo>
                  <a:lnTo>
                    <a:pt x="1533144" y="4323588"/>
                  </a:lnTo>
                  <a:lnTo>
                    <a:pt x="1533144" y="4274820"/>
                  </a:lnTo>
                  <a:close/>
                </a:path>
                <a:path w="2184400" h="5782310">
                  <a:moveTo>
                    <a:pt x="1533144" y="4191000"/>
                  </a:moveTo>
                  <a:lnTo>
                    <a:pt x="1530096" y="4187952"/>
                  </a:lnTo>
                  <a:lnTo>
                    <a:pt x="1522476" y="4187952"/>
                  </a:lnTo>
                  <a:lnTo>
                    <a:pt x="1519428" y="4191000"/>
                  </a:lnTo>
                  <a:lnTo>
                    <a:pt x="1519428" y="4241292"/>
                  </a:lnTo>
                  <a:lnTo>
                    <a:pt x="1522476" y="4244340"/>
                  </a:lnTo>
                  <a:lnTo>
                    <a:pt x="1530096" y="4244340"/>
                  </a:lnTo>
                  <a:lnTo>
                    <a:pt x="1533144" y="4241292"/>
                  </a:lnTo>
                  <a:lnTo>
                    <a:pt x="1533144" y="4191000"/>
                  </a:lnTo>
                  <a:close/>
                </a:path>
                <a:path w="2184400" h="5782310">
                  <a:moveTo>
                    <a:pt x="1533144" y="4108704"/>
                  </a:moveTo>
                  <a:lnTo>
                    <a:pt x="1530096" y="4105656"/>
                  </a:lnTo>
                  <a:lnTo>
                    <a:pt x="1522476" y="4105656"/>
                  </a:lnTo>
                  <a:lnTo>
                    <a:pt x="1519428" y="4108704"/>
                  </a:lnTo>
                  <a:lnTo>
                    <a:pt x="1519428" y="4157472"/>
                  </a:lnTo>
                  <a:lnTo>
                    <a:pt x="1522476" y="4160520"/>
                  </a:lnTo>
                  <a:lnTo>
                    <a:pt x="1530096" y="4160520"/>
                  </a:lnTo>
                  <a:lnTo>
                    <a:pt x="1533144" y="4157472"/>
                  </a:lnTo>
                  <a:lnTo>
                    <a:pt x="1533144" y="4108704"/>
                  </a:lnTo>
                  <a:close/>
                </a:path>
                <a:path w="2184400" h="5782310">
                  <a:moveTo>
                    <a:pt x="1533144" y="4026408"/>
                  </a:moveTo>
                  <a:lnTo>
                    <a:pt x="1530096" y="4023360"/>
                  </a:lnTo>
                  <a:lnTo>
                    <a:pt x="1522476" y="4023360"/>
                  </a:lnTo>
                  <a:lnTo>
                    <a:pt x="1519428" y="4026408"/>
                  </a:lnTo>
                  <a:lnTo>
                    <a:pt x="1519428" y="4075176"/>
                  </a:lnTo>
                  <a:lnTo>
                    <a:pt x="1522476" y="4078224"/>
                  </a:lnTo>
                  <a:lnTo>
                    <a:pt x="1530096" y="4078224"/>
                  </a:lnTo>
                  <a:lnTo>
                    <a:pt x="1533144" y="4075176"/>
                  </a:lnTo>
                  <a:lnTo>
                    <a:pt x="1533144" y="4026408"/>
                  </a:lnTo>
                  <a:close/>
                </a:path>
                <a:path w="2184400" h="5782310">
                  <a:moveTo>
                    <a:pt x="1533144" y="3944112"/>
                  </a:moveTo>
                  <a:lnTo>
                    <a:pt x="1530096" y="3941064"/>
                  </a:lnTo>
                  <a:lnTo>
                    <a:pt x="1522476" y="3941064"/>
                  </a:lnTo>
                  <a:lnTo>
                    <a:pt x="1519428" y="3944112"/>
                  </a:lnTo>
                  <a:lnTo>
                    <a:pt x="1519428" y="3992880"/>
                  </a:lnTo>
                  <a:lnTo>
                    <a:pt x="1522476" y="3995928"/>
                  </a:lnTo>
                  <a:lnTo>
                    <a:pt x="1530096" y="3995928"/>
                  </a:lnTo>
                  <a:lnTo>
                    <a:pt x="1533144" y="3992880"/>
                  </a:lnTo>
                  <a:lnTo>
                    <a:pt x="1533144" y="3944112"/>
                  </a:lnTo>
                  <a:close/>
                </a:path>
                <a:path w="2184400" h="5782310">
                  <a:moveTo>
                    <a:pt x="1533144" y="3860292"/>
                  </a:moveTo>
                  <a:lnTo>
                    <a:pt x="1530096" y="3857244"/>
                  </a:lnTo>
                  <a:lnTo>
                    <a:pt x="1522476" y="3857244"/>
                  </a:lnTo>
                  <a:lnTo>
                    <a:pt x="1519428" y="3860292"/>
                  </a:lnTo>
                  <a:lnTo>
                    <a:pt x="1519428" y="3909060"/>
                  </a:lnTo>
                  <a:lnTo>
                    <a:pt x="1522476" y="3912108"/>
                  </a:lnTo>
                  <a:lnTo>
                    <a:pt x="1530096" y="3912108"/>
                  </a:lnTo>
                  <a:lnTo>
                    <a:pt x="1533144" y="3909060"/>
                  </a:lnTo>
                  <a:lnTo>
                    <a:pt x="1533144" y="3860292"/>
                  </a:lnTo>
                  <a:close/>
                </a:path>
                <a:path w="2184400" h="5782310">
                  <a:moveTo>
                    <a:pt x="1533144" y="3777996"/>
                  </a:moveTo>
                  <a:lnTo>
                    <a:pt x="1530096" y="3774948"/>
                  </a:lnTo>
                  <a:lnTo>
                    <a:pt x="1522476" y="3774948"/>
                  </a:lnTo>
                  <a:lnTo>
                    <a:pt x="1519428" y="3777996"/>
                  </a:lnTo>
                  <a:lnTo>
                    <a:pt x="1519428" y="3826764"/>
                  </a:lnTo>
                  <a:lnTo>
                    <a:pt x="1522476" y="3829812"/>
                  </a:lnTo>
                  <a:lnTo>
                    <a:pt x="1530096" y="3829812"/>
                  </a:lnTo>
                  <a:lnTo>
                    <a:pt x="1533144" y="3826764"/>
                  </a:lnTo>
                  <a:lnTo>
                    <a:pt x="1533144" y="3777996"/>
                  </a:lnTo>
                  <a:close/>
                </a:path>
                <a:path w="2184400" h="5782310">
                  <a:moveTo>
                    <a:pt x="1533144" y="3695700"/>
                  </a:moveTo>
                  <a:lnTo>
                    <a:pt x="1530096" y="3692652"/>
                  </a:lnTo>
                  <a:lnTo>
                    <a:pt x="1522476" y="3692652"/>
                  </a:lnTo>
                  <a:lnTo>
                    <a:pt x="1519428" y="3695700"/>
                  </a:lnTo>
                  <a:lnTo>
                    <a:pt x="1519428" y="3744468"/>
                  </a:lnTo>
                  <a:lnTo>
                    <a:pt x="1522476" y="3747516"/>
                  </a:lnTo>
                  <a:lnTo>
                    <a:pt x="1530096" y="3747516"/>
                  </a:lnTo>
                  <a:lnTo>
                    <a:pt x="1533144" y="3744468"/>
                  </a:lnTo>
                  <a:lnTo>
                    <a:pt x="1533144" y="3695700"/>
                  </a:lnTo>
                  <a:close/>
                </a:path>
                <a:path w="2184400" h="5782310">
                  <a:moveTo>
                    <a:pt x="1533144" y="3611880"/>
                  </a:moveTo>
                  <a:lnTo>
                    <a:pt x="1530096" y="3608832"/>
                  </a:lnTo>
                  <a:lnTo>
                    <a:pt x="1522476" y="3608832"/>
                  </a:lnTo>
                  <a:lnTo>
                    <a:pt x="1519428" y="3611880"/>
                  </a:lnTo>
                  <a:lnTo>
                    <a:pt x="1519428" y="3662172"/>
                  </a:lnTo>
                  <a:lnTo>
                    <a:pt x="1522476" y="3665220"/>
                  </a:lnTo>
                  <a:lnTo>
                    <a:pt x="1530096" y="3665220"/>
                  </a:lnTo>
                  <a:lnTo>
                    <a:pt x="1533144" y="3662172"/>
                  </a:lnTo>
                  <a:lnTo>
                    <a:pt x="1533144" y="3611880"/>
                  </a:lnTo>
                  <a:close/>
                </a:path>
                <a:path w="2184400" h="5782310">
                  <a:moveTo>
                    <a:pt x="1533144" y="3529584"/>
                  </a:moveTo>
                  <a:lnTo>
                    <a:pt x="1530096" y="3526536"/>
                  </a:lnTo>
                  <a:lnTo>
                    <a:pt x="1522476" y="3526536"/>
                  </a:lnTo>
                  <a:lnTo>
                    <a:pt x="1519428" y="3529584"/>
                  </a:lnTo>
                  <a:lnTo>
                    <a:pt x="1519428" y="3578352"/>
                  </a:lnTo>
                  <a:lnTo>
                    <a:pt x="1522476" y="3581400"/>
                  </a:lnTo>
                  <a:lnTo>
                    <a:pt x="1530096" y="3581400"/>
                  </a:lnTo>
                  <a:lnTo>
                    <a:pt x="1533144" y="3578352"/>
                  </a:lnTo>
                  <a:lnTo>
                    <a:pt x="1533144" y="3529584"/>
                  </a:lnTo>
                  <a:close/>
                </a:path>
                <a:path w="2184400" h="5782310">
                  <a:moveTo>
                    <a:pt x="1533144" y="3447288"/>
                  </a:moveTo>
                  <a:lnTo>
                    <a:pt x="1530096" y="3444240"/>
                  </a:lnTo>
                  <a:lnTo>
                    <a:pt x="1522476" y="3444240"/>
                  </a:lnTo>
                  <a:lnTo>
                    <a:pt x="1519428" y="3447288"/>
                  </a:lnTo>
                  <a:lnTo>
                    <a:pt x="1519428" y="3496056"/>
                  </a:lnTo>
                  <a:lnTo>
                    <a:pt x="1522476" y="3499104"/>
                  </a:lnTo>
                  <a:lnTo>
                    <a:pt x="1530096" y="3499104"/>
                  </a:lnTo>
                  <a:lnTo>
                    <a:pt x="1533144" y="3496056"/>
                  </a:lnTo>
                  <a:lnTo>
                    <a:pt x="1533144" y="3447288"/>
                  </a:lnTo>
                  <a:close/>
                </a:path>
                <a:path w="2184400" h="5782310">
                  <a:moveTo>
                    <a:pt x="1533144" y="3364992"/>
                  </a:moveTo>
                  <a:lnTo>
                    <a:pt x="1530096" y="3361944"/>
                  </a:lnTo>
                  <a:lnTo>
                    <a:pt x="1522476" y="3361944"/>
                  </a:lnTo>
                  <a:lnTo>
                    <a:pt x="1519428" y="3364992"/>
                  </a:lnTo>
                  <a:lnTo>
                    <a:pt x="1519428" y="3413760"/>
                  </a:lnTo>
                  <a:lnTo>
                    <a:pt x="1522476" y="3416808"/>
                  </a:lnTo>
                  <a:lnTo>
                    <a:pt x="1530096" y="3416808"/>
                  </a:lnTo>
                  <a:lnTo>
                    <a:pt x="1533144" y="3413760"/>
                  </a:lnTo>
                  <a:lnTo>
                    <a:pt x="1533144" y="3364992"/>
                  </a:lnTo>
                  <a:close/>
                </a:path>
                <a:path w="2184400" h="5782310">
                  <a:moveTo>
                    <a:pt x="1533144" y="3281172"/>
                  </a:moveTo>
                  <a:lnTo>
                    <a:pt x="1530096" y="3278124"/>
                  </a:lnTo>
                  <a:lnTo>
                    <a:pt x="1522476" y="3278124"/>
                  </a:lnTo>
                  <a:lnTo>
                    <a:pt x="1519428" y="3281172"/>
                  </a:lnTo>
                  <a:lnTo>
                    <a:pt x="1519428" y="3329940"/>
                  </a:lnTo>
                  <a:lnTo>
                    <a:pt x="1522476" y="3332988"/>
                  </a:lnTo>
                  <a:lnTo>
                    <a:pt x="1530096" y="3332988"/>
                  </a:lnTo>
                  <a:lnTo>
                    <a:pt x="1533144" y="3329940"/>
                  </a:lnTo>
                  <a:lnTo>
                    <a:pt x="1533144" y="3281172"/>
                  </a:lnTo>
                  <a:close/>
                </a:path>
                <a:path w="2184400" h="5782310">
                  <a:moveTo>
                    <a:pt x="1533144" y="3198876"/>
                  </a:moveTo>
                  <a:lnTo>
                    <a:pt x="1530096" y="3195828"/>
                  </a:lnTo>
                  <a:lnTo>
                    <a:pt x="1522476" y="3195828"/>
                  </a:lnTo>
                  <a:lnTo>
                    <a:pt x="1519428" y="3198876"/>
                  </a:lnTo>
                  <a:lnTo>
                    <a:pt x="1519428" y="3247644"/>
                  </a:lnTo>
                  <a:lnTo>
                    <a:pt x="1522476" y="3250692"/>
                  </a:lnTo>
                  <a:lnTo>
                    <a:pt x="1530096" y="3250692"/>
                  </a:lnTo>
                  <a:lnTo>
                    <a:pt x="1533144" y="3247644"/>
                  </a:lnTo>
                  <a:lnTo>
                    <a:pt x="1533144" y="3198876"/>
                  </a:lnTo>
                  <a:close/>
                </a:path>
                <a:path w="2184400" h="5782310">
                  <a:moveTo>
                    <a:pt x="1533144" y="3116580"/>
                  </a:moveTo>
                  <a:lnTo>
                    <a:pt x="1530096" y="3113532"/>
                  </a:lnTo>
                  <a:lnTo>
                    <a:pt x="1522476" y="3113532"/>
                  </a:lnTo>
                  <a:lnTo>
                    <a:pt x="1519428" y="3116580"/>
                  </a:lnTo>
                  <a:lnTo>
                    <a:pt x="1519428" y="3165348"/>
                  </a:lnTo>
                  <a:lnTo>
                    <a:pt x="1522476" y="3168396"/>
                  </a:lnTo>
                  <a:lnTo>
                    <a:pt x="1530096" y="3168396"/>
                  </a:lnTo>
                  <a:lnTo>
                    <a:pt x="1533144" y="3165348"/>
                  </a:lnTo>
                  <a:lnTo>
                    <a:pt x="1533144" y="3116580"/>
                  </a:lnTo>
                  <a:close/>
                </a:path>
                <a:path w="2184400" h="5782310">
                  <a:moveTo>
                    <a:pt x="1533144" y="3032760"/>
                  </a:moveTo>
                  <a:lnTo>
                    <a:pt x="1530096" y="3029712"/>
                  </a:lnTo>
                  <a:lnTo>
                    <a:pt x="1522476" y="3029712"/>
                  </a:lnTo>
                  <a:lnTo>
                    <a:pt x="1519428" y="3032760"/>
                  </a:lnTo>
                  <a:lnTo>
                    <a:pt x="1519428" y="3083052"/>
                  </a:lnTo>
                  <a:lnTo>
                    <a:pt x="1522476" y="3086100"/>
                  </a:lnTo>
                  <a:lnTo>
                    <a:pt x="1530096" y="3086100"/>
                  </a:lnTo>
                  <a:lnTo>
                    <a:pt x="1533144" y="3083052"/>
                  </a:lnTo>
                  <a:lnTo>
                    <a:pt x="1533144" y="3032760"/>
                  </a:lnTo>
                  <a:close/>
                </a:path>
                <a:path w="2184400" h="5782310">
                  <a:moveTo>
                    <a:pt x="1533144" y="2950464"/>
                  </a:moveTo>
                  <a:lnTo>
                    <a:pt x="1530096" y="2947416"/>
                  </a:lnTo>
                  <a:lnTo>
                    <a:pt x="1522476" y="2947416"/>
                  </a:lnTo>
                  <a:lnTo>
                    <a:pt x="1519428" y="2950464"/>
                  </a:lnTo>
                  <a:lnTo>
                    <a:pt x="1519428" y="2999232"/>
                  </a:lnTo>
                  <a:lnTo>
                    <a:pt x="1522476" y="3002280"/>
                  </a:lnTo>
                  <a:lnTo>
                    <a:pt x="1530096" y="3002280"/>
                  </a:lnTo>
                  <a:lnTo>
                    <a:pt x="1533144" y="2999232"/>
                  </a:lnTo>
                  <a:lnTo>
                    <a:pt x="1533144" y="2950464"/>
                  </a:lnTo>
                  <a:close/>
                </a:path>
                <a:path w="2184400" h="5782310">
                  <a:moveTo>
                    <a:pt x="1533144" y="2868168"/>
                  </a:moveTo>
                  <a:lnTo>
                    <a:pt x="1530096" y="2865120"/>
                  </a:lnTo>
                  <a:lnTo>
                    <a:pt x="1522476" y="2865120"/>
                  </a:lnTo>
                  <a:lnTo>
                    <a:pt x="1519428" y="2868168"/>
                  </a:lnTo>
                  <a:lnTo>
                    <a:pt x="1519428" y="2916936"/>
                  </a:lnTo>
                  <a:lnTo>
                    <a:pt x="1522476" y="2919984"/>
                  </a:lnTo>
                  <a:lnTo>
                    <a:pt x="1530096" y="2919984"/>
                  </a:lnTo>
                  <a:lnTo>
                    <a:pt x="1533144" y="2916936"/>
                  </a:lnTo>
                  <a:lnTo>
                    <a:pt x="1533144" y="2868168"/>
                  </a:lnTo>
                  <a:close/>
                </a:path>
                <a:path w="2184400" h="5782310">
                  <a:moveTo>
                    <a:pt x="1533144" y="2785872"/>
                  </a:moveTo>
                  <a:lnTo>
                    <a:pt x="1530096" y="2782824"/>
                  </a:lnTo>
                  <a:lnTo>
                    <a:pt x="1522476" y="2782824"/>
                  </a:lnTo>
                  <a:lnTo>
                    <a:pt x="1519428" y="2785872"/>
                  </a:lnTo>
                  <a:lnTo>
                    <a:pt x="1519428" y="2834640"/>
                  </a:lnTo>
                  <a:lnTo>
                    <a:pt x="1522476" y="2837688"/>
                  </a:lnTo>
                  <a:lnTo>
                    <a:pt x="1530096" y="2837688"/>
                  </a:lnTo>
                  <a:lnTo>
                    <a:pt x="1533144" y="2834640"/>
                  </a:lnTo>
                  <a:lnTo>
                    <a:pt x="1533144" y="2785872"/>
                  </a:lnTo>
                  <a:close/>
                </a:path>
                <a:path w="2184400" h="5782310">
                  <a:moveTo>
                    <a:pt x="1533144" y="2702052"/>
                  </a:moveTo>
                  <a:lnTo>
                    <a:pt x="1530096" y="2699004"/>
                  </a:lnTo>
                  <a:lnTo>
                    <a:pt x="1522476" y="2699004"/>
                  </a:lnTo>
                  <a:lnTo>
                    <a:pt x="1519428" y="2702052"/>
                  </a:lnTo>
                  <a:lnTo>
                    <a:pt x="1519428" y="2750820"/>
                  </a:lnTo>
                  <a:lnTo>
                    <a:pt x="1522476" y="2753868"/>
                  </a:lnTo>
                  <a:lnTo>
                    <a:pt x="1530096" y="2753868"/>
                  </a:lnTo>
                  <a:lnTo>
                    <a:pt x="1533144" y="2750820"/>
                  </a:lnTo>
                  <a:lnTo>
                    <a:pt x="1533144" y="2702052"/>
                  </a:lnTo>
                  <a:close/>
                </a:path>
                <a:path w="2184400" h="5782310">
                  <a:moveTo>
                    <a:pt x="1533144" y="2619756"/>
                  </a:moveTo>
                  <a:lnTo>
                    <a:pt x="1530096" y="2616708"/>
                  </a:lnTo>
                  <a:lnTo>
                    <a:pt x="1522476" y="2616708"/>
                  </a:lnTo>
                  <a:lnTo>
                    <a:pt x="1519428" y="2619756"/>
                  </a:lnTo>
                  <a:lnTo>
                    <a:pt x="1519428" y="2668524"/>
                  </a:lnTo>
                  <a:lnTo>
                    <a:pt x="1522476" y="2671572"/>
                  </a:lnTo>
                  <a:lnTo>
                    <a:pt x="1530096" y="2671572"/>
                  </a:lnTo>
                  <a:lnTo>
                    <a:pt x="1533144" y="2668524"/>
                  </a:lnTo>
                  <a:lnTo>
                    <a:pt x="1533144" y="2619756"/>
                  </a:lnTo>
                  <a:close/>
                </a:path>
                <a:path w="2184400" h="5782310">
                  <a:moveTo>
                    <a:pt x="1533144" y="2537460"/>
                  </a:moveTo>
                  <a:lnTo>
                    <a:pt x="1530096" y="2534412"/>
                  </a:lnTo>
                  <a:lnTo>
                    <a:pt x="1522476" y="2534412"/>
                  </a:lnTo>
                  <a:lnTo>
                    <a:pt x="1519428" y="2537460"/>
                  </a:lnTo>
                  <a:lnTo>
                    <a:pt x="1519428" y="2586228"/>
                  </a:lnTo>
                  <a:lnTo>
                    <a:pt x="1522476" y="2589276"/>
                  </a:lnTo>
                  <a:lnTo>
                    <a:pt x="1530096" y="2589276"/>
                  </a:lnTo>
                  <a:lnTo>
                    <a:pt x="1533144" y="2586228"/>
                  </a:lnTo>
                  <a:lnTo>
                    <a:pt x="1533144" y="2537460"/>
                  </a:lnTo>
                  <a:close/>
                </a:path>
                <a:path w="2184400" h="5782310">
                  <a:moveTo>
                    <a:pt x="1533144" y="2453640"/>
                  </a:moveTo>
                  <a:lnTo>
                    <a:pt x="1530096" y="2450592"/>
                  </a:lnTo>
                  <a:lnTo>
                    <a:pt x="1522476" y="2450592"/>
                  </a:lnTo>
                  <a:lnTo>
                    <a:pt x="1519428" y="2453640"/>
                  </a:lnTo>
                  <a:lnTo>
                    <a:pt x="1519428" y="2503932"/>
                  </a:lnTo>
                  <a:lnTo>
                    <a:pt x="1522476" y="2506980"/>
                  </a:lnTo>
                  <a:lnTo>
                    <a:pt x="1530096" y="2506980"/>
                  </a:lnTo>
                  <a:lnTo>
                    <a:pt x="1533144" y="2503932"/>
                  </a:lnTo>
                  <a:lnTo>
                    <a:pt x="1533144" y="2453640"/>
                  </a:lnTo>
                  <a:close/>
                </a:path>
                <a:path w="2184400" h="5782310">
                  <a:moveTo>
                    <a:pt x="1533144" y="2371344"/>
                  </a:moveTo>
                  <a:lnTo>
                    <a:pt x="1530096" y="2368296"/>
                  </a:lnTo>
                  <a:lnTo>
                    <a:pt x="1522476" y="2368296"/>
                  </a:lnTo>
                  <a:lnTo>
                    <a:pt x="1519428" y="2371344"/>
                  </a:lnTo>
                  <a:lnTo>
                    <a:pt x="1519428" y="2420112"/>
                  </a:lnTo>
                  <a:lnTo>
                    <a:pt x="1522476" y="2423160"/>
                  </a:lnTo>
                  <a:lnTo>
                    <a:pt x="1530096" y="2423160"/>
                  </a:lnTo>
                  <a:lnTo>
                    <a:pt x="1533144" y="2420112"/>
                  </a:lnTo>
                  <a:lnTo>
                    <a:pt x="1533144" y="2371344"/>
                  </a:lnTo>
                  <a:close/>
                </a:path>
                <a:path w="2184400" h="5782310">
                  <a:moveTo>
                    <a:pt x="1533144" y="2289048"/>
                  </a:moveTo>
                  <a:lnTo>
                    <a:pt x="1530096" y="2286000"/>
                  </a:lnTo>
                  <a:lnTo>
                    <a:pt x="1522476" y="2286000"/>
                  </a:lnTo>
                  <a:lnTo>
                    <a:pt x="1519428" y="2289048"/>
                  </a:lnTo>
                  <a:lnTo>
                    <a:pt x="1519428" y="2337816"/>
                  </a:lnTo>
                  <a:lnTo>
                    <a:pt x="1522476" y="2340864"/>
                  </a:lnTo>
                  <a:lnTo>
                    <a:pt x="1530096" y="2340864"/>
                  </a:lnTo>
                  <a:lnTo>
                    <a:pt x="1533144" y="2337816"/>
                  </a:lnTo>
                  <a:lnTo>
                    <a:pt x="1533144" y="2289048"/>
                  </a:lnTo>
                  <a:close/>
                </a:path>
                <a:path w="2184400" h="5782310">
                  <a:moveTo>
                    <a:pt x="1533144" y="2206752"/>
                  </a:moveTo>
                  <a:lnTo>
                    <a:pt x="1530096" y="2203704"/>
                  </a:lnTo>
                  <a:lnTo>
                    <a:pt x="1522476" y="2203704"/>
                  </a:lnTo>
                  <a:lnTo>
                    <a:pt x="1519428" y="2206752"/>
                  </a:lnTo>
                  <a:lnTo>
                    <a:pt x="1519428" y="2255520"/>
                  </a:lnTo>
                  <a:lnTo>
                    <a:pt x="1522476" y="2258568"/>
                  </a:lnTo>
                  <a:lnTo>
                    <a:pt x="1530096" y="2258568"/>
                  </a:lnTo>
                  <a:lnTo>
                    <a:pt x="1533144" y="2255520"/>
                  </a:lnTo>
                  <a:lnTo>
                    <a:pt x="1533144" y="2206752"/>
                  </a:lnTo>
                  <a:close/>
                </a:path>
                <a:path w="2184400" h="5782310">
                  <a:moveTo>
                    <a:pt x="1533144" y="2122932"/>
                  </a:moveTo>
                  <a:lnTo>
                    <a:pt x="1530096" y="2119884"/>
                  </a:lnTo>
                  <a:lnTo>
                    <a:pt x="1522476" y="2119884"/>
                  </a:lnTo>
                  <a:lnTo>
                    <a:pt x="1519428" y="2122932"/>
                  </a:lnTo>
                  <a:lnTo>
                    <a:pt x="1519428" y="2171700"/>
                  </a:lnTo>
                  <a:lnTo>
                    <a:pt x="1522476" y="2174748"/>
                  </a:lnTo>
                  <a:lnTo>
                    <a:pt x="1530096" y="2174748"/>
                  </a:lnTo>
                  <a:lnTo>
                    <a:pt x="1533144" y="2171700"/>
                  </a:lnTo>
                  <a:lnTo>
                    <a:pt x="1533144" y="2122932"/>
                  </a:lnTo>
                  <a:close/>
                </a:path>
                <a:path w="2184400" h="5782310">
                  <a:moveTo>
                    <a:pt x="1533144" y="2040636"/>
                  </a:moveTo>
                  <a:lnTo>
                    <a:pt x="1530096" y="2037588"/>
                  </a:lnTo>
                  <a:lnTo>
                    <a:pt x="1522476" y="2037588"/>
                  </a:lnTo>
                  <a:lnTo>
                    <a:pt x="1519428" y="2040636"/>
                  </a:lnTo>
                  <a:lnTo>
                    <a:pt x="1519428" y="2089404"/>
                  </a:lnTo>
                  <a:lnTo>
                    <a:pt x="1522476" y="2092452"/>
                  </a:lnTo>
                  <a:lnTo>
                    <a:pt x="1530096" y="2092452"/>
                  </a:lnTo>
                  <a:lnTo>
                    <a:pt x="1533144" y="2089404"/>
                  </a:lnTo>
                  <a:lnTo>
                    <a:pt x="1533144" y="2040636"/>
                  </a:lnTo>
                  <a:close/>
                </a:path>
                <a:path w="2184400" h="5782310">
                  <a:moveTo>
                    <a:pt x="1533144" y="1958340"/>
                  </a:moveTo>
                  <a:lnTo>
                    <a:pt x="1530096" y="1955292"/>
                  </a:lnTo>
                  <a:lnTo>
                    <a:pt x="1522476" y="1955292"/>
                  </a:lnTo>
                  <a:lnTo>
                    <a:pt x="1519428" y="1958340"/>
                  </a:lnTo>
                  <a:lnTo>
                    <a:pt x="1519428" y="2007108"/>
                  </a:lnTo>
                  <a:lnTo>
                    <a:pt x="1522476" y="2010156"/>
                  </a:lnTo>
                  <a:lnTo>
                    <a:pt x="1530096" y="2010156"/>
                  </a:lnTo>
                  <a:lnTo>
                    <a:pt x="1533144" y="2007108"/>
                  </a:lnTo>
                  <a:lnTo>
                    <a:pt x="1533144" y="1958340"/>
                  </a:lnTo>
                  <a:close/>
                </a:path>
                <a:path w="2184400" h="5782310">
                  <a:moveTo>
                    <a:pt x="1533144" y="1874520"/>
                  </a:moveTo>
                  <a:lnTo>
                    <a:pt x="1530096" y="1871472"/>
                  </a:lnTo>
                  <a:lnTo>
                    <a:pt x="1522476" y="1871472"/>
                  </a:lnTo>
                  <a:lnTo>
                    <a:pt x="1519428" y="1874520"/>
                  </a:lnTo>
                  <a:lnTo>
                    <a:pt x="1519428" y="1924812"/>
                  </a:lnTo>
                  <a:lnTo>
                    <a:pt x="1522476" y="1927860"/>
                  </a:lnTo>
                  <a:lnTo>
                    <a:pt x="1530096" y="1927860"/>
                  </a:lnTo>
                  <a:lnTo>
                    <a:pt x="1533144" y="1924812"/>
                  </a:lnTo>
                  <a:lnTo>
                    <a:pt x="1533144" y="1874520"/>
                  </a:lnTo>
                  <a:close/>
                </a:path>
                <a:path w="2184400" h="5782310">
                  <a:moveTo>
                    <a:pt x="1533144" y="1792224"/>
                  </a:moveTo>
                  <a:lnTo>
                    <a:pt x="1530096" y="1789176"/>
                  </a:lnTo>
                  <a:lnTo>
                    <a:pt x="1522476" y="1789176"/>
                  </a:lnTo>
                  <a:lnTo>
                    <a:pt x="1519428" y="1792224"/>
                  </a:lnTo>
                  <a:lnTo>
                    <a:pt x="1519428" y="1840992"/>
                  </a:lnTo>
                  <a:lnTo>
                    <a:pt x="1522476" y="1844040"/>
                  </a:lnTo>
                  <a:lnTo>
                    <a:pt x="1530096" y="1844040"/>
                  </a:lnTo>
                  <a:lnTo>
                    <a:pt x="1533144" y="1840992"/>
                  </a:lnTo>
                  <a:lnTo>
                    <a:pt x="1533144" y="1792224"/>
                  </a:lnTo>
                  <a:close/>
                </a:path>
                <a:path w="2184400" h="5782310">
                  <a:moveTo>
                    <a:pt x="1533144" y="1709928"/>
                  </a:moveTo>
                  <a:lnTo>
                    <a:pt x="1530096" y="1706880"/>
                  </a:lnTo>
                  <a:lnTo>
                    <a:pt x="1522476" y="1706880"/>
                  </a:lnTo>
                  <a:lnTo>
                    <a:pt x="1519428" y="1709928"/>
                  </a:lnTo>
                  <a:lnTo>
                    <a:pt x="1519428" y="1758696"/>
                  </a:lnTo>
                  <a:lnTo>
                    <a:pt x="1522476" y="1761744"/>
                  </a:lnTo>
                  <a:lnTo>
                    <a:pt x="1530096" y="1761744"/>
                  </a:lnTo>
                  <a:lnTo>
                    <a:pt x="1533144" y="1758696"/>
                  </a:lnTo>
                  <a:lnTo>
                    <a:pt x="1533144" y="1709928"/>
                  </a:lnTo>
                  <a:close/>
                </a:path>
                <a:path w="2184400" h="5782310">
                  <a:moveTo>
                    <a:pt x="1533144" y="1627632"/>
                  </a:moveTo>
                  <a:lnTo>
                    <a:pt x="1530096" y="1624584"/>
                  </a:lnTo>
                  <a:lnTo>
                    <a:pt x="1522476" y="1624584"/>
                  </a:lnTo>
                  <a:lnTo>
                    <a:pt x="1519428" y="1627632"/>
                  </a:lnTo>
                  <a:lnTo>
                    <a:pt x="1519428" y="1676400"/>
                  </a:lnTo>
                  <a:lnTo>
                    <a:pt x="1522476" y="1679448"/>
                  </a:lnTo>
                  <a:lnTo>
                    <a:pt x="1530096" y="1679448"/>
                  </a:lnTo>
                  <a:lnTo>
                    <a:pt x="1533144" y="1676400"/>
                  </a:lnTo>
                  <a:lnTo>
                    <a:pt x="1533144" y="1627632"/>
                  </a:lnTo>
                  <a:close/>
                </a:path>
                <a:path w="2184400" h="5782310">
                  <a:moveTo>
                    <a:pt x="1533144" y="1543812"/>
                  </a:moveTo>
                  <a:lnTo>
                    <a:pt x="1530096" y="1540764"/>
                  </a:lnTo>
                  <a:lnTo>
                    <a:pt x="1522476" y="1540764"/>
                  </a:lnTo>
                  <a:lnTo>
                    <a:pt x="1519428" y="1543812"/>
                  </a:lnTo>
                  <a:lnTo>
                    <a:pt x="1519428" y="1592580"/>
                  </a:lnTo>
                  <a:lnTo>
                    <a:pt x="1522476" y="1595628"/>
                  </a:lnTo>
                  <a:lnTo>
                    <a:pt x="1530096" y="1595628"/>
                  </a:lnTo>
                  <a:lnTo>
                    <a:pt x="1533144" y="1592580"/>
                  </a:lnTo>
                  <a:lnTo>
                    <a:pt x="1533144" y="1543812"/>
                  </a:lnTo>
                  <a:close/>
                </a:path>
                <a:path w="2184400" h="5782310">
                  <a:moveTo>
                    <a:pt x="1533144" y="1461516"/>
                  </a:moveTo>
                  <a:lnTo>
                    <a:pt x="1530096" y="1458468"/>
                  </a:lnTo>
                  <a:lnTo>
                    <a:pt x="1522476" y="1458468"/>
                  </a:lnTo>
                  <a:lnTo>
                    <a:pt x="1519428" y="1461516"/>
                  </a:lnTo>
                  <a:lnTo>
                    <a:pt x="1519428" y="1510284"/>
                  </a:lnTo>
                  <a:lnTo>
                    <a:pt x="1522476" y="1513332"/>
                  </a:lnTo>
                  <a:lnTo>
                    <a:pt x="1530096" y="1513332"/>
                  </a:lnTo>
                  <a:lnTo>
                    <a:pt x="1533144" y="1510284"/>
                  </a:lnTo>
                  <a:lnTo>
                    <a:pt x="1533144" y="1461516"/>
                  </a:lnTo>
                  <a:close/>
                </a:path>
                <a:path w="2184400" h="5782310">
                  <a:moveTo>
                    <a:pt x="1533144" y="1379220"/>
                  </a:moveTo>
                  <a:lnTo>
                    <a:pt x="1530096" y="1376172"/>
                  </a:lnTo>
                  <a:lnTo>
                    <a:pt x="1522476" y="1376172"/>
                  </a:lnTo>
                  <a:lnTo>
                    <a:pt x="1519428" y="1379220"/>
                  </a:lnTo>
                  <a:lnTo>
                    <a:pt x="1519428" y="1427988"/>
                  </a:lnTo>
                  <a:lnTo>
                    <a:pt x="1522476" y="1431036"/>
                  </a:lnTo>
                  <a:lnTo>
                    <a:pt x="1530096" y="1431036"/>
                  </a:lnTo>
                  <a:lnTo>
                    <a:pt x="1533144" y="1427988"/>
                  </a:lnTo>
                  <a:lnTo>
                    <a:pt x="1533144" y="1379220"/>
                  </a:lnTo>
                  <a:close/>
                </a:path>
                <a:path w="2184400" h="5782310">
                  <a:moveTo>
                    <a:pt x="1533144" y="1295400"/>
                  </a:moveTo>
                  <a:lnTo>
                    <a:pt x="1530096" y="1292352"/>
                  </a:lnTo>
                  <a:lnTo>
                    <a:pt x="1522476" y="1292352"/>
                  </a:lnTo>
                  <a:lnTo>
                    <a:pt x="1519428" y="1295400"/>
                  </a:lnTo>
                  <a:lnTo>
                    <a:pt x="1519428" y="1345692"/>
                  </a:lnTo>
                  <a:lnTo>
                    <a:pt x="1522476" y="1348740"/>
                  </a:lnTo>
                  <a:lnTo>
                    <a:pt x="1530096" y="1348740"/>
                  </a:lnTo>
                  <a:lnTo>
                    <a:pt x="1533144" y="1345692"/>
                  </a:lnTo>
                  <a:lnTo>
                    <a:pt x="1533144" y="1295400"/>
                  </a:lnTo>
                  <a:close/>
                </a:path>
                <a:path w="2184400" h="5782310">
                  <a:moveTo>
                    <a:pt x="1533144" y="1213104"/>
                  </a:moveTo>
                  <a:lnTo>
                    <a:pt x="1530096" y="1210056"/>
                  </a:lnTo>
                  <a:lnTo>
                    <a:pt x="1522476" y="1210056"/>
                  </a:lnTo>
                  <a:lnTo>
                    <a:pt x="1519428" y="1213104"/>
                  </a:lnTo>
                  <a:lnTo>
                    <a:pt x="1519428" y="1261872"/>
                  </a:lnTo>
                  <a:lnTo>
                    <a:pt x="1522476" y="1264920"/>
                  </a:lnTo>
                  <a:lnTo>
                    <a:pt x="1530096" y="1264920"/>
                  </a:lnTo>
                  <a:lnTo>
                    <a:pt x="1533144" y="1261872"/>
                  </a:lnTo>
                  <a:lnTo>
                    <a:pt x="1533144" y="1213104"/>
                  </a:lnTo>
                  <a:close/>
                </a:path>
                <a:path w="2184400" h="5782310">
                  <a:moveTo>
                    <a:pt x="1533144" y="1130808"/>
                  </a:moveTo>
                  <a:lnTo>
                    <a:pt x="1530096" y="1127760"/>
                  </a:lnTo>
                  <a:lnTo>
                    <a:pt x="1522476" y="1127760"/>
                  </a:lnTo>
                  <a:lnTo>
                    <a:pt x="1519428" y="1130808"/>
                  </a:lnTo>
                  <a:lnTo>
                    <a:pt x="1519428" y="1179576"/>
                  </a:lnTo>
                  <a:lnTo>
                    <a:pt x="1522476" y="1182624"/>
                  </a:lnTo>
                  <a:lnTo>
                    <a:pt x="1530096" y="1182624"/>
                  </a:lnTo>
                  <a:lnTo>
                    <a:pt x="1533144" y="1179576"/>
                  </a:lnTo>
                  <a:lnTo>
                    <a:pt x="1533144" y="1130808"/>
                  </a:lnTo>
                  <a:close/>
                </a:path>
                <a:path w="2184400" h="5782310">
                  <a:moveTo>
                    <a:pt x="1533144" y="1048512"/>
                  </a:moveTo>
                  <a:lnTo>
                    <a:pt x="1530096" y="1045464"/>
                  </a:lnTo>
                  <a:lnTo>
                    <a:pt x="1522476" y="1045464"/>
                  </a:lnTo>
                  <a:lnTo>
                    <a:pt x="1519428" y="1048512"/>
                  </a:lnTo>
                  <a:lnTo>
                    <a:pt x="1519428" y="1097280"/>
                  </a:lnTo>
                  <a:lnTo>
                    <a:pt x="1522476" y="1100328"/>
                  </a:lnTo>
                  <a:lnTo>
                    <a:pt x="1530096" y="1100328"/>
                  </a:lnTo>
                  <a:lnTo>
                    <a:pt x="1533144" y="1097280"/>
                  </a:lnTo>
                  <a:lnTo>
                    <a:pt x="1533144" y="1048512"/>
                  </a:lnTo>
                  <a:close/>
                </a:path>
                <a:path w="2184400" h="5782310">
                  <a:moveTo>
                    <a:pt x="1533144" y="964692"/>
                  </a:moveTo>
                  <a:lnTo>
                    <a:pt x="1530096" y="961644"/>
                  </a:lnTo>
                  <a:lnTo>
                    <a:pt x="1522476" y="961644"/>
                  </a:lnTo>
                  <a:lnTo>
                    <a:pt x="1519428" y="964692"/>
                  </a:lnTo>
                  <a:lnTo>
                    <a:pt x="1519428" y="1013460"/>
                  </a:lnTo>
                  <a:lnTo>
                    <a:pt x="1522476" y="1016508"/>
                  </a:lnTo>
                  <a:lnTo>
                    <a:pt x="1530096" y="1016508"/>
                  </a:lnTo>
                  <a:lnTo>
                    <a:pt x="1533144" y="1013460"/>
                  </a:lnTo>
                  <a:lnTo>
                    <a:pt x="1533144" y="964692"/>
                  </a:lnTo>
                  <a:close/>
                </a:path>
                <a:path w="2184400" h="5782310">
                  <a:moveTo>
                    <a:pt x="1533144" y="882396"/>
                  </a:moveTo>
                  <a:lnTo>
                    <a:pt x="1530096" y="879348"/>
                  </a:lnTo>
                  <a:lnTo>
                    <a:pt x="1522476" y="879348"/>
                  </a:lnTo>
                  <a:lnTo>
                    <a:pt x="1519428" y="882396"/>
                  </a:lnTo>
                  <a:lnTo>
                    <a:pt x="1519428" y="931164"/>
                  </a:lnTo>
                  <a:lnTo>
                    <a:pt x="1522476" y="934212"/>
                  </a:lnTo>
                  <a:lnTo>
                    <a:pt x="1530096" y="934212"/>
                  </a:lnTo>
                  <a:lnTo>
                    <a:pt x="1533144" y="931164"/>
                  </a:lnTo>
                  <a:lnTo>
                    <a:pt x="1533144" y="882396"/>
                  </a:lnTo>
                  <a:close/>
                </a:path>
                <a:path w="2184400" h="5782310">
                  <a:moveTo>
                    <a:pt x="1533144" y="800100"/>
                  </a:moveTo>
                  <a:lnTo>
                    <a:pt x="1530096" y="797052"/>
                  </a:lnTo>
                  <a:lnTo>
                    <a:pt x="1522476" y="797052"/>
                  </a:lnTo>
                  <a:lnTo>
                    <a:pt x="1519428" y="800100"/>
                  </a:lnTo>
                  <a:lnTo>
                    <a:pt x="1519428" y="848868"/>
                  </a:lnTo>
                  <a:lnTo>
                    <a:pt x="1522476" y="851916"/>
                  </a:lnTo>
                  <a:lnTo>
                    <a:pt x="1530096" y="851916"/>
                  </a:lnTo>
                  <a:lnTo>
                    <a:pt x="1533144" y="848868"/>
                  </a:lnTo>
                  <a:lnTo>
                    <a:pt x="1533144" y="800100"/>
                  </a:lnTo>
                  <a:close/>
                </a:path>
                <a:path w="2184400" h="5782310">
                  <a:moveTo>
                    <a:pt x="1533144" y="716280"/>
                  </a:moveTo>
                  <a:lnTo>
                    <a:pt x="1530096" y="713232"/>
                  </a:lnTo>
                  <a:lnTo>
                    <a:pt x="1522476" y="713232"/>
                  </a:lnTo>
                  <a:lnTo>
                    <a:pt x="1519428" y="716280"/>
                  </a:lnTo>
                  <a:lnTo>
                    <a:pt x="1519428" y="766572"/>
                  </a:lnTo>
                  <a:lnTo>
                    <a:pt x="1522476" y="769620"/>
                  </a:lnTo>
                  <a:lnTo>
                    <a:pt x="1530096" y="769620"/>
                  </a:lnTo>
                  <a:lnTo>
                    <a:pt x="1533144" y="766572"/>
                  </a:lnTo>
                  <a:lnTo>
                    <a:pt x="1533144" y="716280"/>
                  </a:lnTo>
                  <a:close/>
                </a:path>
                <a:path w="2184400" h="5782310">
                  <a:moveTo>
                    <a:pt x="1533144" y="633984"/>
                  </a:moveTo>
                  <a:lnTo>
                    <a:pt x="1530096" y="630936"/>
                  </a:lnTo>
                  <a:lnTo>
                    <a:pt x="1522476" y="630936"/>
                  </a:lnTo>
                  <a:lnTo>
                    <a:pt x="1519428" y="633984"/>
                  </a:lnTo>
                  <a:lnTo>
                    <a:pt x="1519428" y="682752"/>
                  </a:lnTo>
                  <a:lnTo>
                    <a:pt x="1522476" y="685800"/>
                  </a:lnTo>
                  <a:lnTo>
                    <a:pt x="1530096" y="685800"/>
                  </a:lnTo>
                  <a:lnTo>
                    <a:pt x="1533144" y="682752"/>
                  </a:lnTo>
                  <a:lnTo>
                    <a:pt x="1533144" y="633984"/>
                  </a:lnTo>
                  <a:close/>
                </a:path>
                <a:path w="2184400" h="5782310">
                  <a:moveTo>
                    <a:pt x="1533144" y="551688"/>
                  </a:moveTo>
                  <a:lnTo>
                    <a:pt x="1530096" y="548640"/>
                  </a:lnTo>
                  <a:lnTo>
                    <a:pt x="1522476" y="548640"/>
                  </a:lnTo>
                  <a:lnTo>
                    <a:pt x="1519428" y="551688"/>
                  </a:lnTo>
                  <a:lnTo>
                    <a:pt x="1519428" y="600456"/>
                  </a:lnTo>
                  <a:lnTo>
                    <a:pt x="1522476" y="603504"/>
                  </a:lnTo>
                  <a:lnTo>
                    <a:pt x="1530096" y="603504"/>
                  </a:lnTo>
                  <a:lnTo>
                    <a:pt x="1533144" y="600456"/>
                  </a:lnTo>
                  <a:lnTo>
                    <a:pt x="1533144" y="551688"/>
                  </a:lnTo>
                  <a:close/>
                </a:path>
                <a:path w="2184400" h="5782310">
                  <a:moveTo>
                    <a:pt x="1533144" y="469392"/>
                  </a:moveTo>
                  <a:lnTo>
                    <a:pt x="1530096" y="466344"/>
                  </a:lnTo>
                  <a:lnTo>
                    <a:pt x="1522476" y="466344"/>
                  </a:lnTo>
                  <a:lnTo>
                    <a:pt x="1519428" y="469392"/>
                  </a:lnTo>
                  <a:lnTo>
                    <a:pt x="1519428" y="518160"/>
                  </a:lnTo>
                  <a:lnTo>
                    <a:pt x="1522476" y="521208"/>
                  </a:lnTo>
                  <a:lnTo>
                    <a:pt x="1530096" y="521208"/>
                  </a:lnTo>
                  <a:lnTo>
                    <a:pt x="1533144" y="518160"/>
                  </a:lnTo>
                  <a:lnTo>
                    <a:pt x="1533144" y="469392"/>
                  </a:lnTo>
                  <a:close/>
                </a:path>
                <a:path w="2184400" h="5782310">
                  <a:moveTo>
                    <a:pt x="1533144" y="385572"/>
                  </a:moveTo>
                  <a:lnTo>
                    <a:pt x="1530096" y="382524"/>
                  </a:lnTo>
                  <a:lnTo>
                    <a:pt x="1522476" y="382524"/>
                  </a:lnTo>
                  <a:lnTo>
                    <a:pt x="1519428" y="385572"/>
                  </a:lnTo>
                  <a:lnTo>
                    <a:pt x="1519428" y="434340"/>
                  </a:lnTo>
                  <a:lnTo>
                    <a:pt x="1522476" y="437388"/>
                  </a:lnTo>
                  <a:lnTo>
                    <a:pt x="1530096" y="437388"/>
                  </a:lnTo>
                  <a:lnTo>
                    <a:pt x="1533144" y="434340"/>
                  </a:lnTo>
                  <a:lnTo>
                    <a:pt x="1533144" y="385572"/>
                  </a:lnTo>
                  <a:close/>
                </a:path>
                <a:path w="2184400" h="5782310">
                  <a:moveTo>
                    <a:pt x="1533144" y="303276"/>
                  </a:moveTo>
                  <a:lnTo>
                    <a:pt x="1530096" y="300228"/>
                  </a:lnTo>
                  <a:lnTo>
                    <a:pt x="1522476" y="300228"/>
                  </a:lnTo>
                  <a:lnTo>
                    <a:pt x="1519428" y="303276"/>
                  </a:lnTo>
                  <a:lnTo>
                    <a:pt x="1519428" y="352044"/>
                  </a:lnTo>
                  <a:lnTo>
                    <a:pt x="1522476" y="355092"/>
                  </a:lnTo>
                  <a:lnTo>
                    <a:pt x="1530096" y="355092"/>
                  </a:lnTo>
                  <a:lnTo>
                    <a:pt x="1533144" y="352044"/>
                  </a:lnTo>
                  <a:lnTo>
                    <a:pt x="1533144" y="303276"/>
                  </a:lnTo>
                  <a:close/>
                </a:path>
                <a:path w="2184400" h="5782310">
                  <a:moveTo>
                    <a:pt x="1533144" y="220980"/>
                  </a:moveTo>
                  <a:lnTo>
                    <a:pt x="1530096" y="217932"/>
                  </a:lnTo>
                  <a:lnTo>
                    <a:pt x="1522476" y="217932"/>
                  </a:lnTo>
                  <a:lnTo>
                    <a:pt x="1519428" y="220980"/>
                  </a:lnTo>
                  <a:lnTo>
                    <a:pt x="1519428" y="269748"/>
                  </a:lnTo>
                  <a:lnTo>
                    <a:pt x="1522476" y="272796"/>
                  </a:lnTo>
                  <a:lnTo>
                    <a:pt x="1530096" y="272796"/>
                  </a:lnTo>
                  <a:lnTo>
                    <a:pt x="1533144" y="269748"/>
                  </a:lnTo>
                  <a:lnTo>
                    <a:pt x="1533144" y="220980"/>
                  </a:lnTo>
                  <a:close/>
                </a:path>
                <a:path w="2184400" h="5782310">
                  <a:moveTo>
                    <a:pt x="1533144" y="137160"/>
                  </a:moveTo>
                  <a:lnTo>
                    <a:pt x="1530096" y="134112"/>
                  </a:lnTo>
                  <a:lnTo>
                    <a:pt x="1522476" y="134112"/>
                  </a:lnTo>
                  <a:lnTo>
                    <a:pt x="1519428" y="137160"/>
                  </a:lnTo>
                  <a:lnTo>
                    <a:pt x="1519428" y="187452"/>
                  </a:lnTo>
                  <a:lnTo>
                    <a:pt x="1522476" y="190500"/>
                  </a:lnTo>
                  <a:lnTo>
                    <a:pt x="1530096" y="190500"/>
                  </a:lnTo>
                  <a:lnTo>
                    <a:pt x="1533144" y="187452"/>
                  </a:lnTo>
                  <a:lnTo>
                    <a:pt x="1533144" y="137160"/>
                  </a:lnTo>
                  <a:close/>
                </a:path>
                <a:path w="2184400" h="5782310">
                  <a:moveTo>
                    <a:pt x="1751076" y="5763768"/>
                  </a:moveTo>
                  <a:lnTo>
                    <a:pt x="1748028" y="5760720"/>
                  </a:lnTo>
                  <a:lnTo>
                    <a:pt x="1740408" y="5760720"/>
                  </a:lnTo>
                  <a:lnTo>
                    <a:pt x="1735836" y="5763768"/>
                  </a:lnTo>
                  <a:lnTo>
                    <a:pt x="1735836" y="5779008"/>
                  </a:lnTo>
                  <a:lnTo>
                    <a:pt x="1740408" y="5782056"/>
                  </a:lnTo>
                  <a:lnTo>
                    <a:pt x="1748028" y="5782056"/>
                  </a:lnTo>
                  <a:lnTo>
                    <a:pt x="1751076" y="5779008"/>
                  </a:lnTo>
                  <a:lnTo>
                    <a:pt x="1751076" y="5763768"/>
                  </a:lnTo>
                  <a:close/>
                </a:path>
                <a:path w="2184400" h="5782310">
                  <a:moveTo>
                    <a:pt x="1751076" y="5681472"/>
                  </a:moveTo>
                  <a:lnTo>
                    <a:pt x="1748028" y="5678424"/>
                  </a:lnTo>
                  <a:lnTo>
                    <a:pt x="1740408" y="5678424"/>
                  </a:lnTo>
                  <a:lnTo>
                    <a:pt x="1735836" y="5681472"/>
                  </a:lnTo>
                  <a:lnTo>
                    <a:pt x="1735836" y="5730240"/>
                  </a:lnTo>
                  <a:lnTo>
                    <a:pt x="1740408" y="5733288"/>
                  </a:lnTo>
                  <a:lnTo>
                    <a:pt x="1748028" y="5733288"/>
                  </a:lnTo>
                  <a:lnTo>
                    <a:pt x="1751076" y="5730240"/>
                  </a:lnTo>
                  <a:lnTo>
                    <a:pt x="1751076" y="5681472"/>
                  </a:lnTo>
                  <a:close/>
                </a:path>
                <a:path w="2184400" h="5782310">
                  <a:moveTo>
                    <a:pt x="1751076" y="5597652"/>
                  </a:moveTo>
                  <a:lnTo>
                    <a:pt x="1748028" y="5594604"/>
                  </a:lnTo>
                  <a:lnTo>
                    <a:pt x="1740408" y="5594604"/>
                  </a:lnTo>
                  <a:lnTo>
                    <a:pt x="1735836" y="5597652"/>
                  </a:lnTo>
                  <a:lnTo>
                    <a:pt x="1735836" y="5646420"/>
                  </a:lnTo>
                  <a:lnTo>
                    <a:pt x="1740408" y="5649468"/>
                  </a:lnTo>
                  <a:lnTo>
                    <a:pt x="1748028" y="5649468"/>
                  </a:lnTo>
                  <a:lnTo>
                    <a:pt x="1751076" y="5646420"/>
                  </a:lnTo>
                  <a:lnTo>
                    <a:pt x="1751076" y="5597652"/>
                  </a:lnTo>
                  <a:close/>
                </a:path>
                <a:path w="2184400" h="5782310">
                  <a:moveTo>
                    <a:pt x="1751076" y="5515356"/>
                  </a:moveTo>
                  <a:lnTo>
                    <a:pt x="1748028" y="5512308"/>
                  </a:lnTo>
                  <a:lnTo>
                    <a:pt x="1740408" y="5512308"/>
                  </a:lnTo>
                  <a:lnTo>
                    <a:pt x="1735836" y="5515356"/>
                  </a:lnTo>
                  <a:lnTo>
                    <a:pt x="1735836" y="5564124"/>
                  </a:lnTo>
                  <a:lnTo>
                    <a:pt x="1740408" y="5567172"/>
                  </a:lnTo>
                  <a:lnTo>
                    <a:pt x="1748028" y="5567172"/>
                  </a:lnTo>
                  <a:lnTo>
                    <a:pt x="1751076" y="5564124"/>
                  </a:lnTo>
                  <a:lnTo>
                    <a:pt x="1751076" y="5515356"/>
                  </a:lnTo>
                  <a:close/>
                </a:path>
                <a:path w="2184400" h="5782310">
                  <a:moveTo>
                    <a:pt x="1751076" y="5433060"/>
                  </a:moveTo>
                  <a:lnTo>
                    <a:pt x="1748028" y="5430012"/>
                  </a:lnTo>
                  <a:lnTo>
                    <a:pt x="1740408" y="5430012"/>
                  </a:lnTo>
                  <a:lnTo>
                    <a:pt x="1735836" y="5433060"/>
                  </a:lnTo>
                  <a:lnTo>
                    <a:pt x="1735836" y="5481828"/>
                  </a:lnTo>
                  <a:lnTo>
                    <a:pt x="1740408" y="5484876"/>
                  </a:lnTo>
                  <a:lnTo>
                    <a:pt x="1748028" y="5484876"/>
                  </a:lnTo>
                  <a:lnTo>
                    <a:pt x="1751076" y="5481828"/>
                  </a:lnTo>
                  <a:lnTo>
                    <a:pt x="1751076" y="5433060"/>
                  </a:lnTo>
                  <a:close/>
                </a:path>
                <a:path w="2184400" h="5782310">
                  <a:moveTo>
                    <a:pt x="1751076" y="5349240"/>
                  </a:moveTo>
                  <a:lnTo>
                    <a:pt x="1748028" y="5346192"/>
                  </a:lnTo>
                  <a:lnTo>
                    <a:pt x="1740408" y="5346192"/>
                  </a:lnTo>
                  <a:lnTo>
                    <a:pt x="1735836" y="5349240"/>
                  </a:lnTo>
                  <a:lnTo>
                    <a:pt x="1735836" y="5399532"/>
                  </a:lnTo>
                  <a:lnTo>
                    <a:pt x="1740408" y="5402580"/>
                  </a:lnTo>
                  <a:lnTo>
                    <a:pt x="1748028" y="5402580"/>
                  </a:lnTo>
                  <a:lnTo>
                    <a:pt x="1751076" y="5399532"/>
                  </a:lnTo>
                  <a:lnTo>
                    <a:pt x="1751076" y="5349240"/>
                  </a:lnTo>
                  <a:close/>
                </a:path>
                <a:path w="2184400" h="5782310">
                  <a:moveTo>
                    <a:pt x="1751076" y="5266944"/>
                  </a:moveTo>
                  <a:lnTo>
                    <a:pt x="1748028" y="5263896"/>
                  </a:lnTo>
                  <a:lnTo>
                    <a:pt x="1740408" y="5263896"/>
                  </a:lnTo>
                  <a:lnTo>
                    <a:pt x="1735836" y="5266944"/>
                  </a:lnTo>
                  <a:lnTo>
                    <a:pt x="1735836" y="5315712"/>
                  </a:lnTo>
                  <a:lnTo>
                    <a:pt x="1740408" y="5318760"/>
                  </a:lnTo>
                  <a:lnTo>
                    <a:pt x="1748028" y="5318760"/>
                  </a:lnTo>
                  <a:lnTo>
                    <a:pt x="1751076" y="5315712"/>
                  </a:lnTo>
                  <a:lnTo>
                    <a:pt x="1751076" y="5266944"/>
                  </a:lnTo>
                  <a:close/>
                </a:path>
                <a:path w="2184400" h="5782310">
                  <a:moveTo>
                    <a:pt x="1751076" y="5184648"/>
                  </a:moveTo>
                  <a:lnTo>
                    <a:pt x="1748028" y="5181600"/>
                  </a:lnTo>
                  <a:lnTo>
                    <a:pt x="1740408" y="5181600"/>
                  </a:lnTo>
                  <a:lnTo>
                    <a:pt x="1735836" y="5184648"/>
                  </a:lnTo>
                  <a:lnTo>
                    <a:pt x="1735836" y="5233416"/>
                  </a:lnTo>
                  <a:lnTo>
                    <a:pt x="1740408" y="5236464"/>
                  </a:lnTo>
                  <a:lnTo>
                    <a:pt x="1748028" y="5236464"/>
                  </a:lnTo>
                  <a:lnTo>
                    <a:pt x="1751076" y="5233416"/>
                  </a:lnTo>
                  <a:lnTo>
                    <a:pt x="1751076" y="5184648"/>
                  </a:lnTo>
                  <a:close/>
                </a:path>
                <a:path w="2184400" h="5782310">
                  <a:moveTo>
                    <a:pt x="1751076" y="5102352"/>
                  </a:moveTo>
                  <a:lnTo>
                    <a:pt x="1748028" y="5099304"/>
                  </a:lnTo>
                  <a:lnTo>
                    <a:pt x="1740408" y="5099304"/>
                  </a:lnTo>
                  <a:lnTo>
                    <a:pt x="1735836" y="5102352"/>
                  </a:lnTo>
                  <a:lnTo>
                    <a:pt x="1735836" y="5151120"/>
                  </a:lnTo>
                  <a:lnTo>
                    <a:pt x="1740408" y="5154168"/>
                  </a:lnTo>
                  <a:lnTo>
                    <a:pt x="1748028" y="5154168"/>
                  </a:lnTo>
                  <a:lnTo>
                    <a:pt x="1751076" y="5151120"/>
                  </a:lnTo>
                  <a:lnTo>
                    <a:pt x="1751076" y="5102352"/>
                  </a:lnTo>
                  <a:close/>
                </a:path>
                <a:path w="2184400" h="5782310">
                  <a:moveTo>
                    <a:pt x="1751076" y="5018532"/>
                  </a:moveTo>
                  <a:lnTo>
                    <a:pt x="1748028" y="5015484"/>
                  </a:lnTo>
                  <a:lnTo>
                    <a:pt x="1740408" y="5015484"/>
                  </a:lnTo>
                  <a:lnTo>
                    <a:pt x="1735836" y="5018532"/>
                  </a:lnTo>
                  <a:lnTo>
                    <a:pt x="1735836" y="5067300"/>
                  </a:lnTo>
                  <a:lnTo>
                    <a:pt x="1740408" y="5070348"/>
                  </a:lnTo>
                  <a:lnTo>
                    <a:pt x="1748028" y="5070348"/>
                  </a:lnTo>
                  <a:lnTo>
                    <a:pt x="1751076" y="5067300"/>
                  </a:lnTo>
                  <a:lnTo>
                    <a:pt x="1751076" y="5018532"/>
                  </a:lnTo>
                  <a:close/>
                </a:path>
                <a:path w="2184400" h="5782310">
                  <a:moveTo>
                    <a:pt x="1751076" y="4936236"/>
                  </a:moveTo>
                  <a:lnTo>
                    <a:pt x="1748028" y="4933188"/>
                  </a:lnTo>
                  <a:lnTo>
                    <a:pt x="1740408" y="4933188"/>
                  </a:lnTo>
                  <a:lnTo>
                    <a:pt x="1735836" y="4936236"/>
                  </a:lnTo>
                  <a:lnTo>
                    <a:pt x="1735836" y="4985004"/>
                  </a:lnTo>
                  <a:lnTo>
                    <a:pt x="1740408" y="4988052"/>
                  </a:lnTo>
                  <a:lnTo>
                    <a:pt x="1748028" y="4988052"/>
                  </a:lnTo>
                  <a:lnTo>
                    <a:pt x="1751076" y="4985004"/>
                  </a:lnTo>
                  <a:lnTo>
                    <a:pt x="1751076" y="4936236"/>
                  </a:lnTo>
                  <a:close/>
                </a:path>
                <a:path w="2184400" h="5782310">
                  <a:moveTo>
                    <a:pt x="1751076" y="4853940"/>
                  </a:moveTo>
                  <a:lnTo>
                    <a:pt x="1748028" y="4850892"/>
                  </a:lnTo>
                  <a:lnTo>
                    <a:pt x="1740408" y="4850892"/>
                  </a:lnTo>
                  <a:lnTo>
                    <a:pt x="1735836" y="4853940"/>
                  </a:lnTo>
                  <a:lnTo>
                    <a:pt x="1735836" y="4902708"/>
                  </a:lnTo>
                  <a:lnTo>
                    <a:pt x="1740408" y="4905756"/>
                  </a:lnTo>
                  <a:lnTo>
                    <a:pt x="1748028" y="4905756"/>
                  </a:lnTo>
                  <a:lnTo>
                    <a:pt x="1751076" y="4902708"/>
                  </a:lnTo>
                  <a:lnTo>
                    <a:pt x="1751076" y="4853940"/>
                  </a:lnTo>
                  <a:close/>
                </a:path>
                <a:path w="2184400" h="5782310">
                  <a:moveTo>
                    <a:pt x="1751076" y="4770120"/>
                  </a:moveTo>
                  <a:lnTo>
                    <a:pt x="1748028" y="4767072"/>
                  </a:lnTo>
                  <a:lnTo>
                    <a:pt x="1740408" y="4767072"/>
                  </a:lnTo>
                  <a:lnTo>
                    <a:pt x="1735836" y="4770120"/>
                  </a:lnTo>
                  <a:lnTo>
                    <a:pt x="1735836" y="4820412"/>
                  </a:lnTo>
                  <a:lnTo>
                    <a:pt x="1740408" y="4823460"/>
                  </a:lnTo>
                  <a:lnTo>
                    <a:pt x="1748028" y="4823460"/>
                  </a:lnTo>
                  <a:lnTo>
                    <a:pt x="1751076" y="4820412"/>
                  </a:lnTo>
                  <a:lnTo>
                    <a:pt x="1751076" y="4770120"/>
                  </a:lnTo>
                  <a:close/>
                </a:path>
                <a:path w="2184400" h="5782310">
                  <a:moveTo>
                    <a:pt x="1751076" y="4687824"/>
                  </a:moveTo>
                  <a:lnTo>
                    <a:pt x="1748028" y="4684776"/>
                  </a:lnTo>
                  <a:lnTo>
                    <a:pt x="1740408" y="4684776"/>
                  </a:lnTo>
                  <a:lnTo>
                    <a:pt x="1735836" y="4687824"/>
                  </a:lnTo>
                  <a:lnTo>
                    <a:pt x="1735836" y="4736592"/>
                  </a:lnTo>
                  <a:lnTo>
                    <a:pt x="1740408" y="4739640"/>
                  </a:lnTo>
                  <a:lnTo>
                    <a:pt x="1748028" y="4739640"/>
                  </a:lnTo>
                  <a:lnTo>
                    <a:pt x="1751076" y="4736592"/>
                  </a:lnTo>
                  <a:lnTo>
                    <a:pt x="1751076" y="4687824"/>
                  </a:lnTo>
                  <a:close/>
                </a:path>
                <a:path w="2184400" h="5782310">
                  <a:moveTo>
                    <a:pt x="1751076" y="4605528"/>
                  </a:moveTo>
                  <a:lnTo>
                    <a:pt x="1748028" y="4602480"/>
                  </a:lnTo>
                  <a:lnTo>
                    <a:pt x="1740408" y="4602480"/>
                  </a:lnTo>
                  <a:lnTo>
                    <a:pt x="1735836" y="4605528"/>
                  </a:lnTo>
                  <a:lnTo>
                    <a:pt x="1735836" y="4654308"/>
                  </a:lnTo>
                  <a:lnTo>
                    <a:pt x="1740408" y="4657344"/>
                  </a:lnTo>
                  <a:lnTo>
                    <a:pt x="1748028" y="4657344"/>
                  </a:lnTo>
                  <a:lnTo>
                    <a:pt x="1751076" y="4654308"/>
                  </a:lnTo>
                  <a:lnTo>
                    <a:pt x="1751076" y="4605528"/>
                  </a:lnTo>
                  <a:close/>
                </a:path>
                <a:path w="2184400" h="5782310">
                  <a:moveTo>
                    <a:pt x="1751076" y="4523232"/>
                  </a:moveTo>
                  <a:lnTo>
                    <a:pt x="1748028" y="4520184"/>
                  </a:lnTo>
                  <a:lnTo>
                    <a:pt x="1740408" y="4520184"/>
                  </a:lnTo>
                  <a:lnTo>
                    <a:pt x="1735836" y="4523232"/>
                  </a:lnTo>
                  <a:lnTo>
                    <a:pt x="1735836" y="4572000"/>
                  </a:lnTo>
                  <a:lnTo>
                    <a:pt x="1740408" y="4575048"/>
                  </a:lnTo>
                  <a:lnTo>
                    <a:pt x="1748028" y="4575048"/>
                  </a:lnTo>
                  <a:lnTo>
                    <a:pt x="1751076" y="4572000"/>
                  </a:lnTo>
                  <a:lnTo>
                    <a:pt x="1751076" y="4523232"/>
                  </a:lnTo>
                  <a:close/>
                </a:path>
                <a:path w="2184400" h="5782310">
                  <a:moveTo>
                    <a:pt x="1751076" y="4439412"/>
                  </a:moveTo>
                  <a:lnTo>
                    <a:pt x="1748028" y="4436364"/>
                  </a:lnTo>
                  <a:lnTo>
                    <a:pt x="1740408" y="4436364"/>
                  </a:lnTo>
                  <a:lnTo>
                    <a:pt x="1735836" y="4439412"/>
                  </a:lnTo>
                  <a:lnTo>
                    <a:pt x="1735836" y="4488180"/>
                  </a:lnTo>
                  <a:lnTo>
                    <a:pt x="1740408" y="4491228"/>
                  </a:lnTo>
                  <a:lnTo>
                    <a:pt x="1748028" y="4491228"/>
                  </a:lnTo>
                  <a:lnTo>
                    <a:pt x="1751076" y="4488180"/>
                  </a:lnTo>
                  <a:lnTo>
                    <a:pt x="1751076" y="4439412"/>
                  </a:lnTo>
                  <a:close/>
                </a:path>
                <a:path w="2184400" h="5782310">
                  <a:moveTo>
                    <a:pt x="1751076" y="4357116"/>
                  </a:moveTo>
                  <a:lnTo>
                    <a:pt x="1748028" y="4354068"/>
                  </a:lnTo>
                  <a:lnTo>
                    <a:pt x="1740408" y="4354068"/>
                  </a:lnTo>
                  <a:lnTo>
                    <a:pt x="1735836" y="4357116"/>
                  </a:lnTo>
                  <a:lnTo>
                    <a:pt x="1735836" y="4405884"/>
                  </a:lnTo>
                  <a:lnTo>
                    <a:pt x="1740408" y="4408932"/>
                  </a:lnTo>
                  <a:lnTo>
                    <a:pt x="1748028" y="4408932"/>
                  </a:lnTo>
                  <a:lnTo>
                    <a:pt x="1751076" y="4405884"/>
                  </a:lnTo>
                  <a:lnTo>
                    <a:pt x="1751076" y="4357116"/>
                  </a:lnTo>
                  <a:close/>
                </a:path>
                <a:path w="2184400" h="5782310">
                  <a:moveTo>
                    <a:pt x="1751076" y="4274820"/>
                  </a:moveTo>
                  <a:lnTo>
                    <a:pt x="1748028" y="4271772"/>
                  </a:lnTo>
                  <a:lnTo>
                    <a:pt x="1740408" y="4271772"/>
                  </a:lnTo>
                  <a:lnTo>
                    <a:pt x="1735836" y="4274820"/>
                  </a:lnTo>
                  <a:lnTo>
                    <a:pt x="1735836" y="4323588"/>
                  </a:lnTo>
                  <a:lnTo>
                    <a:pt x="1740408" y="4326636"/>
                  </a:lnTo>
                  <a:lnTo>
                    <a:pt x="1748028" y="4326636"/>
                  </a:lnTo>
                  <a:lnTo>
                    <a:pt x="1751076" y="4323588"/>
                  </a:lnTo>
                  <a:lnTo>
                    <a:pt x="1751076" y="4274820"/>
                  </a:lnTo>
                  <a:close/>
                </a:path>
                <a:path w="2184400" h="5782310">
                  <a:moveTo>
                    <a:pt x="1751076" y="4191000"/>
                  </a:moveTo>
                  <a:lnTo>
                    <a:pt x="1748028" y="4187952"/>
                  </a:lnTo>
                  <a:lnTo>
                    <a:pt x="1740408" y="4187952"/>
                  </a:lnTo>
                  <a:lnTo>
                    <a:pt x="1735836" y="4191000"/>
                  </a:lnTo>
                  <a:lnTo>
                    <a:pt x="1735836" y="4241292"/>
                  </a:lnTo>
                  <a:lnTo>
                    <a:pt x="1740408" y="4244340"/>
                  </a:lnTo>
                  <a:lnTo>
                    <a:pt x="1748028" y="4244340"/>
                  </a:lnTo>
                  <a:lnTo>
                    <a:pt x="1751076" y="4241292"/>
                  </a:lnTo>
                  <a:lnTo>
                    <a:pt x="1751076" y="4191000"/>
                  </a:lnTo>
                  <a:close/>
                </a:path>
                <a:path w="2184400" h="5782310">
                  <a:moveTo>
                    <a:pt x="1751076" y="4108704"/>
                  </a:moveTo>
                  <a:lnTo>
                    <a:pt x="1748028" y="4105656"/>
                  </a:lnTo>
                  <a:lnTo>
                    <a:pt x="1740408" y="4105656"/>
                  </a:lnTo>
                  <a:lnTo>
                    <a:pt x="1735836" y="4108704"/>
                  </a:lnTo>
                  <a:lnTo>
                    <a:pt x="1735836" y="4157472"/>
                  </a:lnTo>
                  <a:lnTo>
                    <a:pt x="1740408" y="4160520"/>
                  </a:lnTo>
                  <a:lnTo>
                    <a:pt x="1748028" y="4160520"/>
                  </a:lnTo>
                  <a:lnTo>
                    <a:pt x="1751076" y="4157472"/>
                  </a:lnTo>
                  <a:lnTo>
                    <a:pt x="1751076" y="4108704"/>
                  </a:lnTo>
                  <a:close/>
                </a:path>
                <a:path w="2184400" h="5782310">
                  <a:moveTo>
                    <a:pt x="1751076" y="4026408"/>
                  </a:moveTo>
                  <a:lnTo>
                    <a:pt x="1748028" y="4023360"/>
                  </a:lnTo>
                  <a:lnTo>
                    <a:pt x="1740408" y="4023360"/>
                  </a:lnTo>
                  <a:lnTo>
                    <a:pt x="1735836" y="4026408"/>
                  </a:lnTo>
                  <a:lnTo>
                    <a:pt x="1735836" y="4075176"/>
                  </a:lnTo>
                  <a:lnTo>
                    <a:pt x="1740408" y="4078224"/>
                  </a:lnTo>
                  <a:lnTo>
                    <a:pt x="1748028" y="4078224"/>
                  </a:lnTo>
                  <a:lnTo>
                    <a:pt x="1751076" y="4075176"/>
                  </a:lnTo>
                  <a:lnTo>
                    <a:pt x="1751076" y="4026408"/>
                  </a:lnTo>
                  <a:close/>
                </a:path>
                <a:path w="2184400" h="5782310">
                  <a:moveTo>
                    <a:pt x="1751076" y="3944112"/>
                  </a:moveTo>
                  <a:lnTo>
                    <a:pt x="1748028" y="3941064"/>
                  </a:lnTo>
                  <a:lnTo>
                    <a:pt x="1740408" y="3941064"/>
                  </a:lnTo>
                  <a:lnTo>
                    <a:pt x="1735836" y="3944112"/>
                  </a:lnTo>
                  <a:lnTo>
                    <a:pt x="1735836" y="3992880"/>
                  </a:lnTo>
                  <a:lnTo>
                    <a:pt x="1740408" y="3995928"/>
                  </a:lnTo>
                  <a:lnTo>
                    <a:pt x="1748028" y="3995928"/>
                  </a:lnTo>
                  <a:lnTo>
                    <a:pt x="1751076" y="3992880"/>
                  </a:lnTo>
                  <a:lnTo>
                    <a:pt x="1751076" y="3944112"/>
                  </a:lnTo>
                  <a:close/>
                </a:path>
                <a:path w="2184400" h="5782310">
                  <a:moveTo>
                    <a:pt x="1751076" y="3860292"/>
                  </a:moveTo>
                  <a:lnTo>
                    <a:pt x="1748028" y="3857244"/>
                  </a:lnTo>
                  <a:lnTo>
                    <a:pt x="1740408" y="3857244"/>
                  </a:lnTo>
                  <a:lnTo>
                    <a:pt x="1735836" y="3860292"/>
                  </a:lnTo>
                  <a:lnTo>
                    <a:pt x="1735836" y="3909060"/>
                  </a:lnTo>
                  <a:lnTo>
                    <a:pt x="1740408" y="3912108"/>
                  </a:lnTo>
                  <a:lnTo>
                    <a:pt x="1748028" y="3912108"/>
                  </a:lnTo>
                  <a:lnTo>
                    <a:pt x="1751076" y="3909060"/>
                  </a:lnTo>
                  <a:lnTo>
                    <a:pt x="1751076" y="3860292"/>
                  </a:lnTo>
                  <a:close/>
                </a:path>
                <a:path w="2184400" h="5782310">
                  <a:moveTo>
                    <a:pt x="1751076" y="3777996"/>
                  </a:moveTo>
                  <a:lnTo>
                    <a:pt x="1748028" y="3774948"/>
                  </a:lnTo>
                  <a:lnTo>
                    <a:pt x="1740408" y="3774948"/>
                  </a:lnTo>
                  <a:lnTo>
                    <a:pt x="1735836" y="3777996"/>
                  </a:lnTo>
                  <a:lnTo>
                    <a:pt x="1735836" y="3826764"/>
                  </a:lnTo>
                  <a:lnTo>
                    <a:pt x="1740408" y="3829812"/>
                  </a:lnTo>
                  <a:lnTo>
                    <a:pt x="1748028" y="3829812"/>
                  </a:lnTo>
                  <a:lnTo>
                    <a:pt x="1751076" y="3826764"/>
                  </a:lnTo>
                  <a:lnTo>
                    <a:pt x="1751076" y="3777996"/>
                  </a:lnTo>
                  <a:close/>
                </a:path>
                <a:path w="2184400" h="5782310">
                  <a:moveTo>
                    <a:pt x="1751076" y="3695700"/>
                  </a:moveTo>
                  <a:lnTo>
                    <a:pt x="1748028" y="3692652"/>
                  </a:lnTo>
                  <a:lnTo>
                    <a:pt x="1740408" y="3692652"/>
                  </a:lnTo>
                  <a:lnTo>
                    <a:pt x="1735836" y="3695700"/>
                  </a:lnTo>
                  <a:lnTo>
                    <a:pt x="1735836" y="3744468"/>
                  </a:lnTo>
                  <a:lnTo>
                    <a:pt x="1740408" y="3747516"/>
                  </a:lnTo>
                  <a:lnTo>
                    <a:pt x="1748028" y="3747516"/>
                  </a:lnTo>
                  <a:lnTo>
                    <a:pt x="1751076" y="3744468"/>
                  </a:lnTo>
                  <a:lnTo>
                    <a:pt x="1751076" y="3695700"/>
                  </a:lnTo>
                  <a:close/>
                </a:path>
                <a:path w="2184400" h="5782310">
                  <a:moveTo>
                    <a:pt x="1751076" y="3611880"/>
                  </a:moveTo>
                  <a:lnTo>
                    <a:pt x="1748028" y="3608832"/>
                  </a:lnTo>
                  <a:lnTo>
                    <a:pt x="1740408" y="3608832"/>
                  </a:lnTo>
                  <a:lnTo>
                    <a:pt x="1735836" y="3611880"/>
                  </a:lnTo>
                  <a:lnTo>
                    <a:pt x="1735836" y="3662172"/>
                  </a:lnTo>
                  <a:lnTo>
                    <a:pt x="1740408" y="3665220"/>
                  </a:lnTo>
                  <a:lnTo>
                    <a:pt x="1748028" y="3665220"/>
                  </a:lnTo>
                  <a:lnTo>
                    <a:pt x="1751076" y="3662172"/>
                  </a:lnTo>
                  <a:lnTo>
                    <a:pt x="1751076" y="3611880"/>
                  </a:lnTo>
                  <a:close/>
                </a:path>
                <a:path w="2184400" h="5782310">
                  <a:moveTo>
                    <a:pt x="1751076" y="3529584"/>
                  </a:moveTo>
                  <a:lnTo>
                    <a:pt x="1748028" y="3526536"/>
                  </a:lnTo>
                  <a:lnTo>
                    <a:pt x="1740408" y="3526536"/>
                  </a:lnTo>
                  <a:lnTo>
                    <a:pt x="1735836" y="3529584"/>
                  </a:lnTo>
                  <a:lnTo>
                    <a:pt x="1735836" y="3578352"/>
                  </a:lnTo>
                  <a:lnTo>
                    <a:pt x="1740408" y="3581400"/>
                  </a:lnTo>
                  <a:lnTo>
                    <a:pt x="1748028" y="3581400"/>
                  </a:lnTo>
                  <a:lnTo>
                    <a:pt x="1751076" y="3578352"/>
                  </a:lnTo>
                  <a:lnTo>
                    <a:pt x="1751076" y="3529584"/>
                  </a:lnTo>
                  <a:close/>
                </a:path>
                <a:path w="2184400" h="5782310">
                  <a:moveTo>
                    <a:pt x="1751076" y="3447288"/>
                  </a:moveTo>
                  <a:lnTo>
                    <a:pt x="1748028" y="3444240"/>
                  </a:lnTo>
                  <a:lnTo>
                    <a:pt x="1740408" y="3444240"/>
                  </a:lnTo>
                  <a:lnTo>
                    <a:pt x="1735836" y="3447288"/>
                  </a:lnTo>
                  <a:lnTo>
                    <a:pt x="1735836" y="3496056"/>
                  </a:lnTo>
                  <a:lnTo>
                    <a:pt x="1740408" y="3499104"/>
                  </a:lnTo>
                  <a:lnTo>
                    <a:pt x="1748028" y="3499104"/>
                  </a:lnTo>
                  <a:lnTo>
                    <a:pt x="1751076" y="3496056"/>
                  </a:lnTo>
                  <a:lnTo>
                    <a:pt x="1751076" y="3447288"/>
                  </a:lnTo>
                  <a:close/>
                </a:path>
                <a:path w="2184400" h="5782310">
                  <a:moveTo>
                    <a:pt x="1751076" y="3364992"/>
                  </a:moveTo>
                  <a:lnTo>
                    <a:pt x="1748028" y="3361944"/>
                  </a:lnTo>
                  <a:lnTo>
                    <a:pt x="1740408" y="3361944"/>
                  </a:lnTo>
                  <a:lnTo>
                    <a:pt x="1735836" y="3364992"/>
                  </a:lnTo>
                  <a:lnTo>
                    <a:pt x="1735836" y="3413760"/>
                  </a:lnTo>
                  <a:lnTo>
                    <a:pt x="1740408" y="3416808"/>
                  </a:lnTo>
                  <a:lnTo>
                    <a:pt x="1748028" y="3416808"/>
                  </a:lnTo>
                  <a:lnTo>
                    <a:pt x="1751076" y="3413760"/>
                  </a:lnTo>
                  <a:lnTo>
                    <a:pt x="1751076" y="3364992"/>
                  </a:lnTo>
                  <a:close/>
                </a:path>
                <a:path w="2184400" h="5782310">
                  <a:moveTo>
                    <a:pt x="1751076" y="3281172"/>
                  </a:moveTo>
                  <a:lnTo>
                    <a:pt x="1748028" y="3278124"/>
                  </a:lnTo>
                  <a:lnTo>
                    <a:pt x="1740408" y="3278124"/>
                  </a:lnTo>
                  <a:lnTo>
                    <a:pt x="1735836" y="3281172"/>
                  </a:lnTo>
                  <a:lnTo>
                    <a:pt x="1735836" y="3329940"/>
                  </a:lnTo>
                  <a:lnTo>
                    <a:pt x="1740408" y="3332988"/>
                  </a:lnTo>
                  <a:lnTo>
                    <a:pt x="1748028" y="3332988"/>
                  </a:lnTo>
                  <a:lnTo>
                    <a:pt x="1751076" y="3329940"/>
                  </a:lnTo>
                  <a:lnTo>
                    <a:pt x="1751076" y="3281172"/>
                  </a:lnTo>
                  <a:close/>
                </a:path>
                <a:path w="2184400" h="5782310">
                  <a:moveTo>
                    <a:pt x="1751076" y="3198876"/>
                  </a:moveTo>
                  <a:lnTo>
                    <a:pt x="1748028" y="3195828"/>
                  </a:lnTo>
                  <a:lnTo>
                    <a:pt x="1740408" y="3195828"/>
                  </a:lnTo>
                  <a:lnTo>
                    <a:pt x="1735836" y="3198876"/>
                  </a:lnTo>
                  <a:lnTo>
                    <a:pt x="1735836" y="3247644"/>
                  </a:lnTo>
                  <a:lnTo>
                    <a:pt x="1740408" y="3250692"/>
                  </a:lnTo>
                  <a:lnTo>
                    <a:pt x="1748028" y="3250692"/>
                  </a:lnTo>
                  <a:lnTo>
                    <a:pt x="1751076" y="3247644"/>
                  </a:lnTo>
                  <a:lnTo>
                    <a:pt x="1751076" y="3198876"/>
                  </a:lnTo>
                  <a:close/>
                </a:path>
                <a:path w="2184400" h="5782310">
                  <a:moveTo>
                    <a:pt x="1751076" y="3116580"/>
                  </a:moveTo>
                  <a:lnTo>
                    <a:pt x="1748028" y="3113532"/>
                  </a:lnTo>
                  <a:lnTo>
                    <a:pt x="1740408" y="3113532"/>
                  </a:lnTo>
                  <a:lnTo>
                    <a:pt x="1735836" y="3116580"/>
                  </a:lnTo>
                  <a:lnTo>
                    <a:pt x="1735836" y="3165348"/>
                  </a:lnTo>
                  <a:lnTo>
                    <a:pt x="1740408" y="3168396"/>
                  </a:lnTo>
                  <a:lnTo>
                    <a:pt x="1748028" y="3168396"/>
                  </a:lnTo>
                  <a:lnTo>
                    <a:pt x="1751076" y="3165348"/>
                  </a:lnTo>
                  <a:lnTo>
                    <a:pt x="1751076" y="3116580"/>
                  </a:lnTo>
                  <a:close/>
                </a:path>
                <a:path w="2184400" h="5782310">
                  <a:moveTo>
                    <a:pt x="1751076" y="3032760"/>
                  </a:moveTo>
                  <a:lnTo>
                    <a:pt x="1748028" y="3029712"/>
                  </a:lnTo>
                  <a:lnTo>
                    <a:pt x="1740408" y="3029712"/>
                  </a:lnTo>
                  <a:lnTo>
                    <a:pt x="1735836" y="3032760"/>
                  </a:lnTo>
                  <a:lnTo>
                    <a:pt x="1735836" y="3083052"/>
                  </a:lnTo>
                  <a:lnTo>
                    <a:pt x="1740408" y="3086100"/>
                  </a:lnTo>
                  <a:lnTo>
                    <a:pt x="1748028" y="3086100"/>
                  </a:lnTo>
                  <a:lnTo>
                    <a:pt x="1751076" y="3083052"/>
                  </a:lnTo>
                  <a:lnTo>
                    <a:pt x="1751076" y="3032760"/>
                  </a:lnTo>
                  <a:close/>
                </a:path>
                <a:path w="2184400" h="5782310">
                  <a:moveTo>
                    <a:pt x="1751076" y="2950464"/>
                  </a:moveTo>
                  <a:lnTo>
                    <a:pt x="1748028" y="2947416"/>
                  </a:lnTo>
                  <a:lnTo>
                    <a:pt x="1740408" y="2947416"/>
                  </a:lnTo>
                  <a:lnTo>
                    <a:pt x="1735836" y="2950464"/>
                  </a:lnTo>
                  <a:lnTo>
                    <a:pt x="1735836" y="2999232"/>
                  </a:lnTo>
                  <a:lnTo>
                    <a:pt x="1740408" y="3002280"/>
                  </a:lnTo>
                  <a:lnTo>
                    <a:pt x="1748028" y="3002280"/>
                  </a:lnTo>
                  <a:lnTo>
                    <a:pt x="1751076" y="2999232"/>
                  </a:lnTo>
                  <a:lnTo>
                    <a:pt x="1751076" y="2950464"/>
                  </a:lnTo>
                  <a:close/>
                </a:path>
                <a:path w="2184400" h="5782310">
                  <a:moveTo>
                    <a:pt x="1751076" y="2868168"/>
                  </a:moveTo>
                  <a:lnTo>
                    <a:pt x="1748028" y="2865120"/>
                  </a:lnTo>
                  <a:lnTo>
                    <a:pt x="1740408" y="2865120"/>
                  </a:lnTo>
                  <a:lnTo>
                    <a:pt x="1735836" y="2868168"/>
                  </a:lnTo>
                  <a:lnTo>
                    <a:pt x="1735836" y="2916936"/>
                  </a:lnTo>
                  <a:lnTo>
                    <a:pt x="1740408" y="2919984"/>
                  </a:lnTo>
                  <a:lnTo>
                    <a:pt x="1748028" y="2919984"/>
                  </a:lnTo>
                  <a:lnTo>
                    <a:pt x="1751076" y="2916936"/>
                  </a:lnTo>
                  <a:lnTo>
                    <a:pt x="1751076" y="2868168"/>
                  </a:lnTo>
                  <a:close/>
                </a:path>
                <a:path w="2184400" h="5782310">
                  <a:moveTo>
                    <a:pt x="1751076" y="2785872"/>
                  </a:moveTo>
                  <a:lnTo>
                    <a:pt x="1748028" y="2782824"/>
                  </a:lnTo>
                  <a:lnTo>
                    <a:pt x="1740408" y="2782824"/>
                  </a:lnTo>
                  <a:lnTo>
                    <a:pt x="1735836" y="2785872"/>
                  </a:lnTo>
                  <a:lnTo>
                    <a:pt x="1735836" y="2834640"/>
                  </a:lnTo>
                  <a:lnTo>
                    <a:pt x="1740408" y="2837688"/>
                  </a:lnTo>
                  <a:lnTo>
                    <a:pt x="1748028" y="2837688"/>
                  </a:lnTo>
                  <a:lnTo>
                    <a:pt x="1751076" y="2834640"/>
                  </a:lnTo>
                  <a:lnTo>
                    <a:pt x="1751076" y="2785872"/>
                  </a:lnTo>
                  <a:close/>
                </a:path>
                <a:path w="2184400" h="5782310">
                  <a:moveTo>
                    <a:pt x="1751076" y="2702052"/>
                  </a:moveTo>
                  <a:lnTo>
                    <a:pt x="1748028" y="2699004"/>
                  </a:lnTo>
                  <a:lnTo>
                    <a:pt x="1740408" y="2699004"/>
                  </a:lnTo>
                  <a:lnTo>
                    <a:pt x="1735836" y="2702052"/>
                  </a:lnTo>
                  <a:lnTo>
                    <a:pt x="1735836" y="2750820"/>
                  </a:lnTo>
                  <a:lnTo>
                    <a:pt x="1740408" y="2753868"/>
                  </a:lnTo>
                  <a:lnTo>
                    <a:pt x="1748028" y="2753868"/>
                  </a:lnTo>
                  <a:lnTo>
                    <a:pt x="1751076" y="2750820"/>
                  </a:lnTo>
                  <a:lnTo>
                    <a:pt x="1751076" y="2702052"/>
                  </a:lnTo>
                  <a:close/>
                </a:path>
                <a:path w="2184400" h="5782310">
                  <a:moveTo>
                    <a:pt x="1751076" y="2619756"/>
                  </a:moveTo>
                  <a:lnTo>
                    <a:pt x="1748028" y="2616708"/>
                  </a:lnTo>
                  <a:lnTo>
                    <a:pt x="1740408" y="2616708"/>
                  </a:lnTo>
                  <a:lnTo>
                    <a:pt x="1735836" y="2619756"/>
                  </a:lnTo>
                  <a:lnTo>
                    <a:pt x="1735836" y="2668524"/>
                  </a:lnTo>
                  <a:lnTo>
                    <a:pt x="1740408" y="2671572"/>
                  </a:lnTo>
                  <a:lnTo>
                    <a:pt x="1748028" y="2671572"/>
                  </a:lnTo>
                  <a:lnTo>
                    <a:pt x="1751076" y="2668524"/>
                  </a:lnTo>
                  <a:lnTo>
                    <a:pt x="1751076" y="2619756"/>
                  </a:lnTo>
                  <a:close/>
                </a:path>
                <a:path w="2184400" h="5782310">
                  <a:moveTo>
                    <a:pt x="1751076" y="2537460"/>
                  </a:moveTo>
                  <a:lnTo>
                    <a:pt x="1748028" y="2534412"/>
                  </a:lnTo>
                  <a:lnTo>
                    <a:pt x="1740408" y="2534412"/>
                  </a:lnTo>
                  <a:lnTo>
                    <a:pt x="1735836" y="2537460"/>
                  </a:lnTo>
                  <a:lnTo>
                    <a:pt x="1735836" y="2586228"/>
                  </a:lnTo>
                  <a:lnTo>
                    <a:pt x="1740408" y="2589276"/>
                  </a:lnTo>
                  <a:lnTo>
                    <a:pt x="1748028" y="2589276"/>
                  </a:lnTo>
                  <a:lnTo>
                    <a:pt x="1751076" y="2586228"/>
                  </a:lnTo>
                  <a:lnTo>
                    <a:pt x="1751076" y="2537460"/>
                  </a:lnTo>
                  <a:close/>
                </a:path>
                <a:path w="2184400" h="5782310">
                  <a:moveTo>
                    <a:pt x="1751076" y="2453640"/>
                  </a:moveTo>
                  <a:lnTo>
                    <a:pt x="1748028" y="2450592"/>
                  </a:lnTo>
                  <a:lnTo>
                    <a:pt x="1740408" y="2450592"/>
                  </a:lnTo>
                  <a:lnTo>
                    <a:pt x="1735836" y="2453640"/>
                  </a:lnTo>
                  <a:lnTo>
                    <a:pt x="1735836" y="2503932"/>
                  </a:lnTo>
                  <a:lnTo>
                    <a:pt x="1740408" y="2506980"/>
                  </a:lnTo>
                  <a:lnTo>
                    <a:pt x="1748028" y="2506980"/>
                  </a:lnTo>
                  <a:lnTo>
                    <a:pt x="1751076" y="2503932"/>
                  </a:lnTo>
                  <a:lnTo>
                    <a:pt x="1751076" y="2453640"/>
                  </a:lnTo>
                  <a:close/>
                </a:path>
                <a:path w="2184400" h="5782310">
                  <a:moveTo>
                    <a:pt x="1751076" y="2371344"/>
                  </a:moveTo>
                  <a:lnTo>
                    <a:pt x="1748028" y="2368296"/>
                  </a:lnTo>
                  <a:lnTo>
                    <a:pt x="1740408" y="2368296"/>
                  </a:lnTo>
                  <a:lnTo>
                    <a:pt x="1735836" y="2371344"/>
                  </a:lnTo>
                  <a:lnTo>
                    <a:pt x="1735836" y="2420112"/>
                  </a:lnTo>
                  <a:lnTo>
                    <a:pt x="1740408" y="2423160"/>
                  </a:lnTo>
                  <a:lnTo>
                    <a:pt x="1748028" y="2423160"/>
                  </a:lnTo>
                  <a:lnTo>
                    <a:pt x="1751076" y="2420112"/>
                  </a:lnTo>
                  <a:lnTo>
                    <a:pt x="1751076" y="2371344"/>
                  </a:lnTo>
                  <a:close/>
                </a:path>
                <a:path w="2184400" h="5782310">
                  <a:moveTo>
                    <a:pt x="1751076" y="2289048"/>
                  </a:moveTo>
                  <a:lnTo>
                    <a:pt x="1748028" y="2286000"/>
                  </a:lnTo>
                  <a:lnTo>
                    <a:pt x="1740408" y="2286000"/>
                  </a:lnTo>
                  <a:lnTo>
                    <a:pt x="1735836" y="2289048"/>
                  </a:lnTo>
                  <a:lnTo>
                    <a:pt x="1735836" y="2337816"/>
                  </a:lnTo>
                  <a:lnTo>
                    <a:pt x="1740408" y="2340864"/>
                  </a:lnTo>
                  <a:lnTo>
                    <a:pt x="1748028" y="2340864"/>
                  </a:lnTo>
                  <a:lnTo>
                    <a:pt x="1751076" y="2337816"/>
                  </a:lnTo>
                  <a:lnTo>
                    <a:pt x="1751076" y="2289048"/>
                  </a:lnTo>
                  <a:close/>
                </a:path>
                <a:path w="2184400" h="5782310">
                  <a:moveTo>
                    <a:pt x="1751076" y="2206752"/>
                  </a:moveTo>
                  <a:lnTo>
                    <a:pt x="1748028" y="2203704"/>
                  </a:lnTo>
                  <a:lnTo>
                    <a:pt x="1740408" y="2203704"/>
                  </a:lnTo>
                  <a:lnTo>
                    <a:pt x="1735836" y="2206752"/>
                  </a:lnTo>
                  <a:lnTo>
                    <a:pt x="1735836" y="2255520"/>
                  </a:lnTo>
                  <a:lnTo>
                    <a:pt x="1740408" y="2258568"/>
                  </a:lnTo>
                  <a:lnTo>
                    <a:pt x="1748028" y="2258568"/>
                  </a:lnTo>
                  <a:lnTo>
                    <a:pt x="1751076" y="2255520"/>
                  </a:lnTo>
                  <a:lnTo>
                    <a:pt x="1751076" y="2206752"/>
                  </a:lnTo>
                  <a:close/>
                </a:path>
                <a:path w="2184400" h="5782310">
                  <a:moveTo>
                    <a:pt x="1751076" y="2122932"/>
                  </a:moveTo>
                  <a:lnTo>
                    <a:pt x="1748028" y="2119884"/>
                  </a:lnTo>
                  <a:lnTo>
                    <a:pt x="1740408" y="2119884"/>
                  </a:lnTo>
                  <a:lnTo>
                    <a:pt x="1735836" y="2122932"/>
                  </a:lnTo>
                  <a:lnTo>
                    <a:pt x="1735836" y="2171700"/>
                  </a:lnTo>
                  <a:lnTo>
                    <a:pt x="1740408" y="2174748"/>
                  </a:lnTo>
                  <a:lnTo>
                    <a:pt x="1748028" y="2174748"/>
                  </a:lnTo>
                  <a:lnTo>
                    <a:pt x="1751076" y="2171700"/>
                  </a:lnTo>
                  <a:lnTo>
                    <a:pt x="1751076" y="2122932"/>
                  </a:lnTo>
                  <a:close/>
                </a:path>
                <a:path w="2184400" h="5782310">
                  <a:moveTo>
                    <a:pt x="1751076" y="2040636"/>
                  </a:moveTo>
                  <a:lnTo>
                    <a:pt x="1748028" y="2037588"/>
                  </a:lnTo>
                  <a:lnTo>
                    <a:pt x="1740408" y="2037588"/>
                  </a:lnTo>
                  <a:lnTo>
                    <a:pt x="1735836" y="2040636"/>
                  </a:lnTo>
                  <a:lnTo>
                    <a:pt x="1735836" y="2089404"/>
                  </a:lnTo>
                  <a:lnTo>
                    <a:pt x="1740408" y="2092452"/>
                  </a:lnTo>
                  <a:lnTo>
                    <a:pt x="1748028" y="2092452"/>
                  </a:lnTo>
                  <a:lnTo>
                    <a:pt x="1751076" y="2089404"/>
                  </a:lnTo>
                  <a:lnTo>
                    <a:pt x="1751076" y="2040636"/>
                  </a:lnTo>
                  <a:close/>
                </a:path>
                <a:path w="2184400" h="5782310">
                  <a:moveTo>
                    <a:pt x="1751076" y="1958340"/>
                  </a:moveTo>
                  <a:lnTo>
                    <a:pt x="1748028" y="1955292"/>
                  </a:lnTo>
                  <a:lnTo>
                    <a:pt x="1740408" y="1955292"/>
                  </a:lnTo>
                  <a:lnTo>
                    <a:pt x="1735836" y="1958340"/>
                  </a:lnTo>
                  <a:lnTo>
                    <a:pt x="1735836" y="2007108"/>
                  </a:lnTo>
                  <a:lnTo>
                    <a:pt x="1740408" y="2010156"/>
                  </a:lnTo>
                  <a:lnTo>
                    <a:pt x="1748028" y="2010156"/>
                  </a:lnTo>
                  <a:lnTo>
                    <a:pt x="1751076" y="2007108"/>
                  </a:lnTo>
                  <a:lnTo>
                    <a:pt x="1751076" y="1958340"/>
                  </a:lnTo>
                  <a:close/>
                </a:path>
                <a:path w="2184400" h="5782310">
                  <a:moveTo>
                    <a:pt x="1751076" y="1874520"/>
                  </a:moveTo>
                  <a:lnTo>
                    <a:pt x="1748028" y="1871472"/>
                  </a:lnTo>
                  <a:lnTo>
                    <a:pt x="1740408" y="1871472"/>
                  </a:lnTo>
                  <a:lnTo>
                    <a:pt x="1735836" y="1874520"/>
                  </a:lnTo>
                  <a:lnTo>
                    <a:pt x="1735836" y="1924812"/>
                  </a:lnTo>
                  <a:lnTo>
                    <a:pt x="1740408" y="1927860"/>
                  </a:lnTo>
                  <a:lnTo>
                    <a:pt x="1748028" y="1927860"/>
                  </a:lnTo>
                  <a:lnTo>
                    <a:pt x="1751076" y="1924812"/>
                  </a:lnTo>
                  <a:lnTo>
                    <a:pt x="1751076" y="1874520"/>
                  </a:lnTo>
                  <a:close/>
                </a:path>
                <a:path w="2184400" h="5782310">
                  <a:moveTo>
                    <a:pt x="1751076" y="1792224"/>
                  </a:moveTo>
                  <a:lnTo>
                    <a:pt x="1748028" y="1789176"/>
                  </a:lnTo>
                  <a:lnTo>
                    <a:pt x="1740408" y="1789176"/>
                  </a:lnTo>
                  <a:lnTo>
                    <a:pt x="1735836" y="1792224"/>
                  </a:lnTo>
                  <a:lnTo>
                    <a:pt x="1735836" y="1840992"/>
                  </a:lnTo>
                  <a:lnTo>
                    <a:pt x="1740408" y="1844040"/>
                  </a:lnTo>
                  <a:lnTo>
                    <a:pt x="1748028" y="1844040"/>
                  </a:lnTo>
                  <a:lnTo>
                    <a:pt x="1751076" y="1840992"/>
                  </a:lnTo>
                  <a:lnTo>
                    <a:pt x="1751076" y="1792224"/>
                  </a:lnTo>
                  <a:close/>
                </a:path>
                <a:path w="2184400" h="5782310">
                  <a:moveTo>
                    <a:pt x="1751076" y="1709928"/>
                  </a:moveTo>
                  <a:lnTo>
                    <a:pt x="1748028" y="1706880"/>
                  </a:lnTo>
                  <a:lnTo>
                    <a:pt x="1740408" y="1706880"/>
                  </a:lnTo>
                  <a:lnTo>
                    <a:pt x="1735836" y="1709928"/>
                  </a:lnTo>
                  <a:lnTo>
                    <a:pt x="1735836" y="1758696"/>
                  </a:lnTo>
                  <a:lnTo>
                    <a:pt x="1740408" y="1761744"/>
                  </a:lnTo>
                  <a:lnTo>
                    <a:pt x="1748028" y="1761744"/>
                  </a:lnTo>
                  <a:lnTo>
                    <a:pt x="1751076" y="1758696"/>
                  </a:lnTo>
                  <a:lnTo>
                    <a:pt x="1751076" y="1709928"/>
                  </a:lnTo>
                  <a:close/>
                </a:path>
                <a:path w="2184400" h="5782310">
                  <a:moveTo>
                    <a:pt x="1751076" y="1627632"/>
                  </a:moveTo>
                  <a:lnTo>
                    <a:pt x="1748028" y="1624584"/>
                  </a:lnTo>
                  <a:lnTo>
                    <a:pt x="1740408" y="1624584"/>
                  </a:lnTo>
                  <a:lnTo>
                    <a:pt x="1735836" y="1627632"/>
                  </a:lnTo>
                  <a:lnTo>
                    <a:pt x="1735836" y="1676400"/>
                  </a:lnTo>
                  <a:lnTo>
                    <a:pt x="1740408" y="1679448"/>
                  </a:lnTo>
                  <a:lnTo>
                    <a:pt x="1748028" y="1679448"/>
                  </a:lnTo>
                  <a:lnTo>
                    <a:pt x="1751076" y="1676400"/>
                  </a:lnTo>
                  <a:lnTo>
                    <a:pt x="1751076" y="1627632"/>
                  </a:lnTo>
                  <a:close/>
                </a:path>
                <a:path w="2184400" h="5782310">
                  <a:moveTo>
                    <a:pt x="1751076" y="1543812"/>
                  </a:moveTo>
                  <a:lnTo>
                    <a:pt x="1748028" y="1540764"/>
                  </a:lnTo>
                  <a:lnTo>
                    <a:pt x="1740408" y="1540764"/>
                  </a:lnTo>
                  <a:lnTo>
                    <a:pt x="1735836" y="1543812"/>
                  </a:lnTo>
                  <a:lnTo>
                    <a:pt x="1735836" y="1592580"/>
                  </a:lnTo>
                  <a:lnTo>
                    <a:pt x="1740408" y="1595628"/>
                  </a:lnTo>
                  <a:lnTo>
                    <a:pt x="1748028" y="1595628"/>
                  </a:lnTo>
                  <a:lnTo>
                    <a:pt x="1751076" y="1592580"/>
                  </a:lnTo>
                  <a:lnTo>
                    <a:pt x="1751076" y="1543812"/>
                  </a:lnTo>
                  <a:close/>
                </a:path>
                <a:path w="2184400" h="5782310">
                  <a:moveTo>
                    <a:pt x="1751076" y="1461516"/>
                  </a:moveTo>
                  <a:lnTo>
                    <a:pt x="1748028" y="1458468"/>
                  </a:lnTo>
                  <a:lnTo>
                    <a:pt x="1740408" y="1458468"/>
                  </a:lnTo>
                  <a:lnTo>
                    <a:pt x="1735836" y="1461516"/>
                  </a:lnTo>
                  <a:lnTo>
                    <a:pt x="1735836" y="1510284"/>
                  </a:lnTo>
                  <a:lnTo>
                    <a:pt x="1740408" y="1513332"/>
                  </a:lnTo>
                  <a:lnTo>
                    <a:pt x="1748028" y="1513332"/>
                  </a:lnTo>
                  <a:lnTo>
                    <a:pt x="1751076" y="1510284"/>
                  </a:lnTo>
                  <a:lnTo>
                    <a:pt x="1751076" y="1461516"/>
                  </a:lnTo>
                  <a:close/>
                </a:path>
                <a:path w="2184400" h="5782310">
                  <a:moveTo>
                    <a:pt x="1751076" y="1379220"/>
                  </a:moveTo>
                  <a:lnTo>
                    <a:pt x="1748028" y="1376172"/>
                  </a:lnTo>
                  <a:lnTo>
                    <a:pt x="1740408" y="1376172"/>
                  </a:lnTo>
                  <a:lnTo>
                    <a:pt x="1735836" y="1379220"/>
                  </a:lnTo>
                  <a:lnTo>
                    <a:pt x="1735836" y="1427988"/>
                  </a:lnTo>
                  <a:lnTo>
                    <a:pt x="1740408" y="1431036"/>
                  </a:lnTo>
                  <a:lnTo>
                    <a:pt x="1748028" y="1431036"/>
                  </a:lnTo>
                  <a:lnTo>
                    <a:pt x="1751076" y="1427988"/>
                  </a:lnTo>
                  <a:lnTo>
                    <a:pt x="1751076" y="1379220"/>
                  </a:lnTo>
                  <a:close/>
                </a:path>
                <a:path w="2184400" h="5782310">
                  <a:moveTo>
                    <a:pt x="1751076" y="1295400"/>
                  </a:moveTo>
                  <a:lnTo>
                    <a:pt x="1748028" y="1292352"/>
                  </a:lnTo>
                  <a:lnTo>
                    <a:pt x="1740408" y="1292352"/>
                  </a:lnTo>
                  <a:lnTo>
                    <a:pt x="1735836" y="1295400"/>
                  </a:lnTo>
                  <a:lnTo>
                    <a:pt x="1735836" y="1345692"/>
                  </a:lnTo>
                  <a:lnTo>
                    <a:pt x="1740408" y="1348740"/>
                  </a:lnTo>
                  <a:lnTo>
                    <a:pt x="1748028" y="1348740"/>
                  </a:lnTo>
                  <a:lnTo>
                    <a:pt x="1751076" y="1345692"/>
                  </a:lnTo>
                  <a:lnTo>
                    <a:pt x="1751076" y="1295400"/>
                  </a:lnTo>
                  <a:close/>
                </a:path>
                <a:path w="2184400" h="5782310">
                  <a:moveTo>
                    <a:pt x="1751076" y="1213104"/>
                  </a:moveTo>
                  <a:lnTo>
                    <a:pt x="1748028" y="1210056"/>
                  </a:lnTo>
                  <a:lnTo>
                    <a:pt x="1740408" y="1210056"/>
                  </a:lnTo>
                  <a:lnTo>
                    <a:pt x="1735836" y="1213104"/>
                  </a:lnTo>
                  <a:lnTo>
                    <a:pt x="1735836" y="1261872"/>
                  </a:lnTo>
                  <a:lnTo>
                    <a:pt x="1740408" y="1264920"/>
                  </a:lnTo>
                  <a:lnTo>
                    <a:pt x="1748028" y="1264920"/>
                  </a:lnTo>
                  <a:lnTo>
                    <a:pt x="1751076" y="1261872"/>
                  </a:lnTo>
                  <a:lnTo>
                    <a:pt x="1751076" y="1213104"/>
                  </a:lnTo>
                  <a:close/>
                </a:path>
                <a:path w="2184400" h="5782310">
                  <a:moveTo>
                    <a:pt x="1751076" y="1130808"/>
                  </a:moveTo>
                  <a:lnTo>
                    <a:pt x="1748028" y="1127760"/>
                  </a:lnTo>
                  <a:lnTo>
                    <a:pt x="1740408" y="1127760"/>
                  </a:lnTo>
                  <a:lnTo>
                    <a:pt x="1735836" y="1130808"/>
                  </a:lnTo>
                  <a:lnTo>
                    <a:pt x="1735836" y="1179576"/>
                  </a:lnTo>
                  <a:lnTo>
                    <a:pt x="1740408" y="1182624"/>
                  </a:lnTo>
                  <a:lnTo>
                    <a:pt x="1748028" y="1182624"/>
                  </a:lnTo>
                  <a:lnTo>
                    <a:pt x="1751076" y="1179576"/>
                  </a:lnTo>
                  <a:lnTo>
                    <a:pt x="1751076" y="1130808"/>
                  </a:lnTo>
                  <a:close/>
                </a:path>
                <a:path w="2184400" h="5782310">
                  <a:moveTo>
                    <a:pt x="1751076" y="1048512"/>
                  </a:moveTo>
                  <a:lnTo>
                    <a:pt x="1748028" y="1045464"/>
                  </a:lnTo>
                  <a:lnTo>
                    <a:pt x="1740408" y="1045464"/>
                  </a:lnTo>
                  <a:lnTo>
                    <a:pt x="1735836" y="1048512"/>
                  </a:lnTo>
                  <a:lnTo>
                    <a:pt x="1735836" y="1097280"/>
                  </a:lnTo>
                  <a:lnTo>
                    <a:pt x="1740408" y="1100328"/>
                  </a:lnTo>
                  <a:lnTo>
                    <a:pt x="1748028" y="1100328"/>
                  </a:lnTo>
                  <a:lnTo>
                    <a:pt x="1751076" y="1097280"/>
                  </a:lnTo>
                  <a:lnTo>
                    <a:pt x="1751076" y="1048512"/>
                  </a:lnTo>
                  <a:close/>
                </a:path>
                <a:path w="2184400" h="5782310">
                  <a:moveTo>
                    <a:pt x="1751076" y="964692"/>
                  </a:moveTo>
                  <a:lnTo>
                    <a:pt x="1748028" y="961644"/>
                  </a:lnTo>
                  <a:lnTo>
                    <a:pt x="1740408" y="961644"/>
                  </a:lnTo>
                  <a:lnTo>
                    <a:pt x="1735836" y="964692"/>
                  </a:lnTo>
                  <a:lnTo>
                    <a:pt x="1735836" y="1013460"/>
                  </a:lnTo>
                  <a:lnTo>
                    <a:pt x="1740408" y="1016508"/>
                  </a:lnTo>
                  <a:lnTo>
                    <a:pt x="1748028" y="1016508"/>
                  </a:lnTo>
                  <a:lnTo>
                    <a:pt x="1751076" y="1013460"/>
                  </a:lnTo>
                  <a:lnTo>
                    <a:pt x="1751076" y="964692"/>
                  </a:lnTo>
                  <a:close/>
                </a:path>
                <a:path w="2184400" h="5782310">
                  <a:moveTo>
                    <a:pt x="1751076" y="882396"/>
                  </a:moveTo>
                  <a:lnTo>
                    <a:pt x="1748028" y="879348"/>
                  </a:lnTo>
                  <a:lnTo>
                    <a:pt x="1740408" y="879348"/>
                  </a:lnTo>
                  <a:lnTo>
                    <a:pt x="1735836" y="882396"/>
                  </a:lnTo>
                  <a:lnTo>
                    <a:pt x="1735836" y="931164"/>
                  </a:lnTo>
                  <a:lnTo>
                    <a:pt x="1740408" y="934212"/>
                  </a:lnTo>
                  <a:lnTo>
                    <a:pt x="1748028" y="934212"/>
                  </a:lnTo>
                  <a:lnTo>
                    <a:pt x="1751076" y="931164"/>
                  </a:lnTo>
                  <a:lnTo>
                    <a:pt x="1751076" y="882396"/>
                  </a:lnTo>
                  <a:close/>
                </a:path>
                <a:path w="2184400" h="5782310">
                  <a:moveTo>
                    <a:pt x="1751076" y="800100"/>
                  </a:moveTo>
                  <a:lnTo>
                    <a:pt x="1748028" y="797052"/>
                  </a:lnTo>
                  <a:lnTo>
                    <a:pt x="1740408" y="797052"/>
                  </a:lnTo>
                  <a:lnTo>
                    <a:pt x="1735836" y="800100"/>
                  </a:lnTo>
                  <a:lnTo>
                    <a:pt x="1735836" y="848868"/>
                  </a:lnTo>
                  <a:lnTo>
                    <a:pt x="1740408" y="851916"/>
                  </a:lnTo>
                  <a:lnTo>
                    <a:pt x="1748028" y="851916"/>
                  </a:lnTo>
                  <a:lnTo>
                    <a:pt x="1751076" y="848868"/>
                  </a:lnTo>
                  <a:lnTo>
                    <a:pt x="1751076" y="800100"/>
                  </a:lnTo>
                  <a:close/>
                </a:path>
                <a:path w="2184400" h="5782310">
                  <a:moveTo>
                    <a:pt x="1751076" y="716280"/>
                  </a:moveTo>
                  <a:lnTo>
                    <a:pt x="1748028" y="713232"/>
                  </a:lnTo>
                  <a:lnTo>
                    <a:pt x="1740408" y="713232"/>
                  </a:lnTo>
                  <a:lnTo>
                    <a:pt x="1735836" y="716280"/>
                  </a:lnTo>
                  <a:lnTo>
                    <a:pt x="1735836" y="766572"/>
                  </a:lnTo>
                  <a:lnTo>
                    <a:pt x="1740408" y="769620"/>
                  </a:lnTo>
                  <a:lnTo>
                    <a:pt x="1748028" y="769620"/>
                  </a:lnTo>
                  <a:lnTo>
                    <a:pt x="1751076" y="766572"/>
                  </a:lnTo>
                  <a:lnTo>
                    <a:pt x="1751076" y="716280"/>
                  </a:lnTo>
                  <a:close/>
                </a:path>
                <a:path w="2184400" h="5782310">
                  <a:moveTo>
                    <a:pt x="1751076" y="633984"/>
                  </a:moveTo>
                  <a:lnTo>
                    <a:pt x="1748028" y="630936"/>
                  </a:lnTo>
                  <a:lnTo>
                    <a:pt x="1740408" y="630936"/>
                  </a:lnTo>
                  <a:lnTo>
                    <a:pt x="1735836" y="633984"/>
                  </a:lnTo>
                  <a:lnTo>
                    <a:pt x="1735836" y="682752"/>
                  </a:lnTo>
                  <a:lnTo>
                    <a:pt x="1740408" y="685800"/>
                  </a:lnTo>
                  <a:lnTo>
                    <a:pt x="1748028" y="685800"/>
                  </a:lnTo>
                  <a:lnTo>
                    <a:pt x="1751076" y="682752"/>
                  </a:lnTo>
                  <a:lnTo>
                    <a:pt x="1751076" y="633984"/>
                  </a:lnTo>
                  <a:close/>
                </a:path>
                <a:path w="2184400" h="5782310">
                  <a:moveTo>
                    <a:pt x="1751076" y="551688"/>
                  </a:moveTo>
                  <a:lnTo>
                    <a:pt x="1748028" y="548640"/>
                  </a:lnTo>
                  <a:lnTo>
                    <a:pt x="1740408" y="548640"/>
                  </a:lnTo>
                  <a:lnTo>
                    <a:pt x="1735836" y="551688"/>
                  </a:lnTo>
                  <a:lnTo>
                    <a:pt x="1735836" y="600456"/>
                  </a:lnTo>
                  <a:lnTo>
                    <a:pt x="1740408" y="603504"/>
                  </a:lnTo>
                  <a:lnTo>
                    <a:pt x="1748028" y="603504"/>
                  </a:lnTo>
                  <a:lnTo>
                    <a:pt x="1751076" y="600456"/>
                  </a:lnTo>
                  <a:lnTo>
                    <a:pt x="1751076" y="551688"/>
                  </a:lnTo>
                  <a:close/>
                </a:path>
                <a:path w="2184400" h="5782310">
                  <a:moveTo>
                    <a:pt x="1751076" y="469392"/>
                  </a:moveTo>
                  <a:lnTo>
                    <a:pt x="1748028" y="466344"/>
                  </a:lnTo>
                  <a:lnTo>
                    <a:pt x="1740408" y="466344"/>
                  </a:lnTo>
                  <a:lnTo>
                    <a:pt x="1735836" y="469392"/>
                  </a:lnTo>
                  <a:lnTo>
                    <a:pt x="1735836" y="518160"/>
                  </a:lnTo>
                  <a:lnTo>
                    <a:pt x="1740408" y="521208"/>
                  </a:lnTo>
                  <a:lnTo>
                    <a:pt x="1748028" y="521208"/>
                  </a:lnTo>
                  <a:lnTo>
                    <a:pt x="1751076" y="518160"/>
                  </a:lnTo>
                  <a:lnTo>
                    <a:pt x="1751076" y="469392"/>
                  </a:lnTo>
                  <a:close/>
                </a:path>
                <a:path w="2184400" h="5782310">
                  <a:moveTo>
                    <a:pt x="1751076" y="385572"/>
                  </a:moveTo>
                  <a:lnTo>
                    <a:pt x="1748028" y="382524"/>
                  </a:lnTo>
                  <a:lnTo>
                    <a:pt x="1740408" y="382524"/>
                  </a:lnTo>
                  <a:lnTo>
                    <a:pt x="1735836" y="385572"/>
                  </a:lnTo>
                  <a:lnTo>
                    <a:pt x="1735836" y="434340"/>
                  </a:lnTo>
                  <a:lnTo>
                    <a:pt x="1740408" y="437388"/>
                  </a:lnTo>
                  <a:lnTo>
                    <a:pt x="1748028" y="437388"/>
                  </a:lnTo>
                  <a:lnTo>
                    <a:pt x="1751076" y="434340"/>
                  </a:lnTo>
                  <a:lnTo>
                    <a:pt x="1751076" y="385572"/>
                  </a:lnTo>
                  <a:close/>
                </a:path>
                <a:path w="2184400" h="5782310">
                  <a:moveTo>
                    <a:pt x="1751076" y="303276"/>
                  </a:moveTo>
                  <a:lnTo>
                    <a:pt x="1748028" y="300228"/>
                  </a:lnTo>
                  <a:lnTo>
                    <a:pt x="1740408" y="300228"/>
                  </a:lnTo>
                  <a:lnTo>
                    <a:pt x="1735836" y="303276"/>
                  </a:lnTo>
                  <a:lnTo>
                    <a:pt x="1735836" y="352044"/>
                  </a:lnTo>
                  <a:lnTo>
                    <a:pt x="1740408" y="355092"/>
                  </a:lnTo>
                  <a:lnTo>
                    <a:pt x="1748028" y="355092"/>
                  </a:lnTo>
                  <a:lnTo>
                    <a:pt x="1751076" y="352044"/>
                  </a:lnTo>
                  <a:lnTo>
                    <a:pt x="1751076" y="303276"/>
                  </a:lnTo>
                  <a:close/>
                </a:path>
                <a:path w="2184400" h="5782310">
                  <a:moveTo>
                    <a:pt x="1751076" y="220980"/>
                  </a:moveTo>
                  <a:lnTo>
                    <a:pt x="1748028" y="217932"/>
                  </a:lnTo>
                  <a:lnTo>
                    <a:pt x="1740408" y="217932"/>
                  </a:lnTo>
                  <a:lnTo>
                    <a:pt x="1735836" y="220980"/>
                  </a:lnTo>
                  <a:lnTo>
                    <a:pt x="1735836" y="269748"/>
                  </a:lnTo>
                  <a:lnTo>
                    <a:pt x="1740408" y="272796"/>
                  </a:lnTo>
                  <a:lnTo>
                    <a:pt x="1748028" y="272796"/>
                  </a:lnTo>
                  <a:lnTo>
                    <a:pt x="1751076" y="269748"/>
                  </a:lnTo>
                  <a:lnTo>
                    <a:pt x="1751076" y="220980"/>
                  </a:lnTo>
                  <a:close/>
                </a:path>
                <a:path w="2184400" h="5782310">
                  <a:moveTo>
                    <a:pt x="1751076" y="137160"/>
                  </a:moveTo>
                  <a:lnTo>
                    <a:pt x="1748028" y="134112"/>
                  </a:lnTo>
                  <a:lnTo>
                    <a:pt x="1740408" y="134112"/>
                  </a:lnTo>
                  <a:lnTo>
                    <a:pt x="1735836" y="137160"/>
                  </a:lnTo>
                  <a:lnTo>
                    <a:pt x="1735836" y="187452"/>
                  </a:lnTo>
                  <a:lnTo>
                    <a:pt x="1740408" y="190500"/>
                  </a:lnTo>
                  <a:lnTo>
                    <a:pt x="1748028" y="190500"/>
                  </a:lnTo>
                  <a:lnTo>
                    <a:pt x="1751076" y="187452"/>
                  </a:lnTo>
                  <a:lnTo>
                    <a:pt x="1751076" y="137160"/>
                  </a:lnTo>
                  <a:close/>
                </a:path>
                <a:path w="2184400" h="5782310">
                  <a:moveTo>
                    <a:pt x="1967484" y="5266944"/>
                  </a:moveTo>
                  <a:lnTo>
                    <a:pt x="1964436" y="5263896"/>
                  </a:lnTo>
                  <a:lnTo>
                    <a:pt x="1956816" y="5263896"/>
                  </a:lnTo>
                  <a:lnTo>
                    <a:pt x="1953768" y="5266944"/>
                  </a:lnTo>
                  <a:lnTo>
                    <a:pt x="1953768" y="5291328"/>
                  </a:lnTo>
                  <a:lnTo>
                    <a:pt x="1956816" y="5294376"/>
                  </a:lnTo>
                  <a:lnTo>
                    <a:pt x="1964436" y="5294376"/>
                  </a:lnTo>
                  <a:lnTo>
                    <a:pt x="1967484" y="5291328"/>
                  </a:lnTo>
                  <a:lnTo>
                    <a:pt x="1967484" y="5266944"/>
                  </a:lnTo>
                  <a:close/>
                </a:path>
                <a:path w="2184400" h="5782310">
                  <a:moveTo>
                    <a:pt x="1967484" y="5184648"/>
                  </a:moveTo>
                  <a:lnTo>
                    <a:pt x="1964436" y="5181600"/>
                  </a:lnTo>
                  <a:lnTo>
                    <a:pt x="1956816" y="5181600"/>
                  </a:lnTo>
                  <a:lnTo>
                    <a:pt x="1953768" y="5184648"/>
                  </a:lnTo>
                  <a:lnTo>
                    <a:pt x="1953768" y="5233416"/>
                  </a:lnTo>
                  <a:lnTo>
                    <a:pt x="1956816" y="5236464"/>
                  </a:lnTo>
                  <a:lnTo>
                    <a:pt x="1964436" y="5236464"/>
                  </a:lnTo>
                  <a:lnTo>
                    <a:pt x="1967484" y="5233416"/>
                  </a:lnTo>
                  <a:lnTo>
                    <a:pt x="1967484" y="5184648"/>
                  </a:lnTo>
                  <a:close/>
                </a:path>
                <a:path w="2184400" h="5782310">
                  <a:moveTo>
                    <a:pt x="1967484" y="5102352"/>
                  </a:moveTo>
                  <a:lnTo>
                    <a:pt x="1964436" y="5099304"/>
                  </a:lnTo>
                  <a:lnTo>
                    <a:pt x="1956816" y="5099304"/>
                  </a:lnTo>
                  <a:lnTo>
                    <a:pt x="1953768" y="5102352"/>
                  </a:lnTo>
                  <a:lnTo>
                    <a:pt x="1953768" y="5151120"/>
                  </a:lnTo>
                  <a:lnTo>
                    <a:pt x="1956816" y="5154168"/>
                  </a:lnTo>
                  <a:lnTo>
                    <a:pt x="1964436" y="5154168"/>
                  </a:lnTo>
                  <a:lnTo>
                    <a:pt x="1967484" y="5151120"/>
                  </a:lnTo>
                  <a:lnTo>
                    <a:pt x="1967484" y="5102352"/>
                  </a:lnTo>
                  <a:close/>
                </a:path>
                <a:path w="2184400" h="5782310">
                  <a:moveTo>
                    <a:pt x="1967484" y="5018532"/>
                  </a:moveTo>
                  <a:lnTo>
                    <a:pt x="1964436" y="5015484"/>
                  </a:lnTo>
                  <a:lnTo>
                    <a:pt x="1956816" y="5015484"/>
                  </a:lnTo>
                  <a:lnTo>
                    <a:pt x="1953768" y="5018532"/>
                  </a:lnTo>
                  <a:lnTo>
                    <a:pt x="1953768" y="5067300"/>
                  </a:lnTo>
                  <a:lnTo>
                    <a:pt x="1956816" y="5070348"/>
                  </a:lnTo>
                  <a:lnTo>
                    <a:pt x="1964436" y="5070348"/>
                  </a:lnTo>
                  <a:lnTo>
                    <a:pt x="1967484" y="5067300"/>
                  </a:lnTo>
                  <a:lnTo>
                    <a:pt x="1967484" y="5018532"/>
                  </a:lnTo>
                  <a:close/>
                </a:path>
                <a:path w="2184400" h="5782310">
                  <a:moveTo>
                    <a:pt x="1967484" y="4936236"/>
                  </a:moveTo>
                  <a:lnTo>
                    <a:pt x="1964436" y="4933188"/>
                  </a:lnTo>
                  <a:lnTo>
                    <a:pt x="1956816" y="4933188"/>
                  </a:lnTo>
                  <a:lnTo>
                    <a:pt x="1953768" y="4936236"/>
                  </a:lnTo>
                  <a:lnTo>
                    <a:pt x="1953768" y="4985004"/>
                  </a:lnTo>
                  <a:lnTo>
                    <a:pt x="1956816" y="4988052"/>
                  </a:lnTo>
                  <a:lnTo>
                    <a:pt x="1964436" y="4988052"/>
                  </a:lnTo>
                  <a:lnTo>
                    <a:pt x="1967484" y="4985004"/>
                  </a:lnTo>
                  <a:lnTo>
                    <a:pt x="1967484" y="4936236"/>
                  </a:lnTo>
                  <a:close/>
                </a:path>
                <a:path w="2184400" h="5782310">
                  <a:moveTo>
                    <a:pt x="1967484" y="4853940"/>
                  </a:moveTo>
                  <a:lnTo>
                    <a:pt x="1964436" y="4850892"/>
                  </a:lnTo>
                  <a:lnTo>
                    <a:pt x="1956816" y="4850892"/>
                  </a:lnTo>
                  <a:lnTo>
                    <a:pt x="1953768" y="4853940"/>
                  </a:lnTo>
                  <a:lnTo>
                    <a:pt x="1953768" y="4902708"/>
                  </a:lnTo>
                  <a:lnTo>
                    <a:pt x="1956816" y="4905756"/>
                  </a:lnTo>
                  <a:lnTo>
                    <a:pt x="1964436" y="4905756"/>
                  </a:lnTo>
                  <a:lnTo>
                    <a:pt x="1967484" y="4902708"/>
                  </a:lnTo>
                  <a:lnTo>
                    <a:pt x="1967484" y="4853940"/>
                  </a:lnTo>
                  <a:close/>
                </a:path>
                <a:path w="2184400" h="5782310">
                  <a:moveTo>
                    <a:pt x="1967484" y="4770120"/>
                  </a:moveTo>
                  <a:lnTo>
                    <a:pt x="1964436" y="4767072"/>
                  </a:lnTo>
                  <a:lnTo>
                    <a:pt x="1956816" y="4767072"/>
                  </a:lnTo>
                  <a:lnTo>
                    <a:pt x="1953768" y="4770120"/>
                  </a:lnTo>
                  <a:lnTo>
                    <a:pt x="1953768" y="4820412"/>
                  </a:lnTo>
                  <a:lnTo>
                    <a:pt x="1956816" y="4823460"/>
                  </a:lnTo>
                  <a:lnTo>
                    <a:pt x="1964436" y="4823460"/>
                  </a:lnTo>
                  <a:lnTo>
                    <a:pt x="1967484" y="4820412"/>
                  </a:lnTo>
                  <a:lnTo>
                    <a:pt x="1967484" y="4770120"/>
                  </a:lnTo>
                  <a:close/>
                </a:path>
                <a:path w="2184400" h="5782310">
                  <a:moveTo>
                    <a:pt x="1967484" y="4687824"/>
                  </a:moveTo>
                  <a:lnTo>
                    <a:pt x="1964436" y="4684776"/>
                  </a:lnTo>
                  <a:lnTo>
                    <a:pt x="1956816" y="4684776"/>
                  </a:lnTo>
                  <a:lnTo>
                    <a:pt x="1953768" y="4687824"/>
                  </a:lnTo>
                  <a:lnTo>
                    <a:pt x="1953768" y="4736592"/>
                  </a:lnTo>
                  <a:lnTo>
                    <a:pt x="1956816" y="4739640"/>
                  </a:lnTo>
                  <a:lnTo>
                    <a:pt x="1964436" y="4739640"/>
                  </a:lnTo>
                  <a:lnTo>
                    <a:pt x="1967484" y="4736592"/>
                  </a:lnTo>
                  <a:lnTo>
                    <a:pt x="1967484" y="4687824"/>
                  </a:lnTo>
                  <a:close/>
                </a:path>
                <a:path w="2184400" h="5782310">
                  <a:moveTo>
                    <a:pt x="1967484" y="4605528"/>
                  </a:moveTo>
                  <a:lnTo>
                    <a:pt x="1964436" y="4602480"/>
                  </a:lnTo>
                  <a:lnTo>
                    <a:pt x="1956816" y="4602480"/>
                  </a:lnTo>
                  <a:lnTo>
                    <a:pt x="1953768" y="4605528"/>
                  </a:lnTo>
                  <a:lnTo>
                    <a:pt x="1953768" y="4654308"/>
                  </a:lnTo>
                  <a:lnTo>
                    <a:pt x="1956816" y="4657344"/>
                  </a:lnTo>
                  <a:lnTo>
                    <a:pt x="1964436" y="4657344"/>
                  </a:lnTo>
                  <a:lnTo>
                    <a:pt x="1967484" y="4654308"/>
                  </a:lnTo>
                  <a:lnTo>
                    <a:pt x="1967484" y="4605528"/>
                  </a:lnTo>
                  <a:close/>
                </a:path>
                <a:path w="2184400" h="5782310">
                  <a:moveTo>
                    <a:pt x="1967484" y="4523232"/>
                  </a:moveTo>
                  <a:lnTo>
                    <a:pt x="1964436" y="4520184"/>
                  </a:lnTo>
                  <a:lnTo>
                    <a:pt x="1956816" y="4520184"/>
                  </a:lnTo>
                  <a:lnTo>
                    <a:pt x="1953768" y="4523232"/>
                  </a:lnTo>
                  <a:lnTo>
                    <a:pt x="1953768" y="4572000"/>
                  </a:lnTo>
                  <a:lnTo>
                    <a:pt x="1956816" y="4575048"/>
                  </a:lnTo>
                  <a:lnTo>
                    <a:pt x="1964436" y="4575048"/>
                  </a:lnTo>
                  <a:lnTo>
                    <a:pt x="1967484" y="4572000"/>
                  </a:lnTo>
                  <a:lnTo>
                    <a:pt x="1967484" y="4523232"/>
                  </a:lnTo>
                  <a:close/>
                </a:path>
                <a:path w="2184400" h="5782310">
                  <a:moveTo>
                    <a:pt x="1967484" y="4439412"/>
                  </a:moveTo>
                  <a:lnTo>
                    <a:pt x="1964436" y="4436364"/>
                  </a:lnTo>
                  <a:lnTo>
                    <a:pt x="1956816" y="4436364"/>
                  </a:lnTo>
                  <a:lnTo>
                    <a:pt x="1953768" y="4439412"/>
                  </a:lnTo>
                  <a:lnTo>
                    <a:pt x="1953768" y="4488180"/>
                  </a:lnTo>
                  <a:lnTo>
                    <a:pt x="1956816" y="4491228"/>
                  </a:lnTo>
                  <a:lnTo>
                    <a:pt x="1964436" y="4491228"/>
                  </a:lnTo>
                  <a:lnTo>
                    <a:pt x="1967484" y="4488180"/>
                  </a:lnTo>
                  <a:lnTo>
                    <a:pt x="1967484" y="4439412"/>
                  </a:lnTo>
                  <a:close/>
                </a:path>
                <a:path w="2184400" h="5782310">
                  <a:moveTo>
                    <a:pt x="1967484" y="4357116"/>
                  </a:moveTo>
                  <a:lnTo>
                    <a:pt x="1964436" y="4354068"/>
                  </a:lnTo>
                  <a:lnTo>
                    <a:pt x="1956816" y="4354068"/>
                  </a:lnTo>
                  <a:lnTo>
                    <a:pt x="1953768" y="4357116"/>
                  </a:lnTo>
                  <a:lnTo>
                    <a:pt x="1953768" y="4405884"/>
                  </a:lnTo>
                  <a:lnTo>
                    <a:pt x="1956816" y="4408932"/>
                  </a:lnTo>
                  <a:lnTo>
                    <a:pt x="1964436" y="4408932"/>
                  </a:lnTo>
                  <a:lnTo>
                    <a:pt x="1967484" y="4405884"/>
                  </a:lnTo>
                  <a:lnTo>
                    <a:pt x="1967484" y="4357116"/>
                  </a:lnTo>
                  <a:close/>
                </a:path>
                <a:path w="2184400" h="5782310">
                  <a:moveTo>
                    <a:pt x="1967484" y="4274820"/>
                  </a:moveTo>
                  <a:lnTo>
                    <a:pt x="1964436" y="4271772"/>
                  </a:lnTo>
                  <a:lnTo>
                    <a:pt x="1956816" y="4271772"/>
                  </a:lnTo>
                  <a:lnTo>
                    <a:pt x="1953768" y="4274820"/>
                  </a:lnTo>
                  <a:lnTo>
                    <a:pt x="1953768" y="4323588"/>
                  </a:lnTo>
                  <a:lnTo>
                    <a:pt x="1956816" y="4326636"/>
                  </a:lnTo>
                  <a:lnTo>
                    <a:pt x="1964436" y="4326636"/>
                  </a:lnTo>
                  <a:lnTo>
                    <a:pt x="1967484" y="4323588"/>
                  </a:lnTo>
                  <a:lnTo>
                    <a:pt x="1967484" y="4274820"/>
                  </a:lnTo>
                  <a:close/>
                </a:path>
                <a:path w="2184400" h="5782310">
                  <a:moveTo>
                    <a:pt x="1967484" y="4191000"/>
                  </a:moveTo>
                  <a:lnTo>
                    <a:pt x="1964436" y="4187952"/>
                  </a:lnTo>
                  <a:lnTo>
                    <a:pt x="1956816" y="4187952"/>
                  </a:lnTo>
                  <a:lnTo>
                    <a:pt x="1953768" y="4191000"/>
                  </a:lnTo>
                  <a:lnTo>
                    <a:pt x="1953768" y="4241292"/>
                  </a:lnTo>
                  <a:lnTo>
                    <a:pt x="1956816" y="4244340"/>
                  </a:lnTo>
                  <a:lnTo>
                    <a:pt x="1964436" y="4244340"/>
                  </a:lnTo>
                  <a:lnTo>
                    <a:pt x="1967484" y="4241292"/>
                  </a:lnTo>
                  <a:lnTo>
                    <a:pt x="1967484" y="4191000"/>
                  </a:lnTo>
                  <a:close/>
                </a:path>
                <a:path w="2184400" h="5782310">
                  <a:moveTo>
                    <a:pt x="1967484" y="4108704"/>
                  </a:moveTo>
                  <a:lnTo>
                    <a:pt x="1964436" y="4105656"/>
                  </a:lnTo>
                  <a:lnTo>
                    <a:pt x="1956816" y="4105656"/>
                  </a:lnTo>
                  <a:lnTo>
                    <a:pt x="1953768" y="4108704"/>
                  </a:lnTo>
                  <a:lnTo>
                    <a:pt x="1953768" y="4157472"/>
                  </a:lnTo>
                  <a:lnTo>
                    <a:pt x="1956816" y="4160520"/>
                  </a:lnTo>
                  <a:lnTo>
                    <a:pt x="1964436" y="4160520"/>
                  </a:lnTo>
                  <a:lnTo>
                    <a:pt x="1967484" y="4157472"/>
                  </a:lnTo>
                  <a:lnTo>
                    <a:pt x="1967484" y="4108704"/>
                  </a:lnTo>
                  <a:close/>
                </a:path>
                <a:path w="2184400" h="5782310">
                  <a:moveTo>
                    <a:pt x="1967484" y="4026408"/>
                  </a:moveTo>
                  <a:lnTo>
                    <a:pt x="1964436" y="4023360"/>
                  </a:lnTo>
                  <a:lnTo>
                    <a:pt x="1956816" y="4023360"/>
                  </a:lnTo>
                  <a:lnTo>
                    <a:pt x="1953768" y="4026408"/>
                  </a:lnTo>
                  <a:lnTo>
                    <a:pt x="1953768" y="4075176"/>
                  </a:lnTo>
                  <a:lnTo>
                    <a:pt x="1956816" y="4078224"/>
                  </a:lnTo>
                  <a:lnTo>
                    <a:pt x="1964436" y="4078224"/>
                  </a:lnTo>
                  <a:lnTo>
                    <a:pt x="1967484" y="4075176"/>
                  </a:lnTo>
                  <a:lnTo>
                    <a:pt x="1967484" y="4026408"/>
                  </a:lnTo>
                  <a:close/>
                </a:path>
                <a:path w="2184400" h="5782310">
                  <a:moveTo>
                    <a:pt x="1967484" y="3944112"/>
                  </a:moveTo>
                  <a:lnTo>
                    <a:pt x="1964436" y="3941064"/>
                  </a:lnTo>
                  <a:lnTo>
                    <a:pt x="1956816" y="3941064"/>
                  </a:lnTo>
                  <a:lnTo>
                    <a:pt x="1953768" y="3944112"/>
                  </a:lnTo>
                  <a:lnTo>
                    <a:pt x="1953768" y="3992880"/>
                  </a:lnTo>
                  <a:lnTo>
                    <a:pt x="1956816" y="3995928"/>
                  </a:lnTo>
                  <a:lnTo>
                    <a:pt x="1964436" y="3995928"/>
                  </a:lnTo>
                  <a:lnTo>
                    <a:pt x="1967484" y="3992880"/>
                  </a:lnTo>
                  <a:lnTo>
                    <a:pt x="1967484" y="3944112"/>
                  </a:lnTo>
                  <a:close/>
                </a:path>
                <a:path w="2184400" h="5782310">
                  <a:moveTo>
                    <a:pt x="1967484" y="3860292"/>
                  </a:moveTo>
                  <a:lnTo>
                    <a:pt x="1964436" y="3857244"/>
                  </a:lnTo>
                  <a:lnTo>
                    <a:pt x="1956816" y="3857244"/>
                  </a:lnTo>
                  <a:lnTo>
                    <a:pt x="1953768" y="3860292"/>
                  </a:lnTo>
                  <a:lnTo>
                    <a:pt x="1953768" y="3909060"/>
                  </a:lnTo>
                  <a:lnTo>
                    <a:pt x="1956816" y="3912108"/>
                  </a:lnTo>
                  <a:lnTo>
                    <a:pt x="1964436" y="3912108"/>
                  </a:lnTo>
                  <a:lnTo>
                    <a:pt x="1967484" y="3909060"/>
                  </a:lnTo>
                  <a:lnTo>
                    <a:pt x="1967484" y="3860292"/>
                  </a:lnTo>
                  <a:close/>
                </a:path>
                <a:path w="2184400" h="5782310">
                  <a:moveTo>
                    <a:pt x="1967484" y="3777996"/>
                  </a:moveTo>
                  <a:lnTo>
                    <a:pt x="1964436" y="3774948"/>
                  </a:lnTo>
                  <a:lnTo>
                    <a:pt x="1956816" y="3774948"/>
                  </a:lnTo>
                  <a:lnTo>
                    <a:pt x="1953768" y="3777996"/>
                  </a:lnTo>
                  <a:lnTo>
                    <a:pt x="1953768" y="3826764"/>
                  </a:lnTo>
                  <a:lnTo>
                    <a:pt x="1956816" y="3829812"/>
                  </a:lnTo>
                  <a:lnTo>
                    <a:pt x="1964436" y="3829812"/>
                  </a:lnTo>
                  <a:lnTo>
                    <a:pt x="1967484" y="3826764"/>
                  </a:lnTo>
                  <a:lnTo>
                    <a:pt x="1967484" y="3777996"/>
                  </a:lnTo>
                  <a:close/>
                </a:path>
                <a:path w="2184400" h="5782310">
                  <a:moveTo>
                    <a:pt x="1967484" y="3695700"/>
                  </a:moveTo>
                  <a:lnTo>
                    <a:pt x="1964436" y="3692652"/>
                  </a:lnTo>
                  <a:lnTo>
                    <a:pt x="1956816" y="3692652"/>
                  </a:lnTo>
                  <a:lnTo>
                    <a:pt x="1953768" y="3695700"/>
                  </a:lnTo>
                  <a:lnTo>
                    <a:pt x="1953768" y="3744468"/>
                  </a:lnTo>
                  <a:lnTo>
                    <a:pt x="1956816" y="3747516"/>
                  </a:lnTo>
                  <a:lnTo>
                    <a:pt x="1964436" y="3747516"/>
                  </a:lnTo>
                  <a:lnTo>
                    <a:pt x="1967484" y="3744468"/>
                  </a:lnTo>
                  <a:lnTo>
                    <a:pt x="1967484" y="3695700"/>
                  </a:lnTo>
                  <a:close/>
                </a:path>
                <a:path w="2184400" h="5782310">
                  <a:moveTo>
                    <a:pt x="1967484" y="3611880"/>
                  </a:moveTo>
                  <a:lnTo>
                    <a:pt x="1964436" y="3608832"/>
                  </a:lnTo>
                  <a:lnTo>
                    <a:pt x="1956816" y="3608832"/>
                  </a:lnTo>
                  <a:lnTo>
                    <a:pt x="1953768" y="3611880"/>
                  </a:lnTo>
                  <a:lnTo>
                    <a:pt x="1953768" y="3662172"/>
                  </a:lnTo>
                  <a:lnTo>
                    <a:pt x="1956816" y="3665220"/>
                  </a:lnTo>
                  <a:lnTo>
                    <a:pt x="1964436" y="3665220"/>
                  </a:lnTo>
                  <a:lnTo>
                    <a:pt x="1967484" y="3662172"/>
                  </a:lnTo>
                  <a:lnTo>
                    <a:pt x="1967484" y="3611880"/>
                  </a:lnTo>
                  <a:close/>
                </a:path>
                <a:path w="2184400" h="5782310">
                  <a:moveTo>
                    <a:pt x="1967484" y="3529584"/>
                  </a:moveTo>
                  <a:lnTo>
                    <a:pt x="1964436" y="3526536"/>
                  </a:lnTo>
                  <a:lnTo>
                    <a:pt x="1956816" y="3526536"/>
                  </a:lnTo>
                  <a:lnTo>
                    <a:pt x="1953768" y="3529584"/>
                  </a:lnTo>
                  <a:lnTo>
                    <a:pt x="1953768" y="3578352"/>
                  </a:lnTo>
                  <a:lnTo>
                    <a:pt x="1956816" y="3581400"/>
                  </a:lnTo>
                  <a:lnTo>
                    <a:pt x="1964436" y="3581400"/>
                  </a:lnTo>
                  <a:lnTo>
                    <a:pt x="1967484" y="3578352"/>
                  </a:lnTo>
                  <a:lnTo>
                    <a:pt x="1967484" y="3529584"/>
                  </a:lnTo>
                  <a:close/>
                </a:path>
                <a:path w="2184400" h="5782310">
                  <a:moveTo>
                    <a:pt x="1967484" y="3447288"/>
                  </a:moveTo>
                  <a:lnTo>
                    <a:pt x="1964436" y="3444240"/>
                  </a:lnTo>
                  <a:lnTo>
                    <a:pt x="1956816" y="3444240"/>
                  </a:lnTo>
                  <a:lnTo>
                    <a:pt x="1953768" y="3447288"/>
                  </a:lnTo>
                  <a:lnTo>
                    <a:pt x="1953768" y="3496056"/>
                  </a:lnTo>
                  <a:lnTo>
                    <a:pt x="1956816" y="3499104"/>
                  </a:lnTo>
                  <a:lnTo>
                    <a:pt x="1964436" y="3499104"/>
                  </a:lnTo>
                  <a:lnTo>
                    <a:pt x="1967484" y="3496056"/>
                  </a:lnTo>
                  <a:lnTo>
                    <a:pt x="1967484" y="3447288"/>
                  </a:lnTo>
                  <a:close/>
                </a:path>
                <a:path w="2184400" h="5782310">
                  <a:moveTo>
                    <a:pt x="1967484" y="3364992"/>
                  </a:moveTo>
                  <a:lnTo>
                    <a:pt x="1964436" y="3361944"/>
                  </a:lnTo>
                  <a:lnTo>
                    <a:pt x="1956816" y="3361944"/>
                  </a:lnTo>
                  <a:lnTo>
                    <a:pt x="1953768" y="3364992"/>
                  </a:lnTo>
                  <a:lnTo>
                    <a:pt x="1953768" y="3413760"/>
                  </a:lnTo>
                  <a:lnTo>
                    <a:pt x="1956816" y="3416808"/>
                  </a:lnTo>
                  <a:lnTo>
                    <a:pt x="1964436" y="3416808"/>
                  </a:lnTo>
                  <a:lnTo>
                    <a:pt x="1967484" y="3413760"/>
                  </a:lnTo>
                  <a:lnTo>
                    <a:pt x="1967484" y="3364992"/>
                  </a:lnTo>
                  <a:close/>
                </a:path>
                <a:path w="2184400" h="5782310">
                  <a:moveTo>
                    <a:pt x="1967484" y="3281172"/>
                  </a:moveTo>
                  <a:lnTo>
                    <a:pt x="1964436" y="3278124"/>
                  </a:lnTo>
                  <a:lnTo>
                    <a:pt x="1956816" y="3278124"/>
                  </a:lnTo>
                  <a:lnTo>
                    <a:pt x="1953768" y="3281172"/>
                  </a:lnTo>
                  <a:lnTo>
                    <a:pt x="1953768" y="3329940"/>
                  </a:lnTo>
                  <a:lnTo>
                    <a:pt x="1956816" y="3332988"/>
                  </a:lnTo>
                  <a:lnTo>
                    <a:pt x="1964436" y="3332988"/>
                  </a:lnTo>
                  <a:lnTo>
                    <a:pt x="1967484" y="3329940"/>
                  </a:lnTo>
                  <a:lnTo>
                    <a:pt x="1967484" y="3281172"/>
                  </a:lnTo>
                  <a:close/>
                </a:path>
                <a:path w="2184400" h="5782310">
                  <a:moveTo>
                    <a:pt x="1967484" y="3198876"/>
                  </a:moveTo>
                  <a:lnTo>
                    <a:pt x="1964436" y="3195828"/>
                  </a:lnTo>
                  <a:lnTo>
                    <a:pt x="1956816" y="3195828"/>
                  </a:lnTo>
                  <a:lnTo>
                    <a:pt x="1953768" y="3198876"/>
                  </a:lnTo>
                  <a:lnTo>
                    <a:pt x="1953768" y="3247644"/>
                  </a:lnTo>
                  <a:lnTo>
                    <a:pt x="1956816" y="3250692"/>
                  </a:lnTo>
                  <a:lnTo>
                    <a:pt x="1964436" y="3250692"/>
                  </a:lnTo>
                  <a:lnTo>
                    <a:pt x="1967484" y="3247644"/>
                  </a:lnTo>
                  <a:lnTo>
                    <a:pt x="1967484" y="3198876"/>
                  </a:lnTo>
                  <a:close/>
                </a:path>
                <a:path w="2184400" h="5782310">
                  <a:moveTo>
                    <a:pt x="1967484" y="3116580"/>
                  </a:moveTo>
                  <a:lnTo>
                    <a:pt x="1964436" y="3113532"/>
                  </a:lnTo>
                  <a:lnTo>
                    <a:pt x="1956816" y="3113532"/>
                  </a:lnTo>
                  <a:lnTo>
                    <a:pt x="1953768" y="3116580"/>
                  </a:lnTo>
                  <a:lnTo>
                    <a:pt x="1953768" y="3165348"/>
                  </a:lnTo>
                  <a:lnTo>
                    <a:pt x="1956816" y="3168396"/>
                  </a:lnTo>
                  <a:lnTo>
                    <a:pt x="1964436" y="3168396"/>
                  </a:lnTo>
                  <a:lnTo>
                    <a:pt x="1967484" y="3165348"/>
                  </a:lnTo>
                  <a:lnTo>
                    <a:pt x="1967484" y="3116580"/>
                  </a:lnTo>
                  <a:close/>
                </a:path>
                <a:path w="2184400" h="5782310">
                  <a:moveTo>
                    <a:pt x="1967484" y="3032760"/>
                  </a:moveTo>
                  <a:lnTo>
                    <a:pt x="1964436" y="3029712"/>
                  </a:lnTo>
                  <a:lnTo>
                    <a:pt x="1956816" y="3029712"/>
                  </a:lnTo>
                  <a:lnTo>
                    <a:pt x="1953768" y="3032760"/>
                  </a:lnTo>
                  <a:lnTo>
                    <a:pt x="1953768" y="3083052"/>
                  </a:lnTo>
                  <a:lnTo>
                    <a:pt x="1956816" y="3086100"/>
                  </a:lnTo>
                  <a:lnTo>
                    <a:pt x="1964436" y="3086100"/>
                  </a:lnTo>
                  <a:lnTo>
                    <a:pt x="1967484" y="3083052"/>
                  </a:lnTo>
                  <a:lnTo>
                    <a:pt x="1967484" y="3032760"/>
                  </a:lnTo>
                  <a:close/>
                </a:path>
                <a:path w="2184400" h="5782310">
                  <a:moveTo>
                    <a:pt x="1967484" y="2950464"/>
                  </a:moveTo>
                  <a:lnTo>
                    <a:pt x="1964436" y="2947416"/>
                  </a:lnTo>
                  <a:lnTo>
                    <a:pt x="1956816" y="2947416"/>
                  </a:lnTo>
                  <a:lnTo>
                    <a:pt x="1953768" y="2950464"/>
                  </a:lnTo>
                  <a:lnTo>
                    <a:pt x="1953768" y="2999232"/>
                  </a:lnTo>
                  <a:lnTo>
                    <a:pt x="1956816" y="3002280"/>
                  </a:lnTo>
                  <a:lnTo>
                    <a:pt x="1964436" y="3002280"/>
                  </a:lnTo>
                  <a:lnTo>
                    <a:pt x="1967484" y="2999232"/>
                  </a:lnTo>
                  <a:lnTo>
                    <a:pt x="1967484" y="2950464"/>
                  </a:lnTo>
                  <a:close/>
                </a:path>
                <a:path w="2184400" h="5782310">
                  <a:moveTo>
                    <a:pt x="1967484" y="2868168"/>
                  </a:moveTo>
                  <a:lnTo>
                    <a:pt x="1964436" y="2865120"/>
                  </a:lnTo>
                  <a:lnTo>
                    <a:pt x="1956816" y="2865120"/>
                  </a:lnTo>
                  <a:lnTo>
                    <a:pt x="1953768" y="2868168"/>
                  </a:lnTo>
                  <a:lnTo>
                    <a:pt x="1953768" y="2916936"/>
                  </a:lnTo>
                  <a:lnTo>
                    <a:pt x="1956816" y="2919984"/>
                  </a:lnTo>
                  <a:lnTo>
                    <a:pt x="1964436" y="2919984"/>
                  </a:lnTo>
                  <a:lnTo>
                    <a:pt x="1967484" y="2916936"/>
                  </a:lnTo>
                  <a:lnTo>
                    <a:pt x="1967484" y="2868168"/>
                  </a:lnTo>
                  <a:close/>
                </a:path>
                <a:path w="2184400" h="5782310">
                  <a:moveTo>
                    <a:pt x="1967484" y="2785872"/>
                  </a:moveTo>
                  <a:lnTo>
                    <a:pt x="1964436" y="2782824"/>
                  </a:lnTo>
                  <a:lnTo>
                    <a:pt x="1956816" y="2782824"/>
                  </a:lnTo>
                  <a:lnTo>
                    <a:pt x="1953768" y="2785872"/>
                  </a:lnTo>
                  <a:lnTo>
                    <a:pt x="1953768" y="2834640"/>
                  </a:lnTo>
                  <a:lnTo>
                    <a:pt x="1956816" y="2837688"/>
                  </a:lnTo>
                  <a:lnTo>
                    <a:pt x="1964436" y="2837688"/>
                  </a:lnTo>
                  <a:lnTo>
                    <a:pt x="1967484" y="2834640"/>
                  </a:lnTo>
                  <a:lnTo>
                    <a:pt x="1967484" y="2785872"/>
                  </a:lnTo>
                  <a:close/>
                </a:path>
                <a:path w="2184400" h="5782310">
                  <a:moveTo>
                    <a:pt x="1967484" y="2702052"/>
                  </a:moveTo>
                  <a:lnTo>
                    <a:pt x="1964436" y="2699004"/>
                  </a:lnTo>
                  <a:lnTo>
                    <a:pt x="1956816" y="2699004"/>
                  </a:lnTo>
                  <a:lnTo>
                    <a:pt x="1953768" y="2702052"/>
                  </a:lnTo>
                  <a:lnTo>
                    <a:pt x="1953768" y="2750820"/>
                  </a:lnTo>
                  <a:lnTo>
                    <a:pt x="1956816" y="2753868"/>
                  </a:lnTo>
                  <a:lnTo>
                    <a:pt x="1964436" y="2753868"/>
                  </a:lnTo>
                  <a:lnTo>
                    <a:pt x="1967484" y="2750820"/>
                  </a:lnTo>
                  <a:lnTo>
                    <a:pt x="1967484" y="2702052"/>
                  </a:lnTo>
                  <a:close/>
                </a:path>
                <a:path w="2184400" h="5782310">
                  <a:moveTo>
                    <a:pt x="1967484" y="2619756"/>
                  </a:moveTo>
                  <a:lnTo>
                    <a:pt x="1964436" y="2616708"/>
                  </a:lnTo>
                  <a:lnTo>
                    <a:pt x="1956816" y="2616708"/>
                  </a:lnTo>
                  <a:lnTo>
                    <a:pt x="1953768" y="2619756"/>
                  </a:lnTo>
                  <a:lnTo>
                    <a:pt x="1953768" y="2668524"/>
                  </a:lnTo>
                  <a:lnTo>
                    <a:pt x="1956816" y="2671572"/>
                  </a:lnTo>
                  <a:lnTo>
                    <a:pt x="1964436" y="2671572"/>
                  </a:lnTo>
                  <a:lnTo>
                    <a:pt x="1967484" y="2668524"/>
                  </a:lnTo>
                  <a:lnTo>
                    <a:pt x="1967484" y="2619756"/>
                  </a:lnTo>
                  <a:close/>
                </a:path>
                <a:path w="2184400" h="5782310">
                  <a:moveTo>
                    <a:pt x="1967484" y="2537460"/>
                  </a:moveTo>
                  <a:lnTo>
                    <a:pt x="1964436" y="2534412"/>
                  </a:lnTo>
                  <a:lnTo>
                    <a:pt x="1956816" y="2534412"/>
                  </a:lnTo>
                  <a:lnTo>
                    <a:pt x="1953768" y="2537460"/>
                  </a:lnTo>
                  <a:lnTo>
                    <a:pt x="1953768" y="2586228"/>
                  </a:lnTo>
                  <a:lnTo>
                    <a:pt x="1956816" y="2589276"/>
                  </a:lnTo>
                  <a:lnTo>
                    <a:pt x="1964436" y="2589276"/>
                  </a:lnTo>
                  <a:lnTo>
                    <a:pt x="1967484" y="2586228"/>
                  </a:lnTo>
                  <a:lnTo>
                    <a:pt x="1967484" y="2537460"/>
                  </a:lnTo>
                  <a:close/>
                </a:path>
                <a:path w="2184400" h="5782310">
                  <a:moveTo>
                    <a:pt x="1967484" y="2453640"/>
                  </a:moveTo>
                  <a:lnTo>
                    <a:pt x="1964436" y="2450592"/>
                  </a:lnTo>
                  <a:lnTo>
                    <a:pt x="1956816" y="2450592"/>
                  </a:lnTo>
                  <a:lnTo>
                    <a:pt x="1953768" y="2453640"/>
                  </a:lnTo>
                  <a:lnTo>
                    <a:pt x="1953768" y="2503932"/>
                  </a:lnTo>
                  <a:lnTo>
                    <a:pt x="1956816" y="2506980"/>
                  </a:lnTo>
                  <a:lnTo>
                    <a:pt x="1964436" y="2506980"/>
                  </a:lnTo>
                  <a:lnTo>
                    <a:pt x="1967484" y="2503932"/>
                  </a:lnTo>
                  <a:lnTo>
                    <a:pt x="1967484" y="2453640"/>
                  </a:lnTo>
                  <a:close/>
                </a:path>
                <a:path w="2184400" h="5782310">
                  <a:moveTo>
                    <a:pt x="1967484" y="2371344"/>
                  </a:moveTo>
                  <a:lnTo>
                    <a:pt x="1964436" y="2368296"/>
                  </a:lnTo>
                  <a:lnTo>
                    <a:pt x="1956816" y="2368296"/>
                  </a:lnTo>
                  <a:lnTo>
                    <a:pt x="1953768" y="2371344"/>
                  </a:lnTo>
                  <a:lnTo>
                    <a:pt x="1953768" y="2420112"/>
                  </a:lnTo>
                  <a:lnTo>
                    <a:pt x="1956816" y="2423160"/>
                  </a:lnTo>
                  <a:lnTo>
                    <a:pt x="1964436" y="2423160"/>
                  </a:lnTo>
                  <a:lnTo>
                    <a:pt x="1967484" y="2420112"/>
                  </a:lnTo>
                  <a:lnTo>
                    <a:pt x="1967484" y="2371344"/>
                  </a:lnTo>
                  <a:close/>
                </a:path>
                <a:path w="2184400" h="5782310">
                  <a:moveTo>
                    <a:pt x="1967484" y="2289048"/>
                  </a:moveTo>
                  <a:lnTo>
                    <a:pt x="1964436" y="2286000"/>
                  </a:lnTo>
                  <a:lnTo>
                    <a:pt x="1956816" y="2286000"/>
                  </a:lnTo>
                  <a:lnTo>
                    <a:pt x="1953768" y="2289048"/>
                  </a:lnTo>
                  <a:lnTo>
                    <a:pt x="1953768" y="2337816"/>
                  </a:lnTo>
                  <a:lnTo>
                    <a:pt x="1956816" y="2340864"/>
                  </a:lnTo>
                  <a:lnTo>
                    <a:pt x="1964436" y="2340864"/>
                  </a:lnTo>
                  <a:lnTo>
                    <a:pt x="1967484" y="2337816"/>
                  </a:lnTo>
                  <a:lnTo>
                    <a:pt x="1967484" y="2289048"/>
                  </a:lnTo>
                  <a:close/>
                </a:path>
                <a:path w="2184400" h="5782310">
                  <a:moveTo>
                    <a:pt x="1967484" y="2206752"/>
                  </a:moveTo>
                  <a:lnTo>
                    <a:pt x="1964436" y="2203704"/>
                  </a:lnTo>
                  <a:lnTo>
                    <a:pt x="1956816" y="2203704"/>
                  </a:lnTo>
                  <a:lnTo>
                    <a:pt x="1953768" y="2206752"/>
                  </a:lnTo>
                  <a:lnTo>
                    <a:pt x="1953768" y="2255520"/>
                  </a:lnTo>
                  <a:lnTo>
                    <a:pt x="1956816" y="2258568"/>
                  </a:lnTo>
                  <a:lnTo>
                    <a:pt x="1964436" y="2258568"/>
                  </a:lnTo>
                  <a:lnTo>
                    <a:pt x="1967484" y="2255520"/>
                  </a:lnTo>
                  <a:lnTo>
                    <a:pt x="1967484" y="2206752"/>
                  </a:lnTo>
                  <a:close/>
                </a:path>
                <a:path w="2184400" h="5782310">
                  <a:moveTo>
                    <a:pt x="1967484" y="2122932"/>
                  </a:moveTo>
                  <a:lnTo>
                    <a:pt x="1964436" y="2119884"/>
                  </a:lnTo>
                  <a:lnTo>
                    <a:pt x="1956816" y="2119884"/>
                  </a:lnTo>
                  <a:lnTo>
                    <a:pt x="1953768" y="2122932"/>
                  </a:lnTo>
                  <a:lnTo>
                    <a:pt x="1953768" y="2171700"/>
                  </a:lnTo>
                  <a:lnTo>
                    <a:pt x="1956816" y="2174748"/>
                  </a:lnTo>
                  <a:lnTo>
                    <a:pt x="1964436" y="2174748"/>
                  </a:lnTo>
                  <a:lnTo>
                    <a:pt x="1967484" y="2171700"/>
                  </a:lnTo>
                  <a:lnTo>
                    <a:pt x="1967484" y="2122932"/>
                  </a:lnTo>
                  <a:close/>
                </a:path>
                <a:path w="2184400" h="5782310">
                  <a:moveTo>
                    <a:pt x="1967484" y="2040636"/>
                  </a:moveTo>
                  <a:lnTo>
                    <a:pt x="1964436" y="2037588"/>
                  </a:lnTo>
                  <a:lnTo>
                    <a:pt x="1956816" y="2037588"/>
                  </a:lnTo>
                  <a:lnTo>
                    <a:pt x="1953768" y="2040636"/>
                  </a:lnTo>
                  <a:lnTo>
                    <a:pt x="1953768" y="2089404"/>
                  </a:lnTo>
                  <a:lnTo>
                    <a:pt x="1956816" y="2092452"/>
                  </a:lnTo>
                  <a:lnTo>
                    <a:pt x="1964436" y="2092452"/>
                  </a:lnTo>
                  <a:lnTo>
                    <a:pt x="1967484" y="2089404"/>
                  </a:lnTo>
                  <a:lnTo>
                    <a:pt x="1967484" y="2040636"/>
                  </a:lnTo>
                  <a:close/>
                </a:path>
                <a:path w="2184400" h="5782310">
                  <a:moveTo>
                    <a:pt x="1967484" y="1958340"/>
                  </a:moveTo>
                  <a:lnTo>
                    <a:pt x="1964436" y="1955292"/>
                  </a:lnTo>
                  <a:lnTo>
                    <a:pt x="1956816" y="1955292"/>
                  </a:lnTo>
                  <a:lnTo>
                    <a:pt x="1953768" y="1958340"/>
                  </a:lnTo>
                  <a:lnTo>
                    <a:pt x="1953768" y="2007108"/>
                  </a:lnTo>
                  <a:lnTo>
                    <a:pt x="1956816" y="2010156"/>
                  </a:lnTo>
                  <a:lnTo>
                    <a:pt x="1964436" y="2010156"/>
                  </a:lnTo>
                  <a:lnTo>
                    <a:pt x="1967484" y="2007108"/>
                  </a:lnTo>
                  <a:lnTo>
                    <a:pt x="1967484" y="1958340"/>
                  </a:lnTo>
                  <a:close/>
                </a:path>
                <a:path w="2184400" h="5782310">
                  <a:moveTo>
                    <a:pt x="1967484" y="1874520"/>
                  </a:moveTo>
                  <a:lnTo>
                    <a:pt x="1964436" y="1871472"/>
                  </a:lnTo>
                  <a:lnTo>
                    <a:pt x="1956816" y="1871472"/>
                  </a:lnTo>
                  <a:lnTo>
                    <a:pt x="1953768" y="1874520"/>
                  </a:lnTo>
                  <a:lnTo>
                    <a:pt x="1953768" y="1924812"/>
                  </a:lnTo>
                  <a:lnTo>
                    <a:pt x="1956816" y="1927860"/>
                  </a:lnTo>
                  <a:lnTo>
                    <a:pt x="1964436" y="1927860"/>
                  </a:lnTo>
                  <a:lnTo>
                    <a:pt x="1967484" y="1924812"/>
                  </a:lnTo>
                  <a:lnTo>
                    <a:pt x="1967484" y="1874520"/>
                  </a:lnTo>
                  <a:close/>
                </a:path>
                <a:path w="2184400" h="5782310">
                  <a:moveTo>
                    <a:pt x="1967484" y="1792224"/>
                  </a:moveTo>
                  <a:lnTo>
                    <a:pt x="1964436" y="1789176"/>
                  </a:lnTo>
                  <a:lnTo>
                    <a:pt x="1956816" y="1789176"/>
                  </a:lnTo>
                  <a:lnTo>
                    <a:pt x="1953768" y="1792224"/>
                  </a:lnTo>
                  <a:lnTo>
                    <a:pt x="1953768" y="1840992"/>
                  </a:lnTo>
                  <a:lnTo>
                    <a:pt x="1956816" y="1844040"/>
                  </a:lnTo>
                  <a:lnTo>
                    <a:pt x="1964436" y="1844040"/>
                  </a:lnTo>
                  <a:lnTo>
                    <a:pt x="1967484" y="1840992"/>
                  </a:lnTo>
                  <a:lnTo>
                    <a:pt x="1967484" y="1792224"/>
                  </a:lnTo>
                  <a:close/>
                </a:path>
                <a:path w="2184400" h="5782310">
                  <a:moveTo>
                    <a:pt x="1967484" y="1709928"/>
                  </a:moveTo>
                  <a:lnTo>
                    <a:pt x="1964436" y="1706880"/>
                  </a:lnTo>
                  <a:lnTo>
                    <a:pt x="1956816" y="1706880"/>
                  </a:lnTo>
                  <a:lnTo>
                    <a:pt x="1953768" y="1709928"/>
                  </a:lnTo>
                  <a:lnTo>
                    <a:pt x="1953768" y="1758696"/>
                  </a:lnTo>
                  <a:lnTo>
                    <a:pt x="1956816" y="1761744"/>
                  </a:lnTo>
                  <a:lnTo>
                    <a:pt x="1964436" y="1761744"/>
                  </a:lnTo>
                  <a:lnTo>
                    <a:pt x="1967484" y="1758696"/>
                  </a:lnTo>
                  <a:lnTo>
                    <a:pt x="1967484" y="1709928"/>
                  </a:lnTo>
                  <a:close/>
                </a:path>
                <a:path w="2184400" h="5782310">
                  <a:moveTo>
                    <a:pt x="1967484" y="1627632"/>
                  </a:moveTo>
                  <a:lnTo>
                    <a:pt x="1964436" y="1624584"/>
                  </a:lnTo>
                  <a:lnTo>
                    <a:pt x="1956816" y="1624584"/>
                  </a:lnTo>
                  <a:lnTo>
                    <a:pt x="1953768" y="1627632"/>
                  </a:lnTo>
                  <a:lnTo>
                    <a:pt x="1953768" y="1676400"/>
                  </a:lnTo>
                  <a:lnTo>
                    <a:pt x="1956816" y="1679448"/>
                  </a:lnTo>
                  <a:lnTo>
                    <a:pt x="1964436" y="1679448"/>
                  </a:lnTo>
                  <a:lnTo>
                    <a:pt x="1967484" y="1676400"/>
                  </a:lnTo>
                  <a:lnTo>
                    <a:pt x="1967484" y="1627632"/>
                  </a:lnTo>
                  <a:close/>
                </a:path>
                <a:path w="2184400" h="5782310">
                  <a:moveTo>
                    <a:pt x="1967484" y="1543812"/>
                  </a:moveTo>
                  <a:lnTo>
                    <a:pt x="1964436" y="1540764"/>
                  </a:lnTo>
                  <a:lnTo>
                    <a:pt x="1956816" y="1540764"/>
                  </a:lnTo>
                  <a:lnTo>
                    <a:pt x="1953768" y="1543812"/>
                  </a:lnTo>
                  <a:lnTo>
                    <a:pt x="1953768" y="1592580"/>
                  </a:lnTo>
                  <a:lnTo>
                    <a:pt x="1956816" y="1595628"/>
                  </a:lnTo>
                  <a:lnTo>
                    <a:pt x="1964436" y="1595628"/>
                  </a:lnTo>
                  <a:lnTo>
                    <a:pt x="1967484" y="1592580"/>
                  </a:lnTo>
                  <a:lnTo>
                    <a:pt x="1967484" y="1543812"/>
                  </a:lnTo>
                  <a:close/>
                </a:path>
                <a:path w="2184400" h="5782310">
                  <a:moveTo>
                    <a:pt x="1967484" y="1461516"/>
                  </a:moveTo>
                  <a:lnTo>
                    <a:pt x="1964436" y="1458468"/>
                  </a:lnTo>
                  <a:lnTo>
                    <a:pt x="1956816" y="1458468"/>
                  </a:lnTo>
                  <a:lnTo>
                    <a:pt x="1953768" y="1461516"/>
                  </a:lnTo>
                  <a:lnTo>
                    <a:pt x="1953768" y="1510284"/>
                  </a:lnTo>
                  <a:lnTo>
                    <a:pt x="1956816" y="1513332"/>
                  </a:lnTo>
                  <a:lnTo>
                    <a:pt x="1964436" y="1513332"/>
                  </a:lnTo>
                  <a:lnTo>
                    <a:pt x="1967484" y="1510284"/>
                  </a:lnTo>
                  <a:lnTo>
                    <a:pt x="1967484" y="1461516"/>
                  </a:lnTo>
                  <a:close/>
                </a:path>
                <a:path w="2184400" h="5782310">
                  <a:moveTo>
                    <a:pt x="1967484" y="1379220"/>
                  </a:moveTo>
                  <a:lnTo>
                    <a:pt x="1964436" y="1376172"/>
                  </a:lnTo>
                  <a:lnTo>
                    <a:pt x="1956816" y="1376172"/>
                  </a:lnTo>
                  <a:lnTo>
                    <a:pt x="1953768" y="1379220"/>
                  </a:lnTo>
                  <a:lnTo>
                    <a:pt x="1953768" y="1427988"/>
                  </a:lnTo>
                  <a:lnTo>
                    <a:pt x="1956816" y="1431036"/>
                  </a:lnTo>
                  <a:lnTo>
                    <a:pt x="1964436" y="1431036"/>
                  </a:lnTo>
                  <a:lnTo>
                    <a:pt x="1967484" y="1427988"/>
                  </a:lnTo>
                  <a:lnTo>
                    <a:pt x="1967484" y="1379220"/>
                  </a:lnTo>
                  <a:close/>
                </a:path>
                <a:path w="2184400" h="5782310">
                  <a:moveTo>
                    <a:pt x="1967484" y="1295400"/>
                  </a:moveTo>
                  <a:lnTo>
                    <a:pt x="1964436" y="1292352"/>
                  </a:lnTo>
                  <a:lnTo>
                    <a:pt x="1956816" y="1292352"/>
                  </a:lnTo>
                  <a:lnTo>
                    <a:pt x="1953768" y="1295400"/>
                  </a:lnTo>
                  <a:lnTo>
                    <a:pt x="1953768" y="1345692"/>
                  </a:lnTo>
                  <a:lnTo>
                    <a:pt x="1956816" y="1348740"/>
                  </a:lnTo>
                  <a:lnTo>
                    <a:pt x="1964436" y="1348740"/>
                  </a:lnTo>
                  <a:lnTo>
                    <a:pt x="1967484" y="1345692"/>
                  </a:lnTo>
                  <a:lnTo>
                    <a:pt x="1967484" y="1295400"/>
                  </a:lnTo>
                  <a:close/>
                </a:path>
                <a:path w="2184400" h="5782310">
                  <a:moveTo>
                    <a:pt x="1967484" y="1213104"/>
                  </a:moveTo>
                  <a:lnTo>
                    <a:pt x="1964436" y="1210056"/>
                  </a:lnTo>
                  <a:lnTo>
                    <a:pt x="1956816" y="1210056"/>
                  </a:lnTo>
                  <a:lnTo>
                    <a:pt x="1953768" y="1213104"/>
                  </a:lnTo>
                  <a:lnTo>
                    <a:pt x="1953768" y="1261872"/>
                  </a:lnTo>
                  <a:lnTo>
                    <a:pt x="1956816" y="1264920"/>
                  </a:lnTo>
                  <a:lnTo>
                    <a:pt x="1964436" y="1264920"/>
                  </a:lnTo>
                  <a:lnTo>
                    <a:pt x="1967484" y="1261872"/>
                  </a:lnTo>
                  <a:lnTo>
                    <a:pt x="1967484" y="1213104"/>
                  </a:lnTo>
                  <a:close/>
                </a:path>
                <a:path w="2184400" h="5782310">
                  <a:moveTo>
                    <a:pt x="1967484" y="1130808"/>
                  </a:moveTo>
                  <a:lnTo>
                    <a:pt x="1964436" y="1127760"/>
                  </a:lnTo>
                  <a:lnTo>
                    <a:pt x="1956816" y="1127760"/>
                  </a:lnTo>
                  <a:lnTo>
                    <a:pt x="1953768" y="1130808"/>
                  </a:lnTo>
                  <a:lnTo>
                    <a:pt x="1953768" y="1179576"/>
                  </a:lnTo>
                  <a:lnTo>
                    <a:pt x="1956816" y="1182624"/>
                  </a:lnTo>
                  <a:lnTo>
                    <a:pt x="1964436" y="1182624"/>
                  </a:lnTo>
                  <a:lnTo>
                    <a:pt x="1967484" y="1179576"/>
                  </a:lnTo>
                  <a:lnTo>
                    <a:pt x="1967484" y="1130808"/>
                  </a:lnTo>
                  <a:close/>
                </a:path>
                <a:path w="2184400" h="5782310">
                  <a:moveTo>
                    <a:pt x="1967484" y="1048512"/>
                  </a:moveTo>
                  <a:lnTo>
                    <a:pt x="1964436" y="1045464"/>
                  </a:lnTo>
                  <a:lnTo>
                    <a:pt x="1956816" y="1045464"/>
                  </a:lnTo>
                  <a:lnTo>
                    <a:pt x="1953768" y="1048512"/>
                  </a:lnTo>
                  <a:lnTo>
                    <a:pt x="1953768" y="1097280"/>
                  </a:lnTo>
                  <a:lnTo>
                    <a:pt x="1956816" y="1100328"/>
                  </a:lnTo>
                  <a:lnTo>
                    <a:pt x="1964436" y="1100328"/>
                  </a:lnTo>
                  <a:lnTo>
                    <a:pt x="1967484" y="1097280"/>
                  </a:lnTo>
                  <a:lnTo>
                    <a:pt x="1967484" y="1048512"/>
                  </a:lnTo>
                  <a:close/>
                </a:path>
                <a:path w="2184400" h="5782310">
                  <a:moveTo>
                    <a:pt x="1967484" y="964692"/>
                  </a:moveTo>
                  <a:lnTo>
                    <a:pt x="1964436" y="961644"/>
                  </a:lnTo>
                  <a:lnTo>
                    <a:pt x="1956816" y="961644"/>
                  </a:lnTo>
                  <a:lnTo>
                    <a:pt x="1953768" y="964692"/>
                  </a:lnTo>
                  <a:lnTo>
                    <a:pt x="1953768" y="1013460"/>
                  </a:lnTo>
                  <a:lnTo>
                    <a:pt x="1956816" y="1016508"/>
                  </a:lnTo>
                  <a:lnTo>
                    <a:pt x="1964436" y="1016508"/>
                  </a:lnTo>
                  <a:lnTo>
                    <a:pt x="1967484" y="1013460"/>
                  </a:lnTo>
                  <a:lnTo>
                    <a:pt x="1967484" y="964692"/>
                  </a:lnTo>
                  <a:close/>
                </a:path>
                <a:path w="2184400" h="5782310">
                  <a:moveTo>
                    <a:pt x="1967484" y="882396"/>
                  </a:moveTo>
                  <a:lnTo>
                    <a:pt x="1964436" y="879348"/>
                  </a:lnTo>
                  <a:lnTo>
                    <a:pt x="1956816" y="879348"/>
                  </a:lnTo>
                  <a:lnTo>
                    <a:pt x="1953768" y="882396"/>
                  </a:lnTo>
                  <a:lnTo>
                    <a:pt x="1953768" y="931164"/>
                  </a:lnTo>
                  <a:lnTo>
                    <a:pt x="1956816" y="934212"/>
                  </a:lnTo>
                  <a:lnTo>
                    <a:pt x="1964436" y="934212"/>
                  </a:lnTo>
                  <a:lnTo>
                    <a:pt x="1967484" y="931164"/>
                  </a:lnTo>
                  <a:lnTo>
                    <a:pt x="1967484" y="882396"/>
                  </a:lnTo>
                  <a:close/>
                </a:path>
                <a:path w="2184400" h="5782310">
                  <a:moveTo>
                    <a:pt x="1967484" y="800100"/>
                  </a:moveTo>
                  <a:lnTo>
                    <a:pt x="1964436" y="797052"/>
                  </a:lnTo>
                  <a:lnTo>
                    <a:pt x="1956816" y="797052"/>
                  </a:lnTo>
                  <a:lnTo>
                    <a:pt x="1953768" y="800100"/>
                  </a:lnTo>
                  <a:lnTo>
                    <a:pt x="1953768" y="848868"/>
                  </a:lnTo>
                  <a:lnTo>
                    <a:pt x="1956816" y="851916"/>
                  </a:lnTo>
                  <a:lnTo>
                    <a:pt x="1964436" y="851916"/>
                  </a:lnTo>
                  <a:lnTo>
                    <a:pt x="1967484" y="848868"/>
                  </a:lnTo>
                  <a:lnTo>
                    <a:pt x="1967484" y="800100"/>
                  </a:lnTo>
                  <a:close/>
                </a:path>
                <a:path w="2184400" h="5782310">
                  <a:moveTo>
                    <a:pt x="1967484" y="716280"/>
                  </a:moveTo>
                  <a:lnTo>
                    <a:pt x="1964436" y="713232"/>
                  </a:lnTo>
                  <a:lnTo>
                    <a:pt x="1956816" y="713232"/>
                  </a:lnTo>
                  <a:lnTo>
                    <a:pt x="1953768" y="716280"/>
                  </a:lnTo>
                  <a:lnTo>
                    <a:pt x="1953768" y="766572"/>
                  </a:lnTo>
                  <a:lnTo>
                    <a:pt x="1956816" y="769620"/>
                  </a:lnTo>
                  <a:lnTo>
                    <a:pt x="1964436" y="769620"/>
                  </a:lnTo>
                  <a:lnTo>
                    <a:pt x="1967484" y="766572"/>
                  </a:lnTo>
                  <a:lnTo>
                    <a:pt x="1967484" y="716280"/>
                  </a:lnTo>
                  <a:close/>
                </a:path>
                <a:path w="2184400" h="5782310">
                  <a:moveTo>
                    <a:pt x="1967484" y="633984"/>
                  </a:moveTo>
                  <a:lnTo>
                    <a:pt x="1964436" y="630936"/>
                  </a:lnTo>
                  <a:lnTo>
                    <a:pt x="1956816" y="630936"/>
                  </a:lnTo>
                  <a:lnTo>
                    <a:pt x="1953768" y="633984"/>
                  </a:lnTo>
                  <a:lnTo>
                    <a:pt x="1953768" y="682752"/>
                  </a:lnTo>
                  <a:lnTo>
                    <a:pt x="1956816" y="685800"/>
                  </a:lnTo>
                  <a:lnTo>
                    <a:pt x="1964436" y="685800"/>
                  </a:lnTo>
                  <a:lnTo>
                    <a:pt x="1967484" y="682752"/>
                  </a:lnTo>
                  <a:lnTo>
                    <a:pt x="1967484" y="633984"/>
                  </a:lnTo>
                  <a:close/>
                </a:path>
                <a:path w="2184400" h="5782310">
                  <a:moveTo>
                    <a:pt x="1967484" y="551688"/>
                  </a:moveTo>
                  <a:lnTo>
                    <a:pt x="1964436" y="548640"/>
                  </a:lnTo>
                  <a:lnTo>
                    <a:pt x="1956816" y="548640"/>
                  </a:lnTo>
                  <a:lnTo>
                    <a:pt x="1953768" y="551688"/>
                  </a:lnTo>
                  <a:lnTo>
                    <a:pt x="1953768" y="600456"/>
                  </a:lnTo>
                  <a:lnTo>
                    <a:pt x="1956816" y="603504"/>
                  </a:lnTo>
                  <a:lnTo>
                    <a:pt x="1964436" y="603504"/>
                  </a:lnTo>
                  <a:lnTo>
                    <a:pt x="1967484" y="600456"/>
                  </a:lnTo>
                  <a:lnTo>
                    <a:pt x="1967484" y="551688"/>
                  </a:lnTo>
                  <a:close/>
                </a:path>
                <a:path w="2184400" h="5782310">
                  <a:moveTo>
                    <a:pt x="1967484" y="469392"/>
                  </a:moveTo>
                  <a:lnTo>
                    <a:pt x="1964436" y="466344"/>
                  </a:lnTo>
                  <a:lnTo>
                    <a:pt x="1956816" y="466344"/>
                  </a:lnTo>
                  <a:lnTo>
                    <a:pt x="1953768" y="469392"/>
                  </a:lnTo>
                  <a:lnTo>
                    <a:pt x="1953768" y="518160"/>
                  </a:lnTo>
                  <a:lnTo>
                    <a:pt x="1956816" y="521208"/>
                  </a:lnTo>
                  <a:lnTo>
                    <a:pt x="1964436" y="521208"/>
                  </a:lnTo>
                  <a:lnTo>
                    <a:pt x="1967484" y="518160"/>
                  </a:lnTo>
                  <a:lnTo>
                    <a:pt x="1967484" y="469392"/>
                  </a:lnTo>
                  <a:close/>
                </a:path>
                <a:path w="2184400" h="5782310">
                  <a:moveTo>
                    <a:pt x="1967484" y="385572"/>
                  </a:moveTo>
                  <a:lnTo>
                    <a:pt x="1964436" y="382524"/>
                  </a:lnTo>
                  <a:lnTo>
                    <a:pt x="1956816" y="382524"/>
                  </a:lnTo>
                  <a:lnTo>
                    <a:pt x="1953768" y="385572"/>
                  </a:lnTo>
                  <a:lnTo>
                    <a:pt x="1953768" y="434340"/>
                  </a:lnTo>
                  <a:lnTo>
                    <a:pt x="1956816" y="437388"/>
                  </a:lnTo>
                  <a:lnTo>
                    <a:pt x="1964436" y="437388"/>
                  </a:lnTo>
                  <a:lnTo>
                    <a:pt x="1967484" y="434340"/>
                  </a:lnTo>
                  <a:lnTo>
                    <a:pt x="1967484" y="385572"/>
                  </a:lnTo>
                  <a:close/>
                </a:path>
                <a:path w="2184400" h="5782310">
                  <a:moveTo>
                    <a:pt x="1967484" y="303276"/>
                  </a:moveTo>
                  <a:lnTo>
                    <a:pt x="1964436" y="300228"/>
                  </a:lnTo>
                  <a:lnTo>
                    <a:pt x="1956816" y="300228"/>
                  </a:lnTo>
                  <a:lnTo>
                    <a:pt x="1953768" y="303276"/>
                  </a:lnTo>
                  <a:lnTo>
                    <a:pt x="1953768" y="352044"/>
                  </a:lnTo>
                  <a:lnTo>
                    <a:pt x="1956816" y="355092"/>
                  </a:lnTo>
                  <a:lnTo>
                    <a:pt x="1964436" y="355092"/>
                  </a:lnTo>
                  <a:lnTo>
                    <a:pt x="1967484" y="352044"/>
                  </a:lnTo>
                  <a:lnTo>
                    <a:pt x="1967484" y="303276"/>
                  </a:lnTo>
                  <a:close/>
                </a:path>
                <a:path w="2184400" h="5782310">
                  <a:moveTo>
                    <a:pt x="1967484" y="220980"/>
                  </a:moveTo>
                  <a:lnTo>
                    <a:pt x="1964436" y="217932"/>
                  </a:lnTo>
                  <a:lnTo>
                    <a:pt x="1956816" y="217932"/>
                  </a:lnTo>
                  <a:lnTo>
                    <a:pt x="1953768" y="220980"/>
                  </a:lnTo>
                  <a:lnTo>
                    <a:pt x="1953768" y="269748"/>
                  </a:lnTo>
                  <a:lnTo>
                    <a:pt x="1956816" y="272796"/>
                  </a:lnTo>
                  <a:lnTo>
                    <a:pt x="1964436" y="272796"/>
                  </a:lnTo>
                  <a:lnTo>
                    <a:pt x="1967484" y="269748"/>
                  </a:lnTo>
                  <a:lnTo>
                    <a:pt x="1967484" y="220980"/>
                  </a:lnTo>
                  <a:close/>
                </a:path>
                <a:path w="2184400" h="5782310">
                  <a:moveTo>
                    <a:pt x="1967484" y="137160"/>
                  </a:moveTo>
                  <a:lnTo>
                    <a:pt x="1964436" y="134112"/>
                  </a:lnTo>
                  <a:lnTo>
                    <a:pt x="1956816" y="134112"/>
                  </a:lnTo>
                  <a:lnTo>
                    <a:pt x="1953768" y="137160"/>
                  </a:lnTo>
                  <a:lnTo>
                    <a:pt x="1953768" y="187452"/>
                  </a:lnTo>
                  <a:lnTo>
                    <a:pt x="1956816" y="190500"/>
                  </a:lnTo>
                  <a:lnTo>
                    <a:pt x="1964436" y="190500"/>
                  </a:lnTo>
                  <a:lnTo>
                    <a:pt x="1967484" y="187452"/>
                  </a:lnTo>
                  <a:lnTo>
                    <a:pt x="1967484" y="137160"/>
                  </a:lnTo>
                  <a:close/>
                </a:path>
                <a:path w="2184400" h="5782310">
                  <a:moveTo>
                    <a:pt x="2183892" y="5266944"/>
                  </a:moveTo>
                  <a:lnTo>
                    <a:pt x="2180844" y="5263896"/>
                  </a:lnTo>
                  <a:lnTo>
                    <a:pt x="2173224" y="5263896"/>
                  </a:lnTo>
                  <a:lnTo>
                    <a:pt x="2170176" y="5266944"/>
                  </a:lnTo>
                  <a:lnTo>
                    <a:pt x="2170176" y="5291328"/>
                  </a:lnTo>
                  <a:lnTo>
                    <a:pt x="2173224" y="5294376"/>
                  </a:lnTo>
                  <a:lnTo>
                    <a:pt x="2180844" y="5294376"/>
                  </a:lnTo>
                  <a:lnTo>
                    <a:pt x="2183892" y="5291328"/>
                  </a:lnTo>
                  <a:lnTo>
                    <a:pt x="2183892" y="5266944"/>
                  </a:lnTo>
                  <a:close/>
                </a:path>
                <a:path w="2184400" h="5782310">
                  <a:moveTo>
                    <a:pt x="2183892" y="5184648"/>
                  </a:moveTo>
                  <a:lnTo>
                    <a:pt x="2180844" y="5181600"/>
                  </a:lnTo>
                  <a:lnTo>
                    <a:pt x="2173224" y="5181600"/>
                  </a:lnTo>
                  <a:lnTo>
                    <a:pt x="2170176" y="5184648"/>
                  </a:lnTo>
                  <a:lnTo>
                    <a:pt x="2170176" y="5233416"/>
                  </a:lnTo>
                  <a:lnTo>
                    <a:pt x="2173224" y="5236464"/>
                  </a:lnTo>
                  <a:lnTo>
                    <a:pt x="2180844" y="5236464"/>
                  </a:lnTo>
                  <a:lnTo>
                    <a:pt x="2183892" y="5233416"/>
                  </a:lnTo>
                  <a:lnTo>
                    <a:pt x="2183892" y="5184648"/>
                  </a:lnTo>
                  <a:close/>
                </a:path>
                <a:path w="2184400" h="5782310">
                  <a:moveTo>
                    <a:pt x="2183892" y="5102352"/>
                  </a:moveTo>
                  <a:lnTo>
                    <a:pt x="2180844" y="5099304"/>
                  </a:lnTo>
                  <a:lnTo>
                    <a:pt x="2173224" y="5099304"/>
                  </a:lnTo>
                  <a:lnTo>
                    <a:pt x="2170176" y="5102352"/>
                  </a:lnTo>
                  <a:lnTo>
                    <a:pt x="2170176" y="5151120"/>
                  </a:lnTo>
                  <a:lnTo>
                    <a:pt x="2173224" y="5154168"/>
                  </a:lnTo>
                  <a:lnTo>
                    <a:pt x="2180844" y="5154168"/>
                  </a:lnTo>
                  <a:lnTo>
                    <a:pt x="2183892" y="5151120"/>
                  </a:lnTo>
                  <a:lnTo>
                    <a:pt x="2183892" y="5102352"/>
                  </a:lnTo>
                  <a:close/>
                </a:path>
                <a:path w="2184400" h="5782310">
                  <a:moveTo>
                    <a:pt x="2183892" y="5018532"/>
                  </a:moveTo>
                  <a:lnTo>
                    <a:pt x="2180844" y="5015484"/>
                  </a:lnTo>
                  <a:lnTo>
                    <a:pt x="2173224" y="5015484"/>
                  </a:lnTo>
                  <a:lnTo>
                    <a:pt x="2170176" y="5018532"/>
                  </a:lnTo>
                  <a:lnTo>
                    <a:pt x="2170176" y="5067300"/>
                  </a:lnTo>
                  <a:lnTo>
                    <a:pt x="2173224" y="5070348"/>
                  </a:lnTo>
                  <a:lnTo>
                    <a:pt x="2180844" y="5070348"/>
                  </a:lnTo>
                  <a:lnTo>
                    <a:pt x="2183892" y="5067300"/>
                  </a:lnTo>
                  <a:lnTo>
                    <a:pt x="2183892" y="5018532"/>
                  </a:lnTo>
                  <a:close/>
                </a:path>
                <a:path w="2184400" h="5782310">
                  <a:moveTo>
                    <a:pt x="2183892" y="4936236"/>
                  </a:moveTo>
                  <a:lnTo>
                    <a:pt x="2180844" y="4933188"/>
                  </a:lnTo>
                  <a:lnTo>
                    <a:pt x="2173224" y="4933188"/>
                  </a:lnTo>
                  <a:lnTo>
                    <a:pt x="2170176" y="4936236"/>
                  </a:lnTo>
                  <a:lnTo>
                    <a:pt x="2170176" y="4985004"/>
                  </a:lnTo>
                  <a:lnTo>
                    <a:pt x="2173224" y="4988052"/>
                  </a:lnTo>
                  <a:lnTo>
                    <a:pt x="2180844" y="4988052"/>
                  </a:lnTo>
                  <a:lnTo>
                    <a:pt x="2183892" y="4985004"/>
                  </a:lnTo>
                  <a:lnTo>
                    <a:pt x="2183892" y="4936236"/>
                  </a:lnTo>
                  <a:close/>
                </a:path>
                <a:path w="2184400" h="5782310">
                  <a:moveTo>
                    <a:pt x="2183892" y="4853940"/>
                  </a:moveTo>
                  <a:lnTo>
                    <a:pt x="2180844" y="4850892"/>
                  </a:lnTo>
                  <a:lnTo>
                    <a:pt x="2173224" y="4850892"/>
                  </a:lnTo>
                  <a:lnTo>
                    <a:pt x="2170176" y="4853940"/>
                  </a:lnTo>
                  <a:lnTo>
                    <a:pt x="2170176" y="4902708"/>
                  </a:lnTo>
                  <a:lnTo>
                    <a:pt x="2173224" y="4905756"/>
                  </a:lnTo>
                  <a:lnTo>
                    <a:pt x="2180844" y="4905756"/>
                  </a:lnTo>
                  <a:lnTo>
                    <a:pt x="2183892" y="4902708"/>
                  </a:lnTo>
                  <a:lnTo>
                    <a:pt x="2183892" y="4853940"/>
                  </a:lnTo>
                  <a:close/>
                </a:path>
                <a:path w="2184400" h="5782310">
                  <a:moveTo>
                    <a:pt x="2183892" y="4770120"/>
                  </a:moveTo>
                  <a:lnTo>
                    <a:pt x="2180844" y="4767072"/>
                  </a:lnTo>
                  <a:lnTo>
                    <a:pt x="2173224" y="4767072"/>
                  </a:lnTo>
                  <a:lnTo>
                    <a:pt x="2170176" y="4770120"/>
                  </a:lnTo>
                  <a:lnTo>
                    <a:pt x="2170176" y="4820412"/>
                  </a:lnTo>
                  <a:lnTo>
                    <a:pt x="2173224" y="4823460"/>
                  </a:lnTo>
                  <a:lnTo>
                    <a:pt x="2180844" y="4823460"/>
                  </a:lnTo>
                  <a:lnTo>
                    <a:pt x="2183892" y="4820412"/>
                  </a:lnTo>
                  <a:lnTo>
                    <a:pt x="2183892" y="4770120"/>
                  </a:lnTo>
                  <a:close/>
                </a:path>
                <a:path w="2184400" h="5782310">
                  <a:moveTo>
                    <a:pt x="2183892" y="4687824"/>
                  </a:moveTo>
                  <a:lnTo>
                    <a:pt x="2180844" y="4684776"/>
                  </a:lnTo>
                  <a:lnTo>
                    <a:pt x="2173224" y="4684776"/>
                  </a:lnTo>
                  <a:lnTo>
                    <a:pt x="2170176" y="4687824"/>
                  </a:lnTo>
                  <a:lnTo>
                    <a:pt x="2170176" y="4736592"/>
                  </a:lnTo>
                  <a:lnTo>
                    <a:pt x="2173224" y="4739640"/>
                  </a:lnTo>
                  <a:lnTo>
                    <a:pt x="2180844" y="4739640"/>
                  </a:lnTo>
                  <a:lnTo>
                    <a:pt x="2183892" y="4736592"/>
                  </a:lnTo>
                  <a:lnTo>
                    <a:pt x="2183892" y="4687824"/>
                  </a:lnTo>
                  <a:close/>
                </a:path>
                <a:path w="2184400" h="5782310">
                  <a:moveTo>
                    <a:pt x="2183892" y="4605528"/>
                  </a:moveTo>
                  <a:lnTo>
                    <a:pt x="2180844" y="4602480"/>
                  </a:lnTo>
                  <a:lnTo>
                    <a:pt x="2173224" y="4602480"/>
                  </a:lnTo>
                  <a:lnTo>
                    <a:pt x="2170176" y="4605528"/>
                  </a:lnTo>
                  <a:lnTo>
                    <a:pt x="2170176" y="4654308"/>
                  </a:lnTo>
                  <a:lnTo>
                    <a:pt x="2173224" y="4657344"/>
                  </a:lnTo>
                  <a:lnTo>
                    <a:pt x="2180844" y="4657344"/>
                  </a:lnTo>
                  <a:lnTo>
                    <a:pt x="2183892" y="4654308"/>
                  </a:lnTo>
                  <a:lnTo>
                    <a:pt x="2183892" y="4605528"/>
                  </a:lnTo>
                  <a:close/>
                </a:path>
                <a:path w="2184400" h="5782310">
                  <a:moveTo>
                    <a:pt x="2183892" y="4523232"/>
                  </a:moveTo>
                  <a:lnTo>
                    <a:pt x="2180844" y="4520184"/>
                  </a:lnTo>
                  <a:lnTo>
                    <a:pt x="2173224" y="4520184"/>
                  </a:lnTo>
                  <a:lnTo>
                    <a:pt x="2170176" y="4523232"/>
                  </a:lnTo>
                  <a:lnTo>
                    <a:pt x="2170176" y="4572000"/>
                  </a:lnTo>
                  <a:lnTo>
                    <a:pt x="2173224" y="4575048"/>
                  </a:lnTo>
                  <a:lnTo>
                    <a:pt x="2180844" y="4575048"/>
                  </a:lnTo>
                  <a:lnTo>
                    <a:pt x="2183892" y="4572000"/>
                  </a:lnTo>
                  <a:lnTo>
                    <a:pt x="2183892" y="4523232"/>
                  </a:lnTo>
                  <a:close/>
                </a:path>
                <a:path w="2184400" h="5782310">
                  <a:moveTo>
                    <a:pt x="2183892" y="4439412"/>
                  </a:moveTo>
                  <a:lnTo>
                    <a:pt x="2180844" y="4436364"/>
                  </a:lnTo>
                  <a:lnTo>
                    <a:pt x="2173224" y="4436364"/>
                  </a:lnTo>
                  <a:lnTo>
                    <a:pt x="2170176" y="4439412"/>
                  </a:lnTo>
                  <a:lnTo>
                    <a:pt x="2170176" y="4488180"/>
                  </a:lnTo>
                  <a:lnTo>
                    <a:pt x="2173224" y="4491228"/>
                  </a:lnTo>
                  <a:lnTo>
                    <a:pt x="2180844" y="4491228"/>
                  </a:lnTo>
                  <a:lnTo>
                    <a:pt x="2183892" y="4488180"/>
                  </a:lnTo>
                  <a:lnTo>
                    <a:pt x="2183892" y="4439412"/>
                  </a:lnTo>
                  <a:close/>
                </a:path>
                <a:path w="2184400" h="5782310">
                  <a:moveTo>
                    <a:pt x="2183892" y="4357116"/>
                  </a:moveTo>
                  <a:lnTo>
                    <a:pt x="2180844" y="4354068"/>
                  </a:lnTo>
                  <a:lnTo>
                    <a:pt x="2173224" y="4354068"/>
                  </a:lnTo>
                  <a:lnTo>
                    <a:pt x="2170176" y="4357116"/>
                  </a:lnTo>
                  <a:lnTo>
                    <a:pt x="2170176" y="4405884"/>
                  </a:lnTo>
                  <a:lnTo>
                    <a:pt x="2173224" y="4408932"/>
                  </a:lnTo>
                  <a:lnTo>
                    <a:pt x="2180844" y="4408932"/>
                  </a:lnTo>
                  <a:lnTo>
                    <a:pt x="2183892" y="4405884"/>
                  </a:lnTo>
                  <a:lnTo>
                    <a:pt x="2183892" y="4357116"/>
                  </a:lnTo>
                  <a:close/>
                </a:path>
                <a:path w="2184400" h="5782310">
                  <a:moveTo>
                    <a:pt x="2183892" y="4274820"/>
                  </a:moveTo>
                  <a:lnTo>
                    <a:pt x="2180844" y="4271772"/>
                  </a:lnTo>
                  <a:lnTo>
                    <a:pt x="2173224" y="4271772"/>
                  </a:lnTo>
                  <a:lnTo>
                    <a:pt x="2170176" y="4274820"/>
                  </a:lnTo>
                  <a:lnTo>
                    <a:pt x="2170176" y="4323588"/>
                  </a:lnTo>
                  <a:lnTo>
                    <a:pt x="2173224" y="4326636"/>
                  </a:lnTo>
                  <a:lnTo>
                    <a:pt x="2180844" y="4326636"/>
                  </a:lnTo>
                  <a:lnTo>
                    <a:pt x="2183892" y="4323588"/>
                  </a:lnTo>
                  <a:lnTo>
                    <a:pt x="2183892" y="4274820"/>
                  </a:lnTo>
                  <a:close/>
                </a:path>
                <a:path w="2184400" h="5782310">
                  <a:moveTo>
                    <a:pt x="2183892" y="4191000"/>
                  </a:moveTo>
                  <a:lnTo>
                    <a:pt x="2180844" y="4187952"/>
                  </a:lnTo>
                  <a:lnTo>
                    <a:pt x="2173224" y="4187952"/>
                  </a:lnTo>
                  <a:lnTo>
                    <a:pt x="2170176" y="4191000"/>
                  </a:lnTo>
                  <a:lnTo>
                    <a:pt x="2170176" y="4241292"/>
                  </a:lnTo>
                  <a:lnTo>
                    <a:pt x="2173224" y="4244340"/>
                  </a:lnTo>
                  <a:lnTo>
                    <a:pt x="2180844" y="4244340"/>
                  </a:lnTo>
                  <a:lnTo>
                    <a:pt x="2183892" y="4241292"/>
                  </a:lnTo>
                  <a:lnTo>
                    <a:pt x="2183892" y="4191000"/>
                  </a:lnTo>
                  <a:close/>
                </a:path>
                <a:path w="2184400" h="5782310">
                  <a:moveTo>
                    <a:pt x="2183892" y="4108704"/>
                  </a:moveTo>
                  <a:lnTo>
                    <a:pt x="2180844" y="4105656"/>
                  </a:lnTo>
                  <a:lnTo>
                    <a:pt x="2173224" y="4105656"/>
                  </a:lnTo>
                  <a:lnTo>
                    <a:pt x="2170176" y="4108704"/>
                  </a:lnTo>
                  <a:lnTo>
                    <a:pt x="2170176" y="4157472"/>
                  </a:lnTo>
                  <a:lnTo>
                    <a:pt x="2173224" y="4160520"/>
                  </a:lnTo>
                  <a:lnTo>
                    <a:pt x="2180844" y="4160520"/>
                  </a:lnTo>
                  <a:lnTo>
                    <a:pt x="2183892" y="4157472"/>
                  </a:lnTo>
                  <a:lnTo>
                    <a:pt x="2183892" y="4108704"/>
                  </a:lnTo>
                  <a:close/>
                </a:path>
                <a:path w="2184400" h="5782310">
                  <a:moveTo>
                    <a:pt x="2183892" y="4026408"/>
                  </a:moveTo>
                  <a:lnTo>
                    <a:pt x="2180844" y="4023360"/>
                  </a:lnTo>
                  <a:lnTo>
                    <a:pt x="2173224" y="4023360"/>
                  </a:lnTo>
                  <a:lnTo>
                    <a:pt x="2170176" y="4026408"/>
                  </a:lnTo>
                  <a:lnTo>
                    <a:pt x="2170176" y="4075176"/>
                  </a:lnTo>
                  <a:lnTo>
                    <a:pt x="2173224" y="4078224"/>
                  </a:lnTo>
                  <a:lnTo>
                    <a:pt x="2180844" y="4078224"/>
                  </a:lnTo>
                  <a:lnTo>
                    <a:pt x="2183892" y="4075176"/>
                  </a:lnTo>
                  <a:lnTo>
                    <a:pt x="2183892" y="4026408"/>
                  </a:lnTo>
                  <a:close/>
                </a:path>
                <a:path w="2184400" h="5782310">
                  <a:moveTo>
                    <a:pt x="2183892" y="3944112"/>
                  </a:moveTo>
                  <a:lnTo>
                    <a:pt x="2180844" y="3941064"/>
                  </a:lnTo>
                  <a:lnTo>
                    <a:pt x="2173224" y="3941064"/>
                  </a:lnTo>
                  <a:lnTo>
                    <a:pt x="2170176" y="3944112"/>
                  </a:lnTo>
                  <a:lnTo>
                    <a:pt x="2170176" y="3992880"/>
                  </a:lnTo>
                  <a:lnTo>
                    <a:pt x="2173224" y="3995928"/>
                  </a:lnTo>
                  <a:lnTo>
                    <a:pt x="2180844" y="3995928"/>
                  </a:lnTo>
                  <a:lnTo>
                    <a:pt x="2183892" y="3992880"/>
                  </a:lnTo>
                  <a:lnTo>
                    <a:pt x="2183892" y="3944112"/>
                  </a:lnTo>
                  <a:close/>
                </a:path>
                <a:path w="2184400" h="5782310">
                  <a:moveTo>
                    <a:pt x="2183892" y="3860292"/>
                  </a:moveTo>
                  <a:lnTo>
                    <a:pt x="2180844" y="3857244"/>
                  </a:lnTo>
                  <a:lnTo>
                    <a:pt x="2173224" y="3857244"/>
                  </a:lnTo>
                  <a:lnTo>
                    <a:pt x="2170176" y="3860292"/>
                  </a:lnTo>
                  <a:lnTo>
                    <a:pt x="2170176" y="3909060"/>
                  </a:lnTo>
                  <a:lnTo>
                    <a:pt x="2173224" y="3912108"/>
                  </a:lnTo>
                  <a:lnTo>
                    <a:pt x="2180844" y="3912108"/>
                  </a:lnTo>
                  <a:lnTo>
                    <a:pt x="2183892" y="3909060"/>
                  </a:lnTo>
                  <a:lnTo>
                    <a:pt x="2183892" y="3860292"/>
                  </a:lnTo>
                  <a:close/>
                </a:path>
                <a:path w="2184400" h="5782310">
                  <a:moveTo>
                    <a:pt x="2183892" y="3777996"/>
                  </a:moveTo>
                  <a:lnTo>
                    <a:pt x="2180844" y="3774948"/>
                  </a:lnTo>
                  <a:lnTo>
                    <a:pt x="2173224" y="3774948"/>
                  </a:lnTo>
                  <a:lnTo>
                    <a:pt x="2170176" y="3777996"/>
                  </a:lnTo>
                  <a:lnTo>
                    <a:pt x="2170176" y="3826764"/>
                  </a:lnTo>
                  <a:lnTo>
                    <a:pt x="2173224" y="3829812"/>
                  </a:lnTo>
                  <a:lnTo>
                    <a:pt x="2180844" y="3829812"/>
                  </a:lnTo>
                  <a:lnTo>
                    <a:pt x="2183892" y="3826764"/>
                  </a:lnTo>
                  <a:lnTo>
                    <a:pt x="2183892" y="3777996"/>
                  </a:lnTo>
                  <a:close/>
                </a:path>
                <a:path w="2184400" h="5782310">
                  <a:moveTo>
                    <a:pt x="2183892" y="3695700"/>
                  </a:moveTo>
                  <a:lnTo>
                    <a:pt x="2180844" y="3692652"/>
                  </a:lnTo>
                  <a:lnTo>
                    <a:pt x="2173224" y="3692652"/>
                  </a:lnTo>
                  <a:lnTo>
                    <a:pt x="2170176" y="3695700"/>
                  </a:lnTo>
                  <a:lnTo>
                    <a:pt x="2170176" y="3744468"/>
                  </a:lnTo>
                  <a:lnTo>
                    <a:pt x="2173224" y="3747516"/>
                  </a:lnTo>
                  <a:lnTo>
                    <a:pt x="2180844" y="3747516"/>
                  </a:lnTo>
                  <a:lnTo>
                    <a:pt x="2183892" y="3744468"/>
                  </a:lnTo>
                  <a:lnTo>
                    <a:pt x="2183892" y="3695700"/>
                  </a:lnTo>
                  <a:close/>
                </a:path>
                <a:path w="2184400" h="5782310">
                  <a:moveTo>
                    <a:pt x="2183892" y="3611880"/>
                  </a:moveTo>
                  <a:lnTo>
                    <a:pt x="2180844" y="3608832"/>
                  </a:lnTo>
                  <a:lnTo>
                    <a:pt x="2173224" y="3608832"/>
                  </a:lnTo>
                  <a:lnTo>
                    <a:pt x="2170176" y="3611880"/>
                  </a:lnTo>
                  <a:lnTo>
                    <a:pt x="2170176" y="3662172"/>
                  </a:lnTo>
                  <a:lnTo>
                    <a:pt x="2173224" y="3665220"/>
                  </a:lnTo>
                  <a:lnTo>
                    <a:pt x="2180844" y="3665220"/>
                  </a:lnTo>
                  <a:lnTo>
                    <a:pt x="2183892" y="3662172"/>
                  </a:lnTo>
                  <a:lnTo>
                    <a:pt x="2183892" y="3611880"/>
                  </a:lnTo>
                  <a:close/>
                </a:path>
                <a:path w="2184400" h="5782310">
                  <a:moveTo>
                    <a:pt x="2183892" y="3529584"/>
                  </a:moveTo>
                  <a:lnTo>
                    <a:pt x="2180844" y="3526536"/>
                  </a:lnTo>
                  <a:lnTo>
                    <a:pt x="2173224" y="3526536"/>
                  </a:lnTo>
                  <a:lnTo>
                    <a:pt x="2170176" y="3529584"/>
                  </a:lnTo>
                  <a:lnTo>
                    <a:pt x="2170176" y="3578352"/>
                  </a:lnTo>
                  <a:lnTo>
                    <a:pt x="2173224" y="3581400"/>
                  </a:lnTo>
                  <a:lnTo>
                    <a:pt x="2180844" y="3581400"/>
                  </a:lnTo>
                  <a:lnTo>
                    <a:pt x="2183892" y="3578352"/>
                  </a:lnTo>
                  <a:lnTo>
                    <a:pt x="2183892" y="3529584"/>
                  </a:lnTo>
                  <a:close/>
                </a:path>
                <a:path w="2184400" h="5782310">
                  <a:moveTo>
                    <a:pt x="2183892" y="3447288"/>
                  </a:moveTo>
                  <a:lnTo>
                    <a:pt x="2180844" y="3444240"/>
                  </a:lnTo>
                  <a:lnTo>
                    <a:pt x="2173224" y="3444240"/>
                  </a:lnTo>
                  <a:lnTo>
                    <a:pt x="2170176" y="3447288"/>
                  </a:lnTo>
                  <a:lnTo>
                    <a:pt x="2170176" y="3496056"/>
                  </a:lnTo>
                  <a:lnTo>
                    <a:pt x="2173224" y="3499104"/>
                  </a:lnTo>
                  <a:lnTo>
                    <a:pt x="2180844" y="3499104"/>
                  </a:lnTo>
                  <a:lnTo>
                    <a:pt x="2183892" y="3496056"/>
                  </a:lnTo>
                  <a:lnTo>
                    <a:pt x="2183892" y="3447288"/>
                  </a:lnTo>
                  <a:close/>
                </a:path>
                <a:path w="2184400" h="5782310">
                  <a:moveTo>
                    <a:pt x="2183892" y="3364992"/>
                  </a:moveTo>
                  <a:lnTo>
                    <a:pt x="2180844" y="3361944"/>
                  </a:lnTo>
                  <a:lnTo>
                    <a:pt x="2173224" y="3361944"/>
                  </a:lnTo>
                  <a:lnTo>
                    <a:pt x="2170176" y="3364992"/>
                  </a:lnTo>
                  <a:lnTo>
                    <a:pt x="2170176" y="3413760"/>
                  </a:lnTo>
                  <a:lnTo>
                    <a:pt x="2173224" y="3416808"/>
                  </a:lnTo>
                  <a:lnTo>
                    <a:pt x="2180844" y="3416808"/>
                  </a:lnTo>
                  <a:lnTo>
                    <a:pt x="2183892" y="3413760"/>
                  </a:lnTo>
                  <a:lnTo>
                    <a:pt x="2183892" y="3364992"/>
                  </a:lnTo>
                  <a:close/>
                </a:path>
                <a:path w="2184400" h="5782310">
                  <a:moveTo>
                    <a:pt x="2183892" y="3281172"/>
                  </a:moveTo>
                  <a:lnTo>
                    <a:pt x="2180844" y="3278124"/>
                  </a:lnTo>
                  <a:lnTo>
                    <a:pt x="2173224" y="3278124"/>
                  </a:lnTo>
                  <a:lnTo>
                    <a:pt x="2170176" y="3281172"/>
                  </a:lnTo>
                  <a:lnTo>
                    <a:pt x="2170176" y="3329940"/>
                  </a:lnTo>
                  <a:lnTo>
                    <a:pt x="2173224" y="3332988"/>
                  </a:lnTo>
                  <a:lnTo>
                    <a:pt x="2180844" y="3332988"/>
                  </a:lnTo>
                  <a:lnTo>
                    <a:pt x="2183892" y="3329940"/>
                  </a:lnTo>
                  <a:lnTo>
                    <a:pt x="2183892" y="3281172"/>
                  </a:lnTo>
                  <a:close/>
                </a:path>
                <a:path w="2184400" h="5782310">
                  <a:moveTo>
                    <a:pt x="2183892" y="3198876"/>
                  </a:moveTo>
                  <a:lnTo>
                    <a:pt x="2180844" y="3195828"/>
                  </a:lnTo>
                  <a:lnTo>
                    <a:pt x="2173224" y="3195828"/>
                  </a:lnTo>
                  <a:lnTo>
                    <a:pt x="2170176" y="3198876"/>
                  </a:lnTo>
                  <a:lnTo>
                    <a:pt x="2170176" y="3247644"/>
                  </a:lnTo>
                  <a:lnTo>
                    <a:pt x="2173224" y="3250692"/>
                  </a:lnTo>
                  <a:lnTo>
                    <a:pt x="2180844" y="3250692"/>
                  </a:lnTo>
                  <a:lnTo>
                    <a:pt x="2183892" y="3247644"/>
                  </a:lnTo>
                  <a:lnTo>
                    <a:pt x="2183892" y="3198876"/>
                  </a:lnTo>
                  <a:close/>
                </a:path>
                <a:path w="2184400" h="5782310">
                  <a:moveTo>
                    <a:pt x="2183892" y="3116580"/>
                  </a:moveTo>
                  <a:lnTo>
                    <a:pt x="2180844" y="3113532"/>
                  </a:lnTo>
                  <a:lnTo>
                    <a:pt x="2173224" y="3113532"/>
                  </a:lnTo>
                  <a:lnTo>
                    <a:pt x="2170176" y="3116580"/>
                  </a:lnTo>
                  <a:lnTo>
                    <a:pt x="2170176" y="3165348"/>
                  </a:lnTo>
                  <a:lnTo>
                    <a:pt x="2173224" y="3168396"/>
                  </a:lnTo>
                  <a:lnTo>
                    <a:pt x="2180844" y="3168396"/>
                  </a:lnTo>
                  <a:lnTo>
                    <a:pt x="2183892" y="3165348"/>
                  </a:lnTo>
                  <a:lnTo>
                    <a:pt x="2183892" y="3116580"/>
                  </a:lnTo>
                  <a:close/>
                </a:path>
                <a:path w="2184400" h="5782310">
                  <a:moveTo>
                    <a:pt x="2183892" y="3032760"/>
                  </a:moveTo>
                  <a:lnTo>
                    <a:pt x="2180844" y="3029712"/>
                  </a:lnTo>
                  <a:lnTo>
                    <a:pt x="2173224" y="3029712"/>
                  </a:lnTo>
                  <a:lnTo>
                    <a:pt x="2170176" y="3032760"/>
                  </a:lnTo>
                  <a:lnTo>
                    <a:pt x="2170176" y="3083052"/>
                  </a:lnTo>
                  <a:lnTo>
                    <a:pt x="2173224" y="3086100"/>
                  </a:lnTo>
                  <a:lnTo>
                    <a:pt x="2180844" y="3086100"/>
                  </a:lnTo>
                  <a:lnTo>
                    <a:pt x="2183892" y="3083052"/>
                  </a:lnTo>
                  <a:lnTo>
                    <a:pt x="2183892" y="3032760"/>
                  </a:lnTo>
                  <a:close/>
                </a:path>
                <a:path w="2184400" h="5782310">
                  <a:moveTo>
                    <a:pt x="2183892" y="2950464"/>
                  </a:moveTo>
                  <a:lnTo>
                    <a:pt x="2180844" y="2947416"/>
                  </a:lnTo>
                  <a:lnTo>
                    <a:pt x="2173224" y="2947416"/>
                  </a:lnTo>
                  <a:lnTo>
                    <a:pt x="2170176" y="2950464"/>
                  </a:lnTo>
                  <a:lnTo>
                    <a:pt x="2170176" y="2999232"/>
                  </a:lnTo>
                  <a:lnTo>
                    <a:pt x="2173224" y="3002280"/>
                  </a:lnTo>
                  <a:lnTo>
                    <a:pt x="2180844" y="3002280"/>
                  </a:lnTo>
                  <a:lnTo>
                    <a:pt x="2183892" y="2999232"/>
                  </a:lnTo>
                  <a:lnTo>
                    <a:pt x="2183892" y="2950464"/>
                  </a:lnTo>
                  <a:close/>
                </a:path>
                <a:path w="2184400" h="5782310">
                  <a:moveTo>
                    <a:pt x="2183892" y="2868168"/>
                  </a:moveTo>
                  <a:lnTo>
                    <a:pt x="2180844" y="2865120"/>
                  </a:lnTo>
                  <a:lnTo>
                    <a:pt x="2173224" y="2865120"/>
                  </a:lnTo>
                  <a:lnTo>
                    <a:pt x="2170176" y="2868168"/>
                  </a:lnTo>
                  <a:lnTo>
                    <a:pt x="2170176" y="2916936"/>
                  </a:lnTo>
                  <a:lnTo>
                    <a:pt x="2173224" y="2919984"/>
                  </a:lnTo>
                  <a:lnTo>
                    <a:pt x="2180844" y="2919984"/>
                  </a:lnTo>
                  <a:lnTo>
                    <a:pt x="2183892" y="2916936"/>
                  </a:lnTo>
                  <a:lnTo>
                    <a:pt x="2183892" y="2868168"/>
                  </a:lnTo>
                  <a:close/>
                </a:path>
                <a:path w="2184400" h="5782310">
                  <a:moveTo>
                    <a:pt x="2183892" y="2785872"/>
                  </a:moveTo>
                  <a:lnTo>
                    <a:pt x="2180844" y="2782824"/>
                  </a:lnTo>
                  <a:lnTo>
                    <a:pt x="2173224" y="2782824"/>
                  </a:lnTo>
                  <a:lnTo>
                    <a:pt x="2170176" y="2785872"/>
                  </a:lnTo>
                  <a:lnTo>
                    <a:pt x="2170176" y="2834640"/>
                  </a:lnTo>
                  <a:lnTo>
                    <a:pt x="2173224" y="2837688"/>
                  </a:lnTo>
                  <a:lnTo>
                    <a:pt x="2180844" y="2837688"/>
                  </a:lnTo>
                  <a:lnTo>
                    <a:pt x="2183892" y="2834640"/>
                  </a:lnTo>
                  <a:lnTo>
                    <a:pt x="2183892" y="2785872"/>
                  </a:lnTo>
                  <a:close/>
                </a:path>
                <a:path w="2184400" h="5782310">
                  <a:moveTo>
                    <a:pt x="2183892" y="2702052"/>
                  </a:moveTo>
                  <a:lnTo>
                    <a:pt x="2180844" y="2699004"/>
                  </a:lnTo>
                  <a:lnTo>
                    <a:pt x="2173224" y="2699004"/>
                  </a:lnTo>
                  <a:lnTo>
                    <a:pt x="2170176" y="2702052"/>
                  </a:lnTo>
                  <a:lnTo>
                    <a:pt x="2170176" y="2750820"/>
                  </a:lnTo>
                  <a:lnTo>
                    <a:pt x="2173224" y="2753868"/>
                  </a:lnTo>
                  <a:lnTo>
                    <a:pt x="2180844" y="2753868"/>
                  </a:lnTo>
                  <a:lnTo>
                    <a:pt x="2183892" y="2750820"/>
                  </a:lnTo>
                  <a:lnTo>
                    <a:pt x="2183892" y="2702052"/>
                  </a:lnTo>
                  <a:close/>
                </a:path>
                <a:path w="2184400" h="5782310">
                  <a:moveTo>
                    <a:pt x="2183892" y="2619756"/>
                  </a:moveTo>
                  <a:lnTo>
                    <a:pt x="2180844" y="2616708"/>
                  </a:lnTo>
                  <a:lnTo>
                    <a:pt x="2173224" y="2616708"/>
                  </a:lnTo>
                  <a:lnTo>
                    <a:pt x="2170176" y="2619756"/>
                  </a:lnTo>
                  <a:lnTo>
                    <a:pt x="2170176" y="2668524"/>
                  </a:lnTo>
                  <a:lnTo>
                    <a:pt x="2173224" y="2671572"/>
                  </a:lnTo>
                  <a:lnTo>
                    <a:pt x="2180844" y="2671572"/>
                  </a:lnTo>
                  <a:lnTo>
                    <a:pt x="2183892" y="2668524"/>
                  </a:lnTo>
                  <a:lnTo>
                    <a:pt x="2183892" y="2619756"/>
                  </a:lnTo>
                  <a:close/>
                </a:path>
                <a:path w="2184400" h="5782310">
                  <a:moveTo>
                    <a:pt x="2183892" y="2537460"/>
                  </a:moveTo>
                  <a:lnTo>
                    <a:pt x="2180844" y="2534412"/>
                  </a:lnTo>
                  <a:lnTo>
                    <a:pt x="2173224" y="2534412"/>
                  </a:lnTo>
                  <a:lnTo>
                    <a:pt x="2170176" y="2537460"/>
                  </a:lnTo>
                  <a:lnTo>
                    <a:pt x="2170176" y="2586228"/>
                  </a:lnTo>
                  <a:lnTo>
                    <a:pt x="2173224" y="2589276"/>
                  </a:lnTo>
                  <a:lnTo>
                    <a:pt x="2180844" y="2589276"/>
                  </a:lnTo>
                  <a:lnTo>
                    <a:pt x="2183892" y="2586228"/>
                  </a:lnTo>
                  <a:lnTo>
                    <a:pt x="2183892" y="2537460"/>
                  </a:lnTo>
                  <a:close/>
                </a:path>
                <a:path w="2184400" h="5782310">
                  <a:moveTo>
                    <a:pt x="2183892" y="2453640"/>
                  </a:moveTo>
                  <a:lnTo>
                    <a:pt x="2180844" y="2450592"/>
                  </a:lnTo>
                  <a:lnTo>
                    <a:pt x="2173224" y="2450592"/>
                  </a:lnTo>
                  <a:lnTo>
                    <a:pt x="2170176" y="2453640"/>
                  </a:lnTo>
                  <a:lnTo>
                    <a:pt x="2170176" y="2503932"/>
                  </a:lnTo>
                  <a:lnTo>
                    <a:pt x="2173224" y="2506980"/>
                  </a:lnTo>
                  <a:lnTo>
                    <a:pt x="2180844" y="2506980"/>
                  </a:lnTo>
                  <a:lnTo>
                    <a:pt x="2183892" y="2503932"/>
                  </a:lnTo>
                  <a:lnTo>
                    <a:pt x="2183892" y="2453640"/>
                  </a:lnTo>
                  <a:close/>
                </a:path>
                <a:path w="2184400" h="5782310">
                  <a:moveTo>
                    <a:pt x="2183892" y="2371344"/>
                  </a:moveTo>
                  <a:lnTo>
                    <a:pt x="2180844" y="2368296"/>
                  </a:lnTo>
                  <a:lnTo>
                    <a:pt x="2173224" y="2368296"/>
                  </a:lnTo>
                  <a:lnTo>
                    <a:pt x="2170176" y="2371344"/>
                  </a:lnTo>
                  <a:lnTo>
                    <a:pt x="2170176" y="2420112"/>
                  </a:lnTo>
                  <a:lnTo>
                    <a:pt x="2173224" y="2423160"/>
                  </a:lnTo>
                  <a:lnTo>
                    <a:pt x="2180844" y="2423160"/>
                  </a:lnTo>
                  <a:lnTo>
                    <a:pt x="2183892" y="2420112"/>
                  </a:lnTo>
                  <a:lnTo>
                    <a:pt x="2183892" y="2371344"/>
                  </a:lnTo>
                  <a:close/>
                </a:path>
                <a:path w="2184400" h="5782310">
                  <a:moveTo>
                    <a:pt x="2183892" y="2289048"/>
                  </a:moveTo>
                  <a:lnTo>
                    <a:pt x="2180844" y="2286000"/>
                  </a:lnTo>
                  <a:lnTo>
                    <a:pt x="2173224" y="2286000"/>
                  </a:lnTo>
                  <a:lnTo>
                    <a:pt x="2170176" y="2289048"/>
                  </a:lnTo>
                  <a:lnTo>
                    <a:pt x="2170176" y="2337816"/>
                  </a:lnTo>
                  <a:lnTo>
                    <a:pt x="2173224" y="2340864"/>
                  </a:lnTo>
                  <a:lnTo>
                    <a:pt x="2180844" y="2340864"/>
                  </a:lnTo>
                  <a:lnTo>
                    <a:pt x="2183892" y="2337816"/>
                  </a:lnTo>
                  <a:lnTo>
                    <a:pt x="2183892" y="2289048"/>
                  </a:lnTo>
                  <a:close/>
                </a:path>
                <a:path w="2184400" h="5782310">
                  <a:moveTo>
                    <a:pt x="2183892" y="2206752"/>
                  </a:moveTo>
                  <a:lnTo>
                    <a:pt x="2180844" y="2203704"/>
                  </a:lnTo>
                  <a:lnTo>
                    <a:pt x="2173224" y="2203704"/>
                  </a:lnTo>
                  <a:lnTo>
                    <a:pt x="2170176" y="2206752"/>
                  </a:lnTo>
                  <a:lnTo>
                    <a:pt x="2170176" y="2255520"/>
                  </a:lnTo>
                  <a:lnTo>
                    <a:pt x="2173224" y="2258568"/>
                  </a:lnTo>
                  <a:lnTo>
                    <a:pt x="2180844" y="2258568"/>
                  </a:lnTo>
                  <a:lnTo>
                    <a:pt x="2183892" y="2255520"/>
                  </a:lnTo>
                  <a:lnTo>
                    <a:pt x="2183892" y="2206752"/>
                  </a:lnTo>
                  <a:close/>
                </a:path>
                <a:path w="2184400" h="5782310">
                  <a:moveTo>
                    <a:pt x="2183892" y="2122932"/>
                  </a:moveTo>
                  <a:lnTo>
                    <a:pt x="2180844" y="2119884"/>
                  </a:lnTo>
                  <a:lnTo>
                    <a:pt x="2173224" y="2119884"/>
                  </a:lnTo>
                  <a:lnTo>
                    <a:pt x="2170176" y="2122932"/>
                  </a:lnTo>
                  <a:lnTo>
                    <a:pt x="2170176" y="2171700"/>
                  </a:lnTo>
                  <a:lnTo>
                    <a:pt x="2173224" y="2174748"/>
                  </a:lnTo>
                  <a:lnTo>
                    <a:pt x="2180844" y="2174748"/>
                  </a:lnTo>
                  <a:lnTo>
                    <a:pt x="2183892" y="2171700"/>
                  </a:lnTo>
                  <a:lnTo>
                    <a:pt x="2183892" y="2122932"/>
                  </a:lnTo>
                  <a:close/>
                </a:path>
                <a:path w="2184400" h="5782310">
                  <a:moveTo>
                    <a:pt x="2183892" y="2040636"/>
                  </a:moveTo>
                  <a:lnTo>
                    <a:pt x="2180844" y="2037588"/>
                  </a:lnTo>
                  <a:lnTo>
                    <a:pt x="2173224" y="2037588"/>
                  </a:lnTo>
                  <a:lnTo>
                    <a:pt x="2170176" y="2040636"/>
                  </a:lnTo>
                  <a:lnTo>
                    <a:pt x="2170176" y="2089404"/>
                  </a:lnTo>
                  <a:lnTo>
                    <a:pt x="2173224" y="2092452"/>
                  </a:lnTo>
                  <a:lnTo>
                    <a:pt x="2180844" y="2092452"/>
                  </a:lnTo>
                  <a:lnTo>
                    <a:pt x="2183892" y="2089404"/>
                  </a:lnTo>
                  <a:lnTo>
                    <a:pt x="2183892" y="2040636"/>
                  </a:lnTo>
                  <a:close/>
                </a:path>
                <a:path w="2184400" h="5782310">
                  <a:moveTo>
                    <a:pt x="2183892" y="1958340"/>
                  </a:moveTo>
                  <a:lnTo>
                    <a:pt x="2180844" y="1955292"/>
                  </a:lnTo>
                  <a:lnTo>
                    <a:pt x="2173224" y="1955292"/>
                  </a:lnTo>
                  <a:lnTo>
                    <a:pt x="2170176" y="1958340"/>
                  </a:lnTo>
                  <a:lnTo>
                    <a:pt x="2170176" y="2007108"/>
                  </a:lnTo>
                  <a:lnTo>
                    <a:pt x="2173224" y="2010156"/>
                  </a:lnTo>
                  <a:lnTo>
                    <a:pt x="2180844" y="2010156"/>
                  </a:lnTo>
                  <a:lnTo>
                    <a:pt x="2183892" y="2007108"/>
                  </a:lnTo>
                  <a:lnTo>
                    <a:pt x="2183892" y="1958340"/>
                  </a:lnTo>
                  <a:close/>
                </a:path>
                <a:path w="2184400" h="5782310">
                  <a:moveTo>
                    <a:pt x="2183892" y="1874520"/>
                  </a:moveTo>
                  <a:lnTo>
                    <a:pt x="2180844" y="1871472"/>
                  </a:lnTo>
                  <a:lnTo>
                    <a:pt x="2173224" y="1871472"/>
                  </a:lnTo>
                  <a:lnTo>
                    <a:pt x="2170176" y="1874520"/>
                  </a:lnTo>
                  <a:lnTo>
                    <a:pt x="2170176" y="1924812"/>
                  </a:lnTo>
                  <a:lnTo>
                    <a:pt x="2173224" y="1927860"/>
                  </a:lnTo>
                  <a:lnTo>
                    <a:pt x="2180844" y="1927860"/>
                  </a:lnTo>
                  <a:lnTo>
                    <a:pt x="2183892" y="1924812"/>
                  </a:lnTo>
                  <a:lnTo>
                    <a:pt x="2183892" y="1874520"/>
                  </a:lnTo>
                  <a:close/>
                </a:path>
                <a:path w="2184400" h="5782310">
                  <a:moveTo>
                    <a:pt x="2183892" y="1792224"/>
                  </a:moveTo>
                  <a:lnTo>
                    <a:pt x="2180844" y="1789176"/>
                  </a:lnTo>
                  <a:lnTo>
                    <a:pt x="2173224" y="1789176"/>
                  </a:lnTo>
                  <a:lnTo>
                    <a:pt x="2170176" y="1792224"/>
                  </a:lnTo>
                  <a:lnTo>
                    <a:pt x="2170176" y="1840992"/>
                  </a:lnTo>
                  <a:lnTo>
                    <a:pt x="2173224" y="1844040"/>
                  </a:lnTo>
                  <a:lnTo>
                    <a:pt x="2180844" y="1844040"/>
                  </a:lnTo>
                  <a:lnTo>
                    <a:pt x="2183892" y="1840992"/>
                  </a:lnTo>
                  <a:lnTo>
                    <a:pt x="2183892" y="1792224"/>
                  </a:lnTo>
                  <a:close/>
                </a:path>
                <a:path w="2184400" h="5782310">
                  <a:moveTo>
                    <a:pt x="2183892" y="1709928"/>
                  </a:moveTo>
                  <a:lnTo>
                    <a:pt x="2180844" y="1706880"/>
                  </a:lnTo>
                  <a:lnTo>
                    <a:pt x="2173224" y="1706880"/>
                  </a:lnTo>
                  <a:lnTo>
                    <a:pt x="2170176" y="1709928"/>
                  </a:lnTo>
                  <a:lnTo>
                    <a:pt x="2170176" y="1758696"/>
                  </a:lnTo>
                  <a:lnTo>
                    <a:pt x="2173224" y="1761744"/>
                  </a:lnTo>
                  <a:lnTo>
                    <a:pt x="2180844" y="1761744"/>
                  </a:lnTo>
                  <a:lnTo>
                    <a:pt x="2183892" y="1758696"/>
                  </a:lnTo>
                  <a:lnTo>
                    <a:pt x="2183892" y="1709928"/>
                  </a:lnTo>
                  <a:close/>
                </a:path>
                <a:path w="2184400" h="5782310">
                  <a:moveTo>
                    <a:pt x="2183892" y="1627632"/>
                  </a:moveTo>
                  <a:lnTo>
                    <a:pt x="2180844" y="1624584"/>
                  </a:lnTo>
                  <a:lnTo>
                    <a:pt x="2173224" y="1624584"/>
                  </a:lnTo>
                  <a:lnTo>
                    <a:pt x="2170176" y="1627632"/>
                  </a:lnTo>
                  <a:lnTo>
                    <a:pt x="2170176" y="1676400"/>
                  </a:lnTo>
                  <a:lnTo>
                    <a:pt x="2173224" y="1679448"/>
                  </a:lnTo>
                  <a:lnTo>
                    <a:pt x="2180844" y="1679448"/>
                  </a:lnTo>
                  <a:lnTo>
                    <a:pt x="2183892" y="1676400"/>
                  </a:lnTo>
                  <a:lnTo>
                    <a:pt x="2183892" y="1627632"/>
                  </a:lnTo>
                  <a:close/>
                </a:path>
                <a:path w="2184400" h="5782310">
                  <a:moveTo>
                    <a:pt x="2183892" y="1543812"/>
                  </a:moveTo>
                  <a:lnTo>
                    <a:pt x="2180844" y="1540764"/>
                  </a:lnTo>
                  <a:lnTo>
                    <a:pt x="2173224" y="1540764"/>
                  </a:lnTo>
                  <a:lnTo>
                    <a:pt x="2170176" y="1543812"/>
                  </a:lnTo>
                  <a:lnTo>
                    <a:pt x="2170176" y="1592580"/>
                  </a:lnTo>
                  <a:lnTo>
                    <a:pt x="2173224" y="1595628"/>
                  </a:lnTo>
                  <a:lnTo>
                    <a:pt x="2180844" y="1595628"/>
                  </a:lnTo>
                  <a:lnTo>
                    <a:pt x="2183892" y="1592580"/>
                  </a:lnTo>
                  <a:lnTo>
                    <a:pt x="2183892" y="1543812"/>
                  </a:lnTo>
                  <a:close/>
                </a:path>
                <a:path w="2184400" h="5782310">
                  <a:moveTo>
                    <a:pt x="2183892" y="1461516"/>
                  </a:moveTo>
                  <a:lnTo>
                    <a:pt x="2180844" y="1458468"/>
                  </a:lnTo>
                  <a:lnTo>
                    <a:pt x="2173224" y="1458468"/>
                  </a:lnTo>
                  <a:lnTo>
                    <a:pt x="2170176" y="1461516"/>
                  </a:lnTo>
                  <a:lnTo>
                    <a:pt x="2170176" y="1510284"/>
                  </a:lnTo>
                  <a:lnTo>
                    <a:pt x="2173224" y="1513332"/>
                  </a:lnTo>
                  <a:lnTo>
                    <a:pt x="2180844" y="1513332"/>
                  </a:lnTo>
                  <a:lnTo>
                    <a:pt x="2183892" y="1510284"/>
                  </a:lnTo>
                  <a:lnTo>
                    <a:pt x="2183892" y="1461516"/>
                  </a:lnTo>
                  <a:close/>
                </a:path>
                <a:path w="2184400" h="5782310">
                  <a:moveTo>
                    <a:pt x="2183892" y="1379220"/>
                  </a:moveTo>
                  <a:lnTo>
                    <a:pt x="2180844" y="1376172"/>
                  </a:lnTo>
                  <a:lnTo>
                    <a:pt x="2173224" y="1376172"/>
                  </a:lnTo>
                  <a:lnTo>
                    <a:pt x="2170176" y="1379220"/>
                  </a:lnTo>
                  <a:lnTo>
                    <a:pt x="2170176" y="1427988"/>
                  </a:lnTo>
                  <a:lnTo>
                    <a:pt x="2173224" y="1431036"/>
                  </a:lnTo>
                  <a:lnTo>
                    <a:pt x="2180844" y="1431036"/>
                  </a:lnTo>
                  <a:lnTo>
                    <a:pt x="2183892" y="1427988"/>
                  </a:lnTo>
                  <a:lnTo>
                    <a:pt x="2183892" y="1379220"/>
                  </a:lnTo>
                  <a:close/>
                </a:path>
                <a:path w="2184400" h="5782310">
                  <a:moveTo>
                    <a:pt x="2183892" y="1295400"/>
                  </a:moveTo>
                  <a:lnTo>
                    <a:pt x="2180844" y="1292352"/>
                  </a:lnTo>
                  <a:lnTo>
                    <a:pt x="2173224" y="1292352"/>
                  </a:lnTo>
                  <a:lnTo>
                    <a:pt x="2170176" y="1295400"/>
                  </a:lnTo>
                  <a:lnTo>
                    <a:pt x="2170176" y="1345692"/>
                  </a:lnTo>
                  <a:lnTo>
                    <a:pt x="2173224" y="1348740"/>
                  </a:lnTo>
                  <a:lnTo>
                    <a:pt x="2180844" y="1348740"/>
                  </a:lnTo>
                  <a:lnTo>
                    <a:pt x="2183892" y="1345692"/>
                  </a:lnTo>
                  <a:lnTo>
                    <a:pt x="2183892" y="1295400"/>
                  </a:lnTo>
                  <a:close/>
                </a:path>
                <a:path w="2184400" h="5782310">
                  <a:moveTo>
                    <a:pt x="2183892" y="1213104"/>
                  </a:moveTo>
                  <a:lnTo>
                    <a:pt x="2180844" y="1210056"/>
                  </a:lnTo>
                  <a:lnTo>
                    <a:pt x="2173224" y="1210056"/>
                  </a:lnTo>
                  <a:lnTo>
                    <a:pt x="2170176" y="1213104"/>
                  </a:lnTo>
                  <a:lnTo>
                    <a:pt x="2170176" y="1261872"/>
                  </a:lnTo>
                  <a:lnTo>
                    <a:pt x="2173224" y="1264920"/>
                  </a:lnTo>
                  <a:lnTo>
                    <a:pt x="2180844" y="1264920"/>
                  </a:lnTo>
                  <a:lnTo>
                    <a:pt x="2183892" y="1261872"/>
                  </a:lnTo>
                  <a:lnTo>
                    <a:pt x="2183892" y="1213104"/>
                  </a:lnTo>
                  <a:close/>
                </a:path>
                <a:path w="2184400" h="5782310">
                  <a:moveTo>
                    <a:pt x="2183892" y="1130808"/>
                  </a:moveTo>
                  <a:lnTo>
                    <a:pt x="2180844" y="1127760"/>
                  </a:lnTo>
                  <a:lnTo>
                    <a:pt x="2173224" y="1127760"/>
                  </a:lnTo>
                  <a:lnTo>
                    <a:pt x="2170176" y="1130808"/>
                  </a:lnTo>
                  <a:lnTo>
                    <a:pt x="2170176" y="1179576"/>
                  </a:lnTo>
                  <a:lnTo>
                    <a:pt x="2173224" y="1182624"/>
                  </a:lnTo>
                  <a:lnTo>
                    <a:pt x="2180844" y="1182624"/>
                  </a:lnTo>
                  <a:lnTo>
                    <a:pt x="2183892" y="1179576"/>
                  </a:lnTo>
                  <a:lnTo>
                    <a:pt x="2183892" y="1130808"/>
                  </a:lnTo>
                  <a:close/>
                </a:path>
                <a:path w="2184400" h="5782310">
                  <a:moveTo>
                    <a:pt x="2183892" y="1048512"/>
                  </a:moveTo>
                  <a:lnTo>
                    <a:pt x="2180844" y="1045464"/>
                  </a:lnTo>
                  <a:lnTo>
                    <a:pt x="2173224" y="1045464"/>
                  </a:lnTo>
                  <a:lnTo>
                    <a:pt x="2170176" y="1048512"/>
                  </a:lnTo>
                  <a:lnTo>
                    <a:pt x="2170176" y="1097280"/>
                  </a:lnTo>
                  <a:lnTo>
                    <a:pt x="2173224" y="1100328"/>
                  </a:lnTo>
                  <a:lnTo>
                    <a:pt x="2180844" y="1100328"/>
                  </a:lnTo>
                  <a:lnTo>
                    <a:pt x="2183892" y="1097280"/>
                  </a:lnTo>
                  <a:lnTo>
                    <a:pt x="2183892" y="1048512"/>
                  </a:lnTo>
                  <a:close/>
                </a:path>
                <a:path w="2184400" h="5782310">
                  <a:moveTo>
                    <a:pt x="2183892" y="964692"/>
                  </a:moveTo>
                  <a:lnTo>
                    <a:pt x="2180844" y="961644"/>
                  </a:lnTo>
                  <a:lnTo>
                    <a:pt x="2173224" y="961644"/>
                  </a:lnTo>
                  <a:lnTo>
                    <a:pt x="2170176" y="964692"/>
                  </a:lnTo>
                  <a:lnTo>
                    <a:pt x="2170176" y="1013460"/>
                  </a:lnTo>
                  <a:lnTo>
                    <a:pt x="2173224" y="1016508"/>
                  </a:lnTo>
                  <a:lnTo>
                    <a:pt x="2180844" y="1016508"/>
                  </a:lnTo>
                  <a:lnTo>
                    <a:pt x="2183892" y="1013460"/>
                  </a:lnTo>
                  <a:lnTo>
                    <a:pt x="2183892" y="964692"/>
                  </a:lnTo>
                  <a:close/>
                </a:path>
                <a:path w="2184400" h="5782310">
                  <a:moveTo>
                    <a:pt x="2183892" y="882396"/>
                  </a:moveTo>
                  <a:lnTo>
                    <a:pt x="2180844" y="879348"/>
                  </a:lnTo>
                  <a:lnTo>
                    <a:pt x="2173224" y="879348"/>
                  </a:lnTo>
                  <a:lnTo>
                    <a:pt x="2170176" y="882396"/>
                  </a:lnTo>
                  <a:lnTo>
                    <a:pt x="2170176" y="931164"/>
                  </a:lnTo>
                  <a:lnTo>
                    <a:pt x="2173224" y="934212"/>
                  </a:lnTo>
                  <a:lnTo>
                    <a:pt x="2180844" y="934212"/>
                  </a:lnTo>
                  <a:lnTo>
                    <a:pt x="2183892" y="931164"/>
                  </a:lnTo>
                  <a:lnTo>
                    <a:pt x="2183892" y="882396"/>
                  </a:lnTo>
                  <a:close/>
                </a:path>
                <a:path w="2184400" h="5782310">
                  <a:moveTo>
                    <a:pt x="2183892" y="800100"/>
                  </a:moveTo>
                  <a:lnTo>
                    <a:pt x="2180844" y="797052"/>
                  </a:lnTo>
                  <a:lnTo>
                    <a:pt x="2173224" y="797052"/>
                  </a:lnTo>
                  <a:lnTo>
                    <a:pt x="2170176" y="800100"/>
                  </a:lnTo>
                  <a:lnTo>
                    <a:pt x="2170176" y="848868"/>
                  </a:lnTo>
                  <a:lnTo>
                    <a:pt x="2173224" y="851916"/>
                  </a:lnTo>
                  <a:lnTo>
                    <a:pt x="2180844" y="851916"/>
                  </a:lnTo>
                  <a:lnTo>
                    <a:pt x="2183892" y="848868"/>
                  </a:lnTo>
                  <a:lnTo>
                    <a:pt x="2183892" y="800100"/>
                  </a:lnTo>
                  <a:close/>
                </a:path>
                <a:path w="2184400" h="5782310">
                  <a:moveTo>
                    <a:pt x="2183892" y="716280"/>
                  </a:moveTo>
                  <a:lnTo>
                    <a:pt x="2180844" y="713232"/>
                  </a:lnTo>
                  <a:lnTo>
                    <a:pt x="2173224" y="713232"/>
                  </a:lnTo>
                  <a:lnTo>
                    <a:pt x="2170176" y="716280"/>
                  </a:lnTo>
                  <a:lnTo>
                    <a:pt x="2170176" y="766572"/>
                  </a:lnTo>
                  <a:lnTo>
                    <a:pt x="2173224" y="769620"/>
                  </a:lnTo>
                  <a:lnTo>
                    <a:pt x="2180844" y="769620"/>
                  </a:lnTo>
                  <a:lnTo>
                    <a:pt x="2183892" y="766572"/>
                  </a:lnTo>
                  <a:lnTo>
                    <a:pt x="2183892" y="716280"/>
                  </a:lnTo>
                  <a:close/>
                </a:path>
                <a:path w="2184400" h="5782310">
                  <a:moveTo>
                    <a:pt x="2183892" y="633984"/>
                  </a:moveTo>
                  <a:lnTo>
                    <a:pt x="2180844" y="630936"/>
                  </a:lnTo>
                  <a:lnTo>
                    <a:pt x="2173224" y="630936"/>
                  </a:lnTo>
                  <a:lnTo>
                    <a:pt x="2170176" y="633984"/>
                  </a:lnTo>
                  <a:lnTo>
                    <a:pt x="2170176" y="682752"/>
                  </a:lnTo>
                  <a:lnTo>
                    <a:pt x="2173224" y="685800"/>
                  </a:lnTo>
                  <a:lnTo>
                    <a:pt x="2180844" y="685800"/>
                  </a:lnTo>
                  <a:lnTo>
                    <a:pt x="2183892" y="682752"/>
                  </a:lnTo>
                  <a:lnTo>
                    <a:pt x="2183892" y="633984"/>
                  </a:lnTo>
                  <a:close/>
                </a:path>
                <a:path w="2184400" h="5782310">
                  <a:moveTo>
                    <a:pt x="2183892" y="551688"/>
                  </a:moveTo>
                  <a:lnTo>
                    <a:pt x="2180844" y="548640"/>
                  </a:lnTo>
                  <a:lnTo>
                    <a:pt x="2173224" y="548640"/>
                  </a:lnTo>
                  <a:lnTo>
                    <a:pt x="2170176" y="551688"/>
                  </a:lnTo>
                  <a:lnTo>
                    <a:pt x="2170176" y="600456"/>
                  </a:lnTo>
                  <a:lnTo>
                    <a:pt x="2173224" y="603504"/>
                  </a:lnTo>
                  <a:lnTo>
                    <a:pt x="2180844" y="603504"/>
                  </a:lnTo>
                  <a:lnTo>
                    <a:pt x="2183892" y="600456"/>
                  </a:lnTo>
                  <a:lnTo>
                    <a:pt x="2183892" y="551688"/>
                  </a:lnTo>
                  <a:close/>
                </a:path>
                <a:path w="2184400" h="5782310">
                  <a:moveTo>
                    <a:pt x="2183892" y="469392"/>
                  </a:moveTo>
                  <a:lnTo>
                    <a:pt x="2180844" y="466344"/>
                  </a:lnTo>
                  <a:lnTo>
                    <a:pt x="2173224" y="466344"/>
                  </a:lnTo>
                  <a:lnTo>
                    <a:pt x="2170176" y="469392"/>
                  </a:lnTo>
                  <a:lnTo>
                    <a:pt x="2170176" y="518160"/>
                  </a:lnTo>
                  <a:lnTo>
                    <a:pt x="2173224" y="521208"/>
                  </a:lnTo>
                  <a:lnTo>
                    <a:pt x="2180844" y="521208"/>
                  </a:lnTo>
                  <a:lnTo>
                    <a:pt x="2183892" y="518160"/>
                  </a:lnTo>
                  <a:lnTo>
                    <a:pt x="2183892" y="469392"/>
                  </a:lnTo>
                  <a:close/>
                </a:path>
                <a:path w="2184400" h="5782310">
                  <a:moveTo>
                    <a:pt x="2183892" y="385572"/>
                  </a:moveTo>
                  <a:lnTo>
                    <a:pt x="2180844" y="382524"/>
                  </a:lnTo>
                  <a:lnTo>
                    <a:pt x="2173224" y="382524"/>
                  </a:lnTo>
                  <a:lnTo>
                    <a:pt x="2170176" y="385572"/>
                  </a:lnTo>
                  <a:lnTo>
                    <a:pt x="2170176" y="434340"/>
                  </a:lnTo>
                  <a:lnTo>
                    <a:pt x="2173224" y="437388"/>
                  </a:lnTo>
                  <a:lnTo>
                    <a:pt x="2180844" y="437388"/>
                  </a:lnTo>
                  <a:lnTo>
                    <a:pt x="2183892" y="434340"/>
                  </a:lnTo>
                  <a:lnTo>
                    <a:pt x="2183892" y="385572"/>
                  </a:lnTo>
                  <a:close/>
                </a:path>
                <a:path w="2184400" h="5782310">
                  <a:moveTo>
                    <a:pt x="2183892" y="303276"/>
                  </a:moveTo>
                  <a:lnTo>
                    <a:pt x="2180844" y="300228"/>
                  </a:lnTo>
                  <a:lnTo>
                    <a:pt x="2173224" y="300228"/>
                  </a:lnTo>
                  <a:lnTo>
                    <a:pt x="2170176" y="303276"/>
                  </a:lnTo>
                  <a:lnTo>
                    <a:pt x="2170176" y="352044"/>
                  </a:lnTo>
                  <a:lnTo>
                    <a:pt x="2173224" y="355092"/>
                  </a:lnTo>
                  <a:lnTo>
                    <a:pt x="2180844" y="355092"/>
                  </a:lnTo>
                  <a:lnTo>
                    <a:pt x="2183892" y="352044"/>
                  </a:lnTo>
                  <a:lnTo>
                    <a:pt x="2183892" y="303276"/>
                  </a:lnTo>
                  <a:close/>
                </a:path>
                <a:path w="2184400" h="5782310">
                  <a:moveTo>
                    <a:pt x="2183892" y="220980"/>
                  </a:moveTo>
                  <a:lnTo>
                    <a:pt x="2180844" y="217932"/>
                  </a:lnTo>
                  <a:lnTo>
                    <a:pt x="2173224" y="217932"/>
                  </a:lnTo>
                  <a:lnTo>
                    <a:pt x="2170176" y="220980"/>
                  </a:lnTo>
                  <a:lnTo>
                    <a:pt x="2170176" y="269748"/>
                  </a:lnTo>
                  <a:lnTo>
                    <a:pt x="2173224" y="272796"/>
                  </a:lnTo>
                  <a:lnTo>
                    <a:pt x="2180844" y="272796"/>
                  </a:lnTo>
                  <a:lnTo>
                    <a:pt x="2183892" y="269748"/>
                  </a:lnTo>
                  <a:lnTo>
                    <a:pt x="2183892" y="220980"/>
                  </a:lnTo>
                  <a:close/>
                </a:path>
                <a:path w="2184400" h="5782310">
                  <a:moveTo>
                    <a:pt x="2183892" y="137160"/>
                  </a:moveTo>
                  <a:lnTo>
                    <a:pt x="2180844" y="134112"/>
                  </a:lnTo>
                  <a:lnTo>
                    <a:pt x="2173224" y="134112"/>
                  </a:lnTo>
                  <a:lnTo>
                    <a:pt x="2170176" y="137160"/>
                  </a:lnTo>
                  <a:lnTo>
                    <a:pt x="2170176" y="187452"/>
                  </a:lnTo>
                  <a:lnTo>
                    <a:pt x="2173224" y="190500"/>
                  </a:lnTo>
                  <a:lnTo>
                    <a:pt x="2180844" y="190500"/>
                  </a:lnTo>
                  <a:lnTo>
                    <a:pt x="2183892" y="187452"/>
                  </a:lnTo>
                  <a:lnTo>
                    <a:pt x="2183892" y="137160"/>
                  </a:lnTo>
                  <a:close/>
                </a:path>
              </a:pathLst>
            </a:custGeom>
            <a:solidFill>
              <a:srgbClr val="9A9A9A"/>
            </a:solidFill>
          </p:spPr>
          <p:txBody>
            <a:bodyPr wrap="square" lIns="0" tIns="0" rIns="0" bIns="0" rtlCol="0"/>
            <a:lstStyle/>
            <a:p>
              <a:endParaRPr/>
            </a:p>
          </p:txBody>
        </p:sp>
        <p:sp>
          <p:nvSpPr>
            <p:cNvPr id="4" name="object 4"/>
            <p:cNvSpPr/>
            <p:nvPr/>
          </p:nvSpPr>
          <p:spPr>
            <a:xfrm>
              <a:off x="5337047" y="394715"/>
              <a:ext cx="2712720" cy="6065520"/>
            </a:xfrm>
            <a:custGeom>
              <a:avLst/>
              <a:gdLst/>
              <a:ahLst/>
              <a:cxnLst/>
              <a:rect l="l" t="t" r="r" b="b"/>
              <a:pathLst>
                <a:path w="2712720" h="6065520">
                  <a:moveTo>
                    <a:pt x="0" y="2356103"/>
                  </a:moveTo>
                  <a:lnTo>
                    <a:pt x="2712719" y="2356103"/>
                  </a:lnTo>
                </a:path>
                <a:path w="2712720" h="6065520">
                  <a:moveTo>
                    <a:pt x="0" y="1543811"/>
                  </a:moveTo>
                  <a:lnTo>
                    <a:pt x="2712719" y="1543811"/>
                  </a:lnTo>
                </a:path>
                <a:path w="2712720" h="6065520">
                  <a:moveTo>
                    <a:pt x="0" y="1949195"/>
                  </a:moveTo>
                  <a:lnTo>
                    <a:pt x="2712719" y="1949195"/>
                  </a:lnTo>
                </a:path>
                <a:path w="2712720" h="6065520">
                  <a:moveTo>
                    <a:pt x="0" y="1136903"/>
                  </a:moveTo>
                  <a:lnTo>
                    <a:pt x="2712719" y="1136903"/>
                  </a:lnTo>
                </a:path>
                <a:path w="2712720" h="6065520">
                  <a:moveTo>
                    <a:pt x="0" y="0"/>
                  </a:moveTo>
                  <a:lnTo>
                    <a:pt x="0" y="6065519"/>
                  </a:lnTo>
                </a:path>
                <a:path w="2712720" h="6065520">
                  <a:moveTo>
                    <a:pt x="0" y="324611"/>
                  </a:moveTo>
                  <a:lnTo>
                    <a:pt x="2712719" y="324611"/>
                  </a:lnTo>
                </a:path>
              </a:pathLst>
            </a:custGeom>
            <a:ln w="13715">
              <a:solidFill>
                <a:srgbClr val="666666"/>
              </a:solidFill>
            </a:ln>
          </p:spPr>
          <p:txBody>
            <a:bodyPr wrap="square" lIns="0" tIns="0" rIns="0" bIns="0" rtlCol="0"/>
            <a:lstStyle/>
            <a:p>
              <a:endParaRPr/>
            </a:p>
          </p:txBody>
        </p:sp>
        <p:sp>
          <p:nvSpPr>
            <p:cNvPr id="5" name="object 5"/>
            <p:cNvSpPr/>
            <p:nvPr/>
          </p:nvSpPr>
          <p:spPr>
            <a:xfrm>
              <a:off x="5547359" y="577595"/>
              <a:ext cx="13970" cy="5267325"/>
            </a:xfrm>
            <a:custGeom>
              <a:avLst/>
              <a:gdLst/>
              <a:ahLst/>
              <a:cxnLst/>
              <a:rect l="l" t="t" r="r" b="b"/>
              <a:pathLst>
                <a:path w="13970" h="5267325">
                  <a:moveTo>
                    <a:pt x="10667" y="0"/>
                  </a:moveTo>
                  <a:lnTo>
                    <a:pt x="3048" y="0"/>
                  </a:lnTo>
                  <a:lnTo>
                    <a:pt x="0" y="3048"/>
                  </a:lnTo>
                  <a:lnTo>
                    <a:pt x="0" y="51815"/>
                  </a:lnTo>
                  <a:lnTo>
                    <a:pt x="3048" y="54863"/>
                  </a:lnTo>
                  <a:lnTo>
                    <a:pt x="10667" y="54863"/>
                  </a:lnTo>
                  <a:lnTo>
                    <a:pt x="13715" y="51815"/>
                  </a:lnTo>
                  <a:lnTo>
                    <a:pt x="13715" y="3048"/>
                  </a:lnTo>
                  <a:lnTo>
                    <a:pt x="10667" y="0"/>
                  </a:lnTo>
                  <a:close/>
                </a:path>
                <a:path w="13970" h="5267325">
                  <a:moveTo>
                    <a:pt x="10667" y="82295"/>
                  </a:moveTo>
                  <a:lnTo>
                    <a:pt x="3048" y="82295"/>
                  </a:lnTo>
                  <a:lnTo>
                    <a:pt x="0" y="85343"/>
                  </a:lnTo>
                  <a:lnTo>
                    <a:pt x="0" y="134112"/>
                  </a:lnTo>
                  <a:lnTo>
                    <a:pt x="3048" y="137159"/>
                  </a:lnTo>
                  <a:lnTo>
                    <a:pt x="10667" y="137159"/>
                  </a:lnTo>
                  <a:lnTo>
                    <a:pt x="13715" y="134112"/>
                  </a:lnTo>
                  <a:lnTo>
                    <a:pt x="13715" y="85343"/>
                  </a:lnTo>
                  <a:lnTo>
                    <a:pt x="10667" y="82295"/>
                  </a:lnTo>
                  <a:close/>
                </a:path>
                <a:path w="13970" h="5267325">
                  <a:moveTo>
                    <a:pt x="10667" y="164591"/>
                  </a:moveTo>
                  <a:lnTo>
                    <a:pt x="3048" y="164591"/>
                  </a:lnTo>
                  <a:lnTo>
                    <a:pt x="0" y="167639"/>
                  </a:lnTo>
                  <a:lnTo>
                    <a:pt x="0" y="216407"/>
                  </a:lnTo>
                  <a:lnTo>
                    <a:pt x="3048" y="219455"/>
                  </a:lnTo>
                  <a:lnTo>
                    <a:pt x="10667" y="219455"/>
                  </a:lnTo>
                  <a:lnTo>
                    <a:pt x="13715" y="216407"/>
                  </a:lnTo>
                  <a:lnTo>
                    <a:pt x="13715" y="167639"/>
                  </a:lnTo>
                  <a:lnTo>
                    <a:pt x="10667" y="164591"/>
                  </a:lnTo>
                  <a:close/>
                </a:path>
                <a:path w="13970" h="5267325">
                  <a:moveTo>
                    <a:pt x="10667" y="246887"/>
                  </a:moveTo>
                  <a:lnTo>
                    <a:pt x="3048" y="246887"/>
                  </a:lnTo>
                  <a:lnTo>
                    <a:pt x="0" y="249936"/>
                  </a:lnTo>
                  <a:lnTo>
                    <a:pt x="0" y="300227"/>
                  </a:lnTo>
                  <a:lnTo>
                    <a:pt x="3048" y="303275"/>
                  </a:lnTo>
                  <a:lnTo>
                    <a:pt x="10667" y="303275"/>
                  </a:lnTo>
                  <a:lnTo>
                    <a:pt x="13715" y="300227"/>
                  </a:lnTo>
                  <a:lnTo>
                    <a:pt x="13715" y="249936"/>
                  </a:lnTo>
                  <a:lnTo>
                    <a:pt x="10667" y="246887"/>
                  </a:lnTo>
                  <a:close/>
                </a:path>
                <a:path w="13970" h="5267325">
                  <a:moveTo>
                    <a:pt x="10667" y="330707"/>
                  </a:moveTo>
                  <a:lnTo>
                    <a:pt x="3048" y="330707"/>
                  </a:lnTo>
                  <a:lnTo>
                    <a:pt x="0" y="333755"/>
                  </a:lnTo>
                  <a:lnTo>
                    <a:pt x="0" y="382524"/>
                  </a:lnTo>
                  <a:lnTo>
                    <a:pt x="3048" y="385571"/>
                  </a:lnTo>
                  <a:lnTo>
                    <a:pt x="10667" y="385571"/>
                  </a:lnTo>
                  <a:lnTo>
                    <a:pt x="13715" y="382524"/>
                  </a:lnTo>
                  <a:lnTo>
                    <a:pt x="13715" y="333755"/>
                  </a:lnTo>
                  <a:lnTo>
                    <a:pt x="10667" y="330707"/>
                  </a:lnTo>
                  <a:close/>
                </a:path>
                <a:path w="13970" h="5267325">
                  <a:moveTo>
                    <a:pt x="10667" y="413003"/>
                  </a:moveTo>
                  <a:lnTo>
                    <a:pt x="3048" y="413003"/>
                  </a:lnTo>
                  <a:lnTo>
                    <a:pt x="0" y="416051"/>
                  </a:lnTo>
                  <a:lnTo>
                    <a:pt x="0" y="464819"/>
                  </a:lnTo>
                  <a:lnTo>
                    <a:pt x="3048" y="467867"/>
                  </a:lnTo>
                  <a:lnTo>
                    <a:pt x="10667" y="467867"/>
                  </a:lnTo>
                  <a:lnTo>
                    <a:pt x="13715" y="464819"/>
                  </a:lnTo>
                  <a:lnTo>
                    <a:pt x="13715" y="416051"/>
                  </a:lnTo>
                  <a:lnTo>
                    <a:pt x="10667" y="413003"/>
                  </a:lnTo>
                  <a:close/>
                </a:path>
                <a:path w="13970" h="5267325">
                  <a:moveTo>
                    <a:pt x="10667" y="495300"/>
                  </a:moveTo>
                  <a:lnTo>
                    <a:pt x="3048" y="495300"/>
                  </a:lnTo>
                  <a:lnTo>
                    <a:pt x="0" y="498348"/>
                  </a:lnTo>
                  <a:lnTo>
                    <a:pt x="0" y="547115"/>
                  </a:lnTo>
                  <a:lnTo>
                    <a:pt x="3048" y="550163"/>
                  </a:lnTo>
                  <a:lnTo>
                    <a:pt x="10667" y="550163"/>
                  </a:lnTo>
                  <a:lnTo>
                    <a:pt x="13715" y="547115"/>
                  </a:lnTo>
                  <a:lnTo>
                    <a:pt x="13715" y="498348"/>
                  </a:lnTo>
                  <a:lnTo>
                    <a:pt x="10667" y="495300"/>
                  </a:lnTo>
                  <a:close/>
                </a:path>
                <a:path w="13970" h="5267325">
                  <a:moveTo>
                    <a:pt x="10667" y="579119"/>
                  </a:moveTo>
                  <a:lnTo>
                    <a:pt x="3048" y="579119"/>
                  </a:lnTo>
                  <a:lnTo>
                    <a:pt x="0" y="582167"/>
                  </a:lnTo>
                  <a:lnTo>
                    <a:pt x="0" y="630936"/>
                  </a:lnTo>
                  <a:lnTo>
                    <a:pt x="3048" y="633983"/>
                  </a:lnTo>
                  <a:lnTo>
                    <a:pt x="10667" y="633983"/>
                  </a:lnTo>
                  <a:lnTo>
                    <a:pt x="13715" y="630936"/>
                  </a:lnTo>
                  <a:lnTo>
                    <a:pt x="13715" y="582167"/>
                  </a:lnTo>
                  <a:lnTo>
                    <a:pt x="10667" y="579119"/>
                  </a:lnTo>
                  <a:close/>
                </a:path>
                <a:path w="13970" h="5267325">
                  <a:moveTo>
                    <a:pt x="10667" y="661415"/>
                  </a:moveTo>
                  <a:lnTo>
                    <a:pt x="3048" y="661415"/>
                  </a:lnTo>
                  <a:lnTo>
                    <a:pt x="0" y="664463"/>
                  </a:lnTo>
                  <a:lnTo>
                    <a:pt x="0" y="713231"/>
                  </a:lnTo>
                  <a:lnTo>
                    <a:pt x="3048" y="716279"/>
                  </a:lnTo>
                  <a:lnTo>
                    <a:pt x="10667" y="716279"/>
                  </a:lnTo>
                  <a:lnTo>
                    <a:pt x="13715" y="713231"/>
                  </a:lnTo>
                  <a:lnTo>
                    <a:pt x="13715" y="664463"/>
                  </a:lnTo>
                  <a:lnTo>
                    <a:pt x="10667" y="661415"/>
                  </a:lnTo>
                  <a:close/>
                </a:path>
                <a:path w="13970" h="5267325">
                  <a:moveTo>
                    <a:pt x="10667" y="743712"/>
                  </a:moveTo>
                  <a:lnTo>
                    <a:pt x="3048" y="743712"/>
                  </a:lnTo>
                  <a:lnTo>
                    <a:pt x="0" y="746759"/>
                  </a:lnTo>
                  <a:lnTo>
                    <a:pt x="0" y="795527"/>
                  </a:lnTo>
                  <a:lnTo>
                    <a:pt x="3048" y="798576"/>
                  </a:lnTo>
                  <a:lnTo>
                    <a:pt x="10667" y="798576"/>
                  </a:lnTo>
                  <a:lnTo>
                    <a:pt x="13715" y="795527"/>
                  </a:lnTo>
                  <a:lnTo>
                    <a:pt x="13715" y="746759"/>
                  </a:lnTo>
                  <a:lnTo>
                    <a:pt x="10667" y="743712"/>
                  </a:lnTo>
                  <a:close/>
                </a:path>
                <a:path w="13970" h="5267325">
                  <a:moveTo>
                    <a:pt x="10667" y="826007"/>
                  </a:moveTo>
                  <a:lnTo>
                    <a:pt x="3048" y="826007"/>
                  </a:lnTo>
                  <a:lnTo>
                    <a:pt x="0" y="829055"/>
                  </a:lnTo>
                  <a:lnTo>
                    <a:pt x="0" y="879348"/>
                  </a:lnTo>
                  <a:lnTo>
                    <a:pt x="3048" y="882395"/>
                  </a:lnTo>
                  <a:lnTo>
                    <a:pt x="10667" y="882395"/>
                  </a:lnTo>
                  <a:lnTo>
                    <a:pt x="13715" y="879348"/>
                  </a:lnTo>
                  <a:lnTo>
                    <a:pt x="13715" y="829055"/>
                  </a:lnTo>
                  <a:lnTo>
                    <a:pt x="10667" y="826007"/>
                  </a:lnTo>
                  <a:close/>
                </a:path>
                <a:path w="13970" h="5267325">
                  <a:moveTo>
                    <a:pt x="10667" y="909827"/>
                  </a:moveTo>
                  <a:lnTo>
                    <a:pt x="3048" y="909827"/>
                  </a:lnTo>
                  <a:lnTo>
                    <a:pt x="0" y="912876"/>
                  </a:lnTo>
                  <a:lnTo>
                    <a:pt x="0" y="961643"/>
                  </a:lnTo>
                  <a:lnTo>
                    <a:pt x="3048" y="964691"/>
                  </a:lnTo>
                  <a:lnTo>
                    <a:pt x="10667" y="964691"/>
                  </a:lnTo>
                  <a:lnTo>
                    <a:pt x="13715" y="961643"/>
                  </a:lnTo>
                  <a:lnTo>
                    <a:pt x="13715" y="912876"/>
                  </a:lnTo>
                  <a:lnTo>
                    <a:pt x="10667" y="909827"/>
                  </a:lnTo>
                  <a:close/>
                </a:path>
                <a:path w="13970" h="5267325">
                  <a:moveTo>
                    <a:pt x="10667" y="992124"/>
                  </a:moveTo>
                  <a:lnTo>
                    <a:pt x="3048" y="992124"/>
                  </a:lnTo>
                  <a:lnTo>
                    <a:pt x="0" y="995171"/>
                  </a:lnTo>
                  <a:lnTo>
                    <a:pt x="0" y="1043939"/>
                  </a:lnTo>
                  <a:lnTo>
                    <a:pt x="3048" y="1046988"/>
                  </a:lnTo>
                  <a:lnTo>
                    <a:pt x="10667" y="1046988"/>
                  </a:lnTo>
                  <a:lnTo>
                    <a:pt x="13715" y="1043939"/>
                  </a:lnTo>
                  <a:lnTo>
                    <a:pt x="13715" y="995171"/>
                  </a:lnTo>
                  <a:lnTo>
                    <a:pt x="10667" y="992124"/>
                  </a:lnTo>
                  <a:close/>
                </a:path>
                <a:path w="13970" h="5267325">
                  <a:moveTo>
                    <a:pt x="10667" y="1074419"/>
                  </a:moveTo>
                  <a:lnTo>
                    <a:pt x="3048" y="1074419"/>
                  </a:lnTo>
                  <a:lnTo>
                    <a:pt x="0" y="1077467"/>
                  </a:lnTo>
                  <a:lnTo>
                    <a:pt x="0" y="1126236"/>
                  </a:lnTo>
                  <a:lnTo>
                    <a:pt x="3048" y="1129283"/>
                  </a:lnTo>
                  <a:lnTo>
                    <a:pt x="10667" y="1129283"/>
                  </a:lnTo>
                  <a:lnTo>
                    <a:pt x="13715" y="1126236"/>
                  </a:lnTo>
                  <a:lnTo>
                    <a:pt x="13715" y="1077467"/>
                  </a:lnTo>
                  <a:lnTo>
                    <a:pt x="10667" y="1074419"/>
                  </a:lnTo>
                  <a:close/>
                </a:path>
                <a:path w="13970" h="5267325">
                  <a:moveTo>
                    <a:pt x="10667" y="1158239"/>
                  </a:moveTo>
                  <a:lnTo>
                    <a:pt x="3048" y="1158239"/>
                  </a:lnTo>
                  <a:lnTo>
                    <a:pt x="0" y="1161288"/>
                  </a:lnTo>
                  <a:lnTo>
                    <a:pt x="0" y="1210055"/>
                  </a:lnTo>
                  <a:lnTo>
                    <a:pt x="3048" y="1213103"/>
                  </a:lnTo>
                  <a:lnTo>
                    <a:pt x="10667" y="1213103"/>
                  </a:lnTo>
                  <a:lnTo>
                    <a:pt x="13715" y="1210055"/>
                  </a:lnTo>
                  <a:lnTo>
                    <a:pt x="13715" y="1161288"/>
                  </a:lnTo>
                  <a:lnTo>
                    <a:pt x="10667" y="1158239"/>
                  </a:lnTo>
                  <a:close/>
                </a:path>
                <a:path w="13970" h="5267325">
                  <a:moveTo>
                    <a:pt x="10667" y="1240536"/>
                  </a:moveTo>
                  <a:lnTo>
                    <a:pt x="3048" y="1240536"/>
                  </a:lnTo>
                  <a:lnTo>
                    <a:pt x="0" y="1243583"/>
                  </a:lnTo>
                  <a:lnTo>
                    <a:pt x="0" y="1292352"/>
                  </a:lnTo>
                  <a:lnTo>
                    <a:pt x="3048" y="1295400"/>
                  </a:lnTo>
                  <a:lnTo>
                    <a:pt x="10667" y="1295400"/>
                  </a:lnTo>
                  <a:lnTo>
                    <a:pt x="13715" y="1292352"/>
                  </a:lnTo>
                  <a:lnTo>
                    <a:pt x="13715" y="1243583"/>
                  </a:lnTo>
                  <a:lnTo>
                    <a:pt x="10667" y="1240536"/>
                  </a:lnTo>
                  <a:close/>
                </a:path>
                <a:path w="13970" h="5267325">
                  <a:moveTo>
                    <a:pt x="10667" y="1322831"/>
                  </a:moveTo>
                  <a:lnTo>
                    <a:pt x="3048" y="1322831"/>
                  </a:lnTo>
                  <a:lnTo>
                    <a:pt x="0" y="1325879"/>
                  </a:lnTo>
                  <a:lnTo>
                    <a:pt x="0" y="1374648"/>
                  </a:lnTo>
                  <a:lnTo>
                    <a:pt x="3048" y="1377695"/>
                  </a:lnTo>
                  <a:lnTo>
                    <a:pt x="10667" y="1377695"/>
                  </a:lnTo>
                  <a:lnTo>
                    <a:pt x="13715" y="1374648"/>
                  </a:lnTo>
                  <a:lnTo>
                    <a:pt x="13715" y="1325879"/>
                  </a:lnTo>
                  <a:lnTo>
                    <a:pt x="10667" y="1322831"/>
                  </a:lnTo>
                  <a:close/>
                </a:path>
                <a:path w="13970" h="5267325">
                  <a:moveTo>
                    <a:pt x="10667" y="1405127"/>
                  </a:moveTo>
                  <a:lnTo>
                    <a:pt x="3048" y="1405127"/>
                  </a:lnTo>
                  <a:lnTo>
                    <a:pt x="0" y="1408176"/>
                  </a:lnTo>
                  <a:lnTo>
                    <a:pt x="0" y="1458467"/>
                  </a:lnTo>
                  <a:lnTo>
                    <a:pt x="3048" y="1461515"/>
                  </a:lnTo>
                  <a:lnTo>
                    <a:pt x="10667" y="1461515"/>
                  </a:lnTo>
                  <a:lnTo>
                    <a:pt x="13715" y="1458467"/>
                  </a:lnTo>
                  <a:lnTo>
                    <a:pt x="13715" y="1408176"/>
                  </a:lnTo>
                  <a:lnTo>
                    <a:pt x="10667" y="1405127"/>
                  </a:lnTo>
                  <a:close/>
                </a:path>
                <a:path w="13970" h="5267325">
                  <a:moveTo>
                    <a:pt x="10667" y="1488948"/>
                  </a:moveTo>
                  <a:lnTo>
                    <a:pt x="3048" y="1488948"/>
                  </a:lnTo>
                  <a:lnTo>
                    <a:pt x="0" y="1491995"/>
                  </a:lnTo>
                  <a:lnTo>
                    <a:pt x="0" y="1540764"/>
                  </a:lnTo>
                  <a:lnTo>
                    <a:pt x="3048" y="1543812"/>
                  </a:lnTo>
                  <a:lnTo>
                    <a:pt x="10667" y="1543812"/>
                  </a:lnTo>
                  <a:lnTo>
                    <a:pt x="13715" y="1540764"/>
                  </a:lnTo>
                  <a:lnTo>
                    <a:pt x="13715" y="1491995"/>
                  </a:lnTo>
                  <a:lnTo>
                    <a:pt x="10667" y="1488948"/>
                  </a:lnTo>
                  <a:close/>
                </a:path>
                <a:path w="13970" h="5267325">
                  <a:moveTo>
                    <a:pt x="10667" y="1571243"/>
                  </a:moveTo>
                  <a:lnTo>
                    <a:pt x="3048" y="1571243"/>
                  </a:lnTo>
                  <a:lnTo>
                    <a:pt x="0" y="1574291"/>
                  </a:lnTo>
                  <a:lnTo>
                    <a:pt x="0" y="1623059"/>
                  </a:lnTo>
                  <a:lnTo>
                    <a:pt x="3048" y="1626107"/>
                  </a:lnTo>
                  <a:lnTo>
                    <a:pt x="10667" y="1626107"/>
                  </a:lnTo>
                  <a:lnTo>
                    <a:pt x="13715" y="1623059"/>
                  </a:lnTo>
                  <a:lnTo>
                    <a:pt x="13715" y="1574291"/>
                  </a:lnTo>
                  <a:lnTo>
                    <a:pt x="10667" y="1571243"/>
                  </a:lnTo>
                  <a:close/>
                </a:path>
                <a:path w="13970" h="5267325">
                  <a:moveTo>
                    <a:pt x="10667" y="1653539"/>
                  </a:moveTo>
                  <a:lnTo>
                    <a:pt x="3048" y="1653539"/>
                  </a:lnTo>
                  <a:lnTo>
                    <a:pt x="0" y="1656588"/>
                  </a:lnTo>
                  <a:lnTo>
                    <a:pt x="0" y="1705355"/>
                  </a:lnTo>
                  <a:lnTo>
                    <a:pt x="3048" y="1708403"/>
                  </a:lnTo>
                  <a:lnTo>
                    <a:pt x="10667" y="1708403"/>
                  </a:lnTo>
                  <a:lnTo>
                    <a:pt x="13715" y="1705355"/>
                  </a:lnTo>
                  <a:lnTo>
                    <a:pt x="13715" y="1656588"/>
                  </a:lnTo>
                  <a:lnTo>
                    <a:pt x="10667" y="1653539"/>
                  </a:lnTo>
                  <a:close/>
                </a:path>
                <a:path w="13970" h="5267325">
                  <a:moveTo>
                    <a:pt x="10667" y="1737359"/>
                  </a:moveTo>
                  <a:lnTo>
                    <a:pt x="3048" y="1737359"/>
                  </a:lnTo>
                  <a:lnTo>
                    <a:pt x="0" y="1740407"/>
                  </a:lnTo>
                  <a:lnTo>
                    <a:pt x="0" y="1789176"/>
                  </a:lnTo>
                  <a:lnTo>
                    <a:pt x="3048" y="1792224"/>
                  </a:lnTo>
                  <a:lnTo>
                    <a:pt x="10667" y="1792224"/>
                  </a:lnTo>
                  <a:lnTo>
                    <a:pt x="13715" y="1789176"/>
                  </a:lnTo>
                  <a:lnTo>
                    <a:pt x="13715" y="1740407"/>
                  </a:lnTo>
                  <a:lnTo>
                    <a:pt x="10667" y="1737359"/>
                  </a:lnTo>
                  <a:close/>
                </a:path>
                <a:path w="13970" h="5267325">
                  <a:moveTo>
                    <a:pt x="10667" y="1819655"/>
                  </a:moveTo>
                  <a:lnTo>
                    <a:pt x="3048" y="1819655"/>
                  </a:lnTo>
                  <a:lnTo>
                    <a:pt x="0" y="1822703"/>
                  </a:lnTo>
                  <a:lnTo>
                    <a:pt x="0" y="1871471"/>
                  </a:lnTo>
                  <a:lnTo>
                    <a:pt x="3048" y="1874519"/>
                  </a:lnTo>
                  <a:lnTo>
                    <a:pt x="10667" y="1874519"/>
                  </a:lnTo>
                  <a:lnTo>
                    <a:pt x="13715" y="1871471"/>
                  </a:lnTo>
                  <a:lnTo>
                    <a:pt x="13715" y="1822703"/>
                  </a:lnTo>
                  <a:lnTo>
                    <a:pt x="10667" y="1819655"/>
                  </a:lnTo>
                  <a:close/>
                </a:path>
                <a:path w="13970" h="5267325">
                  <a:moveTo>
                    <a:pt x="10667" y="1901952"/>
                  </a:moveTo>
                  <a:lnTo>
                    <a:pt x="3048" y="1901952"/>
                  </a:lnTo>
                  <a:lnTo>
                    <a:pt x="0" y="1905000"/>
                  </a:lnTo>
                  <a:lnTo>
                    <a:pt x="0" y="1953767"/>
                  </a:lnTo>
                  <a:lnTo>
                    <a:pt x="3048" y="1956815"/>
                  </a:lnTo>
                  <a:lnTo>
                    <a:pt x="10667" y="1956815"/>
                  </a:lnTo>
                  <a:lnTo>
                    <a:pt x="13715" y="1953767"/>
                  </a:lnTo>
                  <a:lnTo>
                    <a:pt x="13715" y="1905000"/>
                  </a:lnTo>
                  <a:lnTo>
                    <a:pt x="10667" y="1901952"/>
                  </a:lnTo>
                  <a:close/>
                </a:path>
                <a:path w="13970" h="5267325">
                  <a:moveTo>
                    <a:pt x="10667" y="1984248"/>
                  </a:moveTo>
                  <a:lnTo>
                    <a:pt x="3048" y="1984248"/>
                  </a:lnTo>
                  <a:lnTo>
                    <a:pt x="0" y="1987295"/>
                  </a:lnTo>
                  <a:lnTo>
                    <a:pt x="0" y="2037588"/>
                  </a:lnTo>
                  <a:lnTo>
                    <a:pt x="3048" y="2040636"/>
                  </a:lnTo>
                  <a:lnTo>
                    <a:pt x="10667" y="2040636"/>
                  </a:lnTo>
                  <a:lnTo>
                    <a:pt x="13715" y="2037588"/>
                  </a:lnTo>
                  <a:lnTo>
                    <a:pt x="13715" y="1987295"/>
                  </a:lnTo>
                  <a:lnTo>
                    <a:pt x="10667" y="1984248"/>
                  </a:lnTo>
                  <a:close/>
                </a:path>
                <a:path w="13970" h="5267325">
                  <a:moveTo>
                    <a:pt x="10667" y="2068067"/>
                  </a:moveTo>
                  <a:lnTo>
                    <a:pt x="3048" y="2068067"/>
                  </a:lnTo>
                  <a:lnTo>
                    <a:pt x="0" y="2071115"/>
                  </a:lnTo>
                  <a:lnTo>
                    <a:pt x="0" y="2119883"/>
                  </a:lnTo>
                  <a:lnTo>
                    <a:pt x="3048" y="2122931"/>
                  </a:lnTo>
                  <a:lnTo>
                    <a:pt x="10667" y="2122931"/>
                  </a:lnTo>
                  <a:lnTo>
                    <a:pt x="13715" y="2119883"/>
                  </a:lnTo>
                  <a:lnTo>
                    <a:pt x="13715" y="2071115"/>
                  </a:lnTo>
                  <a:lnTo>
                    <a:pt x="10667" y="2068067"/>
                  </a:lnTo>
                  <a:close/>
                </a:path>
                <a:path w="13970" h="5267325">
                  <a:moveTo>
                    <a:pt x="10667" y="2150364"/>
                  </a:moveTo>
                  <a:lnTo>
                    <a:pt x="3048" y="2150364"/>
                  </a:lnTo>
                  <a:lnTo>
                    <a:pt x="0" y="2153412"/>
                  </a:lnTo>
                  <a:lnTo>
                    <a:pt x="0" y="2202179"/>
                  </a:lnTo>
                  <a:lnTo>
                    <a:pt x="3048" y="2205228"/>
                  </a:lnTo>
                  <a:lnTo>
                    <a:pt x="10667" y="2205228"/>
                  </a:lnTo>
                  <a:lnTo>
                    <a:pt x="13715" y="2202179"/>
                  </a:lnTo>
                  <a:lnTo>
                    <a:pt x="13715" y="2153412"/>
                  </a:lnTo>
                  <a:lnTo>
                    <a:pt x="10667" y="2150364"/>
                  </a:lnTo>
                  <a:close/>
                </a:path>
                <a:path w="13970" h="5267325">
                  <a:moveTo>
                    <a:pt x="10667" y="2232659"/>
                  </a:moveTo>
                  <a:lnTo>
                    <a:pt x="3048" y="2232659"/>
                  </a:lnTo>
                  <a:lnTo>
                    <a:pt x="0" y="2235707"/>
                  </a:lnTo>
                  <a:lnTo>
                    <a:pt x="0" y="2284476"/>
                  </a:lnTo>
                  <a:lnTo>
                    <a:pt x="3048" y="2287524"/>
                  </a:lnTo>
                  <a:lnTo>
                    <a:pt x="10667" y="2287524"/>
                  </a:lnTo>
                  <a:lnTo>
                    <a:pt x="13715" y="2284476"/>
                  </a:lnTo>
                  <a:lnTo>
                    <a:pt x="13715" y="2235707"/>
                  </a:lnTo>
                  <a:lnTo>
                    <a:pt x="10667" y="2232659"/>
                  </a:lnTo>
                  <a:close/>
                </a:path>
                <a:path w="13970" h="5267325">
                  <a:moveTo>
                    <a:pt x="10667" y="2316479"/>
                  </a:moveTo>
                  <a:lnTo>
                    <a:pt x="3048" y="2316479"/>
                  </a:lnTo>
                  <a:lnTo>
                    <a:pt x="0" y="2319528"/>
                  </a:lnTo>
                  <a:lnTo>
                    <a:pt x="0" y="2368295"/>
                  </a:lnTo>
                  <a:lnTo>
                    <a:pt x="3048" y="2371343"/>
                  </a:lnTo>
                  <a:lnTo>
                    <a:pt x="10667" y="2371343"/>
                  </a:lnTo>
                  <a:lnTo>
                    <a:pt x="13715" y="2368295"/>
                  </a:lnTo>
                  <a:lnTo>
                    <a:pt x="13715" y="2319528"/>
                  </a:lnTo>
                  <a:lnTo>
                    <a:pt x="10667" y="2316479"/>
                  </a:lnTo>
                  <a:close/>
                </a:path>
                <a:path w="13970" h="5267325">
                  <a:moveTo>
                    <a:pt x="10667" y="2398776"/>
                  </a:moveTo>
                  <a:lnTo>
                    <a:pt x="3048" y="2398776"/>
                  </a:lnTo>
                  <a:lnTo>
                    <a:pt x="0" y="2401824"/>
                  </a:lnTo>
                  <a:lnTo>
                    <a:pt x="0" y="2450591"/>
                  </a:lnTo>
                  <a:lnTo>
                    <a:pt x="3048" y="2453640"/>
                  </a:lnTo>
                  <a:lnTo>
                    <a:pt x="10667" y="2453640"/>
                  </a:lnTo>
                  <a:lnTo>
                    <a:pt x="13715" y="2450591"/>
                  </a:lnTo>
                  <a:lnTo>
                    <a:pt x="13715" y="2401824"/>
                  </a:lnTo>
                  <a:lnTo>
                    <a:pt x="10667" y="2398776"/>
                  </a:lnTo>
                  <a:close/>
                </a:path>
                <a:path w="13970" h="5267325">
                  <a:moveTo>
                    <a:pt x="10667" y="2481071"/>
                  </a:moveTo>
                  <a:lnTo>
                    <a:pt x="3048" y="2481071"/>
                  </a:lnTo>
                  <a:lnTo>
                    <a:pt x="0" y="2484119"/>
                  </a:lnTo>
                  <a:lnTo>
                    <a:pt x="0" y="2532888"/>
                  </a:lnTo>
                  <a:lnTo>
                    <a:pt x="3048" y="2535936"/>
                  </a:lnTo>
                  <a:lnTo>
                    <a:pt x="10667" y="2535936"/>
                  </a:lnTo>
                  <a:lnTo>
                    <a:pt x="13715" y="2532888"/>
                  </a:lnTo>
                  <a:lnTo>
                    <a:pt x="13715" y="2484119"/>
                  </a:lnTo>
                  <a:lnTo>
                    <a:pt x="10667" y="2481071"/>
                  </a:lnTo>
                  <a:close/>
                </a:path>
                <a:path w="13970" h="5267325">
                  <a:moveTo>
                    <a:pt x="10667" y="2563367"/>
                  </a:moveTo>
                  <a:lnTo>
                    <a:pt x="3048" y="2563367"/>
                  </a:lnTo>
                  <a:lnTo>
                    <a:pt x="0" y="2566416"/>
                  </a:lnTo>
                  <a:lnTo>
                    <a:pt x="0" y="2616707"/>
                  </a:lnTo>
                  <a:lnTo>
                    <a:pt x="3048" y="2619755"/>
                  </a:lnTo>
                  <a:lnTo>
                    <a:pt x="10667" y="2619755"/>
                  </a:lnTo>
                  <a:lnTo>
                    <a:pt x="13715" y="2616707"/>
                  </a:lnTo>
                  <a:lnTo>
                    <a:pt x="13715" y="2566416"/>
                  </a:lnTo>
                  <a:lnTo>
                    <a:pt x="10667" y="2563367"/>
                  </a:lnTo>
                  <a:close/>
                </a:path>
                <a:path w="13970" h="5267325">
                  <a:moveTo>
                    <a:pt x="10667" y="2647188"/>
                  </a:moveTo>
                  <a:lnTo>
                    <a:pt x="3048" y="2647188"/>
                  </a:lnTo>
                  <a:lnTo>
                    <a:pt x="0" y="2650236"/>
                  </a:lnTo>
                  <a:lnTo>
                    <a:pt x="0" y="2699004"/>
                  </a:lnTo>
                  <a:lnTo>
                    <a:pt x="3048" y="2702052"/>
                  </a:lnTo>
                  <a:lnTo>
                    <a:pt x="10667" y="2702052"/>
                  </a:lnTo>
                  <a:lnTo>
                    <a:pt x="13715" y="2699004"/>
                  </a:lnTo>
                  <a:lnTo>
                    <a:pt x="13715" y="2650236"/>
                  </a:lnTo>
                  <a:lnTo>
                    <a:pt x="10667" y="2647188"/>
                  </a:lnTo>
                  <a:close/>
                </a:path>
                <a:path w="13970" h="5267325">
                  <a:moveTo>
                    <a:pt x="10667" y="2729483"/>
                  </a:moveTo>
                  <a:lnTo>
                    <a:pt x="3048" y="2729483"/>
                  </a:lnTo>
                  <a:lnTo>
                    <a:pt x="0" y="2732531"/>
                  </a:lnTo>
                  <a:lnTo>
                    <a:pt x="0" y="2781300"/>
                  </a:lnTo>
                  <a:lnTo>
                    <a:pt x="3048" y="2784348"/>
                  </a:lnTo>
                  <a:lnTo>
                    <a:pt x="10667" y="2784348"/>
                  </a:lnTo>
                  <a:lnTo>
                    <a:pt x="13715" y="2781300"/>
                  </a:lnTo>
                  <a:lnTo>
                    <a:pt x="13715" y="2732531"/>
                  </a:lnTo>
                  <a:lnTo>
                    <a:pt x="10667" y="2729483"/>
                  </a:lnTo>
                  <a:close/>
                </a:path>
                <a:path w="13970" h="5267325">
                  <a:moveTo>
                    <a:pt x="10667" y="2811779"/>
                  </a:moveTo>
                  <a:lnTo>
                    <a:pt x="3048" y="2811779"/>
                  </a:lnTo>
                  <a:lnTo>
                    <a:pt x="0" y="2814828"/>
                  </a:lnTo>
                  <a:lnTo>
                    <a:pt x="0" y="2863595"/>
                  </a:lnTo>
                  <a:lnTo>
                    <a:pt x="3048" y="2866643"/>
                  </a:lnTo>
                  <a:lnTo>
                    <a:pt x="10667" y="2866643"/>
                  </a:lnTo>
                  <a:lnTo>
                    <a:pt x="13715" y="2863595"/>
                  </a:lnTo>
                  <a:lnTo>
                    <a:pt x="13715" y="2814828"/>
                  </a:lnTo>
                  <a:lnTo>
                    <a:pt x="10667" y="2811779"/>
                  </a:lnTo>
                  <a:close/>
                </a:path>
                <a:path w="13970" h="5267325">
                  <a:moveTo>
                    <a:pt x="10667" y="2895600"/>
                  </a:moveTo>
                  <a:lnTo>
                    <a:pt x="3048" y="2895600"/>
                  </a:lnTo>
                  <a:lnTo>
                    <a:pt x="0" y="2898648"/>
                  </a:lnTo>
                  <a:lnTo>
                    <a:pt x="0" y="2947416"/>
                  </a:lnTo>
                  <a:lnTo>
                    <a:pt x="3048" y="2950464"/>
                  </a:lnTo>
                  <a:lnTo>
                    <a:pt x="10667" y="2950464"/>
                  </a:lnTo>
                  <a:lnTo>
                    <a:pt x="13715" y="2947416"/>
                  </a:lnTo>
                  <a:lnTo>
                    <a:pt x="13715" y="2898648"/>
                  </a:lnTo>
                  <a:lnTo>
                    <a:pt x="10667" y="2895600"/>
                  </a:lnTo>
                  <a:close/>
                </a:path>
                <a:path w="13970" h="5267325">
                  <a:moveTo>
                    <a:pt x="10667" y="2977895"/>
                  </a:moveTo>
                  <a:lnTo>
                    <a:pt x="3048" y="2977895"/>
                  </a:lnTo>
                  <a:lnTo>
                    <a:pt x="0" y="2980943"/>
                  </a:lnTo>
                  <a:lnTo>
                    <a:pt x="0" y="3029711"/>
                  </a:lnTo>
                  <a:lnTo>
                    <a:pt x="3048" y="3032760"/>
                  </a:lnTo>
                  <a:lnTo>
                    <a:pt x="10667" y="3032760"/>
                  </a:lnTo>
                  <a:lnTo>
                    <a:pt x="13715" y="3029711"/>
                  </a:lnTo>
                  <a:lnTo>
                    <a:pt x="13715" y="2980943"/>
                  </a:lnTo>
                  <a:lnTo>
                    <a:pt x="10667" y="2977895"/>
                  </a:lnTo>
                  <a:close/>
                </a:path>
                <a:path w="13970" h="5267325">
                  <a:moveTo>
                    <a:pt x="10667" y="3060191"/>
                  </a:moveTo>
                  <a:lnTo>
                    <a:pt x="3048" y="3060191"/>
                  </a:lnTo>
                  <a:lnTo>
                    <a:pt x="0" y="3063240"/>
                  </a:lnTo>
                  <a:lnTo>
                    <a:pt x="0" y="3112008"/>
                  </a:lnTo>
                  <a:lnTo>
                    <a:pt x="3048" y="3115055"/>
                  </a:lnTo>
                  <a:lnTo>
                    <a:pt x="10667" y="3115055"/>
                  </a:lnTo>
                  <a:lnTo>
                    <a:pt x="13715" y="3112008"/>
                  </a:lnTo>
                  <a:lnTo>
                    <a:pt x="13715" y="3063240"/>
                  </a:lnTo>
                  <a:lnTo>
                    <a:pt x="10667" y="3060191"/>
                  </a:lnTo>
                  <a:close/>
                </a:path>
                <a:path w="13970" h="5267325">
                  <a:moveTo>
                    <a:pt x="10667" y="3142487"/>
                  </a:moveTo>
                  <a:lnTo>
                    <a:pt x="3048" y="3142487"/>
                  </a:lnTo>
                  <a:lnTo>
                    <a:pt x="0" y="3145535"/>
                  </a:lnTo>
                  <a:lnTo>
                    <a:pt x="0" y="3195828"/>
                  </a:lnTo>
                  <a:lnTo>
                    <a:pt x="3048" y="3198876"/>
                  </a:lnTo>
                  <a:lnTo>
                    <a:pt x="10667" y="3198876"/>
                  </a:lnTo>
                  <a:lnTo>
                    <a:pt x="13715" y="3195828"/>
                  </a:lnTo>
                  <a:lnTo>
                    <a:pt x="13715" y="3145535"/>
                  </a:lnTo>
                  <a:lnTo>
                    <a:pt x="10667" y="3142487"/>
                  </a:lnTo>
                  <a:close/>
                </a:path>
                <a:path w="13970" h="5267325">
                  <a:moveTo>
                    <a:pt x="10667" y="3226308"/>
                  </a:moveTo>
                  <a:lnTo>
                    <a:pt x="3048" y="3226308"/>
                  </a:lnTo>
                  <a:lnTo>
                    <a:pt x="0" y="3229355"/>
                  </a:lnTo>
                  <a:lnTo>
                    <a:pt x="0" y="3278124"/>
                  </a:lnTo>
                  <a:lnTo>
                    <a:pt x="3048" y="3281172"/>
                  </a:lnTo>
                  <a:lnTo>
                    <a:pt x="10667" y="3281172"/>
                  </a:lnTo>
                  <a:lnTo>
                    <a:pt x="13715" y="3278124"/>
                  </a:lnTo>
                  <a:lnTo>
                    <a:pt x="13715" y="3229355"/>
                  </a:lnTo>
                  <a:lnTo>
                    <a:pt x="10667" y="3226308"/>
                  </a:lnTo>
                  <a:close/>
                </a:path>
                <a:path w="13970" h="5267325">
                  <a:moveTo>
                    <a:pt x="10667" y="3308604"/>
                  </a:moveTo>
                  <a:lnTo>
                    <a:pt x="3048" y="3308604"/>
                  </a:lnTo>
                  <a:lnTo>
                    <a:pt x="0" y="3311652"/>
                  </a:lnTo>
                  <a:lnTo>
                    <a:pt x="0" y="3360420"/>
                  </a:lnTo>
                  <a:lnTo>
                    <a:pt x="3048" y="3363467"/>
                  </a:lnTo>
                  <a:lnTo>
                    <a:pt x="10667" y="3363467"/>
                  </a:lnTo>
                  <a:lnTo>
                    <a:pt x="13715" y="3360420"/>
                  </a:lnTo>
                  <a:lnTo>
                    <a:pt x="13715" y="3311652"/>
                  </a:lnTo>
                  <a:lnTo>
                    <a:pt x="10667" y="3308604"/>
                  </a:lnTo>
                  <a:close/>
                </a:path>
                <a:path w="13970" h="5267325">
                  <a:moveTo>
                    <a:pt x="10667" y="3390900"/>
                  </a:moveTo>
                  <a:lnTo>
                    <a:pt x="3048" y="3390900"/>
                  </a:lnTo>
                  <a:lnTo>
                    <a:pt x="0" y="3393948"/>
                  </a:lnTo>
                  <a:lnTo>
                    <a:pt x="0" y="3442716"/>
                  </a:lnTo>
                  <a:lnTo>
                    <a:pt x="3048" y="3445764"/>
                  </a:lnTo>
                  <a:lnTo>
                    <a:pt x="10667" y="3445764"/>
                  </a:lnTo>
                  <a:lnTo>
                    <a:pt x="13715" y="3442716"/>
                  </a:lnTo>
                  <a:lnTo>
                    <a:pt x="13715" y="3393948"/>
                  </a:lnTo>
                  <a:lnTo>
                    <a:pt x="10667" y="3390900"/>
                  </a:lnTo>
                  <a:close/>
                </a:path>
                <a:path w="13970" h="5267325">
                  <a:moveTo>
                    <a:pt x="10667" y="3474720"/>
                  </a:moveTo>
                  <a:lnTo>
                    <a:pt x="3048" y="3474720"/>
                  </a:lnTo>
                  <a:lnTo>
                    <a:pt x="0" y="3477767"/>
                  </a:lnTo>
                  <a:lnTo>
                    <a:pt x="0" y="3526535"/>
                  </a:lnTo>
                  <a:lnTo>
                    <a:pt x="3048" y="3529583"/>
                  </a:lnTo>
                  <a:lnTo>
                    <a:pt x="10667" y="3529583"/>
                  </a:lnTo>
                  <a:lnTo>
                    <a:pt x="13715" y="3526535"/>
                  </a:lnTo>
                  <a:lnTo>
                    <a:pt x="13715" y="3477767"/>
                  </a:lnTo>
                  <a:lnTo>
                    <a:pt x="10667" y="3474720"/>
                  </a:lnTo>
                  <a:close/>
                </a:path>
                <a:path w="13970" h="5267325">
                  <a:moveTo>
                    <a:pt x="10667" y="3557016"/>
                  </a:moveTo>
                  <a:lnTo>
                    <a:pt x="3048" y="3557016"/>
                  </a:lnTo>
                  <a:lnTo>
                    <a:pt x="0" y="3560064"/>
                  </a:lnTo>
                  <a:lnTo>
                    <a:pt x="0" y="3608831"/>
                  </a:lnTo>
                  <a:lnTo>
                    <a:pt x="3048" y="3611879"/>
                  </a:lnTo>
                  <a:lnTo>
                    <a:pt x="10667" y="3611879"/>
                  </a:lnTo>
                  <a:lnTo>
                    <a:pt x="13715" y="3608831"/>
                  </a:lnTo>
                  <a:lnTo>
                    <a:pt x="13715" y="3560064"/>
                  </a:lnTo>
                  <a:lnTo>
                    <a:pt x="10667" y="3557016"/>
                  </a:lnTo>
                  <a:close/>
                </a:path>
                <a:path w="13970" h="5267325">
                  <a:moveTo>
                    <a:pt x="10667" y="3639311"/>
                  </a:moveTo>
                  <a:lnTo>
                    <a:pt x="3048" y="3639311"/>
                  </a:lnTo>
                  <a:lnTo>
                    <a:pt x="0" y="3642359"/>
                  </a:lnTo>
                  <a:lnTo>
                    <a:pt x="0" y="3691128"/>
                  </a:lnTo>
                  <a:lnTo>
                    <a:pt x="3048" y="3694176"/>
                  </a:lnTo>
                  <a:lnTo>
                    <a:pt x="10667" y="3694176"/>
                  </a:lnTo>
                  <a:lnTo>
                    <a:pt x="13715" y="3691128"/>
                  </a:lnTo>
                  <a:lnTo>
                    <a:pt x="13715" y="3642359"/>
                  </a:lnTo>
                  <a:lnTo>
                    <a:pt x="10667" y="3639311"/>
                  </a:lnTo>
                  <a:close/>
                </a:path>
                <a:path w="13970" h="5267325">
                  <a:moveTo>
                    <a:pt x="10667" y="3721607"/>
                  </a:moveTo>
                  <a:lnTo>
                    <a:pt x="3048" y="3721607"/>
                  </a:lnTo>
                  <a:lnTo>
                    <a:pt x="0" y="3724655"/>
                  </a:lnTo>
                  <a:lnTo>
                    <a:pt x="0" y="3774948"/>
                  </a:lnTo>
                  <a:lnTo>
                    <a:pt x="3048" y="3777996"/>
                  </a:lnTo>
                  <a:lnTo>
                    <a:pt x="10667" y="3777996"/>
                  </a:lnTo>
                  <a:lnTo>
                    <a:pt x="13715" y="3774948"/>
                  </a:lnTo>
                  <a:lnTo>
                    <a:pt x="13715" y="3724655"/>
                  </a:lnTo>
                  <a:lnTo>
                    <a:pt x="10667" y="3721607"/>
                  </a:lnTo>
                  <a:close/>
                </a:path>
                <a:path w="13970" h="5267325">
                  <a:moveTo>
                    <a:pt x="10667" y="3805428"/>
                  </a:moveTo>
                  <a:lnTo>
                    <a:pt x="3048" y="3805428"/>
                  </a:lnTo>
                  <a:lnTo>
                    <a:pt x="0" y="3808476"/>
                  </a:lnTo>
                  <a:lnTo>
                    <a:pt x="0" y="3857243"/>
                  </a:lnTo>
                  <a:lnTo>
                    <a:pt x="3048" y="3860291"/>
                  </a:lnTo>
                  <a:lnTo>
                    <a:pt x="10667" y="3860291"/>
                  </a:lnTo>
                  <a:lnTo>
                    <a:pt x="13715" y="3857243"/>
                  </a:lnTo>
                  <a:lnTo>
                    <a:pt x="13715" y="3808476"/>
                  </a:lnTo>
                  <a:lnTo>
                    <a:pt x="10667" y="3805428"/>
                  </a:lnTo>
                  <a:close/>
                </a:path>
                <a:path w="13970" h="5267325">
                  <a:moveTo>
                    <a:pt x="10667" y="3887724"/>
                  </a:moveTo>
                  <a:lnTo>
                    <a:pt x="3048" y="3887724"/>
                  </a:lnTo>
                  <a:lnTo>
                    <a:pt x="0" y="3890772"/>
                  </a:lnTo>
                  <a:lnTo>
                    <a:pt x="0" y="3939540"/>
                  </a:lnTo>
                  <a:lnTo>
                    <a:pt x="3048" y="3942587"/>
                  </a:lnTo>
                  <a:lnTo>
                    <a:pt x="10667" y="3942587"/>
                  </a:lnTo>
                  <a:lnTo>
                    <a:pt x="13715" y="3939540"/>
                  </a:lnTo>
                  <a:lnTo>
                    <a:pt x="13715" y="3890772"/>
                  </a:lnTo>
                  <a:lnTo>
                    <a:pt x="10667" y="3887724"/>
                  </a:lnTo>
                  <a:close/>
                </a:path>
                <a:path w="13970" h="5267325">
                  <a:moveTo>
                    <a:pt x="10667" y="3970020"/>
                  </a:moveTo>
                  <a:lnTo>
                    <a:pt x="3048" y="3970020"/>
                  </a:lnTo>
                  <a:lnTo>
                    <a:pt x="0" y="3973067"/>
                  </a:lnTo>
                  <a:lnTo>
                    <a:pt x="0" y="4021835"/>
                  </a:lnTo>
                  <a:lnTo>
                    <a:pt x="3048" y="4024883"/>
                  </a:lnTo>
                  <a:lnTo>
                    <a:pt x="10667" y="4024883"/>
                  </a:lnTo>
                  <a:lnTo>
                    <a:pt x="13715" y="4021835"/>
                  </a:lnTo>
                  <a:lnTo>
                    <a:pt x="13715" y="3973067"/>
                  </a:lnTo>
                  <a:lnTo>
                    <a:pt x="10667" y="3970020"/>
                  </a:lnTo>
                  <a:close/>
                </a:path>
                <a:path w="13970" h="5267325">
                  <a:moveTo>
                    <a:pt x="10667" y="4053840"/>
                  </a:moveTo>
                  <a:lnTo>
                    <a:pt x="3048" y="4053840"/>
                  </a:lnTo>
                  <a:lnTo>
                    <a:pt x="0" y="4056887"/>
                  </a:lnTo>
                  <a:lnTo>
                    <a:pt x="0" y="4105655"/>
                  </a:lnTo>
                  <a:lnTo>
                    <a:pt x="3048" y="4108704"/>
                  </a:lnTo>
                  <a:lnTo>
                    <a:pt x="10667" y="4108704"/>
                  </a:lnTo>
                  <a:lnTo>
                    <a:pt x="13715" y="4105655"/>
                  </a:lnTo>
                  <a:lnTo>
                    <a:pt x="13715" y="4056887"/>
                  </a:lnTo>
                  <a:lnTo>
                    <a:pt x="10667" y="4053840"/>
                  </a:lnTo>
                  <a:close/>
                </a:path>
                <a:path w="13970" h="5267325">
                  <a:moveTo>
                    <a:pt x="10667" y="4136135"/>
                  </a:moveTo>
                  <a:lnTo>
                    <a:pt x="3048" y="4136135"/>
                  </a:lnTo>
                  <a:lnTo>
                    <a:pt x="0" y="4139183"/>
                  </a:lnTo>
                  <a:lnTo>
                    <a:pt x="0" y="4187952"/>
                  </a:lnTo>
                  <a:lnTo>
                    <a:pt x="3048" y="4191000"/>
                  </a:lnTo>
                  <a:lnTo>
                    <a:pt x="10667" y="4191000"/>
                  </a:lnTo>
                  <a:lnTo>
                    <a:pt x="13715" y="4187952"/>
                  </a:lnTo>
                  <a:lnTo>
                    <a:pt x="13715" y="4139183"/>
                  </a:lnTo>
                  <a:lnTo>
                    <a:pt x="10667" y="4136135"/>
                  </a:lnTo>
                  <a:close/>
                </a:path>
                <a:path w="13970" h="5267325">
                  <a:moveTo>
                    <a:pt x="10667" y="4218432"/>
                  </a:moveTo>
                  <a:lnTo>
                    <a:pt x="3048" y="4218432"/>
                  </a:lnTo>
                  <a:lnTo>
                    <a:pt x="0" y="4221480"/>
                  </a:lnTo>
                  <a:lnTo>
                    <a:pt x="0" y="4270248"/>
                  </a:lnTo>
                  <a:lnTo>
                    <a:pt x="3048" y="4273296"/>
                  </a:lnTo>
                  <a:lnTo>
                    <a:pt x="10667" y="4273296"/>
                  </a:lnTo>
                  <a:lnTo>
                    <a:pt x="13715" y="4270248"/>
                  </a:lnTo>
                  <a:lnTo>
                    <a:pt x="13715" y="4221480"/>
                  </a:lnTo>
                  <a:lnTo>
                    <a:pt x="10667" y="4218432"/>
                  </a:lnTo>
                  <a:close/>
                </a:path>
                <a:path w="13970" h="5267325">
                  <a:moveTo>
                    <a:pt x="10667" y="4300728"/>
                  </a:moveTo>
                  <a:lnTo>
                    <a:pt x="3048" y="4300728"/>
                  </a:lnTo>
                  <a:lnTo>
                    <a:pt x="0" y="4303776"/>
                  </a:lnTo>
                  <a:lnTo>
                    <a:pt x="0" y="4354068"/>
                  </a:lnTo>
                  <a:lnTo>
                    <a:pt x="3048" y="4357116"/>
                  </a:lnTo>
                  <a:lnTo>
                    <a:pt x="10667" y="4357116"/>
                  </a:lnTo>
                  <a:lnTo>
                    <a:pt x="13715" y="4354068"/>
                  </a:lnTo>
                  <a:lnTo>
                    <a:pt x="13715" y="4303776"/>
                  </a:lnTo>
                  <a:lnTo>
                    <a:pt x="10667" y="4300728"/>
                  </a:lnTo>
                  <a:close/>
                </a:path>
                <a:path w="13970" h="5267325">
                  <a:moveTo>
                    <a:pt x="10667" y="4384548"/>
                  </a:moveTo>
                  <a:lnTo>
                    <a:pt x="3048" y="4384548"/>
                  </a:lnTo>
                  <a:lnTo>
                    <a:pt x="0" y="4387596"/>
                  </a:lnTo>
                  <a:lnTo>
                    <a:pt x="0" y="4436364"/>
                  </a:lnTo>
                  <a:lnTo>
                    <a:pt x="3048" y="4439411"/>
                  </a:lnTo>
                  <a:lnTo>
                    <a:pt x="10667" y="4439411"/>
                  </a:lnTo>
                  <a:lnTo>
                    <a:pt x="13715" y="4436364"/>
                  </a:lnTo>
                  <a:lnTo>
                    <a:pt x="13715" y="4387596"/>
                  </a:lnTo>
                  <a:lnTo>
                    <a:pt x="10667" y="4384548"/>
                  </a:lnTo>
                  <a:close/>
                </a:path>
                <a:path w="13970" h="5267325">
                  <a:moveTo>
                    <a:pt x="10667" y="4466844"/>
                  </a:moveTo>
                  <a:lnTo>
                    <a:pt x="3048" y="4466844"/>
                  </a:lnTo>
                  <a:lnTo>
                    <a:pt x="0" y="4469892"/>
                  </a:lnTo>
                  <a:lnTo>
                    <a:pt x="0" y="4518659"/>
                  </a:lnTo>
                  <a:lnTo>
                    <a:pt x="3048" y="4521708"/>
                  </a:lnTo>
                  <a:lnTo>
                    <a:pt x="10667" y="4521708"/>
                  </a:lnTo>
                  <a:lnTo>
                    <a:pt x="13715" y="4518659"/>
                  </a:lnTo>
                  <a:lnTo>
                    <a:pt x="13715" y="4469892"/>
                  </a:lnTo>
                  <a:lnTo>
                    <a:pt x="10667" y="4466844"/>
                  </a:lnTo>
                  <a:close/>
                </a:path>
                <a:path w="13970" h="5267325">
                  <a:moveTo>
                    <a:pt x="10667" y="4549140"/>
                  </a:moveTo>
                  <a:lnTo>
                    <a:pt x="3048" y="4549140"/>
                  </a:lnTo>
                  <a:lnTo>
                    <a:pt x="0" y="4552187"/>
                  </a:lnTo>
                  <a:lnTo>
                    <a:pt x="0" y="4600956"/>
                  </a:lnTo>
                  <a:lnTo>
                    <a:pt x="3048" y="4604004"/>
                  </a:lnTo>
                  <a:lnTo>
                    <a:pt x="10667" y="4604004"/>
                  </a:lnTo>
                  <a:lnTo>
                    <a:pt x="13715" y="4600956"/>
                  </a:lnTo>
                  <a:lnTo>
                    <a:pt x="13715" y="4552187"/>
                  </a:lnTo>
                  <a:lnTo>
                    <a:pt x="10667" y="4549140"/>
                  </a:lnTo>
                  <a:close/>
                </a:path>
                <a:path w="13970" h="5267325">
                  <a:moveTo>
                    <a:pt x="10667" y="4632959"/>
                  </a:moveTo>
                  <a:lnTo>
                    <a:pt x="3048" y="4632959"/>
                  </a:lnTo>
                  <a:lnTo>
                    <a:pt x="0" y="4636008"/>
                  </a:lnTo>
                  <a:lnTo>
                    <a:pt x="0" y="4684776"/>
                  </a:lnTo>
                  <a:lnTo>
                    <a:pt x="3048" y="4687824"/>
                  </a:lnTo>
                  <a:lnTo>
                    <a:pt x="10667" y="4687824"/>
                  </a:lnTo>
                  <a:lnTo>
                    <a:pt x="13715" y="4684776"/>
                  </a:lnTo>
                  <a:lnTo>
                    <a:pt x="13715" y="4636008"/>
                  </a:lnTo>
                  <a:lnTo>
                    <a:pt x="10667" y="4632959"/>
                  </a:lnTo>
                  <a:close/>
                </a:path>
                <a:path w="13970" h="5267325">
                  <a:moveTo>
                    <a:pt x="10667" y="4715256"/>
                  </a:moveTo>
                  <a:lnTo>
                    <a:pt x="3048" y="4715256"/>
                  </a:lnTo>
                  <a:lnTo>
                    <a:pt x="0" y="4718304"/>
                  </a:lnTo>
                  <a:lnTo>
                    <a:pt x="0" y="4767072"/>
                  </a:lnTo>
                  <a:lnTo>
                    <a:pt x="3048" y="4770120"/>
                  </a:lnTo>
                  <a:lnTo>
                    <a:pt x="10667" y="4770120"/>
                  </a:lnTo>
                  <a:lnTo>
                    <a:pt x="13715" y="4767072"/>
                  </a:lnTo>
                  <a:lnTo>
                    <a:pt x="13715" y="4718304"/>
                  </a:lnTo>
                  <a:lnTo>
                    <a:pt x="10667" y="4715256"/>
                  </a:lnTo>
                  <a:close/>
                </a:path>
                <a:path w="13970" h="5267325">
                  <a:moveTo>
                    <a:pt x="10667" y="4797552"/>
                  </a:moveTo>
                  <a:lnTo>
                    <a:pt x="3048" y="4797552"/>
                  </a:lnTo>
                  <a:lnTo>
                    <a:pt x="0" y="4800600"/>
                  </a:lnTo>
                  <a:lnTo>
                    <a:pt x="0" y="4849368"/>
                  </a:lnTo>
                  <a:lnTo>
                    <a:pt x="3048" y="4852416"/>
                  </a:lnTo>
                  <a:lnTo>
                    <a:pt x="10667" y="4852416"/>
                  </a:lnTo>
                  <a:lnTo>
                    <a:pt x="13715" y="4849368"/>
                  </a:lnTo>
                  <a:lnTo>
                    <a:pt x="13715" y="4800600"/>
                  </a:lnTo>
                  <a:lnTo>
                    <a:pt x="10667" y="4797552"/>
                  </a:lnTo>
                  <a:close/>
                </a:path>
                <a:path w="13970" h="5267325">
                  <a:moveTo>
                    <a:pt x="10667" y="4879848"/>
                  </a:moveTo>
                  <a:lnTo>
                    <a:pt x="3048" y="4879848"/>
                  </a:lnTo>
                  <a:lnTo>
                    <a:pt x="0" y="4882895"/>
                  </a:lnTo>
                  <a:lnTo>
                    <a:pt x="0" y="4933188"/>
                  </a:lnTo>
                  <a:lnTo>
                    <a:pt x="3048" y="4936235"/>
                  </a:lnTo>
                  <a:lnTo>
                    <a:pt x="10667" y="4936235"/>
                  </a:lnTo>
                  <a:lnTo>
                    <a:pt x="13715" y="4933188"/>
                  </a:lnTo>
                  <a:lnTo>
                    <a:pt x="13715" y="4882895"/>
                  </a:lnTo>
                  <a:lnTo>
                    <a:pt x="10667" y="4879848"/>
                  </a:lnTo>
                  <a:close/>
                </a:path>
                <a:path w="13970" h="5267325">
                  <a:moveTo>
                    <a:pt x="10667" y="4963668"/>
                  </a:moveTo>
                  <a:lnTo>
                    <a:pt x="3048" y="4963668"/>
                  </a:lnTo>
                  <a:lnTo>
                    <a:pt x="0" y="4966716"/>
                  </a:lnTo>
                  <a:lnTo>
                    <a:pt x="0" y="5015483"/>
                  </a:lnTo>
                  <a:lnTo>
                    <a:pt x="3048" y="5018532"/>
                  </a:lnTo>
                  <a:lnTo>
                    <a:pt x="10667" y="5018532"/>
                  </a:lnTo>
                  <a:lnTo>
                    <a:pt x="13715" y="5015483"/>
                  </a:lnTo>
                  <a:lnTo>
                    <a:pt x="13715" y="4966716"/>
                  </a:lnTo>
                  <a:lnTo>
                    <a:pt x="10667" y="4963668"/>
                  </a:lnTo>
                  <a:close/>
                </a:path>
                <a:path w="13970" h="5267325">
                  <a:moveTo>
                    <a:pt x="10667" y="5045964"/>
                  </a:moveTo>
                  <a:lnTo>
                    <a:pt x="3048" y="5045964"/>
                  </a:lnTo>
                  <a:lnTo>
                    <a:pt x="0" y="5049012"/>
                  </a:lnTo>
                  <a:lnTo>
                    <a:pt x="0" y="5097780"/>
                  </a:lnTo>
                  <a:lnTo>
                    <a:pt x="3048" y="5100828"/>
                  </a:lnTo>
                  <a:lnTo>
                    <a:pt x="10667" y="5100828"/>
                  </a:lnTo>
                  <a:lnTo>
                    <a:pt x="13715" y="5097780"/>
                  </a:lnTo>
                  <a:lnTo>
                    <a:pt x="13715" y="5049012"/>
                  </a:lnTo>
                  <a:lnTo>
                    <a:pt x="10667" y="5045964"/>
                  </a:lnTo>
                  <a:close/>
                </a:path>
                <a:path w="13970" h="5267325">
                  <a:moveTo>
                    <a:pt x="10667" y="5128259"/>
                  </a:moveTo>
                  <a:lnTo>
                    <a:pt x="3048" y="5128259"/>
                  </a:lnTo>
                  <a:lnTo>
                    <a:pt x="0" y="5131308"/>
                  </a:lnTo>
                  <a:lnTo>
                    <a:pt x="0" y="5180076"/>
                  </a:lnTo>
                  <a:lnTo>
                    <a:pt x="3048" y="5183124"/>
                  </a:lnTo>
                  <a:lnTo>
                    <a:pt x="10667" y="5183124"/>
                  </a:lnTo>
                  <a:lnTo>
                    <a:pt x="13715" y="5180076"/>
                  </a:lnTo>
                  <a:lnTo>
                    <a:pt x="13715" y="5131308"/>
                  </a:lnTo>
                  <a:lnTo>
                    <a:pt x="10667" y="5128259"/>
                  </a:lnTo>
                  <a:close/>
                </a:path>
                <a:path w="13970" h="5267325">
                  <a:moveTo>
                    <a:pt x="10667" y="5212080"/>
                  </a:moveTo>
                  <a:lnTo>
                    <a:pt x="3048" y="5212080"/>
                  </a:lnTo>
                  <a:lnTo>
                    <a:pt x="0" y="5215128"/>
                  </a:lnTo>
                  <a:lnTo>
                    <a:pt x="0" y="5263895"/>
                  </a:lnTo>
                  <a:lnTo>
                    <a:pt x="3048" y="5266944"/>
                  </a:lnTo>
                  <a:lnTo>
                    <a:pt x="10667" y="5266944"/>
                  </a:lnTo>
                  <a:lnTo>
                    <a:pt x="13715" y="5263895"/>
                  </a:lnTo>
                  <a:lnTo>
                    <a:pt x="13715" y="5215128"/>
                  </a:lnTo>
                  <a:lnTo>
                    <a:pt x="10667" y="5212080"/>
                  </a:lnTo>
                  <a:close/>
                </a:path>
              </a:pathLst>
            </a:custGeom>
            <a:solidFill>
              <a:srgbClr val="9A9A9A"/>
            </a:solidFill>
          </p:spPr>
          <p:txBody>
            <a:bodyPr wrap="square" lIns="0" tIns="0" rIns="0" bIns="0" rtlCol="0"/>
            <a:lstStyle/>
            <a:p>
              <a:endParaRPr/>
            </a:p>
          </p:txBody>
        </p:sp>
        <p:sp>
          <p:nvSpPr>
            <p:cNvPr id="6" name="object 6"/>
            <p:cNvSpPr/>
            <p:nvPr/>
          </p:nvSpPr>
          <p:spPr>
            <a:xfrm>
              <a:off x="4850891" y="3189732"/>
              <a:ext cx="152400" cy="164591"/>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991100" y="3320795"/>
              <a:ext cx="220979" cy="109727"/>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981955" y="534923"/>
              <a:ext cx="118872" cy="13716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5096255" y="643127"/>
              <a:ext cx="149351" cy="96012"/>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5337047" y="542543"/>
              <a:ext cx="2604770" cy="1801495"/>
            </a:xfrm>
            <a:custGeom>
              <a:avLst/>
              <a:gdLst/>
              <a:ahLst/>
              <a:cxnLst/>
              <a:rect l="l" t="t" r="r" b="b"/>
              <a:pathLst>
                <a:path w="2604770" h="1801495">
                  <a:moveTo>
                    <a:pt x="0" y="176783"/>
                  </a:moveTo>
                  <a:lnTo>
                    <a:pt x="0" y="0"/>
                  </a:lnTo>
                  <a:lnTo>
                    <a:pt x="650747" y="0"/>
                  </a:lnTo>
                  <a:lnTo>
                    <a:pt x="650747" y="176783"/>
                  </a:lnTo>
                </a:path>
                <a:path w="2604770" h="1801495">
                  <a:moveTo>
                    <a:pt x="216407" y="1627631"/>
                  </a:moveTo>
                  <a:lnTo>
                    <a:pt x="216407" y="1801367"/>
                  </a:lnTo>
                </a:path>
                <a:path w="2604770" h="1801495">
                  <a:moveTo>
                    <a:pt x="1301495" y="176783"/>
                  </a:moveTo>
                  <a:lnTo>
                    <a:pt x="1301495" y="0"/>
                  </a:lnTo>
                  <a:lnTo>
                    <a:pt x="1953767" y="0"/>
                  </a:lnTo>
                  <a:lnTo>
                    <a:pt x="1953767" y="176783"/>
                  </a:lnTo>
                </a:path>
                <a:path w="2604770" h="1801495">
                  <a:moveTo>
                    <a:pt x="650747" y="173735"/>
                  </a:moveTo>
                  <a:lnTo>
                    <a:pt x="1301495" y="173735"/>
                  </a:lnTo>
                </a:path>
                <a:path w="2604770" h="1801495">
                  <a:moveTo>
                    <a:pt x="1953767" y="173735"/>
                  </a:moveTo>
                  <a:lnTo>
                    <a:pt x="2604515" y="173735"/>
                  </a:lnTo>
                </a:path>
              </a:pathLst>
            </a:custGeom>
            <a:ln w="22859">
              <a:solidFill>
                <a:srgbClr val="800000"/>
              </a:solidFill>
            </a:ln>
          </p:spPr>
          <p:txBody>
            <a:bodyPr wrap="square" lIns="0" tIns="0" rIns="0" bIns="0" rtlCol="0"/>
            <a:lstStyle/>
            <a:p>
              <a:endParaRPr/>
            </a:p>
          </p:txBody>
        </p:sp>
        <p:sp>
          <p:nvSpPr>
            <p:cNvPr id="11" name="object 11"/>
            <p:cNvSpPr/>
            <p:nvPr/>
          </p:nvSpPr>
          <p:spPr>
            <a:xfrm>
              <a:off x="5553455" y="1124711"/>
              <a:ext cx="2496820" cy="0"/>
            </a:xfrm>
            <a:custGeom>
              <a:avLst/>
              <a:gdLst/>
              <a:ahLst/>
              <a:cxnLst/>
              <a:rect l="l" t="t" r="r" b="b"/>
              <a:pathLst>
                <a:path w="2496820">
                  <a:moveTo>
                    <a:pt x="0" y="0"/>
                  </a:moveTo>
                  <a:lnTo>
                    <a:pt x="2496311" y="0"/>
                  </a:lnTo>
                </a:path>
              </a:pathLst>
            </a:custGeom>
            <a:ln w="13715">
              <a:solidFill>
                <a:srgbClr val="666666"/>
              </a:solidFill>
            </a:ln>
          </p:spPr>
          <p:txBody>
            <a:bodyPr wrap="square" lIns="0" tIns="0" rIns="0" bIns="0" rtlCol="0"/>
            <a:lstStyle/>
            <a:p>
              <a:endParaRPr/>
            </a:p>
          </p:txBody>
        </p:sp>
        <p:sp>
          <p:nvSpPr>
            <p:cNvPr id="12" name="object 12"/>
            <p:cNvSpPr/>
            <p:nvPr/>
          </p:nvSpPr>
          <p:spPr>
            <a:xfrm>
              <a:off x="5337047" y="949451"/>
              <a:ext cx="2632075" cy="1801495"/>
            </a:xfrm>
            <a:custGeom>
              <a:avLst/>
              <a:gdLst/>
              <a:ahLst/>
              <a:cxnLst/>
              <a:rect l="l" t="t" r="r" b="b"/>
              <a:pathLst>
                <a:path w="2632075" h="1801495">
                  <a:moveTo>
                    <a:pt x="216407" y="175259"/>
                  </a:moveTo>
                  <a:lnTo>
                    <a:pt x="216407" y="0"/>
                  </a:lnTo>
                  <a:lnTo>
                    <a:pt x="868679" y="0"/>
                  </a:lnTo>
                  <a:lnTo>
                    <a:pt x="868679" y="175259"/>
                  </a:lnTo>
                </a:path>
                <a:path w="2632075" h="1801495">
                  <a:moveTo>
                    <a:pt x="1519427" y="175259"/>
                  </a:moveTo>
                  <a:lnTo>
                    <a:pt x="1519427" y="0"/>
                  </a:lnTo>
                  <a:lnTo>
                    <a:pt x="2170175" y="0"/>
                  </a:lnTo>
                  <a:lnTo>
                    <a:pt x="2170175" y="175259"/>
                  </a:lnTo>
                </a:path>
                <a:path w="2632075" h="1801495">
                  <a:moveTo>
                    <a:pt x="868679" y="173735"/>
                  </a:moveTo>
                  <a:lnTo>
                    <a:pt x="1519427" y="173735"/>
                  </a:lnTo>
                </a:path>
                <a:path w="2632075" h="1801495">
                  <a:moveTo>
                    <a:pt x="2170175" y="173735"/>
                  </a:moveTo>
                  <a:lnTo>
                    <a:pt x="2604515" y="173735"/>
                  </a:lnTo>
                </a:path>
                <a:path w="2632075" h="1801495">
                  <a:moveTo>
                    <a:pt x="0" y="175259"/>
                  </a:moveTo>
                  <a:lnTo>
                    <a:pt x="216407" y="175259"/>
                  </a:lnTo>
                </a:path>
                <a:path w="2632075" h="1801495">
                  <a:moveTo>
                    <a:pt x="434339" y="582167"/>
                  </a:moveTo>
                  <a:lnTo>
                    <a:pt x="434339" y="406907"/>
                  </a:lnTo>
                  <a:lnTo>
                    <a:pt x="1085087" y="406907"/>
                  </a:lnTo>
                  <a:lnTo>
                    <a:pt x="1085087" y="582167"/>
                  </a:lnTo>
                </a:path>
                <a:path w="2632075" h="1801495">
                  <a:moveTo>
                    <a:pt x="1735835" y="582167"/>
                  </a:moveTo>
                  <a:lnTo>
                    <a:pt x="1735835" y="406907"/>
                  </a:lnTo>
                  <a:lnTo>
                    <a:pt x="2386583" y="406907"/>
                  </a:lnTo>
                  <a:lnTo>
                    <a:pt x="2386583" y="582167"/>
                  </a:lnTo>
                </a:path>
                <a:path w="2632075" h="1801495">
                  <a:moveTo>
                    <a:pt x="1085087" y="579119"/>
                  </a:moveTo>
                  <a:lnTo>
                    <a:pt x="1735835" y="579119"/>
                  </a:lnTo>
                </a:path>
                <a:path w="2632075" h="1801495">
                  <a:moveTo>
                    <a:pt x="2386583" y="579119"/>
                  </a:moveTo>
                  <a:lnTo>
                    <a:pt x="2631947" y="579119"/>
                  </a:lnTo>
                </a:path>
                <a:path w="2632075" h="1801495">
                  <a:moveTo>
                    <a:pt x="0" y="582167"/>
                  </a:moveTo>
                  <a:lnTo>
                    <a:pt x="434339" y="582167"/>
                  </a:lnTo>
                </a:path>
                <a:path w="2632075" h="1801495">
                  <a:moveTo>
                    <a:pt x="650747" y="989075"/>
                  </a:moveTo>
                  <a:lnTo>
                    <a:pt x="650747" y="812291"/>
                  </a:lnTo>
                  <a:lnTo>
                    <a:pt x="1301495" y="812291"/>
                  </a:lnTo>
                  <a:lnTo>
                    <a:pt x="1301495" y="989075"/>
                  </a:lnTo>
                </a:path>
                <a:path w="2632075" h="1801495">
                  <a:moveTo>
                    <a:pt x="1953767" y="989075"/>
                  </a:moveTo>
                  <a:lnTo>
                    <a:pt x="1953767" y="812291"/>
                  </a:lnTo>
                  <a:lnTo>
                    <a:pt x="2604515" y="812291"/>
                  </a:lnTo>
                  <a:lnTo>
                    <a:pt x="2604515" y="989075"/>
                  </a:lnTo>
                </a:path>
                <a:path w="2632075" h="1801495">
                  <a:moveTo>
                    <a:pt x="1301495" y="986027"/>
                  </a:moveTo>
                  <a:lnTo>
                    <a:pt x="1953767" y="986027"/>
                  </a:lnTo>
                </a:path>
                <a:path w="2632075" h="1801495">
                  <a:moveTo>
                    <a:pt x="0" y="989075"/>
                  </a:moveTo>
                  <a:lnTo>
                    <a:pt x="650747" y="989075"/>
                  </a:lnTo>
                </a:path>
                <a:path w="2632075" h="1801495">
                  <a:moveTo>
                    <a:pt x="868679" y="1394459"/>
                  </a:moveTo>
                  <a:lnTo>
                    <a:pt x="868679" y="1219199"/>
                  </a:lnTo>
                  <a:lnTo>
                    <a:pt x="1519427" y="1219199"/>
                  </a:lnTo>
                  <a:lnTo>
                    <a:pt x="1519427" y="1394459"/>
                  </a:lnTo>
                </a:path>
                <a:path w="2632075" h="1801495">
                  <a:moveTo>
                    <a:pt x="1519427" y="1391411"/>
                  </a:moveTo>
                  <a:lnTo>
                    <a:pt x="2170175" y="1391411"/>
                  </a:lnTo>
                </a:path>
                <a:path w="2632075" h="1801495">
                  <a:moveTo>
                    <a:pt x="216407" y="1394459"/>
                  </a:moveTo>
                  <a:lnTo>
                    <a:pt x="868679" y="1394459"/>
                  </a:lnTo>
                </a:path>
                <a:path w="2632075" h="1801495">
                  <a:moveTo>
                    <a:pt x="0" y="1220723"/>
                  </a:moveTo>
                  <a:lnTo>
                    <a:pt x="216407" y="1220723"/>
                  </a:lnTo>
                </a:path>
                <a:path w="2632075" h="1801495">
                  <a:moveTo>
                    <a:pt x="434339" y="1627631"/>
                  </a:moveTo>
                  <a:lnTo>
                    <a:pt x="434339" y="1801367"/>
                  </a:lnTo>
                </a:path>
                <a:path w="2632075" h="1801495">
                  <a:moveTo>
                    <a:pt x="1085087" y="1801367"/>
                  </a:moveTo>
                  <a:lnTo>
                    <a:pt x="1085087" y="1624583"/>
                  </a:lnTo>
                  <a:lnTo>
                    <a:pt x="1735835" y="1624583"/>
                  </a:lnTo>
                  <a:lnTo>
                    <a:pt x="1735835" y="1801367"/>
                  </a:lnTo>
                </a:path>
                <a:path w="2632075" h="1801495">
                  <a:moveTo>
                    <a:pt x="1735835" y="1798319"/>
                  </a:moveTo>
                  <a:lnTo>
                    <a:pt x="2386583" y="1798319"/>
                  </a:lnTo>
                </a:path>
                <a:path w="2632075" h="1801495">
                  <a:moveTo>
                    <a:pt x="434339" y="1801367"/>
                  </a:moveTo>
                  <a:lnTo>
                    <a:pt x="1085087" y="1801367"/>
                  </a:lnTo>
                </a:path>
                <a:path w="2632075" h="1801495">
                  <a:moveTo>
                    <a:pt x="0" y="1627631"/>
                  </a:moveTo>
                  <a:lnTo>
                    <a:pt x="434339" y="1627631"/>
                  </a:lnTo>
                </a:path>
                <a:path w="2632075" h="1801495">
                  <a:moveTo>
                    <a:pt x="2386583" y="1621535"/>
                  </a:moveTo>
                  <a:lnTo>
                    <a:pt x="2386583" y="1795271"/>
                  </a:lnTo>
                </a:path>
                <a:path w="2632075" h="1801495">
                  <a:moveTo>
                    <a:pt x="2386583" y="1621535"/>
                  </a:moveTo>
                  <a:lnTo>
                    <a:pt x="2604515" y="1621535"/>
                  </a:lnTo>
                </a:path>
                <a:path w="2632075" h="1801495">
                  <a:moveTo>
                    <a:pt x="2170175" y="1231391"/>
                  </a:moveTo>
                  <a:lnTo>
                    <a:pt x="2170175" y="1389887"/>
                  </a:lnTo>
                </a:path>
                <a:path w="2632075" h="1801495">
                  <a:moveTo>
                    <a:pt x="2170175" y="1220723"/>
                  </a:moveTo>
                  <a:lnTo>
                    <a:pt x="2604515" y="1220723"/>
                  </a:lnTo>
                </a:path>
              </a:pathLst>
            </a:custGeom>
            <a:ln w="22859">
              <a:solidFill>
                <a:srgbClr val="800000"/>
              </a:solidFill>
            </a:ln>
          </p:spPr>
          <p:txBody>
            <a:bodyPr wrap="square" lIns="0" tIns="0" rIns="0" bIns="0" rtlCol="0"/>
            <a:lstStyle/>
            <a:p>
              <a:endParaRPr/>
            </a:p>
          </p:txBody>
        </p:sp>
        <p:sp>
          <p:nvSpPr>
            <p:cNvPr id="13" name="object 13"/>
            <p:cNvSpPr/>
            <p:nvPr/>
          </p:nvSpPr>
          <p:spPr>
            <a:xfrm>
              <a:off x="5337047" y="2967227"/>
              <a:ext cx="650875" cy="325120"/>
            </a:xfrm>
            <a:custGeom>
              <a:avLst/>
              <a:gdLst/>
              <a:ahLst/>
              <a:cxnLst/>
              <a:rect l="l" t="t" r="r" b="b"/>
              <a:pathLst>
                <a:path w="650875" h="325120">
                  <a:moveTo>
                    <a:pt x="0" y="324611"/>
                  </a:moveTo>
                  <a:lnTo>
                    <a:pt x="0" y="161543"/>
                  </a:lnTo>
                  <a:lnTo>
                    <a:pt x="216407" y="161543"/>
                  </a:lnTo>
                  <a:lnTo>
                    <a:pt x="216407" y="0"/>
                  </a:lnTo>
                  <a:lnTo>
                    <a:pt x="434339" y="0"/>
                  </a:lnTo>
                  <a:lnTo>
                    <a:pt x="434339" y="161543"/>
                  </a:lnTo>
                  <a:lnTo>
                    <a:pt x="650747" y="161543"/>
                  </a:lnTo>
                  <a:lnTo>
                    <a:pt x="650747" y="324611"/>
                  </a:lnTo>
                </a:path>
              </a:pathLst>
            </a:custGeom>
            <a:ln w="22859">
              <a:solidFill>
                <a:srgbClr val="FF0000"/>
              </a:solidFill>
            </a:ln>
          </p:spPr>
          <p:txBody>
            <a:bodyPr wrap="square" lIns="0" tIns="0" rIns="0" bIns="0" rtlCol="0"/>
            <a:lstStyle/>
            <a:p>
              <a:endParaRPr/>
            </a:p>
          </p:txBody>
        </p:sp>
        <p:sp>
          <p:nvSpPr>
            <p:cNvPr id="14" name="object 14"/>
            <p:cNvSpPr/>
            <p:nvPr/>
          </p:nvSpPr>
          <p:spPr>
            <a:xfrm>
              <a:off x="5337047" y="3291839"/>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15" name="object 15"/>
            <p:cNvSpPr/>
            <p:nvPr/>
          </p:nvSpPr>
          <p:spPr>
            <a:xfrm>
              <a:off x="5987795" y="2967227"/>
              <a:ext cx="1953895" cy="649605"/>
            </a:xfrm>
            <a:custGeom>
              <a:avLst/>
              <a:gdLst/>
              <a:ahLst/>
              <a:cxnLst/>
              <a:rect l="l" t="t" r="r" b="b"/>
              <a:pathLst>
                <a:path w="1953895" h="649604">
                  <a:moveTo>
                    <a:pt x="0" y="324611"/>
                  </a:moveTo>
                  <a:lnTo>
                    <a:pt x="0" y="487679"/>
                  </a:lnTo>
                  <a:lnTo>
                    <a:pt x="217931" y="487679"/>
                  </a:lnTo>
                  <a:lnTo>
                    <a:pt x="217931" y="649223"/>
                  </a:lnTo>
                  <a:lnTo>
                    <a:pt x="434339" y="649223"/>
                  </a:lnTo>
                  <a:lnTo>
                    <a:pt x="434339" y="487679"/>
                  </a:lnTo>
                  <a:lnTo>
                    <a:pt x="650747" y="487679"/>
                  </a:lnTo>
                  <a:lnTo>
                    <a:pt x="650747" y="324611"/>
                  </a:lnTo>
                </a:path>
                <a:path w="1953895" h="649604">
                  <a:moveTo>
                    <a:pt x="650747" y="324611"/>
                  </a:moveTo>
                  <a:lnTo>
                    <a:pt x="650747" y="161543"/>
                  </a:lnTo>
                  <a:lnTo>
                    <a:pt x="868679" y="161543"/>
                  </a:lnTo>
                  <a:lnTo>
                    <a:pt x="868679" y="0"/>
                  </a:lnTo>
                  <a:lnTo>
                    <a:pt x="1085087" y="0"/>
                  </a:lnTo>
                  <a:lnTo>
                    <a:pt x="1085087" y="161543"/>
                  </a:lnTo>
                  <a:lnTo>
                    <a:pt x="1303019" y="161543"/>
                  </a:lnTo>
                  <a:lnTo>
                    <a:pt x="1303019" y="324611"/>
                  </a:lnTo>
                </a:path>
                <a:path w="1953895" h="649604">
                  <a:moveTo>
                    <a:pt x="1303019" y="324611"/>
                  </a:moveTo>
                  <a:lnTo>
                    <a:pt x="1303019" y="487679"/>
                  </a:lnTo>
                  <a:lnTo>
                    <a:pt x="1519427" y="487679"/>
                  </a:lnTo>
                  <a:lnTo>
                    <a:pt x="1519427" y="649223"/>
                  </a:lnTo>
                  <a:lnTo>
                    <a:pt x="1735835" y="649223"/>
                  </a:lnTo>
                  <a:lnTo>
                    <a:pt x="1735835" y="487679"/>
                  </a:lnTo>
                  <a:lnTo>
                    <a:pt x="1953767" y="487679"/>
                  </a:lnTo>
                  <a:lnTo>
                    <a:pt x="1953767" y="324611"/>
                  </a:lnTo>
                </a:path>
              </a:pathLst>
            </a:custGeom>
            <a:ln w="22859">
              <a:solidFill>
                <a:srgbClr val="FF0000"/>
              </a:solidFill>
            </a:ln>
          </p:spPr>
          <p:txBody>
            <a:bodyPr wrap="square" lIns="0" tIns="0" rIns="0" bIns="0" rtlCol="0"/>
            <a:lstStyle/>
            <a:p>
              <a:endParaRPr/>
            </a:p>
          </p:txBody>
        </p:sp>
        <p:sp>
          <p:nvSpPr>
            <p:cNvPr id="16" name="object 16"/>
            <p:cNvSpPr/>
            <p:nvPr/>
          </p:nvSpPr>
          <p:spPr>
            <a:xfrm>
              <a:off x="5337047" y="4104132"/>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17" name="object 17"/>
            <p:cNvSpPr/>
            <p:nvPr/>
          </p:nvSpPr>
          <p:spPr>
            <a:xfrm>
              <a:off x="5337047" y="3779520"/>
              <a:ext cx="2604770" cy="649605"/>
            </a:xfrm>
            <a:custGeom>
              <a:avLst/>
              <a:gdLst/>
              <a:ahLst/>
              <a:cxnLst/>
              <a:rect l="l" t="t" r="r" b="b"/>
              <a:pathLst>
                <a:path w="2604770" h="649604">
                  <a:moveTo>
                    <a:pt x="434339" y="324611"/>
                  </a:moveTo>
                  <a:lnTo>
                    <a:pt x="434339" y="163067"/>
                  </a:lnTo>
                  <a:lnTo>
                    <a:pt x="650747" y="163067"/>
                  </a:lnTo>
                  <a:lnTo>
                    <a:pt x="650747" y="0"/>
                  </a:lnTo>
                  <a:lnTo>
                    <a:pt x="868679" y="0"/>
                  </a:lnTo>
                  <a:lnTo>
                    <a:pt x="868679" y="163067"/>
                  </a:lnTo>
                  <a:lnTo>
                    <a:pt x="1085087" y="163067"/>
                  </a:lnTo>
                  <a:lnTo>
                    <a:pt x="1085087" y="324611"/>
                  </a:lnTo>
                </a:path>
                <a:path w="2604770" h="649604">
                  <a:moveTo>
                    <a:pt x="1085087" y="324611"/>
                  </a:moveTo>
                  <a:lnTo>
                    <a:pt x="1085087" y="487679"/>
                  </a:lnTo>
                  <a:lnTo>
                    <a:pt x="1301495" y="487679"/>
                  </a:lnTo>
                  <a:lnTo>
                    <a:pt x="1301495" y="649223"/>
                  </a:lnTo>
                  <a:lnTo>
                    <a:pt x="1519427" y="649223"/>
                  </a:lnTo>
                  <a:lnTo>
                    <a:pt x="1519427" y="487679"/>
                  </a:lnTo>
                  <a:lnTo>
                    <a:pt x="1735835" y="487679"/>
                  </a:lnTo>
                  <a:lnTo>
                    <a:pt x="1735835" y="324611"/>
                  </a:lnTo>
                </a:path>
                <a:path w="2604770" h="649604">
                  <a:moveTo>
                    <a:pt x="434339" y="324611"/>
                  </a:moveTo>
                  <a:lnTo>
                    <a:pt x="434339" y="487679"/>
                  </a:lnTo>
                  <a:lnTo>
                    <a:pt x="216407" y="487679"/>
                  </a:lnTo>
                  <a:lnTo>
                    <a:pt x="216407" y="649223"/>
                  </a:lnTo>
                  <a:lnTo>
                    <a:pt x="0" y="649223"/>
                  </a:lnTo>
                  <a:lnTo>
                    <a:pt x="0" y="487679"/>
                  </a:lnTo>
                </a:path>
                <a:path w="2604770" h="649604">
                  <a:moveTo>
                    <a:pt x="1735835" y="324611"/>
                  </a:moveTo>
                  <a:lnTo>
                    <a:pt x="1735835" y="163067"/>
                  </a:lnTo>
                  <a:lnTo>
                    <a:pt x="1953767" y="163067"/>
                  </a:lnTo>
                  <a:lnTo>
                    <a:pt x="1953767" y="0"/>
                  </a:lnTo>
                  <a:lnTo>
                    <a:pt x="2170175" y="0"/>
                  </a:lnTo>
                  <a:lnTo>
                    <a:pt x="2170175" y="163067"/>
                  </a:lnTo>
                  <a:lnTo>
                    <a:pt x="2386583" y="163067"/>
                  </a:lnTo>
                  <a:lnTo>
                    <a:pt x="2386583" y="324611"/>
                  </a:lnTo>
                </a:path>
                <a:path w="2604770" h="649604">
                  <a:moveTo>
                    <a:pt x="2386583" y="324611"/>
                  </a:moveTo>
                  <a:lnTo>
                    <a:pt x="2386583" y="487679"/>
                  </a:lnTo>
                  <a:lnTo>
                    <a:pt x="2604515" y="487679"/>
                  </a:lnTo>
                  <a:lnTo>
                    <a:pt x="2604515" y="649223"/>
                  </a:lnTo>
                </a:path>
              </a:pathLst>
            </a:custGeom>
            <a:ln w="22859">
              <a:solidFill>
                <a:srgbClr val="008000"/>
              </a:solidFill>
            </a:ln>
          </p:spPr>
          <p:txBody>
            <a:bodyPr wrap="square" lIns="0" tIns="0" rIns="0" bIns="0" rtlCol="0"/>
            <a:lstStyle/>
            <a:p>
              <a:endParaRPr/>
            </a:p>
          </p:txBody>
        </p:sp>
        <p:sp>
          <p:nvSpPr>
            <p:cNvPr id="18" name="object 18"/>
            <p:cNvSpPr/>
            <p:nvPr/>
          </p:nvSpPr>
          <p:spPr>
            <a:xfrm>
              <a:off x="5337047" y="4916423"/>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19" name="object 19"/>
            <p:cNvSpPr/>
            <p:nvPr/>
          </p:nvSpPr>
          <p:spPr>
            <a:xfrm>
              <a:off x="5337047" y="4591811"/>
              <a:ext cx="2604770" cy="650875"/>
            </a:xfrm>
            <a:custGeom>
              <a:avLst/>
              <a:gdLst/>
              <a:ahLst/>
              <a:cxnLst/>
              <a:rect l="l" t="t" r="r" b="b"/>
              <a:pathLst>
                <a:path w="2604770" h="650875">
                  <a:moveTo>
                    <a:pt x="868679" y="324611"/>
                  </a:moveTo>
                  <a:lnTo>
                    <a:pt x="868679" y="163067"/>
                  </a:lnTo>
                  <a:lnTo>
                    <a:pt x="1085087" y="163067"/>
                  </a:lnTo>
                  <a:lnTo>
                    <a:pt x="1085087" y="0"/>
                  </a:lnTo>
                  <a:lnTo>
                    <a:pt x="1301495" y="0"/>
                  </a:lnTo>
                  <a:lnTo>
                    <a:pt x="1301495" y="163067"/>
                  </a:lnTo>
                  <a:lnTo>
                    <a:pt x="1519427" y="163067"/>
                  </a:lnTo>
                  <a:lnTo>
                    <a:pt x="1519427" y="324611"/>
                  </a:lnTo>
                </a:path>
                <a:path w="2604770" h="650875">
                  <a:moveTo>
                    <a:pt x="1519427" y="324611"/>
                  </a:moveTo>
                  <a:lnTo>
                    <a:pt x="1519427" y="487679"/>
                  </a:lnTo>
                  <a:lnTo>
                    <a:pt x="1735835" y="487679"/>
                  </a:lnTo>
                  <a:lnTo>
                    <a:pt x="1735835" y="650747"/>
                  </a:lnTo>
                  <a:lnTo>
                    <a:pt x="1953767" y="650747"/>
                  </a:lnTo>
                  <a:lnTo>
                    <a:pt x="1953767" y="487679"/>
                  </a:lnTo>
                  <a:lnTo>
                    <a:pt x="2170175" y="487679"/>
                  </a:lnTo>
                  <a:lnTo>
                    <a:pt x="2170175" y="324611"/>
                  </a:lnTo>
                </a:path>
                <a:path w="2604770" h="650875">
                  <a:moveTo>
                    <a:pt x="216407" y="324611"/>
                  </a:moveTo>
                  <a:lnTo>
                    <a:pt x="216407" y="487679"/>
                  </a:lnTo>
                  <a:lnTo>
                    <a:pt x="434339" y="487679"/>
                  </a:lnTo>
                  <a:lnTo>
                    <a:pt x="434339" y="650747"/>
                  </a:lnTo>
                  <a:lnTo>
                    <a:pt x="650747" y="650747"/>
                  </a:lnTo>
                  <a:lnTo>
                    <a:pt x="650747" y="487679"/>
                  </a:lnTo>
                  <a:lnTo>
                    <a:pt x="868679" y="487679"/>
                  </a:lnTo>
                  <a:lnTo>
                    <a:pt x="868679" y="324611"/>
                  </a:lnTo>
                </a:path>
                <a:path w="2604770" h="650875">
                  <a:moveTo>
                    <a:pt x="2170175" y="324611"/>
                  </a:moveTo>
                  <a:lnTo>
                    <a:pt x="2170175" y="163067"/>
                  </a:lnTo>
                  <a:lnTo>
                    <a:pt x="2386583" y="163067"/>
                  </a:lnTo>
                  <a:lnTo>
                    <a:pt x="2386583" y="0"/>
                  </a:lnTo>
                  <a:lnTo>
                    <a:pt x="2604515" y="0"/>
                  </a:lnTo>
                  <a:lnTo>
                    <a:pt x="2604515" y="163067"/>
                  </a:lnTo>
                </a:path>
                <a:path w="2604770" h="650875">
                  <a:moveTo>
                    <a:pt x="216407" y="324611"/>
                  </a:moveTo>
                  <a:lnTo>
                    <a:pt x="216407" y="163067"/>
                  </a:lnTo>
                  <a:lnTo>
                    <a:pt x="0" y="163067"/>
                  </a:lnTo>
                  <a:lnTo>
                    <a:pt x="0" y="0"/>
                  </a:lnTo>
                </a:path>
              </a:pathLst>
            </a:custGeom>
            <a:ln w="22859">
              <a:solidFill>
                <a:srgbClr val="000080"/>
              </a:solidFill>
            </a:ln>
          </p:spPr>
          <p:txBody>
            <a:bodyPr wrap="square" lIns="0" tIns="0" rIns="0" bIns="0" rtlCol="0"/>
            <a:lstStyle/>
            <a:p>
              <a:endParaRPr/>
            </a:p>
          </p:txBody>
        </p:sp>
        <p:sp>
          <p:nvSpPr>
            <p:cNvPr id="20" name="object 20"/>
            <p:cNvSpPr/>
            <p:nvPr/>
          </p:nvSpPr>
          <p:spPr>
            <a:xfrm>
              <a:off x="5337047" y="5864351"/>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21" name="object 21"/>
            <p:cNvSpPr/>
            <p:nvPr/>
          </p:nvSpPr>
          <p:spPr>
            <a:xfrm>
              <a:off x="5337047" y="5376671"/>
              <a:ext cx="2604770" cy="975360"/>
            </a:xfrm>
            <a:custGeom>
              <a:avLst/>
              <a:gdLst/>
              <a:ahLst/>
              <a:cxnLst/>
              <a:rect l="l" t="t" r="r" b="b"/>
              <a:pathLst>
                <a:path w="2604770" h="975360">
                  <a:moveTo>
                    <a:pt x="0" y="487679"/>
                  </a:moveTo>
                  <a:lnTo>
                    <a:pt x="0" y="0"/>
                  </a:lnTo>
                  <a:lnTo>
                    <a:pt x="434339" y="0"/>
                  </a:lnTo>
                  <a:lnTo>
                    <a:pt x="434339" y="487679"/>
                  </a:lnTo>
                  <a:lnTo>
                    <a:pt x="650747" y="487679"/>
                  </a:lnTo>
                  <a:lnTo>
                    <a:pt x="650747" y="975359"/>
                  </a:lnTo>
                  <a:lnTo>
                    <a:pt x="1085087" y="975359"/>
                  </a:lnTo>
                  <a:lnTo>
                    <a:pt x="1085087" y="487679"/>
                  </a:lnTo>
                  <a:lnTo>
                    <a:pt x="1301495" y="487679"/>
                  </a:lnTo>
                  <a:lnTo>
                    <a:pt x="1301495" y="0"/>
                  </a:lnTo>
                  <a:lnTo>
                    <a:pt x="1735835" y="0"/>
                  </a:lnTo>
                  <a:lnTo>
                    <a:pt x="1735835" y="487679"/>
                  </a:lnTo>
                  <a:lnTo>
                    <a:pt x="1953767" y="487679"/>
                  </a:lnTo>
                  <a:lnTo>
                    <a:pt x="1953767" y="975359"/>
                  </a:lnTo>
                  <a:lnTo>
                    <a:pt x="2386583" y="975359"/>
                  </a:lnTo>
                  <a:lnTo>
                    <a:pt x="2386583" y="487679"/>
                  </a:lnTo>
                  <a:lnTo>
                    <a:pt x="2604515" y="487679"/>
                  </a:lnTo>
                </a:path>
              </a:pathLst>
            </a:custGeom>
            <a:ln w="22859">
              <a:solidFill>
                <a:srgbClr val="FF00FF"/>
              </a:solidFill>
            </a:ln>
          </p:spPr>
          <p:txBody>
            <a:bodyPr wrap="square" lIns="0" tIns="0" rIns="0" bIns="0" rtlCol="0"/>
            <a:lstStyle/>
            <a:p>
              <a:endParaRPr/>
            </a:p>
          </p:txBody>
        </p:sp>
        <p:sp>
          <p:nvSpPr>
            <p:cNvPr id="22" name="object 22"/>
            <p:cNvSpPr/>
            <p:nvPr/>
          </p:nvSpPr>
          <p:spPr>
            <a:xfrm>
              <a:off x="4981955" y="2574035"/>
              <a:ext cx="118872" cy="137160"/>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5096255" y="2680716"/>
              <a:ext cx="160020" cy="96012"/>
            </a:xfrm>
            <a:prstGeom prst="rect">
              <a:avLst/>
            </a:prstGeom>
            <a:blipFill>
              <a:blip r:embed="rId6" cstate="print"/>
              <a:stretch>
                <a:fillRect/>
              </a:stretch>
            </a:blipFill>
          </p:spPr>
          <p:txBody>
            <a:bodyPr wrap="square" lIns="0" tIns="0" rIns="0" bIns="0" rtlCol="0"/>
            <a:lstStyle/>
            <a:p>
              <a:endParaRPr/>
            </a:p>
          </p:txBody>
        </p:sp>
        <p:sp>
          <p:nvSpPr>
            <p:cNvPr id="24" name="object 24"/>
            <p:cNvSpPr/>
            <p:nvPr/>
          </p:nvSpPr>
          <p:spPr>
            <a:xfrm>
              <a:off x="4981955" y="2161032"/>
              <a:ext cx="118872" cy="137160"/>
            </a:xfrm>
            <a:prstGeom prst="rect">
              <a:avLst/>
            </a:prstGeom>
            <a:blipFill>
              <a:blip r:embed="rId4" cstate="print"/>
              <a:stretch>
                <a:fillRect/>
              </a:stretch>
            </a:blipFill>
          </p:spPr>
          <p:txBody>
            <a:bodyPr wrap="square" lIns="0" tIns="0" rIns="0" bIns="0" rtlCol="0"/>
            <a:lstStyle/>
            <a:p>
              <a:endParaRPr/>
            </a:p>
          </p:txBody>
        </p:sp>
        <p:sp>
          <p:nvSpPr>
            <p:cNvPr id="25" name="object 25"/>
            <p:cNvSpPr/>
            <p:nvPr/>
          </p:nvSpPr>
          <p:spPr>
            <a:xfrm>
              <a:off x="5096255" y="2267711"/>
              <a:ext cx="160020" cy="96012"/>
            </a:xfrm>
            <a:prstGeom prst="rect">
              <a:avLst/>
            </a:prstGeom>
            <a:blipFill>
              <a:blip r:embed="rId7" cstate="print"/>
              <a:stretch>
                <a:fillRect/>
              </a:stretch>
            </a:blipFill>
          </p:spPr>
          <p:txBody>
            <a:bodyPr wrap="square" lIns="0" tIns="0" rIns="0" bIns="0" rtlCol="0"/>
            <a:lstStyle/>
            <a:p>
              <a:endParaRPr/>
            </a:p>
          </p:txBody>
        </p:sp>
        <p:sp>
          <p:nvSpPr>
            <p:cNvPr id="26" name="object 26"/>
            <p:cNvSpPr/>
            <p:nvPr/>
          </p:nvSpPr>
          <p:spPr>
            <a:xfrm>
              <a:off x="4981955" y="1748027"/>
              <a:ext cx="118872" cy="137160"/>
            </a:xfrm>
            <a:prstGeom prst="rect">
              <a:avLst/>
            </a:prstGeom>
            <a:blipFill>
              <a:blip r:embed="rId4" cstate="print"/>
              <a:stretch>
                <a:fillRect/>
              </a:stretch>
            </a:blipFill>
          </p:spPr>
          <p:txBody>
            <a:bodyPr wrap="square" lIns="0" tIns="0" rIns="0" bIns="0" rtlCol="0"/>
            <a:lstStyle/>
            <a:p>
              <a:endParaRPr/>
            </a:p>
          </p:txBody>
        </p:sp>
        <p:sp>
          <p:nvSpPr>
            <p:cNvPr id="27" name="object 27"/>
            <p:cNvSpPr/>
            <p:nvPr/>
          </p:nvSpPr>
          <p:spPr>
            <a:xfrm>
              <a:off x="5096255" y="1854708"/>
              <a:ext cx="155448" cy="96012"/>
            </a:xfrm>
            <a:prstGeom prst="rect">
              <a:avLst/>
            </a:prstGeom>
            <a:blipFill>
              <a:blip r:embed="rId8" cstate="print"/>
              <a:stretch>
                <a:fillRect/>
              </a:stretch>
            </a:blipFill>
          </p:spPr>
          <p:txBody>
            <a:bodyPr wrap="square" lIns="0" tIns="0" rIns="0" bIns="0" rtlCol="0"/>
            <a:lstStyle/>
            <a:p>
              <a:endParaRPr/>
            </a:p>
          </p:txBody>
        </p:sp>
        <p:sp>
          <p:nvSpPr>
            <p:cNvPr id="28" name="object 28"/>
            <p:cNvSpPr/>
            <p:nvPr/>
          </p:nvSpPr>
          <p:spPr>
            <a:xfrm>
              <a:off x="5009388" y="947927"/>
              <a:ext cx="118872" cy="137160"/>
            </a:xfrm>
            <a:prstGeom prst="rect">
              <a:avLst/>
            </a:prstGeom>
            <a:blipFill>
              <a:blip r:embed="rId4" cstate="print"/>
              <a:stretch>
                <a:fillRect/>
              </a:stretch>
            </a:blipFill>
          </p:spPr>
          <p:txBody>
            <a:bodyPr wrap="square" lIns="0" tIns="0" rIns="0" bIns="0" rtlCol="0"/>
            <a:lstStyle/>
            <a:p>
              <a:endParaRPr/>
            </a:p>
          </p:txBody>
        </p:sp>
        <p:sp>
          <p:nvSpPr>
            <p:cNvPr id="29" name="object 29"/>
            <p:cNvSpPr/>
            <p:nvPr/>
          </p:nvSpPr>
          <p:spPr>
            <a:xfrm>
              <a:off x="5123688" y="1056131"/>
              <a:ext cx="158496" cy="96012"/>
            </a:xfrm>
            <a:prstGeom prst="rect">
              <a:avLst/>
            </a:prstGeom>
            <a:blipFill>
              <a:blip r:embed="rId9" cstate="print"/>
              <a:stretch>
                <a:fillRect/>
              </a:stretch>
            </a:blipFill>
          </p:spPr>
          <p:txBody>
            <a:bodyPr wrap="square" lIns="0" tIns="0" rIns="0" bIns="0" rtlCol="0"/>
            <a:lstStyle/>
            <a:p>
              <a:endParaRPr/>
            </a:p>
          </p:txBody>
        </p:sp>
        <p:sp>
          <p:nvSpPr>
            <p:cNvPr id="30" name="object 30"/>
            <p:cNvSpPr/>
            <p:nvPr/>
          </p:nvSpPr>
          <p:spPr>
            <a:xfrm>
              <a:off x="5009388" y="1313688"/>
              <a:ext cx="118872" cy="137160"/>
            </a:xfrm>
            <a:prstGeom prst="rect">
              <a:avLst/>
            </a:prstGeom>
            <a:blipFill>
              <a:blip r:embed="rId4" cstate="print"/>
              <a:stretch>
                <a:fillRect/>
              </a:stretch>
            </a:blipFill>
          </p:spPr>
          <p:txBody>
            <a:bodyPr wrap="square" lIns="0" tIns="0" rIns="0" bIns="0" rtlCol="0"/>
            <a:lstStyle/>
            <a:p>
              <a:endParaRPr/>
            </a:p>
          </p:txBody>
        </p:sp>
        <p:sp>
          <p:nvSpPr>
            <p:cNvPr id="31" name="object 31"/>
            <p:cNvSpPr/>
            <p:nvPr/>
          </p:nvSpPr>
          <p:spPr>
            <a:xfrm>
              <a:off x="5123688" y="1421891"/>
              <a:ext cx="158496" cy="96012"/>
            </a:xfrm>
            <a:prstGeom prst="rect">
              <a:avLst/>
            </a:prstGeom>
            <a:blipFill>
              <a:blip r:embed="rId10" cstate="print"/>
              <a:stretch>
                <a:fillRect/>
              </a:stretch>
            </a:blipFill>
          </p:spPr>
          <p:txBody>
            <a:bodyPr wrap="square" lIns="0" tIns="0" rIns="0" bIns="0" rtlCol="0"/>
            <a:lstStyle/>
            <a:p>
              <a:endParaRPr/>
            </a:p>
          </p:txBody>
        </p:sp>
        <p:sp>
          <p:nvSpPr>
            <p:cNvPr id="32" name="object 32"/>
            <p:cNvSpPr/>
            <p:nvPr/>
          </p:nvSpPr>
          <p:spPr>
            <a:xfrm>
              <a:off x="4832603" y="4786884"/>
              <a:ext cx="152400" cy="164592"/>
            </a:xfrm>
            <a:prstGeom prst="rect">
              <a:avLst/>
            </a:prstGeom>
            <a:blipFill>
              <a:blip r:embed="rId2" cstate="print"/>
              <a:stretch>
                <a:fillRect/>
              </a:stretch>
            </a:blipFill>
          </p:spPr>
          <p:txBody>
            <a:bodyPr wrap="square" lIns="0" tIns="0" rIns="0" bIns="0" rtlCol="0"/>
            <a:lstStyle/>
            <a:p>
              <a:endParaRPr/>
            </a:p>
          </p:txBody>
        </p:sp>
        <p:sp>
          <p:nvSpPr>
            <p:cNvPr id="33" name="object 33"/>
            <p:cNvSpPr/>
            <p:nvPr/>
          </p:nvSpPr>
          <p:spPr>
            <a:xfrm>
              <a:off x="4991100" y="4916423"/>
              <a:ext cx="211836" cy="112775"/>
            </a:xfrm>
            <a:prstGeom prst="rect">
              <a:avLst/>
            </a:prstGeom>
            <a:blipFill>
              <a:blip r:embed="rId11" cstate="print"/>
              <a:stretch>
                <a:fillRect/>
              </a:stretch>
            </a:blipFill>
          </p:spPr>
          <p:txBody>
            <a:bodyPr wrap="square" lIns="0" tIns="0" rIns="0" bIns="0" rtlCol="0"/>
            <a:lstStyle/>
            <a:p>
              <a:endParaRPr/>
            </a:p>
          </p:txBody>
        </p:sp>
        <p:sp>
          <p:nvSpPr>
            <p:cNvPr id="34" name="object 34"/>
            <p:cNvSpPr/>
            <p:nvPr/>
          </p:nvSpPr>
          <p:spPr>
            <a:xfrm>
              <a:off x="4837176" y="3974591"/>
              <a:ext cx="152400" cy="164592"/>
            </a:xfrm>
            <a:prstGeom prst="rect">
              <a:avLst/>
            </a:prstGeom>
            <a:blipFill>
              <a:blip r:embed="rId2" cstate="print"/>
              <a:stretch>
                <a:fillRect/>
              </a:stretch>
            </a:blipFill>
          </p:spPr>
          <p:txBody>
            <a:bodyPr wrap="square" lIns="0" tIns="0" rIns="0" bIns="0" rtlCol="0"/>
            <a:lstStyle/>
            <a:p>
              <a:endParaRPr/>
            </a:p>
          </p:txBody>
        </p:sp>
        <p:sp>
          <p:nvSpPr>
            <p:cNvPr id="35" name="object 35"/>
            <p:cNvSpPr/>
            <p:nvPr/>
          </p:nvSpPr>
          <p:spPr>
            <a:xfrm>
              <a:off x="4986528" y="4105655"/>
              <a:ext cx="211836" cy="109728"/>
            </a:xfrm>
            <a:prstGeom prst="rect">
              <a:avLst/>
            </a:prstGeom>
            <a:blipFill>
              <a:blip r:embed="rId12" cstate="print"/>
              <a:stretch>
                <a:fillRect/>
              </a:stretch>
            </a:blipFill>
          </p:spPr>
          <p:txBody>
            <a:bodyPr wrap="square" lIns="0" tIns="0" rIns="0" bIns="0" rtlCol="0"/>
            <a:lstStyle/>
            <a:p>
              <a:endParaRPr/>
            </a:p>
          </p:txBody>
        </p:sp>
        <p:sp>
          <p:nvSpPr>
            <p:cNvPr id="36" name="object 36"/>
            <p:cNvSpPr/>
            <p:nvPr/>
          </p:nvSpPr>
          <p:spPr>
            <a:xfrm>
              <a:off x="4855464" y="5708903"/>
              <a:ext cx="152400" cy="164591"/>
            </a:xfrm>
            <a:prstGeom prst="rect">
              <a:avLst/>
            </a:prstGeom>
            <a:blipFill>
              <a:blip r:embed="rId2" cstate="print"/>
              <a:stretch>
                <a:fillRect/>
              </a:stretch>
            </a:blipFill>
          </p:spPr>
          <p:txBody>
            <a:bodyPr wrap="square" lIns="0" tIns="0" rIns="0" bIns="0" rtlCol="0"/>
            <a:lstStyle/>
            <a:p>
              <a:endParaRPr/>
            </a:p>
          </p:txBody>
        </p:sp>
        <p:sp>
          <p:nvSpPr>
            <p:cNvPr id="37" name="object 37"/>
            <p:cNvSpPr/>
            <p:nvPr/>
          </p:nvSpPr>
          <p:spPr>
            <a:xfrm>
              <a:off x="4995671" y="5839967"/>
              <a:ext cx="204215" cy="109728"/>
            </a:xfrm>
            <a:prstGeom prst="rect">
              <a:avLst/>
            </a:prstGeom>
            <a:blipFill>
              <a:blip r:embed="rId13" cstate="print"/>
              <a:stretch>
                <a:fillRect/>
              </a:stretch>
            </a:blipFill>
          </p:spPr>
          <p:txBody>
            <a:bodyPr wrap="square" lIns="0" tIns="0" rIns="0" bIns="0" rtlCol="0"/>
            <a:lstStyle/>
            <a:p>
              <a:endParaRPr/>
            </a:p>
          </p:txBody>
        </p:sp>
        <p:sp>
          <p:nvSpPr>
            <p:cNvPr id="38" name="object 38"/>
            <p:cNvSpPr/>
            <p:nvPr/>
          </p:nvSpPr>
          <p:spPr>
            <a:xfrm>
              <a:off x="7094219" y="2961131"/>
              <a:ext cx="1172210" cy="498475"/>
            </a:xfrm>
            <a:custGeom>
              <a:avLst/>
              <a:gdLst/>
              <a:ahLst/>
              <a:cxnLst/>
              <a:rect l="l" t="t" r="r" b="b"/>
              <a:pathLst>
                <a:path w="1172209" h="498475">
                  <a:moveTo>
                    <a:pt x="0" y="0"/>
                  </a:moveTo>
                  <a:lnTo>
                    <a:pt x="1171955" y="0"/>
                  </a:lnTo>
                </a:path>
                <a:path w="1172209" h="498475">
                  <a:moveTo>
                    <a:pt x="987551" y="330707"/>
                  </a:moveTo>
                  <a:lnTo>
                    <a:pt x="1171955" y="330707"/>
                  </a:lnTo>
                </a:path>
                <a:path w="1172209" h="498475">
                  <a:moveTo>
                    <a:pt x="868679" y="498347"/>
                  </a:moveTo>
                  <a:lnTo>
                    <a:pt x="1171955" y="498347"/>
                  </a:lnTo>
                </a:path>
              </a:pathLst>
            </a:custGeom>
            <a:ln w="13715">
              <a:solidFill>
                <a:srgbClr val="666666"/>
              </a:solidFill>
            </a:ln>
          </p:spPr>
          <p:txBody>
            <a:bodyPr wrap="square" lIns="0" tIns="0" rIns="0" bIns="0" rtlCol="0"/>
            <a:lstStyle/>
            <a:p>
              <a:endParaRPr/>
            </a:p>
          </p:txBody>
        </p:sp>
        <p:sp>
          <p:nvSpPr>
            <p:cNvPr id="39" name="object 39"/>
            <p:cNvSpPr/>
            <p:nvPr/>
          </p:nvSpPr>
          <p:spPr>
            <a:xfrm>
              <a:off x="8298377" y="3761049"/>
              <a:ext cx="124460" cy="0"/>
            </a:xfrm>
            <a:custGeom>
              <a:avLst/>
              <a:gdLst/>
              <a:ahLst/>
              <a:cxnLst/>
              <a:rect l="l" t="t" r="r" b="b"/>
              <a:pathLst>
                <a:path w="124459">
                  <a:moveTo>
                    <a:pt x="0" y="0"/>
                  </a:moveTo>
                  <a:lnTo>
                    <a:pt x="124297" y="0"/>
                  </a:lnTo>
                </a:path>
              </a:pathLst>
            </a:custGeom>
            <a:ln w="9541">
              <a:solidFill>
                <a:srgbClr val="000000"/>
              </a:solidFill>
            </a:ln>
          </p:spPr>
          <p:txBody>
            <a:bodyPr wrap="square" lIns="0" tIns="0" rIns="0" bIns="0" rtlCol="0"/>
            <a:lstStyle/>
            <a:p>
              <a:endParaRPr/>
            </a:p>
          </p:txBody>
        </p:sp>
      </p:grpSp>
      <p:sp>
        <p:nvSpPr>
          <p:cNvPr id="40" name="object 40"/>
          <p:cNvSpPr txBox="1">
            <a:spLocks noGrp="1"/>
          </p:cNvSpPr>
          <p:nvPr>
            <p:ph type="title"/>
          </p:nvPr>
        </p:nvSpPr>
        <p:spPr>
          <a:xfrm>
            <a:off x="901700" y="445871"/>
            <a:ext cx="3365500" cy="979169"/>
          </a:xfrm>
          <a:prstGeom prst="rect">
            <a:avLst/>
          </a:prstGeom>
        </p:spPr>
        <p:txBody>
          <a:bodyPr vert="horz" wrap="square" lIns="0" tIns="12700" rIns="0" bIns="0" rtlCol="0">
            <a:spAutoFit/>
          </a:bodyPr>
          <a:lstStyle/>
          <a:p>
            <a:pPr marL="12700">
              <a:lnSpc>
                <a:spcPts val="4054"/>
              </a:lnSpc>
              <a:spcBef>
                <a:spcPts val="100"/>
              </a:spcBef>
              <a:tabLst>
                <a:tab pos="3156585" algn="l"/>
              </a:tabLst>
            </a:pPr>
            <a:r>
              <a:rPr sz="3600" u="sng" spc="-315" smtClean="0">
                <a:solidFill>
                  <a:srgbClr val="002060"/>
                </a:solidFill>
                <a:uFill>
                  <a:solidFill>
                    <a:srgbClr val="7F7F7F"/>
                  </a:solidFill>
                </a:uFill>
              </a:rPr>
              <a:t>3-</a:t>
            </a:r>
            <a:r>
              <a:rPr lang="en-US" sz="3600" u="sng" spc="-315" dirty="0" smtClean="0">
                <a:solidFill>
                  <a:srgbClr val="002060"/>
                </a:solidFill>
                <a:uFill>
                  <a:solidFill>
                    <a:srgbClr val="7F7F7F"/>
                  </a:solidFill>
                </a:uFill>
              </a:rPr>
              <a:t> </a:t>
            </a:r>
            <a:r>
              <a:rPr sz="3600" u="sng" spc="-315" smtClean="0">
                <a:solidFill>
                  <a:srgbClr val="002060"/>
                </a:solidFill>
                <a:uFill>
                  <a:solidFill>
                    <a:srgbClr val="7F7F7F"/>
                  </a:solidFill>
                </a:uFill>
              </a:rPr>
              <a:t>Phase</a:t>
            </a:r>
            <a:r>
              <a:rPr sz="3600" u="sng" spc="-509" smtClean="0">
                <a:solidFill>
                  <a:srgbClr val="002060"/>
                </a:solidFill>
                <a:uFill>
                  <a:solidFill>
                    <a:srgbClr val="7F7F7F"/>
                  </a:solidFill>
                </a:uFill>
              </a:rPr>
              <a:t> </a:t>
            </a:r>
            <a:r>
              <a:rPr sz="3600" u="sng" spc="-350" dirty="0">
                <a:solidFill>
                  <a:srgbClr val="002060"/>
                </a:solidFill>
                <a:uFill>
                  <a:solidFill>
                    <a:srgbClr val="7F7F7F"/>
                  </a:solidFill>
                </a:uFill>
              </a:rPr>
              <a:t>Inverter	</a:t>
            </a:r>
            <a:endParaRPr sz="3600"/>
          </a:p>
          <a:p>
            <a:pPr marL="12700">
              <a:lnSpc>
                <a:spcPts val="3454"/>
              </a:lnSpc>
            </a:pPr>
            <a:r>
              <a:rPr sz="3100" spc="-240" dirty="0">
                <a:solidFill>
                  <a:srgbClr val="C00000"/>
                </a:solidFill>
              </a:rPr>
              <a:t>180</a:t>
            </a:r>
            <a:r>
              <a:rPr sz="3100" spc="-240" dirty="0">
                <a:solidFill>
                  <a:srgbClr val="C00000"/>
                </a:solidFill>
                <a:latin typeface="Times New Roman"/>
                <a:cs typeface="Times New Roman"/>
              </a:rPr>
              <a:t>°</a:t>
            </a:r>
            <a:r>
              <a:rPr sz="3100" spc="-235" dirty="0">
                <a:solidFill>
                  <a:srgbClr val="C00000"/>
                </a:solidFill>
                <a:latin typeface="Times New Roman"/>
                <a:cs typeface="Times New Roman"/>
              </a:rPr>
              <a:t> </a:t>
            </a:r>
            <a:r>
              <a:rPr sz="3100" spc="-280" dirty="0">
                <a:solidFill>
                  <a:srgbClr val="C00000"/>
                </a:solidFill>
              </a:rPr>
              <a:t>conduction</a:t>
            </a:r>
            <a:endParaRPr sz="3100">
              <a:latin typeface="Times New Roman"/>
              <a:cs typeface="Times New Roman"/>
            </a:endParaRPr>
          </a:p>
        </p:txBody>
      </p:sp>
      <p:sp>
        <p:nvSpPr>
          <p:cNvPr id="88" name="object 88"/>
          <p:cNvSpPr txBox="1"/>
          <p:nvPr/>
        </p:nvSpPr>
        <p:spPr>
          <a:xfrm>
            <a:off x="8593010" y="3691521"/>
            <a:ext cx="189230" cy="231140"/>
          </a:xfrm>
          <a:prstGeom prst="rect">
            <a:avLst/>
          </a:prstGeom>
        </p:spPr>
        <p:txBody>
          <a:bodyPr vert="horz" wrap="square" lIns="0" tIns="12700" rIns="0" bIns="0" rtlCol="0">
            <a:spAutoFit/>
          </a:bodyPr>
          <a:lstStyle/>
          <a:p>
            <a:pPr marL="12700">
              <a:lnSpc>
                <a:spcPct val="100000"/>
              </a:lnSpc>
              <a:spcBef>
                <a:spcPts val="100"/>
              </a:spcBef>
            </a:pPr>
            <a:r>
              <a:rPr sz="1350" i="1" spc="5" dirty="0">
                <a:latin typeface="Times New Roman"/>
                <a:cs typeface="Times New Roman"/>
              </a:rPr>
              <a:t>d</a:t>
            </a:r>
            <a:r>
              <a:rPr sz="1350" i="1" dirty="0">
                <a:latin typeface="Times New Roman"/>
                <a:cs typeface="Times New Roman"/>
              </a:rPr>
              <a:t>c</a:t>
            </a:r>
            <a:endParaRPr sz="1350">
              <a:latin typeface="Times New Roman"/>
              <a:cs typeface="Times New Roman"/>
            </a:endParaRPr>
          </a:p>
        </p:txBody>
      </p:sp>
      <p:sp>
        <p:nvSpPr>
          <p:cNvPr id="89" name="object 89"/>
          <p:cNvSpPr txBox="1"/>
          <p:nvPr/>
        </p:nvSpPr>
        <p:spPr>
          <a:xfrm>
            <a:off x="8264588" y="3388888"/>
            <a:ext cx="378460" cy="666115"/>
          </a:xfrm>
          <a:prstGeom prst="rect">
            <a:avLst/>
          </a:prstGeom>
        </p:spPr>
        <p:txBody>
          <a:bodyPr vert="horz" wrap="square" lIns="0" tIns="58419" rIns="0" bIns="0" rtlCol="0">
            <a:spAutoFit/>
          </a:bodyPr>
          <a:lstStyle/>
          <a:p>
            <a:pPr marL="38100">
              <a:lnSpc>
                <a:spcPct val="100000"/>
              </a:lnSpc>
              <a:spcBef>
                <a:spcPts val="459"/>
              </a:spcBef>
            </a:pPr>
            <a:r>
              <a:rPr sz="1800" dirty="0">
                <a:latin typeface="Times New Roman"/>
                <a:cs typeface="Times New Roman"/>
              </a:rPr>
              <a:t>1</a:t>
            </a:r>
            <a:r>
              <a:rPr sz="1800" spc="-135" dirty="0">
                <a:latin typeface="Times New Roman"/>
                <a:cs typeface="Times New Roman"/>
              </a:rPr>
              <a:t> </a:t>
            </a:r>
            <a:r>
              <a:rPr sz="2700" i="1" baseline="-33950" dirty="0">
                <a:latin typeface="Times New Roman"/>
                <a:cs typeface="Times New Roman"/>
              </a:rPr>
              <a:t>E</a:t>
            </a:r>
            <a:endParaRPr sz="2700" baseline="-33950">
              <a:latin typeface="Times New Roman"/>
              <a:cs typeface="Times New Roman"/>
            </a:endParaRPr>
          </a:p>
          <a:p>
            <a:pPr marL="42545">
              <a:lnSpc>
                <a:spcPct val="100000"/>
              </a:lnSpc>
              <a:spcBef>
                <a:spcPts val="360"/>
              </a:spcBef>
            </a:pPr>
            <a:r>
              <a:rPr sz="1800" dirty="0">
                <a:latin typeface="Times New Roman"/>
                <a:cs typeface="Times New Roman"/>
              </a:rPr>
              <a:t>3</a:t>
            </a:r>
            <a:endParaRPr sz="1800">
              <a:latin typeface="Times New Roman"/>
              <a:cs typeface="Times New Roman"/>
            </a:endParaRPr>
          </a:p>
        </p:txBody>
      </p:sp>
      <p:grpSp>
        <p:nvGrpSpPr>
          <p:cNvPr id="90" name="object 90"/>
          <p:cNvGrpSpPr/>
          <p:nvPr/>
        </p:nvGrpSpPr>
        <p:grpSpPr>
          <a:xfrm>
            <a:off x="8147304" y="2687573"/>
            <a:ext cx="300990" cy="767715"/>
            <a:chOff x="8147304" y="2687573"/>
            <a:chExt cx="300990" cy="767715"/>
          </a:xfrm>
        </p:grpSpPr>
        <p:sp>
          <p:nvSpPr>
            <p:cNvPr id="91" name="object 91"/>
            <p:cNvSpPr/>
            <p:nvPr/>
          </p:nvSpPr>
          <p:spPr>
            <a:xfrm>
              <a:off x="8196072" y="2994659"/>
              <a:ext cx="0" cy="259079"/>
            </a:xfrm>
            <a:custGeom>
              <a:avLst/>
              <a:gdLst/>
              <a:ahLst/>
              <a:cxnLst/>
              <a:rect l="l" t="t" r="r" b="b"/>
              <a:pathLst>
                <a:path h="259079">
                  <a:moveTo>
                    <a:pt x="0" y="0"/>
                  </a:moveTo>
                  <a:lnTo>
                    <a:pt x="0" y="259079"/>
                  </a:lnTo>
                </a:path>
              </a:pathLst>
            </a:custGeom>
            <a:ln w="13715">
              <a:solidFill>
                <a:srgbClr val="666666"/>
              </a:solidFill>
            </a:ln>
          </p:spPr>
          <p:txBody>
            <a:bodyPr wrap="square" lIns="0" tIns="0" rIns="0" bIns="0" rtlCol="0"/>
            <a:lstStyle/>
            <a:p>
              <a:endParaRPr/>
            </a:p>
          </p:txBody>
        </p:sp>
        <p:sp>
          <p:nvSpPr>
            <p:cNvPr id="92" name="object 92"/>
            <p:cNvSpPr/>
            <p:nvPr/>
          </p:nvSpPr>
          <p:spPr>
            <a:xfrm>
              <a:off x="8147304" y="2956559"/>
              <a:ext cx="97790" cy="47625"/>
            </a:xfrm>
            <a:custGeom>
              <a:avLst/>
              <a:gdLst/>
              <a:ahLst/>
              <a:cxnLst/>
              <a:rect l="l" t="t" r="r" b="b"/>
              <a:pathLst>
                <a:path w="97790" h="47625">
                  <a:moveTo>
                    <a:pt x="48768" y="0"/>
                  </a:moveTo>
                  <a:lnTo>
                    <a:pt x="0" y="47243"/>
                  </a:lnTo>
                  <a:lnTo>
                    <a:pt x="97536" y="47243"/>
                  </a:lnTo>
                  <a:lnTo>
                    <a:pt x="48768" y="0"/>
                  </a:lnTo>
                  <a:close/>
                </a:path>
              </a:pathLst>
            </a:custGeom>
            <a:solidFill>
              <a:srgbClr val="666666"/>
            </a:solidFill>
          </p:spPr>
          <p:txBody>
            <a:bodyPr wrap="square" lIns="0" tIns="0" rIns="0" bIns="0" rtlCol="0"/>
            <a:lstStyle/>
            <a:p>
              <a:endParaRPr/>
            </a:p>
          </p:txBody>
        </p:sp>
        <p:sp>
          <p:nvSpPr>
            <p:cNvPr id="93" name="object 93"/>
            <p:cNvSpPr/>
            <p:nvPr/>
          </p:nvSpPr>
          <p:spPr>
            <a:xfrm>
              <a:off x="8147304" y="3243072"/>
              <a:ext cx="97536" cy="211836"/>
            </a:xfrm>
            <a:prstGeom prst="rect">
              <a:avLst/>
            </a:prstGeom>
            <a:blipFill>
              <a:blip r:embed="rId14" cstate="print"/>
              <a:stretch>
                <a:fillRect/>
              </a:stretch>
            </a:blipFill>
          </p:spPr>
          <p:txBody>
            <a:bodyPr wrap="square" lIns="0" tIns="0" rIns="0" bIns="0" rtlCol="0"/>
            <a:lstStyle/>
            <a:p>
              <a:endParaRPr/>
            </a:p>
          </p:txBody>
        </p:sp>
        <p:sp>
          <p:nvSpPr>
            <p:cNvPr id="94" name="object 94"/>
            <p:cNvSpPr/>
            <p:nvPr/>
          </p:nvSpPr>
          <p:spPr>
            <a:xfrm>
              <a:off x="8335716" y="2691383"/>
              <a:ext cx="108585" cy="0"/>
            </a:xfrm>
            <a:custGeom>
              <a:avLst/>
              <a:gdLst/>
              <a:ahLst/>
              <a:cxnLst/>
              <a:rect l="l" t="t" r="r" b="b"/>
              <a:pathLst>
                <a:path w="108584">
                  <a:moveTo>
                    <a:pt x="0" y="0"/>
                  </a:moveTo>
                  <a:lnTo>
                    <a:pt x="108295" y="0"/>
                  </a:lnTo>
                </a:path>
              </a:pathLst>
            </a:custGeom>
            <a:ln w="7473">
              <a:solidFill>
                <a:srgbClr val="000000"/>
              </a:solidFill>
            </a:ln>
          </p:spPr>
          <p:txBody>
            <a:bodyPr wrap="square" lIns="0" tIns="0" rIns="0" bIns="0" rtlCol="0"/>
            <a:lstStyle/>
            <a:p>
              <a:endParaRPr/>
            </a:p>
          </p:txBody>
        </p:sp>
      </p:grpSp>
      <p:sp>
        <p:nvSpPr>
          <p:cNvPr id="95" name="object 95"/>
          <p:cNvSpPr txBox="1"/>
          <p:nvPr/>
        </p:nvSpPr>
        <p:spPr>
          <a:xfrm>
            <a:off x="8335797" y="2683827"/>
            <a:ext cx="115570" cy="241300"/>
          </a:xfrm>
          <a:prstGeom prst="rect">
            <a:avLst/>
          </a:prstGeom>
        </p:spPr>
        <p:txBody>
          <a:bodyPr vert="horz" wrap="square" lIns="0" tIns="13970" rIns="0" bIns="0" rtlCol="0">
            <a:spAutoFit/>
          </a:bodyPr>
          <a:lstStyle/>
          <a:p>
            <a:pPr marL="12700">
              <a:lnSpc>
                <a:spcPct val="100000"/>
              </a:lnSpc>
              <a:spcBef>
                <a:spcPts val="110"/>
              </a:spcBef>
            </a:pPr>
            <a:r>
              <a:rPr sz="1400" spc="5" dirty="0">
                <a:latin typeface="Times New Roman"/>
                <a:cs typeface="Times New Roman"/>
              </a:rPr>
              <a:t>3</a:t>
            </a:r>
            <a:endParaRPr sz="1400">
              <a:latin typeface="Times New Roman"/>
              <a:cs typeface="Times New Roman"/>
            </a:endParaRPr>
          </a:p>
        </p:txBody>
      </p:sp>
      <p:sp>
        <p:nvSpPr>
          <p:cNvPr id="96" name="object 96"/>
          <p:cNvSpPr txBox="1"/>
          <p:nvPr/>
        </p:nvSpPr>
        <p:spPr>
          <a:xfrm>
            <a:off x="8310397" y="2589110"/>
            <a:ext cx="442595" cy="241300"/>
          </a:xfrm>
          <a:prstGeom prst="rect">
            <a:avLst/>
          </a:prstGeom>
        </p:spPr>
        <p:txBody>
          <a:bodyPr vert="horz" wrap="square" lIns="0" tIns="13970" rIns="0" bIns="0" rtlCol="0">
            <a:spAutoFit/>
          </a:bodyPr>
          <a:lstStyle/>
          <a:p>
            <a:pPr marL="38100">
              <a:lnSpc>
                <a:spcPct val="100000"/>
              </a:lnSpc>
              <a:spcBef>
                <a:spcPts val="110"/>
              </a:spcBef>
            </a:pPr>
            <a:r>
              <a:rPr sz="2100" spc="7" baseline="49603" dirty="0">
                <a:latin typeface="Times New Roman"/>
                <a:cs typeface="Times New Roman"/>
              </a:rPr>
              <a:t>2</a:t>
            </a:r>
            <a:r>
              <a:rPr sz="2100" spc="-135" baseline="49603" dirty="0">
                <a:latin typeface="Times New Roman"/>
                <a:cs typeface="Times New Roman"/>
              </a:rPr>
              <a:t> </a:t>
            </a:r>
            <a:r>
              <a:rPr sz="2100" i="1" spc="7" baseline="13888" dirty="0">
                <a:latin typeface="Times New Roman"/>
                <a:cs typeface="Times New Roman"/>
              </a:rPr>
              <a:t>E</a:t>
            </a:r>
            <a:r>
              <a:rPr sz="1050" i="1" spc="5" dirty="0">
                <a:latin typeface="Times New Roman"/>
                <a:cs typeface="Times New Roman"/>
              </a:rPr>
              <a:t>dc</a:t>
            </a:r>
            <a:endParaRPr sz="1050">
              <a:latin typeface="Times New Roman"/>
              <a:cs typeface="Times New Roman"/>
            </a:endParaRPr>
          </a:p>
        </p:txBody>
      </p:sp>
      <p:grpSp>
        <p:nvGrpSpPr>
          <p:cNvPr id="97" name="object 97"/>
          <p:cNvGrpSpPr/>
          <p:nvPr/>
        </p:nvGrpSpPr>
        <p:grpSpPr>
          <a:xfrm>
            <a:off x="693293" y="2879470"/>
            <a:ext cx="7851140" cy="3303904"/>
            <a:chOff x="693293" y="2879470"/>
            <a:chExt cx="7851140" cy="3303904"/>
          </a:xfrm>
        </p:grpSpPr>
        <p:sp>
          <p:nvSpPr>
            <p:cNvPr id="98" name="object 98"/>
            <p:cNvSpPr/>
            <p:nvPr/>
          </p:nvSpPr>
          <p:spPr>
            <a:xfrm>
              <a:off x="8266175" y="2886455"/>
              <a:ext cx="271780" cy="704215"/>
            </a:xfrm>
            <a:custGeom>
              <a:avLst/>
              <a:gdLst/>
              <a:ahLst/>
              <a:cxnLst/>
              <a:rect l="l" t="t" r="r" b="b"/>
              <a:pathLst>
                <a:path w="271779" h="704214">
                  <a:moveTo>
                    <a:pt x="271271" y="0"/>
                  </a:moveTo>
                  <a:lnTo>
                    <a:pt x="0" y="216407"/>
                  </a:lnTo>
                </a:path>
                <a:path w="271779" h="704214">
                  <a:moveTo>
                    <a:pt x="45719" y="118871"/>
                  </a:moveTo>
                  <a:lnTo>
                    <a:pt x="0" y="216407"/>
                  </a:lnTo>
                  <a:lnTo>
                    <a:pt x="106679" y="193547"/>
                  </a:lnTo>
                </a:path>
                <a:path w="271779" h="704214">
                  <a:moveTo>
                    <a:pt x="217931" y="704087"/>
                  </a:moveTo>
                  <a:lnTo>
                    <a:pt x="0" y="486155"/>
                  </a:lnTo>
                </a:path>
                <a:path w="271779" h="704214">
                  <a:moveTo>
                    <a:pt x="103631" y="521207"/>
                  </a:moveTo>
                  <a:lnTo>
                    <a:pt x="0" y="486155"/>
                  </a:lnTo>
                  <a:lnTo>
                    <a:pt x="35051" y="588263"/>
                  </a:lnTo>
                </a:path>
              </a:pathLst>
            </a:custGeom>
            <a:ln w="13715">
              <a:solidFill>
                <a:srgbClr val="000000"/>
              </a:solidFill>
            </a:ln>
          </p:spPr>
          <p:txBody>
            <a:bodyPr wrap="square" lIns="0" tIns="0" rIns="0" bIns="0" rtlCol="0"/>
            <a:lstStyle/>
            <a:p>
              <a:endParaRPr/>
            </a:p>
          </p:txBody>
        </p:sp>
        <p:sp>
          <p:nvSpPr>
            <p:cNvPr id="99" name="object 99"/>
            <p:cNvSpPr/>
            <p:nvPr/>
          </p:nvSpPr>
          <p:spPr>
            <a:xfrm>
              <a:off x="2932175" y="4759451"/>
              <a:ext cx="506095" cy="802005"/>
            </a:xfrm>
            <a:custGeom>
              <a:avLst/>
              <a:gdLst/>
              <a:ahLst/>
              <a:cxnLst/>
              <a:rect l="l" t="t" r="r" b="b"/>
              <a:pathLst>
                <a:path w="506095" h="802004">
                  <a:moveTo>
                    <a:pt x="65531" y="289559"/>
                  </a:moveTo>
                  <a:lnTo>
                    <a:pt x="1523" y="263651"/>
                  </a:lnTo>
                </a:path>
                <a:path w="506095" h="802004">
                  <a:moveTo>
                    <a:pt x="1523" y="263651"/>
                  </a:moveTo>
                  <a:lnTo>
                    <a:pt x="115823" y="222503"/>
                  </a:lnTo>
                </a:path>
                <a:path w="506095" h="802004">
                  <a:moveTo>
                    <a:pt x="115823" y="222503"/>
                  </a:moveTo>
                  <a:lnTo>
                    <a:pt x="0" y="184403"/>
                  </a:lnTo>
                </a:path>
                <a:path w="506095" h="802004">
                  <a:moveTo>
                    <a:pt x="0" y="184403"/>
                  </a:moveTo>
                  <a:lnTo>
                    <a:pt x="115823" y="144779"/>
                  </a:lnTo>
                </a:path>
                <a:path w="506095" h="802004">
                  <a:moveTo>
                    <a:pt x="115823" y="144779"/>
                  </a:moveTo>
                  <a:lnTo>
                    <a:pt x="0" y="102107"/>
                  </a:lnTo>
                </a:path>
                <a:path w="506095" h="802004">
                  <a:moveTo>
                    <a:pt x="0" y="102107"/>
                  </a:moveTo>
                  <a:lnTo>
                    <a:pt x="115823" y="62483"/>
                  </a:lnTo>
                </a:path>
                <a:path w="506095" h="802004">
                  <a:moveTo>
                    <a:pt x="115823" y="62483"/>
                  </a:moveTo>
                  <a:lnTo>
                    <a:pt x="0" y="28955"/>
                  </a:lnTo>
                </a:path>
                <a:path w="506095" h="802004">
                  <a:moveTo>
                    <a:pt x="0" y="28955"/>
                  </a:moveTo>
                  <a:lnTo>
                    <a:pt x="65531" y="0"/>
                  </a:lnTo>
                </a:path>
                <a:path w="506095" h="802004">
                  <a:moveTo>
                    <a:pt x="505967" y="758951"/>
                  </a:moveTo>
                  <a:lnTo>
                    <a:pt x="451103" y="801623"/>
                  </a:lnTo>
                </a:path>
                <a:path w="506095" h="802004">
                  <a:moveTo>
                    <a:pt x="451103" y="801623"/>
                  </a:moveTo>
                  <a:lnTo>
                    <a:pt x="472439" y="682751"/>
                  </a:lnTo>
                </a:path>
                <a:path w="506095" h="802004">
                  <a:moveTo>
                    <a:pt x="472439" y="682751"/>
                  </a:moveTo>
                  <a:lnTo>
                    <a:pt x="382523" y="763523"/>
                  </a:lnTo>
                </a:path>
                <a:path w="506095" h="802004">
                  <a:moveTo>
                    <a:pt x="382523" y="763523"/>
                  </a:moveTo>
                  <a:lnTo>
                    <a:pt x="405383" y="643127"/>
                  </a:lnTo>
                </a:path>
                <a:path w="506095" h="802004">
                  <a:moveTo>
                    <a:pt x="405383" y="643127"/>
                  </a:moveTo>
                  <a:lnTo>
                    <a:pt x="310895" y="722375"/>
                  </a:lnTo>
                </a:path>
                <a:path w="506095" h="802004">
                  <a:moveTo>
                    <a:pt x="310895" y="722375"/>
                  </a:moveTo>
                  <a:lnTo>
                    <a:pt x="335279" y="601979"/>
                  </a:lnTo>
                </a:path>
                <a:path w="506095" h="802004">
                  <a:moveTo>
                    <a:pt x="335279" y="601979"/>
                  </a:moveTo>
                  <a:lnTo>
                    <a:pt x="246887" y="685799"/>
                  </a:lnTo>
                </a:path>
              </a:pathLst>
            </a:custGeom>
            <a:ln w="15239">
              <a:solidFill>
                <a:srgbClr val="000000"/>
              </a:solidFill>
            </a:ln>
          </p:spPr>
          <p:txBody>
            <a:bodyPr wrap="square" lIns="0" tIns="0" rIns="0" bIns="0" rtlCol="0"/>
            <a:lstStyle/>
            <a:p>
              <a:endParaRPr/>
            </a:p>
          </p:txBody>
        </p:sp>
        <p:sp>
          <p:nvSpPr>
            <p:cNvPr id="100" name="object 100"/>
            <p:cNvSpPr/>
            <p:nvPr/>
          </p:nvSpPr>
          <p:spPr>
            <a:xfrm>
              <a:off x="3179063" y="5373623"/>
              <a:ext cx="7620" cy="71755"/>
            </a:xfrm>
            <a:custGeom>
              <a:avLst/>
              <a:gdLst/>
              <a:ahLst/>
              <a:cxnLst/>
              <a:rect l="l" t="t" r="r" b="b"/>
              <a:pathLst>
                <a:path w="7619" h="71754">
                  <a:moveTo>
                    <a:pt x="3809" y="-7619"/>
                  </a:moveTo>
                  <a:lnTo>
                    <a:pt x="3809" y="79247"/>
                  </a:lnTo>
                </a:path>
              </a:pathLst>
            </a:custGeom>
            <a:ln w="22859">
              <a:solidFill>
                <a:srgbClr val="000000"/>
              </a:solidFill>
            </a:ln>
          </p:spPr>
          <p:txBody>
            <a:bodyPr wrap="square" lIns="0" tIns="0" rIns="0" bIns="0" rtlCol="0"/>
            <a:lstStyle/>
            <a:p>
              <a:endParaRPr/>
            </a:p>
          </p:txBody>
        </p:sp>
        <p:sp>
          <p:nvSpPr>
            <p:cNvPr id="101" name="object 101"/>
            <p:cNvSpPr/>
            <p:nvPr/>
          </p:nvSpPr>
          <p:spPr>
            <a:xfrm>
              <a:off x="2049779" y="4651247"/>
              <a:ext cx="1515110" cy="1175385"/>
            </a:xfrm>
            <a:custGeom>
              <a:avLst/>
              <a:gdLst/>
              <a:ahLst/>
              <a:cxnLst/>
              <a:rect l="l" t="t" r="r" b="b"/>
              <a:pathLst>
                <a:path w="1515110" h="1175385">
                  <a:moveTo>
                    <a:pt x="947927" y="397763"/>
                  </a:moveTo>
                  <a:lnTo>
                    <a:pt x="947927" y="614171"/>
                  </a:lnTo>
                </a:path>
                <a:path w="1515110" h="1175385">
                  <a:moveTo>
                    <a:pt x="947927" y="614171"/>
                  </a:moveTo>
                  <a:lnTo>
                    <a:pt x="1136903" y="722375"/>
                  </a:lnTo>
                </a:path>
                <a:path w="1515110" h="1175385">
                  <a:moveTo>
                    <a:pt x="757427" y="722375"/>
                  </a:moveTo>
                  <a:lnTo>
                    <a:pt x="947927" y="614171"/>
                  </a:lnTo>
                </a:path>
                <a:path w="1515110" h="1175385">
                  <a:moveTo>
                    <a:pt x="505967" y="867155"/>
                  </a:moveTo>
                  <a:lnTo>
                    <a:pt x="496823" y="798575"/>
                  </a:lnTo>
                </a:path>
                <a:path w="1515110" h="1175385">
                  <a:moveTo>
                    <a:pt x="496823" y="798575"/>
                  </a:moveTo>
                  <a:lnTo>
                    <a:pt x="589787" y="877823"/>
                  </a:lnTo>
                </a:path>
                <a:path w="1515110" h="1175385">
                  <a:moveTo>
                    <a:pt x="589787" y="877823"/>
                  </a:moveTo>
                  <a:lnTo>
                    <a:pt x="565403" y="757427"/>
                  </a:lnTo>
                </a:path>
                <a:path w="1515110" h="1175385">
                  <a:moveTo>
                    <a:pt x="565403" y="757427"/>
                  </a:moveTo>
                  <a:lnTo>
                    <a:pt x="656843" y="838199"/>
                  </a:lnTo>
                </a:path>
                <a:path w="1515110" h="1175385">
                  <a:moveTo>
                    <a:pt x="656843" y="838199"/>
                  </a:moveTo>
                  <a:lnTo>
                    <a:pt x="635507" y="717803"/>
                  </a:lnTo>
                </a:path>
                <a:path w="1515110" h="1175385">
                  <a:moveTo>
                    <a:pt x="635507" y="717803"/>
                  </a:moveTo>
                  <a:lnTo>
                    <a:pt x="728471" y="797051"/>
                  </a:lnTo>
                </a:path>
                <a:path w="1515110" h="1175385">
                  <a:moveTo>
                    <a:pt x="728471" y="797051"/>
                  </a:moveTo>
                  <a:lnTo>
                    <a:pt x="699515" y="681227"/>
                  </a:lnTo>
                </a:path>
                <a:path w="1515110" h="1175385">
                  <a:moveTo>
                    <a:pt x="699515" y="681227"/>
                  </a:moveTo>
                  <a:lnTo>
                    <a:pt x="757427" y="722375"/>
                  </a:lnTo>
                </a:path>
                <a:path w="1515110" h="1175385">
                  <a:moveTo>
                    <a:pt x="947927" y="108203"/>
                  </a:moveTo>
                  <a:lnTo>
                    <a:pt x="947927" y="0"/>
                  </a:lnTo>
                  <a:lnTo>
                    <a:pt x="3047" y="0"/>
                  </a:lnTo>
                </a:path>
                <a:path w="1515110" h="1175385">
                  <a:moveTo>
                    <a:pt x="380999" y="938783"/>
                  </a:moveTo>
                  <a:lnTo>
                    <a:pt x="505967" y="867155"/>
                  </a:lnTo>
                </a:path>
                <a:path w="1515110" h="1175385">
                  <a:moveTo>
                    <a:pt x="380999" y="938783"/>
                  </a:moveTo>
                  <a:lnTo>
                    <a:pt x="3047" y="938783"/>
                  </a:lnTo>
                </a:path>
                <a:path w="1515110" h="1175385">
                  <a:moveTo>
                    <a:pt x="1513331" y="940307"/>
                  </a:moveTo>
                  <a:lnTo>
                    <a:pt x="1388363" y="867155"/>
                  </a:lnTo>
                </a:path>
                <a:path w="1515110" h="1175385">
                  <a:moveTo>
                    <a:pt x="1514855" y="938783"/>
                  </a:moveTo>
                  <a:lnTo>
                    <a:pt x="1514855" y="1175003"/>
                  </a:lnTo>
                </a:path>
                <a:path w="1515110" h="1175385">
                  <a:moveTo>
                    <a:pt x="1510283" y="1175003"/>
                  </a:moveTo>
                  <a:lnTo>
                    <a:pt x="0" y="1175003"/>
                  </a:lnTo>
                </a:path>
              </a:pathLst>
            </a:custGeom>
            <a:ln w="15239">
              <a:solidFill>
                <a:srgbClr val="000000"/>
              </a:solidFill>
            </a:ln>
          </p:spPr>
          <p:txBody>
            <a:bodyPr wrap="square" lIns="0" tIns="0" rIns="0" bIns="0" rtlCol="0"/>
            <a:lstStyle/>
            <a:p>
              <a:endParaRPr/>
            </a:p>
          </p:txBody>
        </p:sp>
        <p:sp>
          <p:nvSpPr>
            <p:cNvPr id="102" name="object 102"/>
            <p:cNvSpPr/>
            <p:nvPr/>
          </p:nvSpPr>
          <p:spPr>
            <a:xfrm>
              <a:off x="1909572" y="4600955"/>
              <a:ext cx="102107" cy="109728"/>
            </a:xfrm>
            <a:prstGeom prst="rect">
              <a:avLst/>
            </a:prstGeom>
            <a:blipFill>
              <a:blip r:embed="rId15" cstate="print"/>
              <a:stretch>
                <a:fillRect/>
              </a:stretch>
            </a:blipFill>
          </p:spPr>
          <p:txBody>
            <a:bodyPr wrap="square" lIns="0" tIns="0" rIns="0" bIns="0" rtlCol="0"/>
            <a:lstStyle/>
            <a:p>
              <a:endParaRPr/>
            </a:p>
          </p:txBody>
        </p:sp>
        <p:sp>
          <p:nvSpPr>
            <p:cNvPr id="103" name="object 103"/>
            <p:cNvSpPr/>
            <p:nvPr/>
          </p:nvSpPr>
          <p:spPr>
            <a:xfrm>
              <a:off x="1895856" y="5774436"/>
              <a:ext cx="96012" cy="112775"/>
            </a:xfrm>
            <a:prstGeom prst="rect">
              <a:avLst/>
            </a:prstGeom>
            <a:blipFill>
              <a:blip r:embed="rId16" cstate="print"/>
              <a:stretch>
                <a:fillRect/>
              </a:stretch>
            </a:blipFill>
          </p:spPr>
          <p:txBody>
            <a:bodyPr wrap="square" lIns="0" tIns="0" rIns="0" bIns="0" rtlCol="0"/>
            <a:lstStyle/>
            <a:p>
              <a:endParaRPr/>
            </a:p>
          </p:txBody>
        </p:sp>
        <p:sp>
          <p:nvSpPr>
            <p:cNvPr id="104" name="object 104"/>
            <p:cNvSpPr/>
            <p:nvPr/>
          </p:nvSpPr>
          <p:spPr>
            <a:xfrm>
              <a:off x="1905000" y="5522976"/>
              <a:ext cx="82295" cy="109728"/>
            </a:xfrm>
            <a:prstGeom prst="rect">
              <a:avLst/>
            </a:prstGeom>
            <a:blipFill>
              <a:blip r:embed="rId17" cstate="print"/>
              <a:stretch>
                <a:fillRect/>
              </a:stretch>
            </a:blipFill>
          </p:spPr>
          <p:txBody>
            <a:bodyPr wrap="square" lIns="0" tIns="0" rIns="0" bIns="0" rtlCol="0"/>
            <a:lstStyle/>
            <a:p>
              <a:endParaRPr/>
            </a:p>
          </p:txBody>
        </p:sp>
        <p:sp>
          <p:nvSpPr>
            <p:cNvPr id="105" name="object 105"/>
            <p:cNvSpPr/>
            <p:nvPr/>
          </p:nvSpPr>
          <p:spPr>
            <a:xfrm>
              <a:off x="3112007" y="4835651"/>
              <a:ext cx="105156" cy="109728"/>
            </a:xfrm>
            <a:prstGeom prst="rect">
              <a:avLst/>
            </a:prstGeom>
            <a:blipFill>
              <a:blip r:embed="rId18" cstate="print"/>
              <a:stretch>
                <a:fillRect/>
              </a:stretch>
            </a:blipFill>
          </p:spPr>
          <p:txBody>
            <a:bodyPr wrap="square" lIns="0" tIns="0" rIns="0" bIns="0" rtlCol="0"/>
            <a:lstStyle/>
            <a:p>
              <a:endParaRPr/>
            </a:p>
          </p:txBody>
        </p:sp>
        <p:sp>
          <p:nvSpPr>
            <p:cNvPr id="106" name="object 106"/>
            <p:cNvSpPr/>
            <p:nvPr/>
          </p:nvSpPr>
          <p:spPr>
            <a:xfrm>
              <a:off x="2567940" y="5215127"/>
              <a:ext cx="105156" cy="109728"/>
            </a:xfrm>
            <a:prstGeom prst="rect">
              <a:avLst/>
            </a:prstGeom>
            <a:blipFill>
              <a:blip r:embed="rId18" cstate="print"/>
              <a:stretch>
                <a:fillRect/>
              </a:stretch>
            </a:blipFill>
          </p:spPr>
          <p:txBody>
            <a:bodyPr wrap="square" lIns="0" tIns="0" rIns="0" bIns="0" rtlCol="0"/>
            <a:lstStyle/>
            <a:p>
              <a:endParaRPr/>
            </a:p>
          </p:txBody>
        </p:sp>
        <p:sp>
          <p:nvSpPr>
            <p:cNvPr id="107" name="object 107"/>
            <p:cNvSpPr/>
            <p:nvPr/>
          </p:nvSpPr>
          <p:spPr>
            <a:xfrm>
              <a:off x="3148584" y="5558027"/>
              <a:ext cx="105156" cy="109728"/>
            </a:xfrm>
            <a:prstGeom prst="rect">
              <a:avLst/>
            </a:prstGeom>
            <a:blipFill>
              <a:blip r:embed="rId18" cstate="print"/>
              <a:stretch>
                <a:fillRect/>
              </a:stretch>
            </a:blipFill>
          </p:spPr>
          <p:txBody>
            <a:bodyPr wrap="square" lIns="0" tIns="0" rIns="0" bIns="0" rtlCol="0"/>
            <a:lstStyle/>
            <a:p>
              <a:endParaRPr/>
            </a:p>
          </p:txBody>
        </p:sp>
        <p:sp>
          <p:nvSpPr>
            <p:cNvPr id="108" name="object 108"/>
            <p:cNvSpPr/>
            <p:nvPr/>
          </p:nvSpPr>
          <p:spPr>
            <a:xfrm>
              <a:off x="841248" y="4422660"/>
              <a:ext cx="425450" cy="1637030"/>
            </a:xfrm>
            <a:custGeom>
              <a:avLst/>
              <a:gdLst/>
              <a:ahLst/>
              <a:cxnLst/>
              <a:rect l="l" t="t" r="r" b="b"/>
              <a:pathLst>
                <a:path w="425450" h="1637029">
                  <a:moveTo>
                    <a:pt x="425196" y="1624584"/>
                  </a:moveTo>
                  <a:lnTo>
                    <a:pt x="0" y="1624584"/>
                  </a:lnTo>
                  <a:lnTo>
                    <a:pt x="0" y="1636776"/>
                  </a:lnTo>
                  <a:lnTo>
                    <a:pt x="425196" y="1636776"/>
                  </a:lnTo>
                  <a:lnTo>
                    <a:pt x="425196" y="1624584"/>
                  </a:lnTo>
                  <a:close/>
                </a:path>
                <a:path w="425450" h="1637029">
                  <a:moveTo>
                    <a:pt x="425196" y="0"/>
                  </a:moveTo>
                  <a:lnTo>
                    <a:pt x="0" y="0"/>
                  </a:lnTo>
                  <a:lnTo>
                    <a:pt x="0" y="12192"/>
                  </a:lnTo>
                  <a:lnTo>
                    <a:pt x="425196" y="12192"/>
                  </a:lnTo>
                  <a:lnTo>
                    <a:pt x="425196" y="0"/>
                  </a:lnTo>
                  <a:close/>
                </a:path>
              </a:pathLst>
            </a:custGeom>
            <a:solidFill>
              <a:srgbClr val="000000"/>
            </a:solidFill>
          </p:spPr>
          <p:txBody>
            <a:bodyPr wrap="square" lIns="0" tIns="0" rIns="0" bIns="0" rtlCol="0"/>
            <a:lstStyle/>
            <a:p>
              <a:endParaRPr/>
            </a:p>
          </p:txBody>
        </p:sp>
        <p:sp>
          <p:nvSpPr>
            <p:cNvPr id="109" name="object 109"/>
            <p:cNvSpPr/>
            <p:nvPr/>
          </p:nvSpPr>
          <p:spPr>
            <a:xfrm>
              <a:off x="841247" y="4434839"/>
              <a:ext cx="0" cy="1612900"/>
            </a:xfrm>
            <a:custGeom>
              <a:avLst/>
              <a:gdLst/>
              <a:ahLst/>
              <a:cxnLst/>
              <a:rect l="l" t="t" r="r" b="b"/>
              <a:pathLst>
                <a:path h="1612900">
                  <a:moveTo>
                    <a:pt x="0" y="772667"/>
                  </a:moveTo>
                  <a:lnTo>
                    <a:pt x="0" y="0"/>
                  </a:lnTo>
                </a:path>
                <a:path h="1612900">
                  <a:moveTo>
                    <a:pt x="0" y="1612391"/>
                  </a:moveTo>
                  <a:lnTo>
                    <a:pt x="0" y="839723"/>
                  </a:lnTo>
                </a:path>
              </a:pathLst>
            </a:custGeom>
            <a:ln w="12191">
              <a:solidFill>
                <a:srgbClr val="000000"/>
              </a:solidFill>
            </a:ln>
          </p:spPr>
          <p:txBody>
            <a:bodyPr wrap="square" lIns="0" tIns="0" rIns="0" bIns="0" rtlCol="0"/>
            <a:lstStyle/>
            <a:p>
              <a:endParaRPr/>
            </a:p>
          </p:txBody>
        </p:sp>
        <p:sp>
          <p:nvSpPr>
            <p:cNvPr id="110" name="object 110"/>
            <p:cNvSpPr/>
            <p:nvPr/>
          </p:nvSpPr>
          <p:spPr>
            <a:xfrm>
              <a:off x="704088" y="5207507"/>
              <a:ext cx="274320" cy="0"/>
            </a:xfrm>
            <a:custGeom>
              <a:avLst/>
              <a:gdLst/>
              <a:ahLst/>
              <a:cxnLst/>
              <a:rect l="l" t="t" r="r" b="b"/>
              <a:pathLst>
                <a:path w="274319">
                  <a:moveTo>
                    <a:pt x="0" y="0"/>
                  </a:moveTo>
                  <a:lnTo>
                    <a:pt x="274319" y="0"/>
                  </a:lnTo>
                </a:path>
              </a:pathLst>
            </a:custGeom>
            <a:ln w="21335">
              <a:solidFill>
                <a:srgbClr val="000000"/>
              </a:solidFill>
            </a:ln>
          </p:spPr>
          <p:txBody>
            <a:bodyPr wrap="square" lIns="0" tIns="0" rIns="0" bIns="0" rtlCol="0"/>
            <a:lstStyle/>
            <a:p>
              <a:endParaRPr/>
            </a:p>
          </p:txBody>
        </p:sp>
        <p:sp>
          <p:nvSpPr>
            <p:cNvPr id="111" name="object 111"/>
            <p:cNvSpPr/>
            <p:nvPr/>
          </p:nvSpPr>
          <p:spPr>
            <a:xfrm>
              <a:off x="772668" y="5274563"/>
              <a:ext cx="137160" cy="0"/>
            </a:xfrm>
            <a:custGeom>
              <a:avLst/>
              <a:gdLst/>
              <a:ahLst/>
              <a:cxnLst/>
              <a:rect l="l" t="t" r="r" b="b"/>
              <a:pathLst>
                <a:path w="137159">
                  <a:moveTo>
                    <a:pt x="0" y="0"/>
                  </a:moveTo>
                  <a:lnTo>
                    <a:pt x="137159" y="0"/>
                  </a:lnTo>
                </a:path>
              </a:pathLst>
            </a:custGeom>
            <a:ln w="21335">
              <a:solidFill>
                <a:srgbClr val="000000"/>
              </a:solidFill>
            </a:ln>
          </p:spPr>
          <p:txBody>
            <a:bodyPr wrap="square" lIns="0" tIns="0" rIns="0" bIns="0" rtlCol="0"/>
            <a:lstStyle/>
            <a:p>
              <a:endParaRPr/>
            </a:p>
          </p:txBody>
        </p:sp>
        <p:sp>
          <p:nvSpPr>
            <p:cNvPr id="112" name="object 112"/>
            <p:cNvSpPr/>
            <p:nvPr/>
          </p:nvSpPr>
          <p:spPr>
            <a:xfrm>
              <a:off x="941832" y="5053583"/>
              <a:ext cx="185928" cy="123443"/>
            </a:xfrm>
            <a:prstGeom prst="rect">
              <a:avLst/>
            </a:prstGeom>
            <a:blipFill>
              <a:blip r:embed="rId19" cstate="print"/>
              <a:stretch>
                <a:fillRect/>
              </a:stretch>
            </a:blipFill>
          </p:spPr>
          <p:txBody>
            <a:bodyPr wrap="square" lIns="0" tIns="0" rIns="0" bIns="0" rtlCol="0"/>
            <a:lstStyle/>
            <a:p>
              <a:endParaRPr/>
            </a:p>
          </p:txBody>
        </p:sp>
        <p:sp>
          <p:nvSpPr>
            <p:cNvPr id="113" name="object 113"/>
            <p:cNvSpPr/>
            <p:nvPr/>
          </p:nvSpPr>
          <p:spPr>
            <a:xfrm>
              <a:off x="1254252" y="4415027"/>
              <a:ext cx="890269" cy="1767839"/>
            </a:xfrm>
            <a:custGeom>
              <a:avLst/>
              <a:gdLst/>
              <a:ahLst/>
              <a:cxnLst/>
              <a:rect l="l" t="t" r="r" b="b"/>
              <a:pathLst>
                <a:path w="890269" h="1767839">
                  <a:moveTo>
                    <a:pt x="886968" y="9144"/>
                  </a:moveTo>
                  <a:lnTo>
                    <a:pt x="876300" y="9144"/>
                  </a:lnTo>
                  <a:lnTo>
                    <a:pt x="876300" y="0"/>
                  </a:lnTo>
                  <a:lnTo>
                    <a:pt x="12192" y="0"/>
                  </a:lnTo>
                  <a:lnTo>
                    <a:pt x="12192" y="18288"/>
                  </a:lnTo>
                  <a:lnTo>
                    <a:pt x="867156" y="18288"/>
                  </a:lnTo>
                  <a:lnTo>
                    <a:pt x="867156" y="233172"/>
                  </a:lnTo>
                  <a:lnTo>
                    <a:pt x="886968" y="233172"/>
                  </a:lnTo>
                  <a:lnTo>
                    <a:pt x="886968" y="9144"/>
                  </a:lnTo>
                  <a:close/>
                </a:path>
                <a:path w="890269" h="1767839">
                  <a:moveTo>
                    <a:pt x="890016" y="978408"/>
                  </a:moveTo>
                  <a:lnTo>
                    <a:pt x="876300" y="978408"/>
                  </a:lnTo>
                  <a:lnTo>
                    <a:pt x="876300" y="967740"/>
                  </a:lnTo>
                  <a:lnTo>
                    <a:pt x="9144" y="967740"/>
                  </a:lnTo>
                  <a:lnTo>
                    <a:pt x="9144" y="978408"/>
                  </a:lnTo>
                  <a:lnTo>
                    <a:pt x="3048" y="978408"/>
                  </a:lnTo>
                  <a:lnTo>
                    <a:pt x="0" y="1758696"/>
                  </a:lnTo>
                  <a:lnTo>
                    <a:pt x="9144" y="1758696"/>
                  </a:lnTo>
                  <a:lnTo>
                    <a:pt x="9144" y="1767840"/>
                  </a:lnTo>
                  <a:lnTo>
                    <a:pt x="876300" y="1767840"/>
                  </a:lnTo>
                  <a:lnTo>
                    <a:pt x="876300" y="1758696"/>
                  </a:lnTo>
                  <a:lnTo>
                    <a:pt x="886968" y="1758696"/>
                  </a:lnTo>
                  <a:lnTo>
                    <a:pt x="886968" y="1402080"/>
                  </a:lnTo>
                  <a:lnTo>
                    <a:pt x="867156" y="1402080"/>
                  </a:lnTo>
                  <a:lnTo>
                    <a:pt x="867156" y="1749552"/>
                  </a:lnTo>
                  <a:lnTo>
                    <a:pt x="18338" y="1749552"/>
                  </a:lnTo>
                  <a:lnTo>
                    <a:pt x="22796" y="987552"/>
                  </a:lnTo>
                  <a:lnTo>
                    <a:pt x="870204" y="987552"/>
                  </a:lnTo>
                  <a:lnTo>
                    <a:pt x="870204" y="1170432"/>
                  </a:lnTo>
                  <a:lnTo>
                    <a:pt x="890016" y="1170432"/>
                  </a:lnTo>
                  <a:lnTo>
                    <a:pt x="890016" y="978408"/>
                  </a:lnTo>
                  <a:close/>
                </a:path>
              </a:pathLst>
            </a:custGeom>
            <a:solidFill>
              <a:srgbClr val="C00000"/>
            </a:solidFill>
          </p:spPr>
          <p:txBody>
            <a:bodyPr wrap="square" lIns="0" tIns="0" rIns="0" bIns="0" rtlCol="0"/>
            <a:lstStyle/>
            <a:p>
              <a:endParaRPr/>
            </a:p>
          </p:txBody>
        </p:sp>
      </p:grpSp>
      <p:sp>
        <p:nvSpPr>
          <p:cNvPr id="114" name="object 114"/>
          <p:cNvSpPr txBox="1"/>
          <p:nvPr/>
        </p:nvSpPr>
        <p:spPr>
          <a:xfrm>
            <a:off x="3001772" y="5071313"/>
            <a:ext cx="140970"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rlito"/>
                <a:cs typeface="Carlito"/>
              </a:rPr>
              <a:t>N</a:t>
            </a:r>
            <a:endParaRPr sz="1400">
              <a:latin typeface="Carlito"/>
              <a:cs typeface="Carlito"/>
            </a:endParaRPr>
          </a:p>
        </p:txBody>
      </p:sp>
      <p:sp>
        <p:nvSpPr>
          <p:cNvPr id="115" name="object 115"/>
          <p:cNvSpPr txBox="1"/>
          <p:nvPr/>
        </p:nvSpPr>
        <p:spPr>
          <a:xfrm>
            <a:off x="457200" y="3810000"/>
            <a:ext cx="321119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rlito"/>
                <a:cs typeface="Carlito"/>
              </a:rPr>
              <a:t>Connection during </a:t>
            </a:r>
            <a:r>
              <a:rPr sz="1800" spc="-5" dirty="0">
                <a:solidFill>
                  <a:srgbClr val="C00000"/>
                </a:solidFill>
                <a:latin typeface="Carlito"/>
                <a:cs typeface="Carlito"/>
              </a:rPr>
              <a:t>second</a:t>
            </a:r>
            <a:r>
              <a:rPr sz="1800" spc="10" dirty="0">
                <a:solidFill>
                  <a:srgbClr val="C00000"/>
                </a:solidFill>
                <a:latin typeface="Carlito"/>
                <a:cs typeface="Carlito"/>
              </a:rPr>
              <a:t> </a:t>
            </a:r>
            <a:r>
              <a:rPr sz="1800" spc="-10" dirty="0">
                <a:latin typeface="Carlito"/>
                <a:cs typeface="Carlito"/>
              </a:rPr>
              <a:t>interval</a:t>
            </a:r>
            <a:endParaRPr sz="1800">
              <a:latin typeface="Carlito"/>
              <a:cs typeface="Carlito"/>
            </a:endParaRPr>
          </a:p>
        </p:txBody>
      </p:sp>
      <p:grpSp>
        <p:nvGrpSpPr>
          <p:cNvPr id="116" name="object 116"/>
          <p:cNvGrpSpPr/>
          <p:nvPr/>
        </p:nvGrpSpPr>
        <p:grpSpPr>
          <a:xfrm>
            <a:off x="4454052" y="2968751"/>
            <a:ext cx="1242695" cy="858519"/>
            <a:chOff x="4454052" y="2968751"/>
            <a:chExt cx="1242695" cy="858519"/>
          </a:xfrm>
        </p:grpSpPr>
        <p:sp>
          <p:nvSpPr>
            <p:cNvPr id="117" name="object 117"/>
            <p:cNvSpPr/>
            <p:nvPr/>
          </p:nvSpPr>
          <p:spPr>
            <a:xfrm>
              <a:off x="5600700" y="2968751"/>
              <a:ext cx="96520" cy="329565"/>
            </a:xfrm>
            <a:custGeom>
              <a:avLst/>
              <a:gdLst/>
              <a:ahLst/>
              <a:cxnLst/>
              <a:rect l="l" t="t" r="r" b="b"/>
              <a:pathLst>
                <a:path w="96520" h="329564">
                  <a:moveTo>
                    <a:pt x="32003" y="265175"/>
                  </a:moveTo>
                  <a:lnTo>
                    <a:pt x="0" y="265175"/>
                  </a:lnTo>
                  <a:lnTo>
                    <a:pt x="47244" y="329184"/>
                  </a:lnTo>
                  <a:lnTo>
                    <a:pt x="84400" y="280415"/>
                  </a:lnTo>
                  <a:lnTo>
                    <a:pt x="32003" y="280415"/>
                  </a:lnTo>
                  <a:lnTo>
                    <a:pt x="32003" y="265175"/>
                  </a:lnTo>
                  <a:close/>
                </a:path>
                <a:path w="96520" h="329564">
                  <a:moveTo>
                    <a:pt x="64008" y="48768"/>
                  </a:moveTo>
                  <a:lnTo>
                    <a:pt x="32003" y="48768"/>
                  </a:lnTo>
                  <a:lnTo>
                    <a:pt x="32003" y="280415"/>
                  </a:lnTo>
                  <a:lnTo>
                    <a:pt x="64008" y="280415"/>
                  </a:lnTo>
                  <a:lnTo>
                    <a:pt x="64008" y="48768"/>
                  </a:lnTo>
                  <a:close/>
                </a:path>
                <a:path w="96520" h="329564">
                  <a:moveTo>
                    <a:pt x="96012" y="265175"/>
                  </a:moveTo>
                  <a:lnTo>
                    <a:pt x="64008" y="265175"/>
                  </a:lnTo>
                  <a:lnTo>
                    <a:pt x="64008" y="280415"/>
                  </a:lnTo>
                  <a:lnTo>
                    <a:pt x="84400" y="280415"/>
                  </a:lnTo>
                  <a:lnTo>
                    <a:pt x="96012" y="265175"/>
                  </a:lnTo>
                  <a:close/>
                </a:path>
                <a:path w="96520" h="329564">
                  <a:moveTo>
                    <a:pt x="47244" y="0"/>
                  </a:moveTo>
                  <a:lnTo>
                    <a:pt x="0" y="64008"/>
                  </a:lnTo>
                  <a:lnTo>
                    <a:pt x="32003" y="64008"/>
                  </a:lnTo>
                  <a:lnTo>
                    <a:pt x="32003" y="48768"/>
                  </a:lnTo>
                  <a:lnTo>
                    <a:pt x="84400" y="48768"/>
                  </a:lnTo>
                  <a:lnTo>
                    <a:pt x="47244" y="0"/>
                  </a:lnTo>
                  <a:close/>
                </a:path>
                <a:path w="96520" h="329564">
                  <a:moveTo>
                    <a:pt x="84400" y="48768"/>
                  </a:moveTo>
                  <a:lnTo>
                    <a:pt x="64008" y="48768"/>
                  </a:lnTo>
                  <a:lnTo>
                    <a:pt x="64008" y="64008"/>
                  </a:lnTo>
                  <a:lnTo>
                    <a:pt x="96012" y="64008"/>
                  </a:lnTo>
                  <a:lnTo>
                    <a:pt x="84400" y="48768"/>
                  </a:lnTo>
                  <a:close/>
                </a:path>
              </a:pathLst>
            </a:custGeom>
            <a:solidFill>
              <a:srgbClr val="E48312"/>
            </a:solidFill>
          </p:spPr>
          <p:txBody>
            <a:bodyPr wrap="square" lIns="0" tIns="0" rIns="0" bIns="0" rtlCol="0"/>
            <a:lstStyle/>
            <a:p>
              <a:endParaRPr/>
            </a:p>
          </p:txBody>
        </p:sp>
        <p:sp>
          <p:nvSpPr>
            <p:cNvPr id="118" name="object 118"/>
            <p:cNvSpPr/>
            <p:nvPr/>
          </p:nvSpPr>
          <p:spPr>
            <a:xfrm>
              <a:off x="4457227" y="3824005"/>
              <a:ext cx="92710" cy="0"/>
            </a:xfrm>
            <a:custGeom>
              <a:avLst/>
              <a:gdLst/>
              <a:ahLst/>
              <a:cxnLst/>
              <a:rect l="l" t="t" r="r" b="b"/>
              <a:pathLst>
                <a:path w="92710">
                  <a:moveTo>
                    <a:pt x="0" y="0"/>
                  </a:moveTo>
                  <a:lnTo>
                    <a:pt x="92201" y="0"/>
                  </a:lnTo>
                </a:path>
              </a:pathLst>
            </a:custGeom>
            <a:ln w="6350">
              <a:solidFill>
                <a:srgbClr val="000000"/>
              </a:solidFill>
            </a:ln>
          </p:spPr>
          <p:txBody>
            <a:bodyPr wrap="square" lIns="0" tIns="0" rIns="0" bIns="0" rtlCol="0"/>
            <a:lstStyle/>
            <a:p>
              <a:endParaRPr/>
            </a:p>
          </p:txBody>
        </p:sp>
      </p:grpSp>
      <p:sp>
        <p:nvSpPr>
          <p:cNvPr id="119" name="object 119"/>
          <p:cNvSpPr txBox="1"/>
          <p:nvPr/>
        </p:nvSpPr>
        <p:spPr>
          <a:xfrm>
            <a:off x="4428706" y="3696842"/>
            <a:ext cx="411480" cy="246379"/>
          </a:xfrm>
          <a:prstGeom prst="rect">
            <a:avLst/>
          </a:prstGeom>
        </p:spPr>
        <p:txBody>
          <a:bodyPr vert="horz" wrap="square" lIns="0" tIns="12065" rIns="0" bIns="0" rtlCol="0">
            <a:spAutoFit/>
          </a:bodyPr>
          <a:lstStyle/>
          <a:p>
            <a:pPr marL="152400">
              <a:lnSpc>
                <a:spcPts val="869"/>
              </a:lnSpc>
              <a:spcBef>
                <a:spcPts val="95"/>
              </a:spcBef>
            </a:pPr>
            <a:r>
              <a:rPr sz="1200" i="1" spc="-5" dirty="0">
                <a:latin typeface="Times New Roman"/>
                <a:cs typeface="Times New Roman"/>
              </a:rPr>
              <a:t>E</a:t>
            </a:r>
            <a:endParaRPr sz="1200">
              <a:latin typeface="Times New Roman"/>
              <a:cs typeface="Times New Roman"/>
            </a:endParaRPr>
          </a:p>
          <a:p>
            <a:pPr marL="38100">
              <a:lnSpc>
                <a:spcPts val="869"/>
              </a:lnSpc>
              <a:tabLst>
                <a:tab pos="249554" algn="l"/>
              </a:tabLst>
            </a:pPr>
            <a:r>
              <a:rPr sz="1800" spc="-7" baseline="-30092" dirty="0">
                <a:latin typeface="Times New Roman"/>
                <a:cs typeface="Times New Roman"/>
              </a:rPr>
              <a:t>3	</a:t>
            </a:r>
            <a:r>
              <a:rPr sz="700" i="1" spc="-10" dirty="0">
                <a:latin typeface="Times New Roman"/>
                <a:cs typeface="Times New Roman"/>
              </a:rPr>
              <a:t>DC</a:t>
            </a:r>
            <a:endParaRPr sz="700">
              <a:latin typeface="Times New Roman"/>
              <a:cs typeface="Times New Roman"/>
            </a:endParaRPr>
          </a:p>
        </p:txBody>
      </p:sp>
      <p:sp>
        <p:nvSpPr>
          <p:cNvPr id="120" name="object 120"/>
          <p:cNvSpPr txBox="1"/>
          <p:nvPr/>
        </p:nvSpPr>
        <p:spPr>
          <a:xfrm>
            <a:off x="4454106" y="3600805"/>
            <a:ext cx="101600" cy="208279"/>
          </a:xfrm>
          <a:prstGeom prst="rect">
            <a:avLst/>
          </a:prstGeom>
        </p:spPr>
        <p:txBody>
          <a:bodyPr vert="horz" wrap="square" lIns="0" tIns="12065" rIns="0" bIns="0" rtlCol="0">
            <a:spAutoFit/>
          </a:bodyPr>
          <a:lstStyle/>
          <a:p>
            <a:pPr marL="12700">
              <a:lnSpc>
                <a:spcPct val="100000"/>
              </a:lnSpc>
              <a:spcBef>
                <a:spcPts val="95"/>
              </a:spcBef>
            </a:pPr>
            <a:r>
              <a:rPr sz="1200" spc="-5" dirty="0">
                <a:latin typeface="Times New Roman"/>
                <a:cs typeface="Times New Roman"/>
              </a:rPr>
              <a:t>2</a:t>
            </a:r>
            <a:endParaRPr sz="1200">
              <a:latin typeface="Times New Roman"/>
              <a:cs typeface="Times New Roman"/>
            </a:endParaRPr>
          </a:p>
        </p:txBody>
      </p:sp>
      <p:sp>
        <p:nvSpPr>
          <p:cNvPr id="121" name="object 121"/>
          <p:cNvSpPr/>
          <p:nvPr/>
        </p:nvSpPr>
        <p:spPr>
          <a:xfrm>
            <a:off x="4760976" y="3128772"/>
            <a:ext cx="891540" cy="637540"/>
          </a:xfrm>
          <a:custGeom>
            <a:avLst/>
            <a:gdLst/>
            <a:ahLst/>
            <a:cxnLst/>
            <a:rect l="l" t="t" r="r" b="b"/>
            <a:pathLst>
              <a:path w="891539" h="637539">
                <a:moveTo>
                  <a:pt x="883920" y="0"/>
                </a:moveTo>
                <a:lnTo>
                  <a:pt x="0" y="626363"/>
                </a:lnTo>
                <a:lnTo>
                  <a:pt x="7620" y="637032"/>
                </a:lnTo>
                <a:lnTo>
                  <a:pt x="891539" y="9143"/>
                </a:lnTo>
                <a:lnTo>
                  <a:pt x="883920" y="0"/>
                </a:lnTo>
                <a:close/>
              </a:path>
            </a:pathLst>
          </a:custGeom>
          <a:solidFill>
            <a:srgbClr val="E48312"/>
          </a:solidFill>
        </p:spPr>
        <p:txBody>
          <a:bodyPr wrap="square" lIns="0" tIns="0" rIns="0" bIns="0" rtlCol="0"/>
          <a:lstStyle/>
          <a:p>
            <a:endParaRPr/>
          </a:p>
        </p:txBody>
      </p:sp>
      <p:pic>
        <p:nvPicPr>
          <p:cNvPr id="2050" name="Picture 2"/>
          <p:cNvPicPr>
            <a:picLocks noChangeAspect="1" noChangeArrowheads="1"/>
          </p:cNvPicPr>
          <p:nvPr/>
        </p:nvPicPr>
        <p:blipFill>
          <a:blip r:embed="rId20"/>
          <a:srcRect/>
          <a:stretch>
            <a:fillRect/>
          </a:stretch>
        </p:blipFill>
        <p:spPr bwMode="auto">
          <a:xfrm>
            <a:off x="228600" y="1524000"/>
            <a:ext cx="4416194" cy="198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87730"/>
            <a:ext cx="9144000" cy="6470650"/>
            <a:chOff x="0" y="387730"/>
            <a:chExt cx="9144000" cy="6470650"/>
          </a:xfrm>
        </p:grpSpPr>
        <p:sp>
          <p:nvSpPr>
            <p:cNvPr id="3" name="object 3"/>
            <p:cNvSpPr/>
            <p:nvPr/>
          </p:nvSpPr>
          <p:spPr>
            <a:xfrm>
              <a:off x="5763768" y="577595"/>
              <a:ext cx="2184400" cy="5782310"/>
            </a:xfrm>
            <a:custGeom>
              <a:avLst/>
              <a:gdLst/>
              <a:ahLst/>
              <a:cxnLst/>
              <a:rect l="l" t="t" r="r" b="b"/>
              <a:pathLst>
                <a:path w="2184400" h="5782310">
                  <a:moveTo>
                    <a:pt x="13716" y="5215128"/>
                  </a:moveTo>
                  <a:lnTo>
                    <a:pt x="10668" y="5212080"/>
                  </a:lnTo>
                  <a:lnTo>
                    <a:pt x="3048" y="5212080"/>
                  </a:lnTo>
                  <a:lnTo>
                    <a:pt x="0" y="5215128"/>
                  </a:lnTo>
                  <a:lnTo>
                    <a:pt x="0" y="5263896"/>
                  </a:lnTo>
                  <a:lnTo>
                    <a:pt x="3048" y="5266944"/>
                  </a:lnTo>
                  <a:lnTo>
                    <a:pt x="10668" y="5266944"/>
                  </a:lnTo>
                  <a:lnTo>
                    <a:pt x="13716" y="5263896"/>
                  </a:lnTo>
                  <a:lnTo>
                    <a:pt x="13716" y="5215128"/>
                  </a:lnTo>
                  <a:close/>
                </a:path>
                <a:path w="2184400" h="5782310">
                  <a:moveTo>
                    <a:pt x="13716" y="5131308"/>
                  </a:moveTo>
                  <a:lnTo>
                    <a:pt x="10668" y="5128260"/>
                  </a:lnTo>
                  <a:lnTo>
                    <a:pt x="3048" y="5128260"/>
                  </a:lnTo>
                  <a:lnTo>
                    <a:pt x="0" y="5131308"/>
                  </a:lnTo>
                  <a:lnTo>
                    <a:pt x="0" y="5180076"/>
                  </a:lnTo>
                  <a:lnTo>
                    <a:pt x="3048" y="5183124"/>
                  </a:lnTo>
                  <a:lnTo>
                    <a:pt x="10668" y="5183124"/>
                  </a:lnTo>
                  <a:lnTo>
                    <a:pt x="13716" y="5180076"/>
                  </a:lnTo>
                  <a:lnTo>
                    <a:pt x="13716" y="5131308"/>
                  </a:lnTo>
                  <a:close/>
                </a:path>
                <a:path w="2184400" h="5782310">
                  <a:moveTo>
                    <a:pt x="13716" y="5049012"/>
                  </a:moveTo>
                  <a:lnTo>
                    <a:pt x="10668" y="5045964"/>
                  </a:lnTo>
                  <a:lnTo>
                    <a:pt x="3048" y="5045964"/>
                  </a:lnTo>
                  <a:lnTo>
                    <a:pt x="0" y="5049012"/>
                  </a:lnTo>
                  <a:lnTo>
                    <a:pt x="0" y="5097780"/>
                  </a:lnTo>
                  <a:lnTo>
                    <a:pt x="3048" y="5100828"/>
                  </a:lnTo>
                  <a:lnTo>
                    <a:pt x="10668" y="5100828"/>
                  </a:lnTo>
                  <a:lnTo>
                    <a:pt x="13716" y="5097780"/>
                  </a:lnTo>
                  <a:lnTo>
                    <a:pt x="13716" y="5049012"/>
                  </a:lnTo>
                  <a:close/>
                </a:path>
                <a:path w="2184400" h="5782310">
                  <a:moveTo>
                    <a:pt x="13716" y="4966716"/>
                  </a:moveTo>
                  <a:lnTo>
                    <a:pt x="10668" y="4963668"/>
                  </a:lnTo>
                  <a:lnTo>
                    <a:pt x="3048" y="4963668"/>
                  </a:lnTo>
                  <a:lnTo>
                    <a:pt x="0" y="4966716"/>
                  </a:lnTo>
                  <a:lnTo>
                    <a:pt x="0" y="5015484"/>
                  </a:lnTo>
                  <a:lnTo>
                    <a:pt x="3048" y="5018532"/>
                  </a:lnTo>
                  <a:lnTo>
                    <a:pt x="10668" y="5018532"/>
                  </a:lnTo>
                  <a:lnTo>
                    <a:pt x="13716" y="5015484"/>
                  </a:lnTo>
                  <a:lnTo>
                    <a:pt x="13716" y="4966716"/>
                  </a:lnTo>
                  <a:close/>
                </a:path>
                <a:path w="2184400" h="5782310">
                  <a:moveTo>
                    <a:pt x="13716" y="4882896"/>
                  </a:moveTo>
                  <a:lnTo>
                    <a:pt x="10668" y="4879848"/>
                  </a:lnTo>
                  <a:lnTo>
                    <a:pt x="3048" y="4879848"/>
                  </a:lnTo>
                  <a:lnTo>
                    <a:pt x="0" y="4882896"/>
                  </a:lnTo>
                  <a:lnTo>
                    <a:pt x="0" y="4933188"/>
                  </a:lnTo>
                  <a:lnTo>
                    <a:pt x="3048" y="4936236"/>
                  </a:lnTo>
                  <a:lnTo>
                    <a:pt x="10668" y="4936236"/>
                  </a:lnTo>
                  <a:lnTo>
                    <a:pt x="13716" y="4933188"/>
                  </a:lnTo>
                  <a:lnTo>
                    <a:pt x="13716" y="4882896"/>
                  </a:lnTo>
                  <a:close/>
                </a:path>
                <a:path w="2184400" h="5782310">
                  <a:moveTo>
                    <a:pt x="13716" y="4800600"/>
                  </a:moveTo>
                  <a:lnTo>
                    <a:pt x="10668" y="4797552"/>
                  </a:lnTo>
                  <a:lnTo>
                    <a:pt x="3048" y="4797552"/>
                  </a:lnTo>
                  <a:lnTo>
                    <a:pt x="0" y="4800600"/>
                  </a:lnTo>
                  <a:lnTo>
                    <a:pt x="0" y="4849368"/>
                  </a:lnTo>
                  <a:lnTo>
                    <a:pt x="3048" y="4852416"/>
                  </a:lnTo>
                  <a:lnTo>
                    <a:pt x="10668" y="4852416"/>
                  </a:lnTo>
                  <a:lnTo>
                    <a:pt x="13716" y="4849368"/>
                  </a:lnTo>
                  <a:lnTo>
                    <a:pt x="13716" y="4800600"/>
                  </a:lnTo>
                  <a:close/>
                </a:path>
                <a:path w="2184400" h="5782310">
                  <a:moveTo>
                    <a:pt x="13716" y="4718304"/>
                  </a:moveTo>
                  <a:lnTo>
                    <a:pt x="10668" y="4715256"/>
                  </a:lnTo>
                  <a:lnTo>
                    <a:pt x="3048" y="4715256"/>
                  </a:lnTo>
                  <a:lnTo>
                    <a:pt x="0" y="4718304"/>
                  </a:lnTo>
                  <a:lnTo>
                    <a:pt x="0" y="4767072"/>
                  </a:lnTo>
                  <a:lnTo>
                    <a:pt x="3048" y="4770120"/>
                  </a:lnTo>
                  <a:lnTo>
                    <a:pt x="10668" y="4770120"/>
                  </a:lnTo>
                  <a:lnTo>
                    <a:pt x="13716" y="4767072"/>
                  </a:lnTo>
                  <a:lnTo>
                    <a:pt x="13716" y="4718304"/>
                  </a:lnTo>
                  <a:close/>
                </a:path>
                <a:path w="2184400" h="5782310">
                  <a:moveTo>
                    <a:pt x="13716" y="4636020"/>
                  </a:moveTo>
                  <a:lnTo>
                    <a:pt x="10668" y="4632960"/>
                  </a:lnTo>
                  <a:lnTo>
                    <a:pt x="3048" y="4632960"/>
                  </a:lnTo>
                  <a:lnTo>
                    <a:pt x="0" y="4636020"/>
                  </a:lnTo>
                  <a:lnTo>
                    <a:pt x="0" y="4684776"/>
                  </a:lnTo>
                  <a:lnTo>
                    <a:pt x="3048" y="4687824"/>
                  </a:lnTo>
                  <a:lnTo>
                    <a:pt x="10668" y="4687824"/>
                  </a:lnTo>
                  <a:lnTo>
                    <a:pt x="13716" y="4684776"/>
                  </a:lnTo>
                  <a:lnTo>
                    <a:pt x="13716" y="4636020"/>
                  </a:lnTo>
                  <a:close/>
                </a:path>
                <a:path w="2184400" h="5782310">
                  <a:moveTo>
                    <a:pt x="13716" y="4552188"/>
                  </a:moveTo>
                  <a:lnTo>
                    <a:pt x="10668" y="4549140"/>
                  </a:lnTo>
                  <a:lnTo>
                    <a:pt x="3048" y="4549140"/>
                  </a:lnTo>
                  <a:lnTo>
                    <a:pt x="0" y="4552188"/>
                  </a:lnTo>
                  <a:lnTo>
                    <a:pt x="0" y="4600956"/>
                  </a:lnTo>
                  <a:lnTo>
                    <a:pt x="3048" y="4604004"/>
                  </a:lnTo>
                  <a:lnTo>
                    <a:pt x="10668" y="4604004"/>
                  </a:lnTo>
                  <a:lnTo>
                    <a:pt x="13716" y="4600956"/>
                  </a:lnTo>
                  <a:lnTo>
                    <a:pt x="13716" y="4552188"/>
                  </a:lnTo>
                  <a:close/>
                </a:path>
                <a:path w="2184400" h="5782310">
                  <a:moveTo>
                    <a:pt x="13716" y="4469892"/>
                  </a:moveTo>
                  <a:lnTo>
                    <a:pt x="10668" y="4466844"/>
                  </a:lnTo>
                  <a:lnTo>
                    <a:pt x="3048" y="4466844"/>
                  </a:lnTo>
                  <a:lnTo>
                    <a:pt x="0" y="4469892"/>
                  </a:lnTo>
                  <a:lnTo>
                    <a:pt x="0" y="4518660"/>
                  </a:lnTo>
                  <a:lnTo>
                    <a:pt x="3048" y="4521708"/>
                  </a:lnTo>
                  <a:lnTo>
                    <a:pt x="10668" y="4521708"/>
                  </a:lnTo>
                  <a:lnTo>
                    <a:pt x="13716" y="4518660"/>
                  </a:lnTo>
                  <a:lnTo>
                    <a:pt x="13716" y="4469892"/>
                  </a:lnTo>
                  <a:close/>
                </a:path>
                <a:path w="2184400" h="5782310">
                  <a:moveTo>
                    <a:pt x="13716" y="4387596"/>
                  </a:moveTo>
                  <a:lnTo>
                    <a:pt x="10668" y="4384548"/>
                  </a:lnTo>
                  <a:lnTo>
                    <a:pt x="3048" y="4384548"/>
                  </a:lnTo>
                  <a:lnTo>
                    <a:pt x="0" y="4387596"/>
                  </a:lnTo>
                  <a:lnTo>
                    <a:pt x="0" y="4436364"/>
                  </a:lnTo>
                  <a:lnTo>
                    <a:pt x="3048" y="4439412"/>
                  </a:lnTo>
                  <a:lnTo>
                    <a:pt x="10668" y="4439412"/>
                  </a:lnTo>
                  <a:lnTo>
                    <a:pt x="13716" y="4436364"/>
                  </a:lnTo>
                  <a:lnTo>
                    <a:pt x="13716" y="4387596"/>
                  </a:lnTo>
                  <a:close/>
                </a:path>
                <a:path w="2184400" h="5782310">
                  <a:moveTo>
                    <a:pt x="13716" y="4303776"/>
                  </a:moveTo>
                  <a:lnTo>
                    <a:pt x="10668" y="4300728"/>
                  </a:lnTo>
                  <a:lnTo>
                    <a:pt x="3048" y="4300728"/>
                  </a:lnTo>
                  <a:lnTo>
                    <a:pt x="0" y="4303776"/>
                  </a:lnTo>
                  <a:lnTo>
                    <a:pt x="0" y="4354068"/>
                  </a:lnTo>
                  <a:lnTo>
                    <a:pt x="3048" y="4357116"/>
                  </a:lnTo>
                  <a:lnTo>
                    <a:pt x="10668" y="4357116"/>
                  </a:lnTo>
                  <a:lnTo>
                    <a:pt x="13716" y="4354068"/>
                  </a:lnTo>
                  <a:lnTo>
                    <a:pt x="13716" y="4303776"/>
                  </a:lnTo>
                  <a:close/>
                </a:path>
                <a:path w="2184400" h="5782310">
                  <a:moveTo>
                    <a:pt x="13716" y="4221480"/>
                  </a:moveTo>
                  <a:lnTo>
                    <a:pt x="10668" y="4218432"/>
                  </a:lnTo>
                  <a:lnTo>
                    <a:pt x="3048" y="4218432"/>
                  </a:lnTo>
                  <a:lnTo>
                    <a:pt x="0" y="4221480"/>
                  </a:lnTo>
                  <a:lnTo>
                    <a:pt x="0" y="4270248"/>
                  </a:lnTo>
                  <a:lnTo>
                    <a:pt x="3048" y="4273296"/>
                  </a:lnTo>
                  <a:lnTo>
                    <a:pt x="10668" y="4273296"/>
                  </a:lnTo>
                  <a:lnTo>
                    <a:pt x="13716" y="4270248"/>
                  </a:lnTo>
                  <a:lnTo>
                    <a:pt x="13716" y="4221480"/>
                  </a:lnTo>
                  <a:close/>
                </a:path>
                <a:path w="2184400" h="5782310">
                  <a:moveTo>
                    <a:pt x="13716" y="4139184"/>
                  </a:moveTo>
                  <a:lnTo>
                    <a:pt x="10668" y="4136136"/>
                  </a:lnTo>
                  <a:lnTo>
                    <a:pt x="3048" y="4136136"/>
                  </a:lnTo>
                  <a:lnTo>
                    <a:pt x="0" y="4139184"/>
                  </a:lnTo>
                  <a:lnTo>
                    <a:pt x="0" y="4187952"/>
                  </a:lnTo>
                  <a:lnTo>
                    <a:pt x="3048" y="4191000"/>
                  </a:lnTo>
                  <a:lnTo>
                    <a:pt x="10668" y="4191000"/>
                  </a:lnTo>
                  <a:lnTo>
                    <a:pt x="13716" y="4187952"/>
                  </a:lnTo>
                  <a:lnTo>
                    <a:pt x="13716" y="4139184"/>
                  </a:lnTo>
                  <a:close/>
                </a:path>
                <a:path w="2184400" h="5782310">
                  <a:moveTo>
                    <a:pt x="13716" y="4056888"/>
                  </a:moveTo>
                  <a:lnTo>
                    <a:pt x="10668" y="4053840"/>
                  </a:lnTo>
                  <a:lnTo>
                    <a:pt x="3048" y="4053840"/>
                  </a:lnTo>
                  <a:lnTo>
                    <a:pt x="0" y="4056888"/>
                  </a:lnTo>
                  <a:lnTo>
                    <a:pt x="0" y="4105656"/>
                  </a:lnTo>
                  <a:lnTo>
                    <a:pt x="3048" y="4108704"/>
                  </a:lnTo>
                  <a:lnTo>
                    <a:pt x="10668" y="4108704"/>
                  </a:lnTo>
                  <a:lnTo>
                    <a:pt x="13716" y="4105656"/>
                  </a:lnTo>
                  <a:lnTo>
                    <a:pt x="13716" y="4056888"/>
                  </a:lnTo>
                  <a:close/>
                </a:path>
                <a:path w="2184400" h="5782310">
                  <a:moveTo>
                    <a:pt x="13716" y="3973068"/>
                  </a:moveTo>
                  <a:lnTo>
                    <a:pt x="10668" y="3970020"/>
                  </a:lnTo>
                  <a:lnTo>
                    <a:pt x="3048" y="3970020"/>
                  </a:lnTo>
                  <a:lnTo>
                    <a:pt x="0" y="3973068"/>
                  </a:lnTo>
                  <a:lnTo>
                    <a:pt x="0" y="4021836"/>
                  </a:lnTo>
                  <a:lnTo>
                    <a:pt x="3048" y="4024884"/>
                  </a:lnTo>
                  <a:lnTo>
                    <a:pt x="10668" y="4024884"/>
                  </a:lnTo>
                  <a:lnTo>
                    <a:pt x="13716" y="4021836"/>
                  </a:lnTo>
                  <a:lnTo>
                    <a:pt x="13716" y="3973068"/>
                  </a:lnTo>
                  <a:close/>
                </a:path>
                <a:path w="2184400" h="5782310">
                  <a:moveTo>
                    <a:pt x="13716" y="3890772"/>
                  </a:moveTo>
                  <a:lnTo>
                    <a:pt x="10668" y="3887724"/>
                  </a:lnTo>
                  <a:lnTo>
                    <a:pt x="3048" y="3887724"/>
                  </a:lnTo>
                  <a:lnTo>
                    <a:pt x="0" y="3890772"/>
                  </a:lnTo>
                  <a:lnTo>
                    <a:pt x="0" y="3939540"/>
                  </a:lnTo>
                  <a:lnTo>
                    <a:pt x="3048" y="3942588"/>
                  </a:lnTo>
                  <a:lnTo>
                    <a:pt x="10668" y="3942588"/>
                  </a:lnTo>
                  <a:lnTo>
                    <a:pt x="13716" y="3939540"/>
                  </a:lnTo>
                  <a:lnTo>
                    <a:pt x="13716" y="3890772"/>
                  </a:lnTo>
                  <a:close/>
                </a:path>
                <a:path w="2184400" h="5782310">
                  <a:moveTo>
                    <a:pt x="13716" y="3808476"/>
                  </a:moveTo>
                  <a:lnTo>
                    <a:pt x="10668" y="3805428"/>
                  </a:lnTo>
                  <a:lnTo>
                    <a:pt x="3048" y="3805428"/>
                  </a:lnTo>
                  <a:lnTo>
                    <a:pt x="0" y="3808476"/>
                  </a:lnTo>
                  <a:lnTo>
                    <a:pt x="0" y="3857244"/>
                  </a:lnTo>
                  <a:lnTo>
                    <a:pt x="3048" y="3860292"/>
                  </a:lnTo>
                  <a:lnTo>
                    <a:pt x="10668" y="3860292"/>
                  </a:lnTo>
                  <a:lnTo>
                    <a:pt x="13716" y="3857244"/>
                  </a:lnTo>
                  <a:lnTo>
                    <a:pt x="13716" y="3808476"/>
                  </a:lnTo>
                  <a:close/>
                </a:path>
                <a:path w="2184400" h="5782310">
                  <a:moveTo>
                    <a:pt x="13716" y="3724656"/>
                  </a:moveTo>
                  <a:lnTo>
                    <a:pt x="10668" y="3721608"/>
                  </a:lnTo>
                  <a:lnTo>
                    <a:pt x="3048" y="3721608"/>
                  </a:lnTo>
                  <a:lnTo>
                    <a:pt x="0" y="3724656"/>
                  </a:lnTo>
                  <a:lnTo>
                    <a:pt x="0" y="3774948"/>
                  </a:lnTo>
                  <a:lnTo>
                    <a:pt x="3048" y="3777996"/>
                  </a:lnTo>
                  <a:lnTo>
                    <a:pt x="10668" y="3777996"/>
                  </a:lnTo>
                  <a:lnTo>
                    <a:pt x="13716" y="3774948"/>
                  </a:lnTo>
                  <a:lnTo>
                    <a:pt x="13716" y="3724656"/>
                  </a:lnTo>
                  <a:close/>
                </a:path>
                <a:path w="2184400" h="5782310">
                  <a:moveTo>
                    <a:pt x="13716" y="3642360"/>
                  </a:moveTo>
                  <a:lnTo>
                    <a:pt x="10668" y="3639312"/>
                  </a:lnTo>
                  <a:lnTo>
                    <a:pt x="3048" y="3639312"/>
                  </a:lnTo>
                  <a:lnTo>
                    <a:pt x="0" y="3642360"/>
                  </a:lnTo>
                  <a:lnTo>
                    <a:pt x="0" y="3691128"/>
                  </a:lnTo>
                  <a:lnTo>
                    <a:pt x="3048" y="3694176"/>
                  </a:lnTo>
                  <a:lnTo>
                    <a:pt x="10668" y="3694176"/>
                  </a:lnTo>
                  <a:lnTo>
                    <a:pt x="13716" y="3691128"/>
                  </a:lnTo>
                  <a:lnTo>
                    <a:pt x="13716" y="3642360"/>
                  </a:lnTo>
                  <a:close/>
                </a:path>
                <a:path w="2184400" h="5782310">
                  <a:moveTo>
                    <a:pt x="13716" y="3560064"/>
                  </a:moveTo>
                  <a:lnTo>
                    <a:pt x="10668" y="3557016"/>
                  </a:lnTo>
                  <a:lnTo>
                    <a:pt x="3048" y="3557016"/>
                  </a:lnTo>
                  <a:lnTo>
                    <a:pt x="0" y="3560064"/>
                  </a:lnTo>
                  <a:lnTo>
                    <a:pt x="0" y="3608832"/>
                  </a:lnTo>
                  <a:lnTo>
                    <a:pt x="3048" y="3611880"/>
                  </a:lnTo>
                  <a:lnTo>
                    <a:pt x="10668" y="3611880"/>
                  </a:lnTo>
                  <a:lnTo>
                    <a:pt x="13716" y="3608832"/>
                  </a:lnTo>
                  <a:lnTo>
                    <a:pt x="13716" y="3560064"/>
                  </a:lnTo>
                  <a:close/>
                </a:path>
                <a:path w="2184400" h="5782310">
                  <a:moveTo>
                    <a:pt x="13716" y="3477768"/>
                  </a:moveTo>
                  <a:lnTo>
                    <a:pt x="10668" y="3474720"/>
                  </a:lnTo>
                  <a:lnTo>
                    <a:pt x="3048" y="3474720"/>
                  </a:lnTo>
                  <a:lnTo>
                    <a:pt x="0" y="3477768"/>
                  </a:lnTo>
                  <a:lnTo>
                    <a:pt x="0" y="3526536"/>
                  </a:lnTo>
                  <a:lnTo>
                    <a:pt x="3048" y="3529584"/>
                  </a:lnTo>
                  <a:lnTo>
                    <a:pt x="10668" y="3529584"/>
                  </a:lnTo>
                  <a:lnTo>
                    <a:pt x="13716" y="3526536"/>
                  </a:lnTo>
                  <a:lnTo>
                    <a:pt x="13716" y="3477768"/>
                  </a:lnTo>
                  <a:close/>
                </a:path>
                <a:path w="2184400" h="5782310">
                  <a:moveTo>
                    <a:pt x="13716" y="3393948"/>
                  </a:moveTo>
                  <a:lnTo>
                    <a:pt x="10668" y="3390900"/>
                  </a:lnTo>
                  <a:lnTo>
                    <a:pt x="3048" y="3390900"/>
                  </a:lnTo>
                  <a:lnTo>
                    <a:pt x="0" y="3393948"/>
                  </a:lnTo>
                  <a:lnTo>
                    <a:pt x="0" y="3442716"/>
                  </a:lnTo>
                  <a:lnTo>
                    <a:pt x="3048" y="3445764"/>
                  </a:lnTo>
                  <a:lnTo>
                    <a:pt x="10668" y="3445764"/>
                  </a:lnTo>
                  <a:lnTo>
                    <a:pt x="13716" y="3442716"/>
                  </a:lnTo>
                  <a:lnTo>
                    <a:pt x="13716" y="3393948"/>
                  </a:lnTo>
                  <a:close/>
                </a:path>
                <a:path w="2184400" h="5782310">
                  <a:moveTo>
                    <a:pt x="13716" y="3311652"/>
                  </a:moveTo>
                  <a:lnTo>
                    <a:pt x="10668" y="3308604"/>
                  </a:lnTo>
                  <a:lnTo>
                    <a:pt x="3048" y="3308604"/>
                  </a:lnTo>
                  <a:lnTo>
                    <a:pt x="0" y="3311652"/>
                  </a:lnTo>
                  <a:lnTo>
                    <a:pt x="0" y="3360420"/>
                  </a:lnTo>
                  <a:lnTo>
                    <a:pt x="3048" y="3363468"/>
                  </a:lnTo>
                  <a:lnTo>
                    <a:pt x="10668" y="3363468"/>
                  </a:lnTo>
                  <a:lnTo>
                    <a:pt x="13716" y="3360420"/>
                  </a:lnTo>
                  <a:lnTo>
                    <a:pt x="13716" y="3311652"/>
                  </a:lnTo>
                  <a:close/>
                </a:path>
                <a:path w="2184400" h="5782310">
                  <a:moveTo>
                    <a:pt x="13716" y="3229356"/>
                  </a:moveTo>
                  <a:lnTo>
                    <a:pt x="10668" y="3226308"/>
                  </a:lnTo>
                  <a:lnTo>
                    <a:pt x="3048" y="3226308"/>
                  </a:lnTo>
                  <a:lnTo>
                    <a:pt x="0" y="3229356"/>
                  </a:lnTo>
                  <a:lnTo>
                    <a:pt x="0" y="3278124"/>
                  </a:lnTo>
                  <a:lnTo>
                    <a:pt x="3048" y="3281172"/>
                  </a:lnTo>
                  <a:lnTo>
                    <a:pt x="10668" y="3281172"/>
                  </a:lnTo>
                  <a:lnTo>
                    <a:pt x="13716" y="3278124"/>
                  </a:lnTo>
                  <a:lnTo>
                    <a:pt x="13716" y="3229356"/>
                  </a:lnTo>
                  <a:close/>
                </a:path>
                <a:path w="2184400" h="5782310">
                  <a:moveTo>
                    <a:pt x="13716" y="3145536"/>
                  </a:moveTo>
                  <a:lnTo>
                    <a:pt x="10668" y="3142488"/>
                  </a:lnTo>
                  <a:lnTo>
                    <a:pt x="3048" y="3142488"/>
                  </a:lnTo>
                  <a:lnTo>
                    <a:pt x="0" y="3145536"/>
                  </a:lnTo>
                  <a:lnTo>
                    <a:pt x="0" y="3195828"/>
                  </a:lnTo>
                  <a:lnTo>
                    <a:pt x="3048" y="3198876"/>
                  </a:lnTo>
                  <a:lnTo>
                    <a:pt x="10668" y="3198876"/>
                  </a:lnTo>
                  <a:lnTo>
                    <a:pt x="13716" y="3195828"/>
                  </a:lnTo>
                  <a:lnTo>
                    <a:pt x="13716" y="3145536"/>
                  </a:lnTo>
                  <a:close/>
                </a:path>
                <a:path w="2184400" h="5782310">
                  <a:moveTo>
                    <a:pt x="13716" y="3063240"/>
                  </a:moveTo>
                  <a:lnTo>
                    <a:pt x="10668" y="3060192"/>
                  </a:lnTo>
                  <a:lnTo>
                    <a:pt x="3048" y="3060192"/>
                  </a:lnTo>
                  <a:lnTo>
                    <a:pt x="0" y="3063240"/>
                  </a:lnTo>
                  <a:lnTo>
                    <a:pt x="0" y="3112008"/>
                  </a:lnTo>
                  <a:lnTo>
                    <a:pt x="3048" y="3115056"/>
                  </a:lnTo>
                  <a:lnTo>
                    <a:pt x="10668" y="3115056"/>
                  </a:lnTo>
                  <a:lnTo>
                    <a:pt x="13716" y="3112008"/>
                  </a:lnTo>
                  <a:lnTo>
                    <a:pt x="13716" y="3063240"/>
                  </a:lnTo>
                  <a:close/>
                </a:path>
                <a:path w="2184400" h="5782310">
                  <a:moveTo>
                    <a:pt x="13716" y="2980944"/>
                  </a:moveTo>
                  <a:lnTo>
                    <a:pt x="10668" y="2977896"/>
                  </a:lnTo>
                  <a:lnTo>
                    <a:pt x="3048" y="2977896"/>
                  </a:lnTo>
                  <a:lnTo>
                    <a:pt x="0" y="2980944"/>
                  </a:lnTo>
                  <a:lnTo>
                    <a:pt x="0" y="3029712"/>
                  </a:lnTo>
                  <a:lnTo>
                    <a:pt x="3048" y="3032760"/>
                  </a:lnTo>
                  <a:lnTo>
                    <a:pt x="10668" y="3032760"/>
                  </a:lnTo>
                  <a:lnTo>
                    <a:pt x="13716" y="3029712"/>
                  </a:lnTo>
                  <a:lnTo>
                    <a:pt x="13716" y="2980944"/>
                  </a:lnTo>
                  <a:close/>
                </a:path>
                <a:path w="2184400" h="5782310">
                  <a:moveTo>
                    <a:pt x="13716" y="2898648"/>
                  </a:moveTo>
                  <a:lnTo>
                    <a:pt x="10668" y="2895600"/>
                  </a:lnTo>
                  <a:lnTo>
                    <a:pt x="3048" y="2895600"/>
                  </a:lnTo>
                  <a:lnTo>
                    <a:pt x="0" y="2898648"/>
                  </a:lnTo>
                  <a:lnTo>
                    <a:pt x="0" y="2947416"/>
                  </a:lnTo>
                  <a:lnTo>
                    <a:pt x="3048" y="2950464"/>
                  </a:lnTo>
                  <a:lnTo>
                    <a:pt x="10668" y="2950464"/>
                  </a:lnTo>
                  <a:lnTo>
                    <a:pt x="13716" y="2947416"/>
                  </a:lnTo>
                  <a:lnTo>
                    <a:pt x="13716" y="2898648"/>
                  </a:lnTo>
                  <a:close/>
                </a:path>
                <a:path w="2184400" h="5782310">
                  <a:moveTo>
                    <a:pt x="13716" y="2814828"/>
                  </a:moveTo>
                  <a:lnTo>
                    <a:pt x="10668" y="2811780"/>
                  </a:lnTo>
                  <a:lnTo>
                    <a:pt x="3048" y="2811780"/>
                  </a:lnTo>
                  <a:lnTo>
                    <a:pt x="0" y="2814828"/>
                  </a:lnTo>
                  <a:lnTo>
                    <a:pt x="0" y="2863596"/>
                  </a:lnTo>
                  <a:lnTo>
                    <a:pt x="3048" y="2866644"/>
                  </a:lnTo>
                  <a:lnTo>
                    <a:pt x="10668" y="2866644"/>
                  </a:lnTo>
                  <a:lnTo>
                    <a:pt x="13716" y="2863596"/>
                  </a:lnTo>
                  <a:lnTo>
                    <a:pt x="13716" y="2814828"/>
                  </a:lnTo>
                  <a:close/>
                </a:path>
                <a:path w="2184400" h="5782310">
                  <a:moveTo>
                    <a:pt x="13716" y="2732532"/>
                  </a:moveTo>
                  <a:lnTo>
                    <a:pt x="10668" y="2729484"/>
                  </a:lnTo>
                  <a:lnTo>
                    <a:pt x="3048" y="2729484"/>
                  </a:lnTo>
                  <a:lnTo>
                    <a:pt x="0" y="2732532"/>
                  </a:lnTo>
                  <a:lnTo>
                    <a:pt x="0" y="2781300"/>
                  </a:lnTo>
                  <a:lnTo>
                    <a:pt x="3048" y="2784348"/>
                  </a:lnTo>
                  <a:lnTo>
                    <a:pt x="10668" y="2784348"/>
                  </a:lnTo>
                  <a:lnTo>
                    <a:pt x="13716" y="2781300"/>
                  </a:lnTo>
                  <a:lnTo>
                    <a:pt x="13716" y="2732532"/>
                  </a:lnTo>
                  <a:close/>
                </a:path>
                <a:path w="2184400" h="5782310">
                  <a:moveTo>
                    <a:pt x="13716" y="2650236"/>
                  </a:moveTo>
                  <a:lnTo>
                    <a:pt x="10668" y="2647188"/>
                  </a:lnTo>
                  <a:lnTo>
                    <a:pt x="3048" y="2647188"/>
                  </a:lnTo>
                  <a:lnTo>
                    <a:pt x="0" y="2650236"/>
                  </a:lnTo>
                  <a:lnTo>
                    <a:pt x="0" y="2699004"/>
                  </a:lnTo>
                  <a:lnTo>
                    <a:pt x="3048" y="2702052"/>
                  </a:lnTo>
                  <a:lnTo>
                    <a:pt x="10668" y="2702052"/>
                  </a:lnTo>
                  <a:lnTo>
                    <a:pt x="13716" y="2699004"/>
                  </a:lnTo>
                  <a:lnTo>
                    <a:pt x="13716" y="2650236"/>
                  </a:lnTo>
                  <a:close/>
                </a:path>
                <a:path w="2184400" h="5782310">
                  <a:moveTo>
                    <a:pt x="13716" y="2566416"/>
                  </a:moveTo>
                  <a:lnTo>
                    <a:pt x="10668" y="2563368"/>
                  </a:lnTo>
                  <a:lnTo>
                    <a:pt x="3048" y="2563368"/>
                  </a:lnTo>
                  <a:lnTo>
                    <a:pt x="0" y="2566416"/>
                  </a:lnTo>
                  <a:lnTo>
                    <a:pt x="0" y="2616708"/>
                  </a:lnTo>
                  <a:lnTo>
                    <a:pt x="3048" y="2619756"/>
                  </a:lnTo>
                  <a:lnTo>
                    <a:pt x="10668" y="2619756"/>
                  </a:lnTo>
                  <a:lnTo>
                    <a:pt x="13716" y="2616708"/>
                  </a:lnTo>
                  <a:lnTo>
                    <a:pt x="13716" y="2566416"/>
                  </a:lnTo>
                  <a:close/>
                </a:path>
                <a:path w="2184400" h="5782310">
                  <a:moveTo>
                    <a:pt x="13716" y="2484120"/>
                  </a:moveTo>
                  <a:lnTo>
                    <a:pt x="10668" y="2481072"/>
                  </a:lnTo>
                  <a:lnTo>
                    <a:pt x="3048" y="2481072"/>
                  </a:lnTo>
                  <a:lnTo>
                    <a:pt x="0" y="2484120"/>
                  </a:lnTo>
                  <a:lnTo>
                    <a:pt x="0" y="2532888"/>
                  </a:lnTo>
                  <a:lnTo>
                    <a:pt x="3048" y="2535936"/>
                  </a:lnTo>
                  <a:lnTo>
                    <a:pt x="10668" y="2535936"/>
                  </a:lnTo>
                  <a:lnTo>
                    <a:pt x="13716" y="2532888"/>
                  </a:lnTo>
                  <a:lnTo>
                    <a:pt x="13716" y="2484120"/>
                  </a:lnTo>
                  <a:close/>
                </a:path>
                <a:path w="2184400" h="5782310">
                  <a:moveTo>
                    <a:pt x="13716" y="2401824"/>
                  </a:moveTo>
                  <a:lnTo>
                    <a:pt x="10668" y="2398776"/>
                  </a:lnTo>
                  <a:lnTo>
                    <a:pt x="3048" y="2398776"/>
                  </a:lnTo>
                  <a:lnTo>
                    <a:pt x="0" y="2401824"/>
                  </a:lnTo>
                  <a:lnTo>
                    <a:pt x="0" y="2450592"/>
                  </a:lnTo>
                  <a:lnTo>
                    <a:pt x="3048" y="2453640"/>
                  </a:lnTo>
                  <a:lnTo>
                    <a:pt x="10668" y="2453640"/>
                  </a:lnTo>
                  <a:lnTo>
                    <a:pt x="13716" y="2450592"/>
                  </a:lnTo>
                  <a:lnTo>
                    <a:pt x="13716" y="2401824"/>
                  </a:lnTo>
                  <a:close/>
                </a:path>
                <a:path w="2184400" h="5782310">
                  <a:moveTo>
                    <a:pt x="13716" y="2319528"/>
                  </a:moveTo>
                  <a:lnTo>
                    <a:pt x="10668" y="2316480"/>
                  </a:lnTo>
                  <a:lnTo>
                    <a:pt x="3048" y="2316480"/>
                  </a:lnTo>
                  <a:lnTo>
                    <a:pt x="0" y="2319528"/>
                  </a:lnTo>
                  <a:lnTo>
                    <a:pt x="0" y="2368296"/>
                  </a:lnTo>
                  <a:lnTo>
                    <a:pt x="3048" y="2371344"/>
                  </a:lnTo>
                  <a:lnTo>
                    <a:pt x="10668" y="2371344"/>
                  </a:lnTo>
                  <a:lnTo>
                    <a:pt x="13716" y="2368296"/>
                  </a:lnTo>
                  <a:lnTo>
                    <a:pt x="13716" y="2319528"/>
                  </a:lnTo>
                  <a:close/>
                </a:path>
                <a:path w="2184400" h="5782310">
                  <a:moveTo>
                    <a:pt x="13716" y="2235708"/>
                  </a:moveTo>
                  <a:lnTo>
                    <a:pt x="10668" y="2232660"/>
                  </a:lnTo>
                  <a:lnTo>
                    <a:pt x="3048" y="2232660"/>
                  </a:lnTo>
                  <a:lnTo>
                    <a:pt x="0" y="2235708"/>
                  </a:lnTo>
                  <a:lnTo>
                    <a:pt x="0" y="2284476"/>
                  </a:lnTo>
                  <a:lnTo>
                    <a:pt x="3048" y="2287524"/>
                  </a:lnTo>
                  <a:lnTo>
                    <a:pt x="10668" y="2287524"/>
                  </a:lnTo>
                  <a:lnTo>
                    <a:pt x="13716" y="2284476"/>
                  </a:lnTo>
                  <a:lnTo>
                    <a:pt x="13716" y="2235708"/>
                  </a:lnTo>
                  <a:close/>
                </a:path>
                <a:path w="2184400" h="5782310">
                  <a:moveTo>
                    <a:pt x="13716" y="2153412"/>
                  </a:moveTo>
                  <a:lnTo>
                    <a:pt x="10668" y="2150364"/>
                  </a:lnTo>
                  <a:lnTo>
                    <a:pt x="3048" y="2150364"/>
                  </a:lnTo>
                  <a:lnTo>
                    <a:pt x="0" y="2153412"/>
                  </a:lnTo>
                  <a:lnTo>
                    <a:pt x="0" y="2202180"/>
                  </a:lnTo>
                  <a:lnTo>
                    <a:pt x="3048" y="2205228"/>
                  </a:lnTo>
                  <a:lnTo>
                    <a:pt x="10668" y="2205228"/>
                  </a:lnTo>
                  <a:lnTo>
                    <a:pt x="13716" y="2202180"/>
                  </a:lnTo>
                  <a:lnTo>
                    <a:pt x="13716" y="2153412"/>
                  </a:lnTo>
                  <a:close/>
                </a:path>
                <a:path w="2184400" h="5782310">
                  <a:moveTo>
                    <a:pt x="13716" y="2071116"/>
                  </a:moveTo>
                  <a:lnTo>
                    <a:pt x="10668" y="2068068"/>
                  </a:lnTo>
                  <a:lnTo>
                    <a:pt x="3048" y="2068068"/>
                  </a:lnTo>
                  <a:lnTo>
                    <a:pt x="0" y="2071116"/>
                  </a:lnTo>
                  <a:lnTo>
                    <a:pt x="0" y="2119884"/>
                  </a:lnTo>
                  <a:lnTo>
                    <a:pt x="3048" y="2122932"/>
                  </a:lnTo>
                  <a:lnTo>
                    <a:pt x="10668" y="2122932"/>
                  </a:lnTo>
                  <a:lnTo>
                    <a:pt x="13716" y="2119884"/>
                  </a:lnTo>
                  <a:lnTo>
                    <a:pt x="13716" y="2071116"/>
                  </a:lnTo>
                  <a:close/>
                </a:path>
                <a:path w="2184400" h="5782310">
                  <a:moveTo>
                    <a:pt x="13716" y="1987296"/>
                  </a:moveTo>
                  <a:lnTo>
                    <a:pt x="10668" y="1984248"/>
                  </a:lnTo>
                  <a:lnTo>
                    <a:pt x="3048" y="1984248"/>
                  </a:lnTo>
                  <a:lnTo>
                    <a:pt x="0" y="1987296"/>
                  </a:lnTo>
                  <a:lnTo>
                    <a:pt x="0" y="2037588"/>
                  </a:lnTo>
                  <a:lnTo>
                    <a:pt x="3048" y="2040636"/>
                  </a:lnTo>
                  <a:lnTo>
                    <a:pt x="10668" y="2040636"/>
                  </a:lnTo>
                  <a:lnTo>
                    <a:pt x="13716" y="2037588"/>
                  </a:lnTo>
                  <a:lnTo>
                    <a:pt x="13716" y="1987296"/>
                  </a:lnTo>
                  <a:close/>
                </a:path>
                <a:path w="2184400" h="5782310">
                  <a:moveTo>
                    <a:pt x="13716" y="1905000"/>
                  </a:moveTo>
                  <a:lnTo>
                    <a:pt x="10668" y="1901952"/>
                  </a:lnTo>
                  <a:lnTo>
                    <a:pt x="3048" y="1901952"/>
                  </a:lnTo>
                  <a:lnTo>
                    <a:pt x="0" y="1905000"/>
                  </a:lnTo>
                  <a:lnTo>
                    <a:pt x="0" y="1953768"/>
                  </a:lnTo>
                  <a:lnTo>
                    <a:pt x="3048" y="1956816"/>
                  </a:lnTo>
                  <a:lnTo>
                    <a:pt x="10668" y="1956816"/>
                  </a:lnTo>
                  <a:lnTo>
                    <a:pt x="13716" y="1953768"/>
                  </a:lnTo>
                  <a:lnTo>
                    <a:pt x="13716" y="1905000"/>
                  </a:lnTo>
                  <a:close/>
                </a:path>
                <a:path w="2184400" h="5782310">
                  <a:moveTo>
                    <a:pt x="13716" y="1822704"/>
                  </a:moveTo>
                  <a:lnTo>
                    <a:pt x="10668" y="1819656"/>
                  </a:lnTo>
                  <a:lnTo>
                    <a:pt x="3048" y="1819656"/>
                  </a:lnTo>
                  <a:lnTo>
                    <a:pt x="0" y="1822704"/>
                  </a:lnTo>
                  <a:lnTo>
                    <a:pt x="0" y="1871472"/>
                  </a:lnTo>
                  <a:lnTo>
                    <a:pt x="3048" y="1874520"/>
                  </a:lnTo>
                  <a:lnTo>
                    <a:pt x="10668" y="1874520"/>
                  </a:lnTo>
                  <a:lnTo>
                    <a:pt x="13716" y="1871472"/>
                  </a:lnTo>
                  <a:lnTo>
                    <a:pt x="13716" y="1822704"/>
                  </a:lnTo>
                  <a:close/>
                </a:path>
                <a:path w="2184400" h="5782310">
                  <a:moveTo>
                    <a:pt x="13716" y="1740408"/>
                  </a:moveTo>
                  <a:lnTo>
                    <a:pt x="10668" y="1737360"/>
                  </a:lnTo>
                  <a:lnTo>
                    <a:pt x="3048" y="1737360"/>
                  </a:lnTo>
                  <a:lnTo>
                    <a:pt x="0" y="1740408"/>
                  </a:lnTo>
                  <a:lnTo>
                    <a:pt x="0" y="1789176"/>
                  </a:lnTo>
                  <a:lnTo>
                    <a:pt x="3048" y="1792224"/>
                  </a:lnTo>
                  <a:lnTo>
                    <a:pt x="10668" y="1792224"/>
                  </a:lnTo>
                  <a:lnTo>
                    <a:pt x="13716" y="1789176"/>
                  </a:lnTo>
                  <a:lnTo>
                    <a:pt x="13716" y="1740408"/>
                  </a:lnTo>
                  <a:close/>
                </a:path>
                <a:path w="2184400" h="5782310">
                  <a:moveTo>
                    <a:pt x="13716" y="1656588"/>
                  </a:moveTo>
                  <a:lnTo>
                    <a:pt x="10668" y="1653540"/>
                  </a:lnTo>
                  <a:lnTo>
                    <a:pt x="3048" y="1653540"/>
                  </a:lnTo>
                  <a:lnTo>
                    <a:pt x="0" y="1656588"/>
                  </a:lnTo>
                  <a:lnTo>
                    <a:pt x="0" y="1705356"/>
                  </a:lnTo>
                  <a:lnTo>
                    <a:pt x="3048" y="1708404"/>
                  </a:lnTo>
                  <a:lnTo>
                    <a:pt x="10668" y="1708404"/>
                  </a:lnTo>
                  <a:lnTo>
                    <a:pt x="13716" y="1705356"/>
                  </a:lnTo>
                  <a:lnTo>
                    <a:pt x="13716" y="1656588"/>
                  </a:lnTo>
                  <a:close/>
                </a:path>
                <a:path w="2184400" h="5782310">
                  <a:moveTo>
                    <a:pt x="13716" y="1574292"/>
                  </a:moveTo>
                  <a:lnTo>
                    <a:pt x="10668" y="1571244"/>
                  </a:lnTo>
                  <a:lnTo>
                    <a:pt x="3048" y="1571244"/>
                  </a:lnTo>
                  <a:lnTo>
                    <a:pt x="0" y="1574292"/>
                  </a:lnTo>
                  <a:lnTo>
                    <a:pt x="0" y="1623060"/>
                  </a:lnTo>
                  <a:lnTo>
                    <a:pt x="3048" y="1626108"/>
                  </a:lnTo>
                  <a:lnTo>
                    <a:pt x="10668" y="1626108"/>
                  </a:lnTo>
                  <a:lnTo>
                    <a:pt x="13716" y="1623060"/>
                  </a:lnTo>
                  <a:lnTo>
                    <a:pt x="13716" y="1574292"/>
                  </a:lnTo>
                  <a:close/>
                </a:path>
                <a:path w="2184400" h="5782310">
                  <a:moveTo>
                    <a:pt x="13716" y="1491996"/>
                  </a:moveTo>
                  <a:lnTo>
                    <a:pt x="10668" y="1488948"/>
                  </a:lnTo>
                  <a:lnTo>
                    <a:pt x="3048" y="1488948"/>
                  </a:lnTo>
                  <a:lnTo>
                    <a:pt x="0" y="1491996"/>
                  </a:lnTo>
                  <a:lnTo>
                    <a:pt x="0" y="1540764"/>
                  </a:lnTo>
                  <a:lnTo>
                    <a:pt x="3048" y="1543812"/>
                  </a:lnTo>
                  <a:lnTo>
                    <a:pt x="10668" y="1543812"/>
                  </a:lnTo>
                  <a:lnTo>
                    <a:pt x="13716" y="1540764"/>
                  </a:lnTo>
                  <a:lnTo>
                    <a:pt x="13716" y="1491996"/>
                  </a:lnTo>
                  <a:close/>
                </a:path>
                <a:path w="2184400" h="5782310">
                  <a:moveTo>
                    <a:pt x="13716" y="1408176"/>
                  </a:moveTo>
                  <a:lnTo>
                    <a:pt x="10668" y="1405128"/>
                  </a:lnTo>
                  <a:lnTo>
                    <a:pt x="3048" y="1405128"/>
                  </a:lnTo>
                  <a:lnTo>
                    <a:pt x="0" y="1408176"/>
                  </a:lnTo>
                  <a:lnTo>
                    <a:pt x="0" y="1458468"/>
                  </a:lnTo>
                  <a:lnTo>
                    <a:pt x="3048" y="1461516"/>
                  </a:lnTo>
                  <a:lnTo>
                    <a:pt x="10668" y="1461516"/>
                  </a:lnTo>
                  <a:lnTo>
                    <a:pt x="13716" y="1458468"/>
                  </a:lnTo>
                  <a:lnTo>
                    <a:pt x="13716" y="1408176"/>
                  </a:lnTo>
                  <a:close/>
                </a:path>
                <a:path w="2184400" h="5782310">
                  <a:moveTo>
                    <a:pt x="13716" y="1325880"/>
                  </a:moveTo>
                  <a:lnTo>
                    <a:pt x="10668" y="1322832"/>
                  </a:lnTo>
                  <a:lnTo>
                    <a:pt x="3048" y="1322832"/>
                  </a:lnTo>
                  <a:lnTo>
                    <a:pt x="0" y="1325880"/>
                  </a:lnTo>
                  <a:lnTo>
                    <a:pt x="0" y="1374648"/>
                  </a:lnTo>
                  <a:lnTo>
                    <a:pt x="3048" y="1377696"/>
                  </a:lnTo>
                  <a:lnTo>
                    <a:pt x="10668" y="1377696"/>
                  </a:lnTo>
                  <a:lnTo>
                    <a:pt x="13716" y="1374648"/>
                  </a:lnTo>
                  <a:lnTo>
                    <a:pt x="13716" y="1325880"/>
                  </a:lnTo>
                  <a:close/>
                </a:path>
                <a:path w="2184400" h="5782310">
                  <a:moveTo>
                    <a:pt x="13716" y="1243584"/>
                  </a:moveTo>
                  <a:lnTo>
                    <a:pt x="10668" y="1240536"/>
                  </a:lnTo>
                  <a:lnTo>
                    <a:pt x="3048" y="1240536"/>
                  </a:lnTo>
                  <a:lnTo>
                    <a:pt x="0" y="1243584"/>
                  </a:lnTo>
                  <a:lnTo>
                    <a:pt x="0" y="1292352"/>
                  </a:lnTo>
                  <a:lnTo>
                    <a:pt x="3048" y="1295400"/>
                  </a:lnTo>
                  <a:lnTo>
                    <a:pt x="10668" y="1295400"/>
                  </a:lnTo>
                  <a:lnTo>
                    <a:pt x="13716" y="1292352"/>
                  </a:lnTo>
                  <a:lnTo>
                    <a:pt x="13716" y="1243584"/>
                  </a:lnTo>
                  <a:close/>
                </a:path>
                <a:path w="2184400" h="5782310">
                  <a:moveTo>
                    <a:pt x="13716" y="1161288"/>
                  </a:moveTo>
                  <a:lnTo>
                    <a:pt x="10668" y="1158240"/>
                  </a:lnTo>
                  <a:lnTo>
                    <a:pt x="3048" y="1158240"/>
                  </a:lnTo>
                  <a:lnTo>
                    <a:pt x="0" y="1161288"/>
                  </a:lnTo>
                  <a:lnTo>
                    <a:pt x="0" y="1210056"/>
                  </a:lnTo>
                  <a:lnTo>
                    <a:pt x="3048" y="1213104"/>
                  </a:lnTo>
                  <a:lnTo>
                    <a:pt x="10668" y="1213104"/>
                  </a:lnTo>
                  <a:lnTo>
                    <a:pt x="13716" y="1210056"/>
                  </a:lnTo>
                  <a:lnTo>
                    <a:pt x="13716" y="1161288"/>
                  </a:lnTo>
                  <a:close/>
                </a:path>
                <a:path w="2184400" h="5782310">
                  <a:moveTo>
                    <a:pt x="13716" y="1077468"/>
                  </a:moveTo>
                  <a:lnTo>
                    <a:pt x="10668" y="1074420"/>
                  </a:lnTo>
                  <a:lnTo>
                    <a:pt x="3048" y="1074420"/>
                  </a:lnTo>
                  <a:lnTo>
                    <a:pt x="0" y="1077468"/>
                  </a:lnTo>
                  <a:lnTo>
                    <a:pt x="0" y="1126236"/>
                  </a:lnTo>
                  <a:lnTo>
                    <a:pt x="3048" y="1129284"/>
                  </a:lnTo>
                  <a:lnTo>
                    <a:pt x="10668" y="1129284"/>
                  </a:lnTo>
                  <a:lnTo>
                    <a:pt x="13716" y="1126236"/>
                  </a:lnTo>
                  <a:lnTo>
                    <a:pt x="13716" y="1077468"/>
                  </a:lnTo>
                  <a:close/>
                </a:path>
                <a:path w="2184400" h="5782310">
                  <a:moveTo>
                    <a:pt x="13716" y="995172"/>
                  </a:moveTo>
                  <a:lnTo>
                    <a:pt x="10668" y="992124"/>
                  </a:lnTo>
                  <a:lnTo>
                    <a:pt x="3048" y="992124"/>
                  </a:lnTo>
                  <a:lnTo>
                    <a:pt x="0" y="995172"/>
                  </a:lnTo>
                  <a:lnTo>
                    <a:pt x="0" y="1043940"/>
                  </a:lnTo>
                  <a:lnTo>
                    <a:pt x="3048" y="1046988"/>
                  </a:lnTo>
                  <a:lnTo>
                    <a:pt x="10668" y="1046988"/>
                  </a:lnTo>
                  <a:lnTo>
                    <a:pt x="13716" y="1043940"/>
                  </a:lnTo>
                  <a:lnTo>
                    <a:pt x="13716" y="995172"/>
                  </a:lnTo>
                  <a:close/>
                </a:path>
                <a:path w="2184400" h="5782310">
                  <a:moveTo>
                    <a:pt x="13716" y="912876"/>
                  </a:moveTo>
                  <a:lnTo>
                    <a:pt x="10668" y="909828"/>
                  </a:lnTo>
                  <a:lnTo>
                    <a:pt x="3048" y="909828"/>
                  </a:lnTo>
                  <a:lnTo>
                    <a:pt x="0" y="912876"/>
                  </a:lnTo>
                  <a:lnTo>
                    <a:pt x="0" y="961644"/>
                  </a:lnTo>
                  <a:lnTo>
                    <a:pt x="3048" y="964692"/>
                  </a:lnTo>
                  <a:lnTo>
                    <a:pt x="10668" y="964692"/>
                  </a:lnTo>
                  <a:lnTo>
                    <a:pt x="13716" y="961644"/>
                  </a:lnTo>
                  <a:lnTo>
                    <a:pt x="13716" y="912876"/>
                  </a:lnTo>
                  <a:close/>
                </a:path>
                <a:path w="2184400" h="5782310">
                  <a:moveTo>
                    <a:pt x="13716" y="829056"/>
                  </a:moveTo>
                  <a:lnTo>
                    <a:pt x="10668" y="826008"/>
                  </a:lnTo>
                  <a:lnTo>
                    <a:pt x="3048" y="826008"/>
                  </a:lnTo>
                  <a:lnTo>
                    <a:pt x="0" y="829056"/>
                  </a:lnTo>
                  <a:lnTo>
                    <a:pt x="0" y="879348"/>
                  </a:lnTo>
                  <a:lnTo>
                    <a:pt x="3048" y="882396"/>
                  </a:lnTo>
                  <a:lnTo>
                    <a:pt x="10668" y="882396"/>
                  </a:lnTo>
                  <a:lnTo>
                    <a:pt x="13716" y="879348"/>
                  </a:lnTo>
                  <a:lnTo>
                    <a:pt x="13716" y="829056"/>
                  </a:lnTo>
                  <a:close/>
                </a:path>
                <a:path w="2184400" h="5782310">
                  <a:moveTo>
                    <a:pt x="13716" y="746760"/>
                  </a:moveTo>
                  <a:lnTo>
                    <a:pt x="10668" y="743712"/>
                  </a:lnTo>
                  <a:lnTo>
                    <a:pt x="3048" y="743712"/>
                  </a:lnTo>
                  <a:lnTo>
                    <a:pt x="0" y="746760"/>
                  </a:lnTo>
                  <a:lnTo>
                    <a:pt x="0" y="795528"/>
                  </a:lnTo>
                  <a:lnTo>
                    <a:pt x="3048" y="798576"/>
                  </a:lnTo>
                  <a:lnTo>
                    <a:pt x="10668" y="798576"/>
                  </a:lnTo>
                  <a:lnTo>
                    <a:pt x="13716" y="795528"/>
                  </a:lnTo>
                  <a:lnTo>
                    <a:pt x="13716" y="746760"/>
                  </a:lnTo>
                  <a:close/>
                </a:path>
                <a:path w="2184400" h="5782310">
                  <a:moveTo>
                    <a:pt x="13716" y="664464"/>
                  </a:moveTo>
                  <a:lnTo>
                    <a:pt x="10668" y="661416"/>
                  </a:lnTo>
                  <a:lnTo>
                    <a:pt x="3048" y="661416"/>
                  </a:lnTo>
                  <a:lnTo>
                    <a:pt x="0" y="664464"/>
                  </a:lnTo>
                  <a:lnTo>
                    <a:pt x="0" y="713232"/>
                  </a:lnTo>
                  <a:lnTo>
                    <a:pt x="3048" y="716280"/>
                  </a:lnTo>
                  <a:lnTo>
                    <a:pt x="10668" y="716280"/>
                  </a:lnTo>
                  <a:lnTo>
                    <a:pt x="13716" y="713232"/>
                  </a:lnTo>
                  <a:lnTo>
                    <a:pt x="13716" y="664464"/>
                  </a:lnTo>
                  <a:close/>
                </a:path>
                <a:path w="2184400" h="5782310">
                  <a:moveTo>
                    <a:pt x="13716" y="582168"/>
                  </a:moveTo>
                  <a:lnTo>
                    <a:pt x="10668" y="579120"/>
                  </a:lnTo>
                  <a:lnTo>
                    <a:pt x="3048" y="579120"/>
                  </a:lnTo>
                  <a:lnTo>
                    <a:pt x="0" y="582168"/>
                  </a:lnTo>
                  <a:lnTo>
                    <a:pt x="0" y="630936"/>
                  </a:lnTo>
                  <a:lnTo>
                    <a:pt x="3048" y="633984"/>
                  </a:lnTo>
                  <a:lnTo>
                    <a:pt x="10668" y="633984"/>
                  </a:lnTo>
                  <a:lnTo>
                    <a:pt x="13716" y="630936"/>
                  </a:lnTo>
                  <a:lnTo>
                    <a:pt x="13716" y="582168"/>
                  </a:lnTo>
                  <a:close/>
                </a:path>
                <a:path w="2184400" h="5782310">
                  <a:moveTo>
                    <a:pt x="13716" y="498348"/>
                  </a:moveTo>
                  <a:lnTo>
                    <a:pt x="10668" y="495300"/>
                  </a:lnTo>
                  <a:lnTo>
                    <a:pt x="3048" y="495300"/>
                  </a:lnTo>
                  <a:lnTo>
                    <a:pt x="0" y="498348"/>
                  </a:lnTo>
                  <a:lnTo>
                    <a:pt x="0" y="547116"/>
                  </a:lnTo>
                  <a:lnTo>
                    <a:pt x="3048" y="550164"/>
                  </a:lnTo>
                  <a:lnTo>
                    <a:pt x="10668" y="550164"/>
                  </a:lnTo>
                  <a:lnTo>
                    <a:pt x="13716" y="547116"/>
                  </a:lnTo>
                  <a:lnTo>
                    <a:pt x="13716" y="498348"/>
                  </a:lnTo>
                  <a:close/>
                </a:path>
                <a:path w="2184400" h="5782310">
                  <a:moveTo>
                    <a:pt x="13716" y="416052"/>
                  </a:moveTo>
                  <a:lnTo>
                    <a:pt x="10668" y="413004"/>
                  </a:lnTo>
                  <a:lnTo>
                    <a:pt x="3048" y="413004"/>
                  </a:lnTo>
                  <a:lnTo>
                    <a:pt x="0" y="416052"/>
                  </a:lnTo>
                  <a:lnTo>
                    <a:pt x="0" y="464820"/>
                  </a:lnTo>
                  <a:lnTo>
                    <a:pt x="3048" y="467868"/>
                  </a:lnTo>
                  <a:lnTo>
                    <a:pt x="10668" y="467868"/>
                  </a:lnTo>
                  <a:lnTo>
                    <a:pt x="13716" y="464820"/>
                  </a:lnTo>
                  <a:lnTo>
                    <a:pt x="13716" y="416052"/>
                  </a:lnTo>
                  <a:close/>
                </a:path>
                <a:path w="2184400" h="5782310">
                  <a:moveTo>
                    <a:pt x="13716" y="333756"/>
                  </a:moveTo>
                  <a:lnTo>
                    <a:pt x="10668" y="330708"/>
                  </a:lnTo>
                  <a:lnTo>
                    <a:pt x="3048" y="330708"/>
                  </a:lnTo>
                  <a:lnTo>
                    <a:pt x="0" y="333756"/>
                  </a:lnTo>
                  <a:lnTo>
                    <a:pt x="0" y="382524"/>
                  </a:lnTo>
                  <a:lnTo>
                    <a:pt x="3048" y="385572"/>
                  </a:lnTo>
                  <a:lnTo>
                    <a:pt x="10668" y="385572"/>
                  </a:lnTo>
                  <a:lnTo>
                    <a:pt x="13716" y="382524"/>
                  </a:lnTo>
                  <a:lnTo>
                    <a:pt x="13716" y="333756"/>
                  </a:lnTo>
                  <a:close/>
                </a:path>
                <a:path w="2184400" h="5782310">
                  <a:moveTo>
                    <a:pt x="13716" y="249936"/>
                  </a:moveTo>
                  <a:lnTo>
                    <a:pt x="10668" y="246888"/>
                  </a:lnTo>
                  <a:lnTo>
                    <a:pt x="3048" y="246888"/>
                  </a:lnTo>
                  <a:lnTo>
                    <a:pt x="0" y="249936"/>
                  </a:lnTo>
                  <a:lnTo>
                    <a:pt x="0" y="300228"/>
                  </a:lnTo>
                  <a:lnTo>
                    <a:pt x="3048" y="303276"/>
                  </a:lnTo>
                  <a:lnTo>
                    <a:pt x="10668" y="303276"/>
                  </a:lnTo>
                  <a:lnTo>
                    <a:pt x="13716" y="300228"/>
                  </a:lnTo>
                  <a:lnTo>
                    <a:pt x="13716" y="249936"/>
                  </a:lnTo>
                  <a:close/>
                </a:path>
                <a:path w="2184400" h="5782310">
                  <a:moveTo>
                    <a:pt x="13716" y="167640"/>
                  </a:moveTo>
                  <a:lnTo>
                    <a:pt x="10668" y="164592"/>
                  </a:lnTo>
                  <a:lnTo>
                    <a:pt x="3048" y="164592"/>
                  </a:lnTo>
                  <a:lnTo>
                    <a:pt x="0" y="167640"/>
                  </a:lnTo>
                  <a:lnTo>
                    <a:pt x="0" y="216408"/>
                  </a:lnTo>
                  <a:lnTo>
                    <a:pt x="3048" y="219456"/>
                  </a:lnTo>
                  <a:lnTo>
                    <a:pt x="10668" y="219456"/>
                  </a:lnTo>
                  <a:lnTo>
                    <a:pt x="13716" y="216408"/>
                  </a:lnTo>
                  <a:lnTo>
                    <a:pt x="13716" y="167640"/>
                  </a:lnTo>
                  <a:close/>
                </a:path>
                <a:path w="2184400" h="5782310">
                  <a:moveTo>
                    <a:pt x="13716" y="85344"/>
                  </a:moveTo>
                  <a:lnTo>
                    <a:pt x="10668" y="82296"/>
                  </a:lnTo>
                  <a:lnTo>
                    <a:pt x="3048" y="82296"/>
                  </a:lnTo>
                  <a:lnTo>
                    <a:pt x="0" y="85344"/>
                  </a:lnTo>
                  <a:lnTo>
                    <a:pt x="0" y="134112"/>
                  </a:lnTo>
                  <a:lnTo>
                    <a:pt x="3048" y="137160"/>
                  </a:lnTo>
                  <a:lnTo>
                    <a:pt x="10668" y="137160"/>
                  </a:lnTo>
                  <a:lnTo>
                    <a:pt x="13716" y="134112"/>
                  </a:lnTo>
                  <a:lnTo>
                    <a:pt x="13716" y="85344"/>
                  </a:lnTo>
                  <a:close/>
                </a:path>
                <a:path w="2184400" h="5782310">
                  <a:moveTo>
                    <a:pt x="13716" y="3048"/>
                  </a:moveTo>
                  <a:lnTo>
                    <a:pt x="10668" y="0"/>
                  </a:lnTo>
                  <a:lnTo>
                    <a:pt x="3048" y="0"/>
                  </a:lnTo>
                  <a:lnTo>
                    <a:pt x="0" y="3048"/>
                  </a:lnTo>
                  <a:lnTo>
                    <a:pt x="0" y="51816"/>
                  </a:lnTo>
                  <a:lnTo>
                    <a:pt x="3048" y="54864"/>
                  </a:lnTo>
                  <a:lnTo>
                    <a:pt x="10668" y="54864"/>
                  </a:lnTo>
                  <a:lnTo>
                    <a:pt x="13716" y="51816"/>
                  </a:lnTo>
                  <a:lnTo>
                    <a:pt x="13716" y="3048"/>
                  </a:lnTo>
                  <a:close/>
                </a:path>
                <a:path w="2184400" h="5782310">
                  <a:moveTo>
                    <a:pt x="231648" y="5266944"/>
                  </a:moveTo>
                  <a:lnTo>
                    <a:pt x="228600" y="5263896"/>
                  </a:lnTo>
                  <a:lnTo>
                    <a:pt x="220980" y="5263896"/>
                  </a:lnTo>
                  <a:lnTo>
                    <a:pt x="217932" y="5266944"/>
                  </a:lnTo>
                  <a:lnTo>
                    <a:pt x="217932" y="5291328"/>
                  </a:lnTo>
                  <a:lnTo>
                    <a:pt x="220980" y="5294376"/>
                  </a:lnTo>
                  <a:lnTo>
                    <a:pt x="228600" y="5294376"/>
                  </a:lnTo>
                  <a:lnTo>
                    <a:pt x="231648" y="5291328"/>
                  </a:lnTo>
                  <a:lnTo>
                    <a:pt x="231648" y="5266944"/>
                  </a:lnTo>
                  <a:close/>
                </a:path>
                <a:path w="2184400" h="5782310">
                  <a:moveTo>
                    <a:pt x="231648" y="5184648"/>
                  </a:moveTo>
                  <a:lnTo>
                    <a:pt x="228600" y="5181600"/>
                  </a:lnTo>
                  <a:lnTo>
                    <a:pt x="220980" y="5181600"/>
                  </a:lnTo>
                  <a:lnTo>
                    <a:pt x="217932" y="5184648"/>
                  </a:lnTo>
                  <a:lnTo>
                    <a:pt x="217932" y="5233416"/>
                  </a:lnTo>
                  <a:lnTo>
                    <a:pt x="220980" y="5236464"/>
                  </a:lnTo>
                  <a:lnTo>
                    <a:pt x="228600" y="5236464"/>
                  </a:lnTo>
                  <a:lnTo>
                    <a:pt x="231648" y="5233416"/>
                  </a:lnTo>
                  <a:lnTo>
                    <a:pt x="231648" y="5184648"/>
                  </a:lnTo>
                  <a:close/>
                </a:path>
                <a:path w="2184400" h="5782310">
                  <a:moveTo>
                    <a:pt x="231648" y="5102352"/>
                  </a:moveTo>
                  <a:lnTo>
                    <a:pt x="228600" y="5099304"/>
                  </a:lnTo>
                  <a:lnTo>
                    <a:pt x="220980" y="5099304"/>
                  </a:lnTo>
                  <a:lnTo>
                    <a:pt x="217932" y="5102352"/>
                  </a:lnTo>
                  <a:lnTo>
                    <a:pt x="217932" y="5151120"/>
                  </a:lnTo>
                  <a:lnTo>
                    <a:pt x="220980" y="5154168"/>
                  </a:lnTo>
                  <a:lnTo>
                    <a:pt x="228600" y="5154168"/>
                  </a:lnTo>
                  <a:lnTo>
                    <a:pt x="231648" y="5151120"/>
                  </a:lnTo>
                  <a:lnTo>
                    <a:pt x="231648" y="5102352"/>
                  </a:lnTo>
                  <a:close/>
                </a:path>
                <a:path w="2184400" h="5782310">
                  <a:moveTo>
                    <a:pt x="231648" y="5018532"/>
                  </a:moveTo>
                  <a:lnTo>
                    <a:pt x="228600" y="5015484"/>
                  </a:lnTo>
                  <a:lnTo>
                    <a:pt x="220980" y="5015484"/>
                  </a:lnTo>
                  <a:lnTo>
                    <a:pt x="217932" y="5018532"/>
                  </a:lnTo>
                  <a:lnTo>
                    <a:pt x="217932" y="5067300"/>
                  </a:lnTo>
                  <a:lnTo>
                    <a:pt x="220980" y="5070348"/>
                  </a:lnTo>
                  <a:lnTo>
                    <a:pt x="228600" y="5070348"/>
                  </a:lnTo>
                  <a:lnTo>
                    <a:pt x="231648" y="5067300"/>
                  </a:lnTo>
                  <a:lnTo>
                    <a:pt x="231648" y="5018532"/>
                  </a:lnTo>
                  <a:close/>
                </a:path>
                <a:path w="2184400" h="5782310">
                  <a:moveTo>
                    <a:pt x="231648" y="4936236"/>
                  </a:moveTo>
                  <a:lnTo>
                    <a:pt x="228600" y="4933188"/>
                  </a:lnTo>
                  <a:lnTo>
                    <a:pt x="220980" y="4933188"/>
                  </a:lnTo>
                  <a:lnTo>
                    <a:pt x="217932" y="4936236"/>
                  </a:lnTo>
                  <a:lnTo>
                    <a:pt x="217932" y="4985004"/>
                  </a:lnTo>
                  <a:lnTo>
                    <a:pt x="220980" y="4988052"/>
                  </a:lnTo>
                  <a:lnTo>
                    <a:pt x="228600" y="4988052"/>
                  </a:lnTo>
                  <a:lnTo>
                    <a:pt x="231648" y="4985004"/>
                  </a:lnTo>
                  <a:lnTo>
                    <a:pt x="231648" y="4936236"/>
                  </a:lnTo>
                  <a:close/>
                </a:path>
                <a:path w="2184400" h="5782310">
                  <a:moveTo>
                    <a:pt x="231648" y="4853940"/>
                  </a:moveTo>
                  <a:lnTo>
                    <a:pt x="228600" y="4850892"/>
                  </a:lnTo>
                  <a:lnTo>
                    <a:pt x="220980" y="4850892"/>
                  </a:lnTo>
                  <a:lnTo>
                    <a:pt x="217932" y="4853940"/>
                  </a:lnTo>
                  <a:lnTo>
                    <a:pt x="217932" y="4902708"/>
                  </a:lnTo>
                  <a:lnTo>
                    <a:pt x="220980" y="4905756"/>
                  </a:lnTo>
                  <a:lnTo>
                    <a:pt x="228600" y="4905756"/>
                  </a:lnTo>
                  <a:lnTo>
                    <a:pt x="231648" y="4902708"/>
                  </a:lnTo>
                  <a:lnTo>
                    <a:pt x="231648" y="4853940"/>
                  </a:lnTo>
                  <a:close/>
                </a:path>
                <a:path w="2184400" h="5782310">
                  <a:moveTo>
                    <a:pt x="231648" y="4770120"/>
                  </a:moveTo>
                  <a:lnTo>
                    <a:pt x="228600" y="4767072"/>
                  </a:lnTo>
                  <a:lnTo>
                    <a:pt x="220980" y="4767072"/>
                  </a:lnTo>
                  <a:lnTo>
                    <a:pt x="217932" y="4770120"/>
                  </a:lnTo>
                  <a:lnTo>
                    <a:pt x="217932" y="4820412"/>
                  </a:lnTo>
                  <a:lnTo>
                    <a:pt x="220980" y="4823460"/>
                  </a:lnTo>
                  <a:lnTo>
                    <a:pt x="228600" y="4823460"/>
                  </a:lnTo>
                  <a:lnTo>
                    <a:pt x="231648" y="4820412"/>
                  </a:lnTo>
                  <a:lnTo>
                    <a:pt x="231648" y="4770120"/>
                  </a:lnTo>
                  <a:close/>
                </a:path>
                <a:path w="2184400" h="5782310">
                  <a:moveTo>
                    <a:pt x="231648" y="4687824"/>
                  </a:moveTo>
                  <a:lnTo>
                    <a:pt x="228600" y="4684776"/>
                  </a:lnTo>
                  <a:lnTo>
                    <a:pt x="220980" y="4684776"/>
                  </a:lnTo>
                  <a:lnTo>
                    <a:pt x="217932" y="4687824"/>
                  </a:lnTo>
                  <a:lnTo>
                    <a:pt x="217932" y="4736592"/>
                  </a:lnTo>
                  <a:lnTo>
                    <a:pt x="220980" y="4739640"/>
                  </a:lnTo>
                  <a:lnTo>
                    <a:pt x="228600" y="4739640"/>
                  </a:lnTo>
                  <a:lnTo>
                    <a:pt x="231648" y="4736592"/>
                  </a:lnTo>
                  <a:lnTo>
                    <a:pt x="231648" y="4687824"/>
                  </a:lnTo>
                  <a:close/>
                </a:path>
                <a:path w="2184400" h="5782310">
                  <a:moveTo>
                    <a:pt x="231648" y="4605528"/>
                  </a:moveTo>
                  <a:lnTo>
                    <a:pt x="228600" y="4602480"/>
                  </a:lnTo>
                  <a:lnTo>
                    <a:pt x="220980" y="4602480"/>
                  </a:lnTo>
                  <a:lnTo>
                    <a:pt x="217932" y="4605528"/>
                  </a:lnTo>
                  <a:lnTo>
                    <a:pt x="217932" y="4654308"/>
                  </a:lnTo>
                  <a:lnTo>
                    <a:pt x="220980" y="4657344"/>
                  </a:lnTo>
                  <a:lnTo>
                    <a:pt x="228600" y="4657344"/>
                  </a:lnTo>
                  <a:lnTo>
                    <a:pt x="231648" y="4654308"/>
                  </a:lnTo>
                  <a:lnTo>
                    <a:pt x="231648" y="4605528"/>
                  </a:lnTo>
                  <a:close/>
                </a:path>
                <a:path w="2184400" h="5782310">
                  <a:moveTo>
                    <a:pt x="231648" y="4523232"/>
                  </a:moveTo>
                  <a:lnTo>
                    <a:pt x="228600" y="4520184"/>
                  </a:lnTo>
                  <a:lnTo>
                    <a:pt x="220980" y="4520184"/>
                  </a:lnTo>
                  <a:lnTo>
                    <a:pt x="217932" y="4523232"/>
                  </a:lnTo>
                  <a:lnTo>
                    <a:pt x="217932" y="4572000"/>
                  </a:lnTo>
                  <a:lnTo>
                    <a:pt x="220980" y="4575048"/>
                  </a:lnTo>
                  <a:lnTo>
                    <a:pt x="228600" y="4575048"/>
                  </a:lnTo>
                  <a:lnTo>
                    <a:pt x="231648" y="4572000"/>
                  </a:lnTo>
                  <a:lnTo>
                    <a:pt x="231648" y="4523232"/>
                  </a:lnTo>
                  <a:close/>
                </a:path>
                <a:path w="2184400" h="5782310">
                  <a:moveTo>
                    <a:pt x="231648" y="4439412"/>
                  </a:moveTo>
                  <a:lnTo>
                    <a:pt x="228600" y="4436364"/>
                  </a:lnTo>
                  <a:lnTo>
                    <a:pt x="220980" y="4436364"/>
                  </a:lnTo>
                  <a:lnTo>
                    <a:pt x="217932" y="4439412"/>
                  </a:lnTo>
                  <a:lnTo>
                    <a:pt x="217932" y="4488180"/>
                  </a:lnTo>
                  <a:lnTo>
                    <a:pt x="220980" y="4491228"/>
                  </a:lnTo>
                  <a:lnTo>
                    <a:pt x="228600" y="4491228"/>
                  </a:lnTo>
                  <a:lnTo>
                    <a:pt x="231648" y="4488180"/>
                  </a:lnTo>
                  <a:lnTo>
                    <a:pt x="231648" y="4439412"/>
                  </a:lnTo>
                  <a:close/>
                </a:path>
                <a:path w="2184400" h="5782310">
                  <a:moveTo>
                    <a:pt x="231648" y="4357116"/>
                  </a:moveTo>
                  <a:lnTo>
                    <a:pt x="228600" y="4354068"/>
                  </a:lnTo>
                  <a:lnTo>
                    <a:pt x="220980" y="4354068"/>
                  </a:lnTo>
                  <a:lnTo>
                    <a:pt x="217932" y="4357116"/>
                  </a:lnTo>
                  <a:lnTo>
                    <a:pt x="217932" y="4405884"/>
                  </a:lnTo>
                  <a:lnTo>
                    <a:pt x="220980" y="4408932"/>
                  </a:lnTo>
                  <a:lnTo>
                    <a:pt x="228600" y="4408932"/>
                  </a:lnTo>
                  <a:lnTo>
                    <a:pt x="231648" y="4405884"/>
                  </a:lnTo>
                  <a:lnTo>
                    <a:pt x="231648" y="4357116"/>
                  </a:lnTo>
                  <a:close/>
                </a:path>
                <a:path w="2184400" h="5782310">
                  <a:moveTo>
                    <a:pt x="231648" y="4274820"/>
                  </a:moveTo>
                  <a:lnTo>
                    <a:pt x="228600" y="4271772"/>
                  </a:lnTo>
                  <a:lnTo>
                    <a:pt x="220980" y="4271772"/>
                  </a:lnTo>
                  <a:lnTo>
                    <a:pt x="217932" y="4274820"/>
                  </a:lnTo>
                  <a:lnTo>
                    <a:pt x="217932" y="4323588"/>
                  </a:lnTo>
                  <a:lnTo>
                    <a:pt x="220980" y="4326636"/>
                  </a:lnTo>
                  <a:lnTo>
                    <a:pt x="228600" y="4326636"/>
                  </a:lnTo>
                  <a:lnTo>
                    <a:pt x="231648" y="4323588"/>
                  </a:lnTo>
                  <a:lnTo>
                    <a:pt x="231648" y="4274820"/>
                  </a:lnTo>
                  <a:close/>
                </a:path>
                <a:path w="2184400" h="5782310">
                  <a:moveTo>
                    <a:pt x="231648" y="4191000"/>
                  </a:moveTo>
                  <a:lnTo>
                    <a:pt x="228600" y="4187952"/>
                  </a:lnTo>
                  <a:lnTo>
                    <a:pt x="220980" y="4187952"/>
                  </a:lnTo>
                  <a:lnTo>
                    <a:pt x="217932" y="4191000"/>
                  </a:lnTo>
                  <a:lnTo>
                    <a:pt x="217932" y="4241292"/>
                  </a:lnTo>
                  <a:lnTo>
                    <a:pt x="220980" y="4244340"/>
                  </a:lnTo>
                  <a:lnTo>
                    <a:pt x="228600" y="4244340"/>
                  </a:lnTo>
                  <a:lnTo>
                    <a:pt x="231648" y="4241292"/>
                  </a:lnTo>
                  <a:lnTo>
                    <a:pt x="231648" y="4191000"/>
                  </a:lnTo>
                  <a:close/>
                </a:path>
                <a:path w="2184400" h="5782310">
                  <a:moveTo>
                    <a:pt x="231648" y="4108704"/>
                  </a:moveTo>
                  <a:lnTo>
                    <a:pt x="228600" y="4105656"/>
                  </a:lnTo>
                  <a:lnTo>
                    <a:pt x="220980" y="4105656"/>
                  </a:lnTo>
                  <a:lnTo>
                    <a:pt x="217932" y="4108704"/>
                  </a:lnTo>
                  <a:lnTo>
                    <a:pt x="217932" y="4157472"/>
                  </a:lnTo>
                  <a:lnTo>
                    <a:pt x="220980" y="4160520"/>
                  </a:lnTo>
                  <a:lnTo>
                    <a:pt x="228600" y="4160520"/>
                  </a:lnTo>
                  <a:lnTo>
                    <a:pt x="231648" y="4157472"/>
                  </a:lnTo>
                  <a:lnTo>
                    <a:pt x="231648" y="4108704"/>
                  </a:lnTo>
                  <a:close/>
                </a:path>
                <a:path w="2184400" h="5782310">
                  <a:moveTo>
                    <a:pt x="231648" y="4026408"/>
                  </a:moveTo>
                  <a:lnTo>
                    <a:pt x="228600" y="4023360"/>
                  </a:lnTo>
                  <a:lnTo>
                    <a:pt x="220980" y="4023360"/>
                  </a:lnTo>
                  <a:lnTo>
                    <a:pt x="217932" y="4026408"/>
                  </a:lnTo>
                  <a:lnTo>
                    <a:pt x="217932" y="4075176"/>
                  </a:lnTo>
                  <a:lnTo>
                    <a:pt x="220980" y="4078224"/>
                  </a:lnTo>
                  <a:lnTo>
                    <a:pt x="228600" y="4078224"/>
                  </a:lnTo>
                  <a:lnTo>
                    <a:pt x="231648" y="4075176"/>
                  </a:lnTo>
                  <a:lnTo>
                    <a:pt x="231648" y="4026408"/>
                  </a:lnTo>
                  <a:close/>
                </a:path>
                <a:path w="2184400" h="5782310">
                  <a:moveTo>
                    <a:pt x="231648" y="3944112"/>
                  </a:moveTo>
                  <a:lnTo>
                    <a:pt x="228600" y="3941064"/>
                  </a:lnTo>
                  <a:lnTo>
                    <a:pt x="220980" y="3941064"/>
                  </a:lnTo>
                  <a:lnTo>
                    <a:pt x="217932" y="3944112"/>
                  </a:lnTo>
                  <a:lnTo>
                    <a:pt x="217932" y="3992880"/>
                  </a:lnTo>
                  <a:lnTo>
                    <a:pt x="220980" y="3995928"/>
                  </a:lnTo>
                  <a:lnTo>
                    <a:pt x="228600" y="3995928"/>
                  </a:lnTo>
                  <a:lnTo>
                    <a:pt x="231648" y="3992880"/>
                  </a:lnTo>
                  <a:lnTo>
                    <a:pt x="231648" y="3944112"/>
                  </a:lnTo>
                  <a:close/>
                </a:path>
                <a:path w="2184400" h="5782310">
                  <a:moveTo>
                    <a:pt x="231648" y="3860292"/>
                  </a:moveTo>
                  <a:lnTo>
                    <a:pt x="228600" y="3857244"/>
                  </a:lnTo>
                  <a:lnTo>
                    <a:pt x="220980" y="3857244"/>
                  </a:lnTo>
                  <a:lnTo>
                    <a:pt x="217932" y="3860292"/>
                  </a:lnTo>
                  <a:lnTo>
                    <a:pt x="217932" y="3909060"/>
                  </a:lnTo>
                  <a:lnTo>
                    <a:pt x="220980" y="3912108"/>
                  </a:lnTo>
                  <a:lnTo>
                    <a:pt x="228600" y="3912108"/>
                  </a:lnTo>
                  <a:lnTo>
                    <a:pt x="231648" y="3909060"/>
                  </a:lnTo>
                  <a:lnTo>
                    <a:pt x="231648" y="3860292"/>
                  </a:lnTo>
                  <a:close/>
                </a:path>
                <a:path w="2184400" h="5782310">
                  <a:moveTo>
                    <a:pt x="231648" y="3777996"/>
                  </a:moveTo>
                  <a:lnTo>
                    <a:pt x="228600" y="3774948"/>
                  </a:lnTo>
                  <a:lnTo>
                    <a:pt x="220980" y="3774948"/>
                  </a:lnTo>
                  <a:lnTo>
                    <a:pt x="217932" y="3777996"/>
                  </a:lnTo>
                  <a:lnTo>
                    <a:pt x="217932" y="3826764"/>
                  </a:lnTo>
                  <a:lnTo>
                    <a:pt x="220980" y="3829812"/>
                  </a:lnTo>
                  <a:lnTo>
                    <a:pt x="228600" y="3829812"/>
                  </a:lnTo>
                  <a:lnTo>
                    <a:pt x="231648" y="3826764"/>
                  </a:lnTo>
                  <a:lnTo>
                    <a:pt x="231648" y="3777996"/>
                  </a:lnTo>
                  <a:close/>
                </a:path>
                <a:path w="2184400" h="5782310">
                  <a:moveTo>
                    <a:pt x="231648" y="3695700"/>
                  </a:moveTo>
                  <a:lnTo>
                    <a:pt x="228600" y="3692652"/>
                  </a:lnTo>
                  <a:lnTo>
                    <a:pt x="220980" y="3692652"/>
                  </a:lnTo>
                  <a:lnTo>
                    <a:pt x="217932" y="3695700"/>
                  </a:lnTo>
                  <a:lnTo>
                    <a:pt x="217932" y="3744468"/>
                  </a:lnTo>
                  <a:lnTo>
                    <a:pt x="220980" y="3747516"/>
                  </a:lnTo>
                  <a:lnTo>
                    <a:pt x="228600" y="3747516"/>
                  </a:lnTo>
                  <a:lnTo>
                    <a:pt x="231648" y="3744468"/>
                  </a:lnTo>
                  <a:lnTo>
                    <a:pt x="231648" y="3695700"/>
                  </a:lnTo>
                  <a:close/>
                </a:path>
                <a:path w="2184400" h="5782310">
                  <a:moveTo>
                    <a:pt x="231648" y="3611880"/>
                  </a:moveTo>
                  <a:lnTo>
                    <a:pt x="228600" y="3608832"/>
                  </a:lnTo>
                  <a:lnTo>
                    <a:pt x="220980" y="3608832"/>
                  </a:lnTo>
                  <a:lnTo>
                    <a:pt x="217932" y="3611880"/>
                  </a:lnTo>
                  <a:lnTo>
                    <a:pt x="217932" y="3662172"/>
                  </a:lnTo>
                  <a:lnTo>
                    <a:pt x="220980" y="3665220"/>
                  </a:lnTo>
                  <a:lnTo>
                    <a:pt x="228600" y="3665220"/>
                  </a:lnTo>
                  <a:lnTo>
                    <a:pt x="231648" y="3662172"/>
                  </a:lnTo>
                  <a:lnTo>
                    <a:pt x="231648" y="3611880"/>
                  </a:lnTo>
                  <a:close/>
                </a:path>
                <a:path w="2184400" h="5782310">
                  <a:moveTo>
                    <a:pt x="231648" y="3529584"/>
                  </a:moveTo>
                  <a:lnTo>
                    <a:pt x="228600" y="3526536"/>
                  </a:lnTo>
                  <a:lnTo>
                    <a:pt x="220980" y="3526536"/>
                  </a:lnTo>
                  <a:lnTo>
                    <a:pt x="217932" y="3529584"/>
                  </a:lnTo>
                  <a:lnTo>
                    <a:pt x="217932" y="3578352"/>
                  </a:lnTo>
                  <a:lnTo>
                    <a:pt x="220980" y="3581400"/>
                  </a:lnTo>
                  <a:lnTo>
                    <a:pt x="228600" y="3581400"/>
                  </a:lnTo>
                  <a:lnTo>
                    <a:pt x="231648" y="3578352"/>
                  </a:lnTo>
                  <a:lnTo>
                    <a:pt x="231648" y="3529584"/>
                  </a:lnTo>
                  <a:close/>
                </a:path>
                <a:path w="2184400" h="5782310">
                  <a:moveTo>
                    <a:pt x="231648" y="3447288"/>
                  </a:moveTo>
                  <a:lnTo>
                    <a:pt x="228600" y="3444240"/>
                  </a:lnTo>
                  <a:lnTo>
                    <a:pt x="220980" y="3444240"/>
                  </a:lnTo>
                  <a:lnTo>
                    <a:pt x="217932" y="3447288"/>
                  </a:lnTo>
                  <a:lnTo>
                    <a:pt x="217932" y="3496056"/>
                  </a:lnTo>
                  <a:lnTo>
                    <a:pt x="220980" y="3499104"/>
                  </a:lnTo>
                  <a:lnTo>
                    <a:pt x="228600" y="3499104"/>
                  </a:lnTo>
                  <a:lnTo>
                    <a:pt x="231648" y="3496056"/>
                  </a:lnTo>
                  <a:lnTo>
                    <a:pt x="231648" y="3447288"/>
                  </a:lnTo>
                  <a:close/>
                </a:path>
                <a:path w="2184400" h="5782310">
                  <a:moveTo>
                    <a:pt x="231648" y="3364992"/>
                  </a:moveTo>
                  <a:lnTo>
                    <a:pt x="228600" y="3361944"/>
                  </a:lnTo>
                  <a:lnTo>
                    <a:pt x="220980" y="3361944"/>
                  </a:lnTo>
                  <a:lnTo>
                    <a:pt x="217932" y="3364992"/>
                  </a:lnTo>
                  <a:lnTo>
                    <a:pt x="217932" y="3413760"/>
                  </a:lnTo>
                  <a:lnTo>
                    <a:pt x="220980" y="3416808"/>
                  </a:lnTo>
                  <a:lnTo>
                    <a:pt x="228600" y="3416808"/>
                  </a:lnTo>
                  <a:lnTo>
                    <a:pt x="231648" y="3413760"/>
                  </a:lnTo>
                  <a:lnTo>
                    <a:pt x="231648" y="3364992"/>
                  </a:lnTo>
                  <a:close/>
                </a:path>
                <a:path w="2184400" h="5782310">
                  <a:moveTo>
                    <a:pt x="231648" y="3281172"/>
                  </a:moveTo>
                  <a:lnTo>
                    <a:pt x="228600" y="3278124"/>
                  </a:lnTo>
                  <a:lnTo>
                    <a:pt x="220980" y="3278124"/>
                  </a:lnTo>
                  <a:lnTo>
                    <a:pt x="217932" y="3281172"/>
                  </a:lnTo>
                  <a:lnTo>
                    <a:pt x="217932" y="3329940"/>
                  </a:lnTo>
                  <a:lnTo>
                    <a:pt x="220980" y="3332988"/>
                  </a:lnTo>
                  <a:lnTo>
                    <a:pt x="228600" y="3332988"/>
                  </a:lnTo>
                  <a:lnTo>
                    <a:pt x="231648" y="3329940"/>
                  </a:lnTo>
                  <a:lnTo>
                    <a:pt x="231648" y="3281172"/>
                  </a:lnTo>
                  <a:close/>
                </a:path>
                <a:path w="2184400" h="5782310">
                  <a:moveTo>
                    <a:pt x="231648" y="3198876"/>
                  </a:moveTo>
                  <a:lnTo>
                    <a:pt x="228600" y="3195828"/>
                  </a:lnTo>
                  <a:lnTo>
                    <a:pt x="220980" y="3195828"/>
                  </a:lnTo>
                  <a:lnTo>
                    <a:pt x="217932" y="3198876"/>
                  </a:lnTo>
                  <a:lnTo>
                    <a:pt x="217932" y="3247644"/>
                  </a:lnTo>
                  <a:lnTo>
                    <a:pt x="220980" y="3250692"/>
                  </a:lnTo>
                  <a:lnTo>
                    <a:pt x="228600" y="3250692"/>
                  </a:lnTo>
                  <a:lnTo>
                    <a:pt x="231648" y="3247644"/>
                  </a:lnTo>
                  <a:lnTo>
                    <a:pt x="231648" y="3198876"/>
                  </a:lnTo>
                  <a:close/>
                </a:path>
                <a:path w="2184400" h="5782310">
                  <a:moveTo>
                    <a:pt x="231648" y="3116580"/>
                  </a:moveTo>
                  <a:lnTo>
                    <a:pt x="228600" y="3113532"/>
                  </a:lnTo>
                  <a:lnTo>
                    <a:pt x="220980" y="3113532"/>
                  </a:lnTo>
                  <a:lnTo>
                    <a:pt x="217932" y="3116580"/>
                  </a:lnTo>
                  <a:lnTo>
                    <a:pt x="217932" y="3165348"/>
                  </a:lnTo>
                  <a:lnTo>
                    <a:pt x="220980" y="3168396"/>
                  </a:lnTo>
                  <a:lnTo>
                    <a:pt x="228600" y="3168396"/>
                  </a:lnTo>
                  <a:lnTo>
                    <a:pt x="231648" y="3165348"/>
                  </a:lnTo>
                  <a:lnTo>
                    <a:pt x="231648" y="3116580"/>
                  </a:lnTo>
                  <a:close/>
                </a:path>
                <a:path w="2184400" h="5782310">
                  <a:moveTo>
                    <a:pt x="231648" y="3032760"/>
                  </a:moveTo>
                  <a:lnTo>
                    <a:pt x="228600" y="3029712"/>
                  </a:lnTo>
                  <a:lnTo>
                    <a:pt x="220980" y="3029712"/>
                  </a:lnTo>
                  <a:lnTo>
                    <a:pt x="217932" y="3032760"/>
                  </a:lnTo>
                  <a:lnTo>
                    <a:pt x="217932" y="3083052"/>
                  </a:lnTo>
                  <a:lnTo>
                    <a:pt x="220980" y="3086100"/>
                  </a:lnTo>
                  <a:lnTo>
                    <a:pt x="228600" y="3086100"/>
                  </a:lnTo>
                  <a:lnTo>
                    <a:pt x="231648" y="3083052"/>
                  </a:lnTo>
                  <a:lnTo>
                    <a:pt x="231648" y="3032760"/>
                  </a:lnTo>
                  <a:close/>
                </a:path>
                <a:path w="2184400" h="5782310">
                  <a:moveTo>
                    <a:pt x="231648" y="2950464"/>
                  </a:moveTo>
                  <a:lnTo>
                    <a:pt x="228600" y="2947416"/>
                  </a:lnTo>
                  <a:lnTo>
                    <a:pt x="220980" y="2947416"/>
                  </a:lnTo>
                  <a:lnTo>
                    <a:pt x="217932" y="2950464"/>
                  </a:lnTo>
                  <a:lnTo>
                    <a:pt x="217932" y="2999232"/>
                  </a:lnTo>
                  <a:lnTo>
                    <a:pt x="220980" y="3002280"/>
                  </a:lnTo>
                  <a:lnTo>
                    <a:pt x="228600" y="3002280"/>
                  </a:lnTo>
                  <a:lnTo>
                    <a:pt x="231648" y="2999232"/>
                  </a:lnTo>
                  <a:lnTo>
                    <a:pt x="231648" y="2950464"/>
                  </a:lnTo>
                  <a:close/>
                </a:path>
                <a:path w="2184400" h="5782310">
                  <a:moveTo>
                    <a:pt x="231648" y="2868168"/>
                  </a:moveTo>
                  <a:lnTo>
                    <a:pt x="228600" y="2865120"/>
                  </a:lnTo>
                  <a:lnTo>
                    <a:pt x="220980" y="2865120"/>
                  </a:lnTo>
                  <a:lnTo>
                    <a:pt x="217932" y="2868168"/>
                  </a:lnTo>
                  <a:lnTo>
                    <a:pt x="217932" y="2916936"/>
                  </a:lnTo>
                  <a:lnTo>
                    <a:pt x="220980" y="2919984"/>
                  </a:lnTo>
                  <a:lnTo>
                    <a:pt x="228600" y="2919984"/>
                  </a:lnTo>
                  <a:lnTo>
                    <a:pt x="231648" y="2916936"/>
                  </a:lnTo>
                  <a:lnTo>
                    <a:pt x="231648" y="2868168"/>
                  </a:lnTo>
                  <a:close/>
                </a:path>
                <a:path w="2184400" h="5782310">
                  <a:moveTo>
                    <a:pt x="231648" y="2785872"/>
                  </a:moveTo>
                  <a:lnTo>
                    <a:pt x="228600" y="2782824"/>
                  </a:lnTo>
                  <a:lnTo>
                    <a:pt x="220980" y="2782824"/>
                  </a:lnTo>
                  <a:lnTo>
                    <a:pt x="217932" y="2785872"/>
                  </a:lnTo>
                  <a:lnTo>
                    <a:pt x="217932" y="2834640"/>
                  </a:lnTo>
                  <a:lnTo>
                    <a:pt x="220980" y="2837688"/>
                  </a:lnTo>
                  <a:lnTo>
                    <a:pt x="228600" y="2837688"/>
                  </a:lnTo>
                  <a:lnTo>
                    <a:pt x="231648" y="2834640"/>
                  </a:lnTo>
                  <a:lnTo>
                    <a:pt x="231648" y="2785872"/>
                  </a:lnTo>
                  <a:close/>
                </a:path>
                <a:path w="2184400" h="5782310">
                  <a:moveTo>
                    <a:pt x="231648" y="2702052"/>
                  </a:moveTo>
                  <a:lnTo>
                    <a:pt x="228600" y="2699004"/>
                  </a:lnTo>
                  <a:lnTo>
                    <a:pt x="220980" y="2699004"/>
                  </a:lnTo>
                  <a:lnTo>
                    <a:pt x="217932" y="2702052"/>
                  </a:lnTo>
                  <a:lnTo>
                    <a:pt x="217932" y="2750820"/>
                  </a:lnTo>
                  <a:lnTo>
                    <a:pt x="220980" y="2753868"/>
                  </a:lnTo>
                  <a:lnTo>
                    <a:pt x="228600" y="2753868"/>
                  </a:lnTo>
                  <a:lnTo>
                    <a:pt x="231648" y="2750820"/>
                  </a:lnTo>
                  <a:lnTo>
                    <a:pt x="231648" y="2702052"/>
                  </a:lnTo>
                  <a:close/>
                </a:path>
                <a:path w="2184400" h="5782310">
                  <a:moveTo>
                    <a:pt x="231648" y="2619756"/>
                  </a:moveTo>
                  <a:lnTo>
                    <a:pt x="228600" y="2616708"/>
                  </a:lnTo>
                  <a:lnTo>
                    <a:pt x="220980" y="2616708"/>
                  </a:lnTo>
                  <a:lnTo>
                    <a:pt x="217932" y="2619756"/>
                  </a:lnTo>
                  <a:lnTo>
                    <a:pt x="217932" y="2668524"/>
                  </a:lnTo>
                  <a:lnTo>
                    <a:pt x="220980" y="2671572"/>
                  </a:lnTo>
                  <a:lnTo>
                    <a:pt x="228600" y="2671572"/>
                  </a:lnTo>
                  <a:lnTo>
                    <a:pt x="231648" y="2668524"/>
                  </a:lnTo>
                  <a:lnTo>
                    <a:pt x="231648" y="2619756"/>
                  </a:lnTo>
                  <a:close/>
                </a:path>
                <a:path w="2184400" h="5782310">
                  <a:moveTo>
                    <a:pt x="231648" y="2537460"/>
                  </a:moveTo>
                  <a:lnTo>
                    <a:pt x="228600" y="2534412"/>
                  </a:lnTo>
                  <a:lnTo>
                    <a:pt x="220980" y="2534412"/>
                  </a:lnTo>
                  <a:lnTo>
                    <a:pt x="217932" y="2537460"/>
                  </a:lnTo>
                  <a:lnTo>
                    <a:pt x="217932" y="2586228"/>
                  </a:lnTo>
                  <a:lnTo>
                    <a:pt x="220980" y="2589276"/>
                  </a:lnTo>
                  <a:lnTo>
                    <a:pt x="228600" y="2589276"/>
                  </a:lnTo>
                  <a:lnTo>
                    <a:pt x="231648" y="2586228"/>
                  </a:lnTo>
                  <a:lnTo>
                    <a:pt x="231648" y="2537460"/>
                  </a:lnTo>
                  <a:close/>
                </a:path>
                <a:path w="2184400" h="5782310">
                  <a:moveTo>
                    <a:pt x="231648" y="2453640"/>
                  </a:moveTo>
                  <a:lnTo>
                    <a:pt x="228600" y="2450592"/>
                  </a:lnTo>
                  <a:lnTo>
                    <a:pt x="220980" y="2450592"/>
                  </a:lnTo>
                  <a:lnTo>
                    <a:pt x="217932" y="2453640"/>
                  </a:lnTo>
                  <a:lnTo>
                    <a:pt x="217932" y="2503932"/>
                  </a:lnTo>
                  <a:lnTo>
                    <a:pt x="220980" y="2506980"/>
                  </a:lnTo>
                  <a:lnTo>
                    <a:pt x="228600" y="2506980"/>
                  </a:lnTo>
                  <a:lnTo>
                    <a:pt x="231648" y="2503932"/>
                  </a:lnTo>
                  <a:lnTo>
                    <a:pt x="231648" y="2453640"/>
                  </a:lnTo>
                  <a:close/>
                </a:path>
                <a:path w="2184400" h="5782310">
                  <a:moveTo>
                    <a:pt x="231648" y="2371344"/>
                  </a:moveTo>
                  <a:lnTo>
                    <a:pt x="228600" y="2368296"/>
                  </a:lnTo>
                  <a:lnTo>
                    <a:pt x="220980" y="2368296"/>
                  </a:lnTo>
                  <a:lnTo>
                    <a:pt x="217932" y="2371344"/>
                  </a:lnTo>
                  <a:lnTo>
                    <a:pt x="217932" y="2420112"/>
                  </a:lnTo>
                  <a:lnTo>
                    <a:pt x="220980" y="2423160"/>
                  </a:lnTo>
                  <a:lnTo>
                    <a:pt x="228600" y="2423160"/>
                  </a:lnTo>
                  <a:lnTo>
                    <a:pt x="231648" y="2420112"/>
                  </a:lnTo>
                  <a:lnTo>
                    <a:pt x="231648" y="2371344"/>
                  </a:lnTo>
                  <a:close/>
                </a:path>
                <a:path w="2184400" h="5782310">
                  <a:moveTo>
                    <a:pt x="231648" y="2289048"/>
                  </a:moveTo>
                  <a:lnTo>
                    <a:pt x="228600" y="2286000"/>
                  </a:lnTo>
                  <a:lnTo>
                    <a:pt x="220980" y="2286000"/>
                  </a:lnTo>
                  <a:lnTo>
                    <a:pt x="217932" y="2289048"/>
                  </a:lnTo>
                  <a:lnTo>
                    <a:pt x="217932" y="2337816"/>
                  </a:lnTo>
                  <a:lnTo>
                    <a:pt x="220980" y="2340864"/>
                  </a:lnTo>
                  <a:lnTo>
                    <a:pt x="228600" y="2340864"/>
                  </a:lnTo>
                  <a:lnTo>
                    <a:pt x="231648" y="2337816"/>
                  </a:lnTo>
                  <a:lnTo>
                    <a:pt x="231648" y="2289048"/>
                  </a:lnTo>
                  <a:close/>
                </a:path>
                <a:path w="2184400" h="5782310">
                  <a:moveTo>
                    <a:pt x="231648" y="2206752"/>
                  </a:moveTo>
                  <a:lnTo>
                    <a:pt x="228600" y="2203704"/>
                  </a:lnTo>
                  <a:lnTo>
                    <a:pt x="220980" y="2203704"/>
                  </a:lnTo>
                  <a:lnTo>
                    <a:pt x="217932" y="2206752"/>
                  </a:lnTo>
                  <a:lnTo>
                    <a:pt x="217932" y="2255520"/>
                  </a:lnTo>
                  <a:lnTo>
                    <a:pt x="220980" y="2258568"/>
                  </a:lnTo>
                  <a:lnTo>
                    <a:pt x="228600" y="2258568"/>
                  </a:lnTo>
                  <a:lnTo>
                    <a:pt x="231648" y="2255520"/>
                  </a:lnTo>
                  <a:lnTo>
                    <a:pt x="231648" y="2206752"/>
                  </a:lnTo>
                  <a:close/>
                </a:path>
                <a:path w="2184400" h="5782310">
                  <a:moveTo>
                    <a:pt x="231648" y="2122932"/>
                  </a:moveTo>
                  <a:lnTo>
                    <a:pt x="228600" y="2119884"/>
                  </a:lnTo>
                  <a:lnTo>
                    <a:pt x="220980" y="2119884"/>
                  </a:lnTo>
                  <a:lnTo>
                    <a:pt x="217932" y="2122932"/>
                  </a:lnTo>
                  <a:lnTo>
                    <a:pt x="217932" y="2171700"/>
                  </a:lnTo>
                  <a:lnTo>
                    <a:pt x="220980" y="2174748"/>
                  </a:lnTo>
                  <a:lnTo>
                    <a:pt x="228600" y="2174748"/>
                  </a:lnTo>
                  <a:lnTo>
                    <a:pt x="231648" y="2171700"/>
                  </a:lnTo>
                  <a:lnTo>
                    <a:pt x="231648" y="2122932"/>
                  </a:lnTo>
                  <a:close/>
                </a:path>
                <a:path w="2184400" h="5782310">
                  <a:moveTo>
                    <a:pt x="231648" y="2040636"/>
                  </a:moveTo>
                  <a:lnTo>
                    <a:pt x="228600" y="2037588"/>
                  </a:lnTo>
                  <a:lnTo>
                    <a:pt x="220980" y="2037588"/>
                  </a:lnTo>
                  <a:lnTo>
                    <a:pt x="217932" y="2040636"/>
                  </a:lnTo>
                  <a:lnTo>
                    <a:pt x="217932" y="2089404"/>
                  </a:lnTo>
                  <a:lnTo>
                    <a:pt x="220980" y="2092452"/>
                  </a:lnTo>
                  <a:lnTo>
                    <a:pt x="228600" y="2092452"/>
                  </a:lnTo>
                  <a:lnTo>
                    <a:pt x="231648" y="2089404"/>
                  </a:lnTo>
                  <a:lnTo>
                    <a:pt x="231648" y="2040636"/>
                  </a:lnTo>
                  <a:close/>
                </a:path>
                <a:path w="2184400" h="5782310">
                  <a:moveTo>
                    <a:pt x="231648" y="1958340"/>
                  </a:moveTo>
                  <a:lnTo>
                    <a:pt x="228600" y="1955292"/>
                  </a:lnTo>
                  <a:lnTo>
                    <a:pt x="220980" y="1955292"/>
                  </a:lnTo>
                  <a:lnTo>
                    <a:pt x="217932" y="1958340"/>
                  </a:lnTo>
                  <a:lnTo>
                    <a:pt x="217932" y="2007108"/>
                  </a:lnTo>
                  <a:lnTo>
                    <a:pt x="220980" y="2010156"/>
                  </a:lnTo>
                  <a:lnTo>
                    <a:pt x="228600" y="2010156"/>
                  </a:lnTo>
                  <a:lnTo>
                    <a:pt x="231648" y="2007108"/>
                  </a:lnTo>
                  <a:lnTo>
                    <a:pt x="231648" y="1958340"/>
                  </a:lnTo>
                  <a:close/>
                </a:path>
                <a:path w="2184400" h="5782310">
                  <a:moveTo>
                    <a:pt x="231648" y="1874520"/>
                  </a:moveTo>
                  <a:lnTo>
                    <a:pt x="228600" y="1871472"/>
                  </a:lnTo>
                  <a:lnTo>
                    <a:pt x="220980" y="1871472"/>
                  </a:lnTo>
                  <a:lnTo>
                    <a:pt x="217932" y="1874520"/>
                  </a:lnTo>
                  <a:lnTo>
                    <a:pt x="217932" y="1924812"/>
                  </a:lnTo>
                  <a:lnTo>
                    <a:pt x="220980" y="1927860"/>
                  </a:lnTo>
                  <a:lnTo>
                    <a:pt x="228600" y="1927860"/>
                  </a:lnTo>
                  <a:lnTo>
                    <a:pt x="231648" y="1924812"/>
                  </a:lnTo>
                  <a:lnTo>
                    <a:pt x="231648" y="1874520"/>
                  </a:lnTo>
                  <a:close/>
                </a:path>
                <a:path w="2184400" h="5782310">
                  <a:moveTo>
                    <a:pt x="231648" y="1792224"/>
                  </a:moveTo>
                  <a:lnTo>
                    <a:pt x="228600" y="1789176"/>
                  </a:lnTo>
                  <a:lnTo>
                    <a:pt x="220980" y="1789176"/>
                  </a:lnTo>
                  <a:lnTo>
                    <a:pt x="217932" y="1792224"/>
                  </a:lnTo>
                  <a:lnTo>
                    <a:pt x="217932" y="1840992"/>
                  </a:lnTo>
                  <a:lnTo>
                    <a:pt x="220980" y="1844040"/>
                  </a:lnTo>
                  <a:lnTo>
                    <a:pt x="228600" y="1844040"/>
                  </a:lnTo>
                  <a:lnTo>
                    <a:pt x="231648" y="1840992"/>
                  </a:lnTo>
                  <a:lnTo>
                    <a:pt x="231648" y="1792224"/>
                  </a:lnTo>
                  <a:close/>
                </a:path>
                <a:path w="2184400" h="5782310">
                  <a:moveTo>
                    <a:pt x="231648" y="1709928"/>
                  </a:moveTo>
                  <a:lnTo>
                    <a:pt x="228600" y="1706880"/>
                  </a:lnTo>
                  <a:lnTo>
                    <a:pt x="220980" y="1706880"/>
                  </a:lnTo>
                  <a:lnTo>
                    <a:pt x="217932" y="1709928"/>
                  </a:lnTo>
                  <a:lnTo>
                    <a:pt x="217932" y="1758696"/>
                  </a:lnTo>
                  <a:lnTo>
                    <a:pt x="220980" y="1761744"/>
                  </a:lnTo>
                  <a:lnTo>
                    <a:pt x="228600" y="1761744"/>
                  </a:lnTo>
                  <a:lnTo>
                    <a:pt x="231648" y="1758696"/>
                  </a:lnTo>
                  <a:lnTo>
                    <a:pt x="231648" y="1709928"/>
                  </a:lnTo>
                  <a:close/>
                </a:path>
                <a:path w="2184400" h="5782310">
                  <a:moveTo>
                    <a:pt x="231648" y="1627632"/>
                  </a:moveTo>
                  <a:lnTo>
                    <a:pt x="228600" y="1624584"/>
                  </a:lnTo>
                  <a:lnTo>
                    <a:pt x="220980" y="1624584"/>
                  </a:lnTo>
                  <a:lnTo>
                    <a:pt x="217932" y="1627632"/>
                  </a:lnTo>
                  <a:lnTo>
                    <a:pt x="217932" y="1676400"/>
                  </a:lnTo>
                  <a:lnTo>
                    <a:pt x="220980" y="1679448"/>
                  </a:lnTo>
                  <a:lnTo>
                    <a:pt x="228600" y="1679448"/>
                  </a:lnTo>
                  <a:lnTo>
                    <a:pt x="231648" y="1676400"/>
                  </a:lnTo>
                  <a:lnTo>
                    <a:pt x="231648" y="1627632"/>
                  </a:lnTo>
                  <a:close/>
                </a:path>
                <a:path w="2184400" h="5782310">
                  <a:moveTo>
                    <a:pt x="231648" y="1543812"/>
                  </a:moveTo>
                  <a:lnTo>
                    <a:pt x="228600" y="1540764"/>
                  </a:lnTo>
                  <a:lnTo>
                    <a:pt x="220980" y="1540764"/>
                  </a:lnTo>
                  <a:lnTo>
                    <a:pt x="217932" y="1543812"/>
                  </a:lnTo>
                  <a:lnTo>
                    <a:pt x="217932" y="1592580"/>
                  </a:lnTo>
                  <a:lnTo>
                    <a:pt x="220980" y="1595628"/>
                  </a:lnTo>
                  <a:lnTo>
                    <a:pt x="228600" y="1595628"/>
                  </a:lnTo>
                  <a:lnTo>
                    <a:pt x="231648" y="1592580"/>
                  </a:lnTo>
                  <a:lnTo>
                    <a:pt x="231648" y="1543812"/>
                  </a:lnTo>
                  <a:close/>
                </a:path>
                <a:path w="2184400" h="5782310">
                  <a:moveTo>
                    <a:pt x="231648" y="1461516"/>
                  </a:moveTo>
                  <a:lnTo>
                    <a:pt x="228600" y="1458468"/>
                  </a:lnTo>
                  <a:lnTo>
                    <a:pt x="220980" y="1458468"/>
                  </a:lnTo>
                  <a:lnTo>
                    <a:pt x="217932" y="1461516"/>
                  </a:lnTo>
                  <a:lnTo>
                    <a:pt x="217932" y="1510284"/>
                  </a:lnTo>
                  <a:lnTo>
                    <a:pt x="220980" y="1513332"/>
                  </a:lnTo>
                  <a:lnTo>
                    <a:pt x="228600" y="1513332"/>
                  </a:lnTo>
                  <a:lnTo>
                    <a:pt x="231648" y="1510284"/>
                  </a:lnTo>
                  <a:lnTo>
                    <a:pt x="231648" y="1461516"/>
                  </a:lnTo>
                  <a:close/>
                </a:path>
                <a:path w="2184400" h="5782310">
                  <a:moveTo>
                    <a:pt x="231648" y="1379220"/>
                  </a:moveTo>
                  <a:lnTo>
                    <a:pt x="228600" y="1376172"/>
                  </a:lnTo>
                  <a:lnTo>
                    <a:pt x="220980" y="1376172"/>
                  </a:lnTo>
                  <a:lnTo>
                    <a:pt x="217932" y="1379220"/>
                  </a:lnTo>
                  <a:lnTo>
                    <a:pt x="217932" y="1427988"/>
                  </a:lnTo>
                  <a:lnTo>
                    <a:pt x="220980" y="1431036"/>
                  </a:lnTo>
                  <a:lnTo>
                    <a:pt x="228600" y="1431036"/>
                  </a:lnTo>
                  <a:lnTo>
                    <a:pt x="231648" y="1427988"/>
                  </a:lnTo>
                  <a:lnTo>
                    <a:pt x="231648" y="1379220"/>
                  </a:lnTo>
                  <a:close/>
                </a:path>
                <a:path w="2184400" h="5782310">
                  <a:moveTo>
                    <a:pt x="231648" y="1295400"/>
                  </a:moveTo>
                  <a:lnTo>
                    <a:pt x="228600" y="1292352"/>
                  </a:lnTo>
                  <a:lnTo>
                    <a:pt x="220980" y="1292352"/>
                  </a:lnTo>
                  <a:lnTo>
                    <a:pt x="217932" y="1295400"/>
                  </a:lnTo>
                  <a:lnTo>
                    <a:pt x="217932" y="1345692"/>
                  </a:lnTo>
                  <a:lnTo>
                    <a:pt x="220980" y="1348740"/>
                  </a:lnTo>
                  <a:lnTo>
                    <a:pt x="228600" y="1348740"/>
                  </a:lnTo>
                  <a:lnTo>
                    <a:pt x="231648" y="1345692"/>
                  </a:lnTo>
                  <a:lnTo>
                    <a:pt x="231648" y="1295400"/>
                  </a:lnTo>
                  <a:close/>
                </a:path>
                <a:path w="2184400" h="5782310">
                  <a:moveTo>
                    <a:pt x="231648" y="1213104"/>
                  </a:moveTo>
                  <a:lnTo>
                    <a:pt x="228600" y="1210056"/>
                  </a:lnTo>
                  <a:lnTo>
                    <a:pt x="220980" y="1210056"/>
                  </a:lnTo>
                  <a:lnTo>
                    <a:pt x="217932" y="1213104"/>
                  </a:lnTo>
                  <a:lnTo>
                    <a:pt x="217932" y="1261872"/>
                  </a:lnTo>
                  <a:lnTo>
                    <a:pt x="220980" y="1264920"/>
                  </a:lnTo>
                  <a:lnTo>
                    <a:pt x="228600" y="1264920"/>
                  </a:lnTo>
                  <a:lnTo>
                    <a:pt x="231648" y="1261872"/>
                  </a:lnTo>
                  <a:lnTo>
                    <a:pt x="231648" y="1213104"/>
                  </a:lnTo>
                  <a:close/>
                </a:path>
                <a:path w="2184400" h="5782310">
                  <a:moveTo>
                    <a:pt x="231648" y="1130808"/>
                  </a:moveTo>
                  <a:lnTo>
                    <a:pt x="228600" y="1127760"/>
                  </a:lnTo>
                  <a:lnTo>
                    <a:pt x="220980" y="1127760"/>
                  </a:lnTo>
                  <a:lnTo>
                    <a:pt x="217932" y="1130808"/>
                  </a:lnTo>
                  <a:lnTo>
                    <a:pt x="217932" y="1179576"/>
                  </a:lnTo>
                  <a:lnTo>
                    <a:pt x="220980" y="1182624"/>
                  </a:lnTo>
                  <a:lnTo>
                    <a:pt x="228600" y="1182624"/>
                  </a:lnTo>
                  <a:lnTo>
                    <a:pt x="231648" y="1179576"/>
                  </a:lnTo>
                  <a:lnTo>
                    <a:pt x="231648" y="1130808"/>
                  </a:lnTo>
                  <a:close/>
                </a:path>
                <a:path w="2184400" h="5782310">
                  <a:moveTo>
                    <a:pt x="231648" y="1048512"/>
                  </a:moveTo>
                  <a:lnTo>
                    <a:pt x="228600" y="1045464"/>
                  </a:lnTo>
                  <a:lnTo>
                    <a:pt x="220980" y="1045464"/>
                  </a:lnTo>
                  <a:lnTo>
                    <a:pt x="217932" y="1048512"/>
                  </a:lnTo>
                  <a:lnTo>
                    <a:pt x="217932" y="1097280"/>
                  </a:lnTo>
                  <a:lnTo>
                    <a:pt x="220980" y="1100328"/>
                  </a:lnTo>
                  <a:lnTo>
                    <a:pt x="228600" y="1100328"/>
                  </a:lnTo>
                  <a:lnTo>
                    <a:pt x="231648" y="1097280"/>
                  </a:lnTo>
                  <a:lnTo>
                    <a:pt x="231648" y="1048512"/>
                  </a:lnTo>
                  <a:close/>
                </a:path>
                <a:path w="2184400" h="5782310">
                  <a:moveTo>
                    <a:pt x="231648" y="964692"/>
                  </a:moveTo>
                  <a:lnTo>
                    <a:pt x="228600" y="961644"/>
                  </a:lnTo>
                  <a:lnTo>
                    <a:pt x="220980" y="961644"/>
                  </a:lnTo>
                  <a:lnTo>
                    <a:pt x="217932" y="964692"/>
                  </a:lnTo>
                  <a:lnTo>
                    <a:pt x="217932" y="1013460"/>
                  </a:lnTo>
                  <a:lnTo>
                    <a:pt x="220980" y="1016508"/>
                  </a:lnTo>
                  <a:lnTo>
                    <a:pt x="228600" y="1016508"/>
                  </a:lnTo>
                  <a:lnTo>
                    <a:pt x="231648" y="1013460"/>
                  </a:lnTo>
                  <a:lnTo>
                    <a:pt x="231648" y="964692"/>
                  </a:lnTo>
                  <a:close/>
                </a:path>
                <a:path w="2184400" h="5782310">
                  <a:moveTo>
                    <a:pt x="231648" y="882396"/>
                  </a:moveTo>
                  <a:lnTo>
                    <a:pt x="228600" y="879348"/>
                  </a:lnTo>
                  <a:lnTo>
                    <a:pt x="220980" y="879348"/>
                  </a:lnTo>
                  <a:lnTo>
                    <a:pt x="217932" y="882396"/>
                  </a:lnTo>
                  <a:lnTo>
                    <a:pt x="217932" y="931164"/>
                  </a:lnTo>
                  <a:lnTo>
                    <a:pt x="220980" y="934212"/>
                  </a:lnTo>
                  <a:lnTo>
                    <a:pt x="228600" y="934212"/>
                  </a:lnTo>
                  <a:lnTo>
                    <a:pt x="231648" y="931164"/>
                  </a:lnTo>
                  <a:lnTo>
                    <a:pt x="231648" y="882396"/>
                  </a:lnTo>
                  <a:close/>
                </a:path>
                <a:path w="2184400" h="5782310">
                  <a:moveTo>
                    <a:pt x="231648" y="800100"/>
                  </a:moveTo>
                  <a:lnTo>
                    <a:pt x="228600" y="797052"/>
                  </a:lnTo>
                  <a:lnTo>
                    <a:pt x="220980" y="797052"/>
                  </a:lnTo>
                  <a:lnTo>
                    <a:pt x="217932" y="800100"/>
                  </a:lnTo>
                  <a:lnTo>
                    <a:pt x="217932" y="848868"/>
                  </a:lnTo>
                  <a:lnTo>
                    <a:pt x="220980" y="851916"/>
                  </a:lnTo>
                  <a:lnTo>
                    <a:pt x="228600" y="851916"/>
                  </a:lnTo>
                  <a:lnTo>
                    <a:pt x="231648" y="848868"/>
                  </a:lnTo>
                  <a:lnTo>
                    <a:pt x="231648" y="800100"/>
                  </a:lnTo>
                  <a:close/>
                </a:path>
                <a:path w="2184400" h="5782310">
                  <a:moveTo>
                    <a:pt x="231648" y="716280"/>
                  </a:moveTo>
                  <a:lnTo>
                    <a:pt x="228600" y="713232"/>
                  </a:lnTo>
                  <a:lnTo>
                    <a:pt x="220980" y="713232"/>
                  </a:lnTo>
                  <a:lnTo>
                    <a:pt x="217932" y="716280"/>
                  </a:lnTo>
                  <a:lnTo>
                    <a:pt x="217932" y="766572"/>
                  </a:lnTo>
                  <a:lnTo>
                    <a:pt x="220980" y="769620"/>
                  </a:lnTo>
                  <a:lnTo>
                    <a:pt x="228600" y="769620"/>
                  </a:lnTo>
                  <a:lnTo>
                    <a:pt x="231648" y="766572"/>
                  </a:lnTo>
                  <a:lnTo>
                    <a:pt x="231648" y="716280"/>
                  </a:lnTo>
                  <a:close/>
                </a:path>
                <a:path w="2184400" h="5782310">
                  <a:moveTo>
                    <a:pt x="231648" y="633984"/>
                  </a:moveTo>
                  <a:lnTo>
                    <a:pt x="228600" y="630936"/>
                  </a:lnTo>
                  <a:lnTo>
                    <a:pt x="220980" y="630936"/>
                  </a:lnTo>
                  <a:lnTo>
                    <a:pt x="217932" y="633984"/>
                  </a:lnTo>
                  <a:lnTo>
                    <a:pt x="217932" y="682752"/>
                  </a:lnTo>
                  <a:lnTo>
                    <a:pt x="220980" y="685800"/>
                  </a:lnTo>
                  <a:lnTo>
                    <a:pt x="228600" y="685800"/>
                  </a:lnTo>
                  <a:lnTo>
                    <a:pt x="231648" y="682752"/>
                  </a:lnTo>
                  <a:lnTo>
                    <a:pt x="231648" y="633984"/>
                  </a:lnTo>
                  <a:close/>
                </a:path>
                <a:path w="2184400" h="5782310">
                  <a:moveTo>
                    <a:pt x="231648" y="551688"/>
                  </a:moveTo>
                  <a:lnTo>
                    <a:pt x="228600" y="548640"/>
                  </a:lnTo>
                  <a:lnTo>
                    <a:pt x="220980" y="548640"/>
                  </a:lnTo>
                  <a:lnTo>
                    <a:pt x="217932" y="551688"/>
                  </a:lnTo>
                  <a:lnTo>
                    <a:pt x="217932" y="600456"/>
                  </a:lnTo>
                  <a:lnTo>
                    <a:pt x="220980" y="603504"/>
                  </a:lnTo>
                  <a:lnTo>
                    <a:pt x="228600" y="603504"/>
                  </a:lnTo>
                  <a:lnTo>
                    <a:pt x="231648" y="600456"/>
                  </a:lnTo>
                  <a:lnTo>
                    <a:pt x="231648" y="551688"/>
                  </a:lnTo>
                  <a:close/>
                </a:path>
                <a:path w="2184400" h="5782310">
                  <a:moveTo>
                    <a:pt x="231648" y="469392"/>
                  </a:moveTo>
                  <a:lnTo>
                    <a:pt x="228600" y="466344"/>
                  </a:lnTo>
                  <a:lnTo>
                    <a:pt x="220980" y="466344"/>
                  </a:lnTo>
                  <a:lnTo>
                    <a:pt x="217932" y="469392"/>
                  </a:lnTo>
                  <a:lnTo>
                    <a:pt x="217932" y="518160"/>
                  </a:lnTo>
                  <a:lnTo>
                    <a:pt x="220980" y="521208"/>
                  </a:lnTo>
                  <a:lnTo>
                    <a:pt x="228600" y="521208"/>
                  </a:lnTo>
                  <a:lnTo>
                    <a:pt x="231648" y="518160"/>
                  </a:lnTo>
                  <a:lnTo>
                    <a:pt x="231648" y="469392"/>
                  </a:lnTo>
                  <a:close/>
                </a:path>
                <a:path w="2184400" h="5782310">
                  <a:moveTo>
                    <a:pt x="231648" y="385572"/>
                  </a:moveTo>
                  <a:lnTo>
                    <a:pt x="228600" y="382524"/>
                  </a:lnTo>
                  <a:lnTo>
                    <a:pt x="220980" y="382524"/>
                  </a:lnTo>
                  <a:lnTo>
                    <a:pt x="217932" y="385572"/>
                  </a:lnTo>
                  <a:lnTo>
                    <a:pt x="217932" y="434340"/>
                  </a:lnTo>
                  <a:lnTo>
                    <a:pt x="220980" y="437388"/>
                  </a:lnTo>
                  <a:lnTo>
                    <a:pt x="228600" y="437388"/>
                  </a:lnTo>
                  <a:lnTo>
                    <a:pt x="231648" y="434340"/>
                  </a:lnTo>
                  <a:lnTo>
                    <a:pt x="231648" y="385572"/>
                  </a:lnTo>
                  <a:close/>
                </a:path>
                <a:path w="2184400" h="5782310">
                  <a:moveTo>
                    <a:pt x="231648" y="303276"/>
                  </a:moveTo>
                  <a:lnTo>
                    <a:pt x="228600" y="300228"/>
                  </a:lnTo>
                  <a:lnTo>
                    <a:pt x="220980" y="300228"/>
                  </a:lnTo>
                  <a:lnTo>
                    <a:pt x="217932" y="303276"/>
                  </a:lnTo>
                  <a:lnTo>
                    <a:pt x="217932" y="352044"/>
                  </a:lnTo>
                  <a:lnTo>
                    <a:pt x="220980" y="355092"/>
                  </a:lnTo>
                  <a:lnTo>
                    <a:pt x="228600" y="355092"/>
                  </a:lnTo>
                  <a:lnTo>
                    <a:pt x="231648" y="352044"/>
                  </a:lnTo>
                  <a:lnTo>
                    <a:pt x="231648" y="303276"/>
                  </a:lnTo>
                  <a:close/>
                </a:path>
                <a:path w="2184400" h="5782310">
                  <a:moveTo>
                    <a:pt x="231648" y="220980"/>
                  </a:moveTo>
                  <a:lnTo>
                    <a:pt x="228600" y="217932"/>
                  </a:lnTo>
                  <a:lnTo>
                    <a:pt x="220980" y="217932"/>
                  </a:lnTo>
                  <a:lnTo>
                    <a:pt x="217932" y="220980"/>
                  </a:lnTo>
                  <a:lnTo>
                    <a:pt x="217932" y="269748"/>
                  </a:lnTo>
                  <a:lnTo>
                    <a:pt x="220980" y="272796"/>
                  </a:lnTo>
                  <a:lnTo>
                    <a:pt x="228600" y="272796"/>
                  </a:lnTo>
                  <a:lnTo>
                    <a:pt x="231648" y="269748"/>
                  </a:lnTo>
                  <a:lnTo>
                    <a:pt x="231648" y="220980"/>
                  </a:lnTo>
                  <a:close/>
                </a:path>
                <a:path w="2184400" h="5782310">
                  <a:moveTo>
                    <a:pt x="231648" y="137160"/>
                  </a:moveTo>
                  <a:lnTo>
                    <a:pt x="228600" y="134112"/>
                  </a:lnTo>
                  <a:lnTo>
                    <a:pt x="220980" y="134112"/>
                  </a:lnTo>
                  <a:lnTo>
                    <a:pt x="217932" y="137160"/>
                  </a:lnTo>
                  <a:lnTo>
                    <a:pt x="217932" y="187452"/>
                  </a:lnTo>
                  <a:lnTo>
                    <a:pt x="220980" y="190500"/>
                  </a:lnTo>
                  <a:lnTo>
                    <a:pt x="228600" y="190500"/>
                  </a:lnTo>
                  <a:lnTo>
                    <a:pt x="231648" y="187452"/>
                  </a:lnTo>
                  <a:lnTo>
                    <a:pt x="231648" y="137160"/>
                  </a:lnTo>
                  <a:close/>
                </a:path>
                <a:path w="2184400" h="5782310">
                  <a:moveTo>
                    <a:pt x="448056" y="5763768"/>
                  </a:moveTo>
                  <a:lnTo>
                    <a:pt x="445008" y="5760720"/>
                  </a:lnTo>
                  <a:lnTo>
                    <a:pt x="437388" y="5760720"/>
                  </a:lnTo>
                  <a:lnTo>
                    <a:pt x="434340" y="5763768"/>
                  </a:lnTo>
                  <a:lnTo>
                    <a:pt x="434340" y="5779008"/>
                  </a:lnTo>
                  <a:lnTo>
                    <a:pt x="437388" y="5782056"/>
                  </a:lnTo>
                  <a:lnTo>
                    <a:pt x="445008" y="5782056"/>
                  </a:lnTo>
                  <a:lnTo>
                    <a:pt x="448056" y="5779008"/>
                  </a:lnTo>
                  <a:lnTo>
                    <a:pt x="448056" y="5763768"/>
                  </a:lnTo>
                  <a:close/>
                </a:path>
                <a:path w="2184400" h="5782310">
                  <a:moveTo>
                    <a:pt x="448056" y="5681472"/>
                  </a:moveTo>
                  <a:lnTo>
                    <a:pt x="445008" y="5678424"/>
                  </a:lnTo>
                  <a:lnTo>
                    <a:pt x="437388" y="5678424"/>
                  </a:lnTo>
                  <a:lnTo>
                    <a:pt x="434340" y="5681472"/>
                  </a:lnTo>
                  <a:lnTo>
                    <a:pt x="434340" y="5730240"/>
                  </a:lnTo>
                  <a:lnTo>
                    <a:pt x="437388" y="5733288"/>
                  </a:lnTo>
                  <a:lnTo>
                    <a:pt x="445008" y="5733288"/>
                  </a:lnTo>
                  <a:lnTo>
                    <a:pt x="448056" y="5730240"/>
                  </a:lnTo>
                  <a:lnTo>
                    <a:pt x="448056" y="5681472"/>
                  </a:lnTo>
                  <a:close/>
                </a:path>
                <a:path w="2184400" h="5782310">
                  <a:moveTo>
                    <a:pt x="448056" y="5597652"/>
                  </a:moveTo>
                  <a:lnTo>
                    <a:pt x="445008" y="5594604"/>
                  </a:lnTo>
                  <a:lnTo>
                    <a:pt x="437388" y="5594604"/>
                  </a:lnTo>
                  <a:lnTo>
                    <a:pt x="434340" y="5597652"/>
                  </a:lnTo>
                  <a:lnTo>
                    <a:pt x="434340" y="5646420"/>
                  </a:lnTo>
                  <a:lnTo>
                    <a:pt x="437388" y="5649468"/>
                  </a:lnTo>
                  <a:lnTo>
                    <a:pt x="445008" y="5649468"/>
                  </a:lnTo>
                  <a:lnTo>
                    <a:pt x="448056" y="5646420"/>
                  </a:lnTo>
                  <a:lnTo>
                    <a:pt x="448056" y="5597652"/>
                  </a:lnTo>
                  <a:close/>
                </a:path>
                <a:path w="2184400" h="5782310">
                  <a:moveTo>
                    <a:pt x="448056" y="5515356"/>
                  </a:moveTo>
                  <a:lnTo>
                    <a:pt x="445008" y="5512308"/>
                  </a:lnTo>
                  <a:lnTo>
                    <a:pt x="437388" y="5512308"/>
                  </a:lnTo>
                  <a:lnTo>
                    <a:pt x="434340" y="5515356"/>
                  </a:lnTo>
                  <a:lnTo>
                    <a:pt x="434340" y="5564124"/>
                  </a:lnTo>
                  <a:lnTo>
                    <a:pt x="437388" y="5567172"/>
                  </a:lnTo>
                  <a:lnTo>
                    <a:pt x="445008" y="5567172"/>
                  </a:lnTo>
                  <a:lnTo>
                    <a:pt x="448056" y="5564124"/>
                  </a:lnTo>
                  <a:lnTo>
                    <a:pt x="448056" y="5515356"/>
                  </a:lnTo>
                  <a:close/>
                </a:path>
                <a:path w="2184400" h="5782310">
                  <a:moveTo>
                    <a:pt x="448056" y="5433060"/>
                  </a:moveTo>
                  <a:lnTo>
                    <a:pt x="445008" y="5430012"/>
                  </a:lnTo>
                  <a:lnTo>
                    <a:pt x="437388" y="5430012"/>
                  </a:lnTo>
                  <a:lnTo>
                    <a:pt x="434340" y="5433060"/>
                  </a:lnTo>
                  <a:lnTo>
                    <a:pt x="434340" y="5481828"/>
                  </a:lnTo>
                  <a:lnTo>
                    <a:pt x="437388" y="5484876"/>
                  </a:lnTo>
                  <a:lnTo>
                    <a:pt x="445008" y="5484876"/>
                  </a:lnTo>
                  <a:lnTo>
                    <a:pt x="448056" y="5481828"/>
                  </a:lnTo>
                  <a:lnTo>
                    <a:pt x="448056" y="5433060"/>
                  </a:lnTo>
                  <a:close/>
                </a:path>
                <a:path w="2184400" h="5782310">
                  <a:moveTo>
                    <a:pt x="448056" y="5349240"/>
                  </a:moveTo>
                  <a:lnTo>
                    <a:pt x="445008" y="5346192"/>
                  </a:lnTo>
                  <a:lnTo>
                    <a:pt x="437388" y="5346192"/>
                  </a:lnTo>
                  <a:lnTo>
                    <a:pt x="434340" y="5349240"/>
                  </a:lnTo>
                  <a:lnTo>
                    <a:pt x="434340" y="5399532"/>
                  </a:lnTo>
                  <a:lnTo>
                    <a:pt x="437388" y="5402580"/>
                  </a:lnTo>
                  <a:lnTo>
                    <a:pt x="445008" y="5402580"/>
                  </a:lnTo>
                  <a:lnTo>
                    <a:pt x="448056" y="5399532"/>
                  </a:lnTo>
                  <a:lnTo>
                    <a:pt x="448056" y="5349240"/>
                  </a:lnTo>
                  <a:close/>
                </a:path>
                <a:path w="2184400" h="5782310">
                  <a:moveTo>
                    <a:pt x="448056" y="5266944"/>
                  </a:moveTo>
                  <a:lnTo>
                    <a:pt x="445008" y="5263896"/>
                  </a:lnTo>
                  <a:lnTo>
                    <a:pt x="437388" y="5263896"/>
                  </a:lnTo>
                  <a:lnTo>
                    <a:pt x="434340" y="5266944"/>
                  </a:lnTo>
                  <a:lnTo>
                    <a:pt x="434340" y="5315712"/>
                  </a:lnTo>
                  <a:lnTo>
                    <a:pt x="437388" y="5318760"/>
                  </a:lnTo>
                  <a:lnTo>
                    <a:pt x="445008" y="5318760"/>
                  </a:lnTo>
                  <a:lnTo>
                    <a:pt x="448056" y="5315712"/>
                  </a:lnTo>
                  <a:lnTo>
                    <a:pt x="448056" y="5266944"/>
                  </a:lnTo>
                  <a:close/>
                </a:path>
                <a:path w="2184400" h="5782310">
                  <a:moveTo>
                    <a:pt x="448056" y="5184648"/>
                  </a:moveTo>
                  <a:lnTo>
                    <a:pt x="445008" y="5181600"/>
                  </a:lnTo>
                  <a:lnTo>
                    <a:pt x="437388" y="5181600"/>
                  </a:lnTo>
                  <a:lnTo>
                    <a:pt x="434340" y="5184648"/>
                  </a:lnTo>
                  <a:lnTo>
                    <a:pt x="434340" y="5233416"/>
                  </a:lnTo>
                  <a:lnTo>
                    <a:pt x="437388" y="5236464"/>
                  </a:lnTo>
                  <a:lnTo>
                    <a:pt x="445008" y="5236464"/>
                  </a:lnTo>
                  <a:lnTo>
                    <a:pt x="448056" y="5233416"/>
                  </a:lnTo>
                  <a:lnTo>
                    <a:pt x="448056" y="5184648"/>
                  </a:lnTo>
                  <a:close/>
                </a:path>
                <a:path w="2184400" h="5782310">
                  <a:moveTo>
                    <a:pt x="448056" y="5102352"/>
                  </a:moveTo>
                  <a:lnTo>
                    <a:pt x="445008" y="5099304"/>
                  </a:lnTo>
                  <a:lnTo>
                    <a:pt x="437388" y="5099304"/>
                  </a:lnTo>
                  <a:lnTo>
                    <a:pt x="434340" y="5102352"/>
                  </a:lnTo>
                  <a:lnTo>
                    <a:pt x="434340" y="5151120"/>
                  </a:lnTo>
                  <a:lnTo>
                    <a:pt x="437388" y="5154168"/>
                  </a:lnTo>
                  <a:lnTo>
                    <a:pt x="445008" y="5154168"/>
                  </a:lnTo>
                  <a:lnTo>
                    <a:pt x="448056" y="5151120"/>
                  </a:lnTo>
                  <a:lnTo>
                    <a:pt x="448056" y="5102352"/>
                  </a:lnTo>
                  <a:close/>
                </a:path>
                <a:path w="2184400" h="5782310">
                  <a:moveTo>
                    <a:pt x="448056" y="5018532"/>
                  </a:moveTo>
                  <a:lnTo>
                    <a:pt x="445008" y="5015484"/>
                  </a:lnTo>
                  <a:lnTo>
                    <a:pt x="437388" y="5015484"/>
                  </a:lnTo>
                  <a:lnTo>
                    <a:pt x="434340" y="5018532"/>
                  </a:lnTo>
                  <a:lnTo>
                    <a:pt x="434340" y="5067300"/>
                  </a:lnTo>
                  <a:lnTo>
                    <a:pt x="437388" y="5070348"/>
                  </a:lnTo>
                  <a:lnTo>
                    <a:pt x="445008" y="5070348"/>
                  </a:lnTo>
                  <a:lnTo>
                    <a:pt x="448056" y="5067300"/>
                  </a:lnTo>
                  <a:lnTo>
                    <a:pt x="448056" y="5018532"/>
                  </a:lnTo>
                  <a:close/>
                </a:path>
                <a:path w="2184400" h="5782310">
                  <a:moveTo>
                    <a:pt x="448056" y="4936236"/>
                  </a:moveTo>
                  <a:lnTo>
                    <a:pt x="445008" y="4933188"/>
                  </a:lnTo>
                  <a:lnTo>
                    <a:pt x="437388" y="4933188"/>
                  </a:lnTo>
                  <a:lnTo>
                    <a:pt x="434340" y="4936236"/>
                  </a:lnTo>
                  <a:lnTo>
                    <a:pt x="434340" y="4985004"/>
                  </a:lnTo>
                  <a:lnTo>
                    <a:pt x="437388" y="4988052"/>
                  </a:lnTo>
                  <a:lnTo>
                    <a:pt x="445008" y="4988052"/>
                  </a:lnTo>
                  <a:lnTo>
                    <a:pt x="448056" y="4985004"/>
                  </a:lnTo>
                  <a:lnTo>
                    <a:pt x="448056" y="4936236"/>
                  </a:lnTo>
                  <a:close/>
                </a:path>
                <a:path w="2184400" h="5782310">
                  <a:moveTo>
                    <a:pt x="448056" y="4853940"/>
                  </a:moveTo>
                  <a:lnTo>
                    <a:pt x="445008" y="4850892"/>
                  </a:lnTo>
                  <a:lnTo>
                    <a:pt x="437388" y="4850892"/>
                  </a:lnTo>
                  <a:lnTo>
                    <a:pt x="434340" y="4853940"/>
                  </a:lnTo>
                  <a:lnTo>
                    <a:pt x="434340" y="4902708"/>
                  </a:lnTo>
                  <a:lnTo>
                    <a:pt x="437388" y="4905756"/>
                  </a:lnTo>
                  <a:lnTo>
                    <a:pt x="445008" y="4905756"/>
                  </a:lnTo>
                  <a:lnTo>
                    <a:pt x="448056" y="4902708"/>
                  </a:lnTo>
                  <a:lnTo>
                    <a:pt x="448056" y="4853940"/>
                  </a:lnTo>
                  <a:close/>
                </a:path>
                <a:path w="2184400" h="5782310">
                  <a:moveTo>
                    <a:pt x="448056" y="4770120"/>
                  </a:moveTo>
                  <a:lnTo>
                    <a:pt x="445008" y="4767072"/>
                  </a:lnTo>
                  <a:lnTo>
                    <a:pt x="437388" y="4767072"/>
                  </a:lnTo>
                  <a:lnTo>
                    <a:pt x="434340" y="4770120"/>
                  </a:lnTo>
                  <a:lnTo>
                    <a:pt x="434340" y="4820412"/>
                  </a:lnTo>
                  <a:lnTo>
                    <a:pt x="437388" y="4823460"/>
                  </a:lnTo>
                  <a:lnTo>
                    <a:pt x="445008" y="4823460"/>
                  </a:lnTo>
                  <a:lnTo>
                    <a:pt x="448056" y="4820412"/>
                  </a:lnTo>
                  <a:lnTo>
                    <a:pt x="448056" y="4770120"/>
                  </a:lnTo>
                  <a:close/>
                </a:path>
                <a:path w="2184400" h="5782310">
                  <a:moveTo>
                    <a:pt x="448056" y="4687824"/>
                  </a:moveTo>
                  <a:lnTo>
                    <a:pt x="445008" y="4684776"/>
                  </a:lnTo>
                  <a:lnTo>
                    <a:pt x="437388" y="4684776"/>
                  </a:lnTo>
                  <a:lnTo>
                    <a:pt x="434340" y="4687824"/>
                  </a:lnTo>
                  <a:lnTo>
                    <a:pt x="434340" y="4736592"/>
                  </a:lnTo>
                  <a:lnTo>
                    <a:pt x="437388" y="4739640"/>
                  </a:lnTo>
                  <a:lnTo>
                    <a:pt x="445008" y="4739640"/>
                  </a:lnTo>
                  <a:lnTo>
                    <a:pt x="448056" y="4736592"/>
                  </a:lnTo>
                  <a:lnTo>
                    <a:pt x="448056" y="4687824"/>
                  </a:lnTo>
                  <a:close/>
                </a:path>
                <a:path w="2184400" h="5782310">
                  <a:moveTo>
                    <a:pt x="448056" y="4605528"/>
                  </a:moveTo>
                  <a:lnTo>
                    <a:pt x="445008" y="4602480"/>
                  </a:lnTo>
                  <a:lnTo>
                    <a:pt x="437388" y="4602480"/>
                  </a:lnTo>
                  <a:lnTo>
                    <a:pt x="434340" y="4605528"/>
                  </a:lnTo>
                  <a:lnTo>
                    <a:pt x="434340" y="4654308"/>
                  </a:lnTo>
                  <a:lnTo>
                    <a:pt x="437388" y="4657344"/>
                  </a:lnTo>
                  <a:lnTo>
                    <a:pt x="445008" y="4657344"/>
                  </a:lnTo>
                  <a:lnTo>
                    <a:pt x="448056" y="4654308"/>
                  </a:lnTo>
                  <a:lnTo>
                    <a:pt x="448056" y="4605528"/>
                  </a:lnTo>
                  <a:close/>
                </a:path>
                <a:path w="2184400" h="5782310">
                  <a:moveTo>
                    <a:pt x="448056" y="4523232"/>
                  </a:moveTo>
                  <a:lnTo>
                    <a:pt x="445008" y="4520184"/>
                  </a:lnTo>
                  <a:lnTo>
                    <a:pt x="437388" y="4520184"/>
                  </a:lnTo>
                  <a:lnTo>
                    <a:pt x="434340" y="4523232"/>
                  </a:lnTo>
                  <a:lnTo>
                    <a:pt x="434340" y="4572000"/>
                  </a:lnTo>
                  <a:lnTo>
                    <a:pt x="437388" y="4575048"/>
                  </a:lnTo>
                  <a:lnTo>
                    <a:pt x="445008" y="4575048"/>
                  </a:lnTo>
                  <a:lnTo>
                    <a:pt x="448056" y="4572000"/>
                  </a:lnTo>
                  <a:lnTo>
                    <a:pt x="448056" y="4523232"/>
                  </a:lnTo>
                  <a:close/>
                </a:path>
                <a:path w="2184400" h="5782310">
                  <a:moveTo>
                    <a:pt x="448056" y="4439412"/>
                  </a:moveTo>
                  <a:lnTo>
                    <a:pt x="445008" y="4436364"/>
                  </a:lnTo>
                  <a:lnTo>
                    <a:pt x="437388" y="4436364"/>
                  </a:lnTo>
                  <a:lnTo>
                    <a:pt x="434340" y="4439412"/>
                  </a:lnTo>
                  <a:lnTo>
                    <a:pt x="434340" y="4488180"/>
                  </a:lnTo>
                  <a:lnTo>
                    <a:pt x="437388" y="4491228"/>
                  </a:lnTo>
                  <a:lnTo>
                    <a:pt x="445008" y="4491228"/>
                  </a:lnTo>
                  <a:lnTo>
                    <a:pt x="448056" y="4488180"/>
                  </a:lnTo>
                  <a:lnTo>
                    <a:pt x="448056" y="4439412"/>
                  </a:lnTo>
                  <a:close/>
                </a:path>
                <a:path w="2184400" h="5782310">
                  <a:moveTo>
                    <a:pt x="448056" y="4357116"/>
                  </a:moveTo>
                  <a:lnTo>
                    <a:pt x="445008" y="4354068"/>
                  </a:lnTo>
                  <a:lnTo>
                    <a:pt x="437388" y="4354068"/>
                  </a:lnTo>
                  <a:lnTo>
                    <a:pt x="434340" y="4357116"/>
                  </a:lnTo>
                  <a:lnTo>
                    <a:pt x="434340" y="4405884"/>
                  </a:lnTo>
                  <a:lnTo>
                    <a:pt x="437388" y="4408932"/>
                  </a:lnTo>
                  <a:lnTo>
                    <a:pt x="445008" y="4408932"/>
                  </a:lnTo>
                  <a:lnTo>
                    <a:pt x="448056" y="4405884"/>
                  </a:lnTo>
                  <a:lnTo>
                    <a:pt x="448056" y="4357116"/>
                  </a:lnTo>
                  <a:close/>
                </a:path>
                <a:path w="2184400" h="5782310">
                  <a:moveTo>
                    <a:pt x="448056" y="4274820"/>
                  </a:moveTo>
                  <a:lnTo>
                    <a:pt x="445008" y="4271772"/>
                  </a:lnTo>
                  <a:lnTo>
                    <a:pt x="437388" y="4271772"/>
                  </a:lnTo>
                  <a:lnTo>
                    <a:pt x="434340" y="4274820"/>
                  </a:lnTo>
                  <a:lnTo>
                    <a:pt x="434340" y="4323588"/>
                  </a:lnTo>
                  <a:lnTo>
                    <a:pt x="437388" y="4326636"/>
                  </a:lnTo>
                  <a:lnTo>
                    <a:pt x="445008" y="4326636"/>
                  </a:lnTo>
                  <a:lnTo>
                    <a:pt x="448056" y="4323588"/>
                  </a:lnTo>
                  <a:lnTo>
                    <a:pt x="448056" y="4274820"/>
                  </a:lnTo>
                  <a:close/>
                </a:path>
                <a:path w="2184400" h="5782310">
                  <a:moveTo>
                    <a:pt x="448056" y="4191000"/>
                  </a:moveTo>
                  <a:lnTo>
                    <a:pt x="445008" y="4187952"/>
                  </a:lnTo>
                  <a:lnTo>
                    <a:pt x="437388" y="4187952"/>
                  </a:lnTo>
                  <a:lnTo>
                    <a:pt x="434340" y="4191000"/>
                  </a:lnTo>
                  <a:lnTo>
                    <a:pt x="434340" y="4241292"/>
                  </a:lnTo>
                  <a:lnTo>
                    <a:pt x="437388" y="4244340"/>
                  </a:lnTo>
                  <a:lnTo>
                    <a:pt x="445008" y="4244340"/>
                  </a:lnTo>
                  <a:lnTo>
                    <a:pt x="448056" y="4241292"/>
                  </a:lnTo>
                  <a:lnTo>
                    <a:pt x="448056" y="4191000"/>
                  </a:lnTo>
                  <a:close/>
                </a:path>
                <a:path w="2184400" h="5782310">
                  <a:moveTo>
                    <a:pt x="448056" y="4108704"/>
                  </a:moveTo>
                  <a:lnTo>
                    <a:pt x="445008" y="4105656"/>
                  </a:lnTo>
                  <a:lnTo>
                    <a:pt x="437388" y="4105656"/>
                  </a:lnTo>
                  <a:lnTo>
                    <a:pt x="434340" y="4108704"/>
                  </a:lnTo>
                  <a:lnTo>
                    <a:pt x="434340" y="4157472"/>
                  </a:lnTo>
                  <a:lnTo>
                    <a:pt x="437388" y="4160520"/>
                  </a:lnTo>
                  <a:lnTo>
                    <a:pt x="445008" y="4160520"/>
                  </a:lnTo>
                  <a:lnTo>
                    <a:pt x="448056" y="4157472"/>
                  </a:lnTo>
                  <a:lnTo>
                    <a:pt x="448056" y="4108704"/>
                  </a:lnTo>
                  <a:close/>
                </a:path>
                <a:path w="2184400" h="5782310">
                  <a:moveTo>
                    <a:pt x="448056" y="4026408"/>
                  </a:moveTo>
                  <a:lnTo>
                    <a:pt x="445008" y="4023360"/>
                  </a:lnTo>
                  <a:lnTo>
                    <a:pt x="437388" y="4023360"/>
                  </a:lnTo>
                  <a:lnTo>
                    <a:pt x="434340" y="4026408"/>
                  </a:lnTo>
                  <a:lnTo>
                    <a:pt x="434340" y="4075176"/>
                  </a:lnTo>
                  <a:lnTo>
                    <a:pt x="437388" y="4078224"/>
                  </a:lnTo>
                  <a:lnTo>
                    <a:pt x="445008" y="4078224"/>
                  </a:lnTo>
                  <a:lnTo>
                    <a:pt x="448056" y="4075176"/>
                  </a:lnTo>
                  <a:lnTo>
                    <a:pt x="448056" y="4026408"/>
                  </a:lnTo>
                  <a:close/>
                </a:path>
                <a:path w="2184400" h="5782310">
                  <a:moveTo>
                    <a:pt x="448056" y="3944112"/>
                  </a:moveTo>
                  <a:lnTo>
                    <a:pt x="445008" y="3941064"/>
                  </a:lnTo>
                  <a:lnTo>
                    <a:pt x="437388" y="3941064"/>
                  </a:lnTo>
                  <a:lnTo>
                    <a:pt x="434340" y="3944112"/>
                  </a:lnTo>
                  <a:lnTo>
                    <a:pt x="434340" y="3992880"/>
                  </a:lnTo>
                  <a:lnTo>
                    <a:pt x="437388" y="3995928"/>
                  </a:lnTo>
                  <a:lnTo>
                    <a:pt x="445008" y="3995928"/>
                  </a:lnTo>
                  <a:lnTo>
                    <a:pt x="448056" y="3992880"/>
                  </a:lnTo>
                  <a:lnTo>
                    <a:pt x="448056" y="3944112"/>
                  </a:lnTo>
                  <a:close/>
                </a:path>
                <a:path w="2184400" h="5782310">
                  <a:moveTo>
                    <a:pt x="448056" y="3860292"/>
                  </a:moveTo>
                  <a:lnTo>
                    <a:pt x="445008" y="3857244"/>
                  </a:lnTo>
                  <a:lnTo>
                    <a:pt x="437388" y="3857244"/>
                  </a:lnTo>
                  <a:lnTo>
                    <a:pt x="434340" y="3860292"/>
                  </a:lnTo>
                  <a:lnTo>
                    <a:pt x="434340" y="3909060"/>
                  </a:lnTo>
                  <a:lnTo>
                    <a:pt x="437388" y="3912108"/>
                  </a:lnTo>
                  <a:lnTo>
                    <a:pt x="445008" y="3912108"/>
                  </a:lnTo>
                  <a:lnTo>
                    <a:pt x="448056" y="3909060"/>
                  </a:lnTo>
                  <a:lnTo>
                    <a:pt x="448056" y="3860292"/>
                  </a:lnTo>
                  <a:close/>
                </a:path>
                <a:path w="2184400" h="5782310">
                  <a:moveTo>
                    <a:pt x="448056" y="3777996"/>
                  </a:moveTo>
                  <a:lnTo>
                    <a:pt x="445008" y="3774948"/>
                  </a:lnTo>
                  <a:lnTo>
                    <a:pt x="437388" y="3774948"/>
                  </a:lnTo>
                  <a:lnTo>
                    <a:pt x="434340" y="3777996"/>
                  </a:lnTo>
                  <a:lnTo>
                    <a:pt x="434340" y="3826764"/>
                  </a:lnTo>
                  <a:lnTo>
                    <a:pt x="437388" y="3829812"/>
                  </a:lnTo>
                  <a:lnTo>
                    <a:pt x="445008" y="3829812"/>
                  </a:lnTo>
                  <a:lnTo>
                    <a:pt x="448056" y="3826764"/>
                  </a:lnTo>
                  <a:lnTo>
                    <a:pt x="448056" y="3777996"/>
                  </a:lnTo>
                  <a:close/>
                </a:path>
                <a:path w="2184400" h="5782310">
                  <a:moveTo>
                    <a:pt x="448056" y="3695700"/>
                  </a:moveTo>
                  <a:lnTo>
                    <a:pt x="445008" y="3692652"/>
                  </a:lnTo>
                  <a:lnTo>
                    <a:pt x="437388" y="3692652"/>
                  </a:lnTo>
                  <a:lnTo>
                    <a:pt x="434340" y="3695700"/>
                  </a:lnTo>
                  <a:lnTo>
                    <a:pt x="434340" y="3744468"/>
                  </a:lnTo>
                  <a:lnTo>
                    <a:pt x="437388" y="3747516"/>
                  </a:lnTo>
                  <a:lnTo>
                    <a:pt x="445008" y="3747516"/>
                  </a:lnTo>
                  <a:lnTo>
                    <a:pt x="448056" y="3744468"/>
                  </a:lnTo>
                  <a:lnTo>
                    <a:pt x="448056" y="3695700"/>
                  </a:lnTo>
                  <a:close/>
                </a:path>
                <a:path w="2184400" h="5782310">
                  <a:moveTo>
                    <a:pt x="448056" y="3611880"/>
                  </a:moveTo>
                  <a:lnTo>
                    <a:pt x="445008" y="3608832"/>
                  </a:lnTo>
                  <a:lnTo>
                    <a:pt x="437388" y="3608832"/>
                  </a:lnTo>
                  <a:lnTo>
                    <a:pt x="434340" y="3611880"/>
                  </a:lnTo>
                  <a:lnTo>
                    <a:pt x="434340" y="3662172"/>
                  </a:lnTo>
                  <a:lnTo>
                    <a:pt x="437388" y="3665220"/>
                  </a:lnTo>
                  <a:lnTo>
                    <a:pt x="445008" y="3665220"/>
                  </a:lnTo>
                  <a:lnTo>
                    <a:pt x="448056" y="3662172"/>
                  </a:lnTo>
                  <a:lnTo>
                    <a:pt x="448056" y="3611880"/>
                  </a:lnTo>
                  <a:close/>
                </a:path>
                <a:path w="2184400" h="5782310">
                  <a:moveTo>
                    <a:pt x="448056" y="3529584"/>
                  </a:moveTo>
                  <a:lnTo>
                    <a:pt x="445008" y="3526536"/>
                  </a:lnTo>
                  <a:lnTo>
                    <a:pt x="437388" y="3526536"/>
                  </a:lnTo>
                  <a:lnTo>
                    <a:pt x="434340" y="3529584"/>
                  </a:lnTo>
                  <a:lnTo>
                    <a:pt x="434340" y="3578352"/>
                  </a:lnTo>
                  <a:lnTo>
                    <a:pt x="437388" y="3581400"/>
                  </a:lnTo>
                  <a:lnTo>
                    <a:pt x="445008" y="3581400"/>
                  </a:lnTo>
                  <a:lnTo>
                    <a:pt x="448056" y="3578352"/>
                  </a:lnTo>
                  <a:lnTo>
                    <a:pt x="448056" y="3529584"/>
                  </a:lnTo>
                  <a:close/>
                </a:path>
                <a:path w="2184400" h="5782310">
                  <a:moveTo>
                    <a:pt x="448056" y="3447288"/>
                  </a:moveTo>
                  <a:lnTo>
                    <a:pt x="445008" y="3444240"/>
                  </a:lnTo>
                  <a:lnTo>
                    <a:pt x="437388" y="3444240"/>
                  </a:lnTo>
                  <a:lnTo>
                    <a:pt x="434340" y="3447288"/>
                  </a:lnTo>
                  <a:lnTo>
                    <a:pt x="434340" y="3496056"/>
                  </a:lnTo>
                  <a:lnTo>
                    <a:pt x="437388" y="3499104"/>
                  </a:lnTo>
                  <a:lnTo>
                    <a:pt x="445008" y="3499104"/>
                  </a:lnTo>
                  <a:lnTo>
                    <a:pt x="448056" y="3496056"/>
                  </a:lnTo>
                  <a:lnTo>
                    <a:pt x="448056" y="3447288"/>
                  </a:lnTo>
                  <a:close/>
                </a:path>
                <a:path w="2184400" h="5782310">
                  <a:moveTo>
                    <a:pt x="448056" y="3364992"/>
                  </a:moveTo>
                  <a:lnTo>
                    <a:pt x="445008" y="3361944"/>
                  </a:lnTo>
                  <a:lnTo>
                    <a:pt x="437388" y="3361944"/>
                  </a:lnTo>
                  <a:lnTo>
                    <a:pt x="434340" y="3364992"/>
                  </a:lnTo>
                  <a:lnTo>
                    <a:pt x="434340" y="3413760"/>
                  </a:lnTo>
                  <a:lnTo>
                    <a:pt x="437388" y="3416808"/>
                  </a:lnTo>
                  <a:lnTo>
                    <a:pt x="445008" y="3416808"/>
                  </a:lnTo>
                  <a:lnTo>
                    <a:pt x="448056" y="3413760"/>
                  </a:lnTo>
                  <a:lnTo>
                    <a:pt x="448056" y="3364992"/>
                  </a:lnTo>
                  <a:close/>
                </a:path>
                <a:path w="2184400" h="5782310">
                  <a:moveTo>
                    <a:pt x="448056" y="3281172"/>
                  </a:moveTo>
                  <a:lnTo>
                    <a:pt x="445008" y="3278124"/>
                  </a:lnTo>
                  <a:lnTo>
                    <a:pt x="437388" y="3278124"/>
                  </a:lnTo>
                  <a:lnTo>
                    <a:pt x="434340" y="3281172"/>
                  </a:lnTo>
                  <a:lnTo>
                    <a:pt x="434340" y="3329940"/>
                  </a:lnTo>
                  <a:lnTo>
                    <a:pt x="437388" y="3332988"/>
                  </a:lnTo>
                  <a:lnTo>
                    <a:pt x="445008" y="3332988"/>
                  </a:lnTo>
                  <a:lnTo>
                    <a:pt x="448056" y="3329940"/>
                  </a:lnTo>
                  <a:lnTo>
                    <a:pt x="448056" y="3281172"/>
                  </a:lnTo>
                  <a:close/>
                </a:path>
                <a:path w="2184400" h="5782310">
                  <a:moveTo>
                    <a:pt x="448056" y="3198876"/>
                  </a:moveTo>
                  <a:lnTo>
                    <a:pt x="445008" y="3195828"/>
                  </a:lnTo>
                  <a:lnTo>
                    <a:pt x="437388" y="3195828"/>
                  </a:lnTo>
                  <a:lnTo>
                    <a:pt x="434340" y="3198876"/>
                  </a:lnTo>
                  <a:lnTo>
                    <a:pt x="434340" y="3247644"/>
                  </a:lnTo>
                  <a:lnTo>
                    <a:pt x="437388" y="3250692"/>
                  </a:lnTo>
                  <a:lnTo>
                    <a:pt x="445008" y="3250692"/>
                  </a:lnTo>
                  <a:lnTo>
                    <a:pt x="448056" y="3247644"/>
                  </a:lnTo>
                  <a:lnTo>
                    <a:pt x="448056" y="3198876"/>
                  </a:lnTo>
                  <a:close/>
                </a:path>
                <a:path w="2184400" h="5782310">
                  <a:moveTo>
                    <a:pt x="448056" y="3116580"/>
                  </a:moveTo>
                  <a:lnTo>
                    <a:pt x="445008" y="3113532"/>
                  </a:lnTo>
                  <a:lnTo>
                    <a:pt x="437388" y="3113532"/>
                  </a:lnTo>
                  <a:lnTo>
                    <a:pt x="434340" y="3116580"/>
                  </a:lnTo>
                  <a:lnTo>
                    <a:pt x="434340" y="3165348"/>
                  </a:lnTo>
                  <a:lnTo>
                    <a:pt x="437388" y="3168396"/>
                  </a:lnTo>
                  <a:lnTo>
                    <a:pt x="445008" y="3168396"/>
                  </a:lnTo>
                  <a:lnTo>
                    <a:pt x="448056" y="3165348"/>
                  </a:lnTo>
                  <a:lnTo>
                    <a:pt x="448056" y="3116580"/>
                  </a:lnTo>
                  <a:close/>
                </a:path>
                <a:path w="2184400" h="5782310">
                  <a:moveTo>
                    <a:pt x="448056" y="3032760"/>
                  </a:moveTo>
                  <a:lnTo>
                    <a:pt x="445008" y="3029712"/>
                  </a:lnTo>
                  <a:lnTo>
                    <a:pt x="437388" y="3029712"/>
                  </a:lnTo>
                  <a:lnTo>
                    <a:pt x="434340" y="3032760"/>
                  </a:lnTo>
                  <a:lnTo>
                    <a:pt x="434340" y="3083052"/>
                  </a:lnTo>
                  <a:lnTo>
                    <a:pt x="437388" y="3086100"/>
                  </a:lnTo>
                  <a:lnTo>
                    <a:pt x="445008" y="3086100"/>
                  </a:lnTo>
                  <a:lnTo>
                    <a:pt x="448056" y="3083052"/>
                  </a:lnTo>
                  <a:lnTo>
                    <a:pt x="448056" y="3032760"/>
                  </a:lnTo>
                  <a:close/>
                </a:path>
                <a:path w="2184400" h="5782310">
                  <a:moveTo>
                    <a:pt x="448056" y="2950464"/>
                  </a:moveTo>
                  <a:lnTo>
                    <a:pt x="445008" y="2947416"/>
                  </a:lnTo>
                  <a:lnTo>
                    <a:pt x="437388" y="2947416"/>
                  </a:lnTo>
                  <a:lnTo>
                    <a:pt x="434340" y="2950464"/>
                  </a:lnTo>
                  <a:lnTo>
                    <a:pt x="434340" y="2999232"/>
                  </a:lnTo>
                  <a:lnTo>
                    <a:pt x="437388" y="3002280"/>
                  </a:lnTo>
                  <a:lnTo>
                    <a:pt x="445008" y="3002280"/>
                  </a:lnTo>
                  <a:lnTo>
                    <a:pt x="448056" y="2999232"/>
                  </a:lnTo>
                  <a:lnTo>
                    <a:pt x="448056" y="2950464"/>
                  </a:lnTo>
                  <a:close/>
                </a:path>
                <a:path w="2184400" h="5782310">
                  <a:moveTo>
                    <a:pt x="448056" y="2868168"/>
                  </a:moveTo>
                  <a:lnTo>
                    <a:pt x="445008" y="2865120"/>
                  </a:lnTo>
                  <a:lnTo>
                    <a:pt x="437388" y="2865120"/>
                  </a:lnTo>
                  <a:lnTo>
                    <a:pt x="434340" y="2868168"/>
                  </a:lnTo>
                  <a:lnTo>
                    <a:pt x="434340" y="2916936"/>
                  </a:lnTo>
                  <a:lnTo>
                    <a:pt x="437388" y="2919984"/>
                  </a:lnTo>
                  <a:lnTo>
                    <a:pt x="445008" y="2919984"/>
                  </a:lnTo>
                  <a:lnTo>
                    <a:pt x="448056" y="2916936"/>
                  </a:lnTo>
                  <a:lnTo>
                    <a:pt x="448056" y="2868168"/>
                  </a:lnTo>
                  <a:close/>
                </a:path>
                <a:path w="2184400" h="5782310">
                  <a:moveTo>
                    <a:pt x="448056" y="2785872"/>
                  </a:moveTo>
                  <a:lnTo>
                    <a:pt x="445008" y="2782824"/>
                  </a:lnTo>
                  <a:lnTo>
                    <a:pt x="437388" y="2782824"/>
                  </a:lnTo>
                  <a:lnTo>
                    <a:pt x="434340" y="2785872"/>
                  </a:lnTo>
                  <a:lnTo>
                    <a:pt x="434340" y="2834640"/>
                  </a:lnTo>
                  <a:lnTo>
                    <a:pt x="437388" y="2837688"/>
                  </a:lnTo>
                  <a:lnTo>
                    <a:pt x="445008" y="2837688"/>
                  </a:lnTo>
                  <a:lnTo>
                    <a:pt x="448056" y="2834640"/>
                  </a:lnTo>
                  <a:lnTo>
                    <a:pt x="448056" y="2785872"/>
                  </a:lnTo>
                  <a:close/>
                </a:path>
                <a:path w="2184400" h="5782310">
                  <a:moveTo>
                    <a:pt x="448056" y="2702052"/>
                  </a:moveTo>
                  <a:lnTo>
                    <a:pt x="445008" y="2699004"/>
                  </a:lnTo>
                  <a:lnTo>
                    <a:pt x="437388" y="2699004"/>
                  </a:lnTo>
                  <a:lnTo>
                    <a:pt x="434340" y="2702052"/>
                  </a:lnTo>
                  <a:lnTo>
                    <a:pt x="434340" y="2750820"/>
                  </a:lnTo>
                  <a:lnTo>
                    <a:pt x="437388" y="2753868"/>
                  </a:lnTo>
                  <a:lnTo>
                    <a:pt x="445008" y="2753868"/>
                  </a:lnTo>
                  <a:lnTo>
                    <a:pt x="448056" y="2750820"/>
                  </a:lnTo>
                  <a:lnTo>
                    <a:pt x="448056" y="2702052"/>
                  </a:lnTo>
                  <a:close/>
                </a:path>
                <a:path w="2184400" h="5782310">
                  <a:moveTo>
                    <a:pt x="448056" y="2619756"/>
                  </a:moveTo>
                  <a:lnTo>
                    <a:pt x="445008" y="2616708"/>
                  </a:lnTo>
                  <a:lnTo>
                    <a:pt x="437388" y="2616708"/>
                  </a:lnTo>
                  <a:lnTo>
                    <a:pt x="434340" y="2619756"/>
                  </a:lnTo>
                  <a:lnTo>
                    <a:pt x="434340" y="2668524"/>
                  </a:lnTo>
                  <a:lnTo>
                    <a:pt x="437388" y="2671572"/>
                  </a:lnTo>
                  <a:lnTo>
                    <a:pt x="445008" y="2671572"/>
                  </a:lnTo>
                  <a:lnTo>
                    <a:pt x="448056" y="2668524"/>
                  </a:lnTo>
                  <a:lnTo>
                    <a:pt x="448056" y="2619756"/>
                  </a:lnTo>
                  <a:close/>
                </a:path>
                <a:path w="2184400" h="5782310">
                  <a:moveTo>
                    <a:pt x="448056" y="2537460"/>
                  </a:moveTo>
                  <a:lnTo>
                    <a:pt x="445008" y="2534412"/>
                  </a:lnTo>
                  <a:lnTo>
                    <a:pt x="437388" y="2534412"/>
                  </a:lnTo>
                  <a:lnTo>
                    <a:pt x="434340" y="2537460"/>
                  </a:lnTo>
                  <a:lnTo>
                    <a:pt x="434340" y="2586228"/>
                  </a:lnTo>
                  <a:lnTo>
                    <a:pt x="437388" y="2589276"/>
                  </a:lnTo>
                  <a:lnTo>
                    <a:pt x="445008" y="2589276"/>
                  </a:lnTo>
                  <a:lnTo>
                    <a:pt x="448056" y="2586228"/>
                  </a:lnTo>
                  <a:lnTo>
                    <a:pt x="448056" y="2537460"/>
                  </a:lnTo>
                  <a:close/>
                </a:path>
                <a:path w="2184400" h="5782310">
                  <a:moveTo>
                    <a:pt x="448056" y="2453640"/>
                  </a:moveTo>
                  <a:lnTo>
                    <a:pt x="445008" y="2450592"/>
                  </a:lnTo>
                  <a:lnTo>
                    <a:pt x="437388" y="2450592"/>
                  </a:lnTo>
                  <a:lnTo>
                    <a:pt x="434340" y="2453640"/>
                  </a:lnTo>
                  <a:lnTo>
                    <a:pt x="434340" y="2503932"/>
                  </a:lnTo>
                  <a:lnTo>
                    <a:pt x="437388" y="2506980"/>
                  </a:lnTo>
                  <a:lnTo>
                    <a:pt x="445008" y="2506980"/>
                  </a:lnTo>
                  <a:lnTo>
                    <a:pt x="448056" y="2503932"/>
                  </a:lnTo>
                  <a:lnTo>
                    <a:pt x="448056" y="2453640"/>
                  </a:lnTo>
                  <a:close/>
                </a:path>
                <a:path w="2184400" h="5782310">
                  <a:moveTo>
                    <a:pt x="448056" y="2371344"/>
                  </a:moveTo>
                  <a:lnTo>
                    <a:pt x="445008" y="2368296"/>
                  </a:lnTo>
                  <a:lnTo>
                    <a:pt x="437388" y="2368296"/>
                  </a:lnTo>
                  <a:lnTo>
                    <a:pt x="434340" y="2371344"/>
                  </a:lnTo>
                  <a:lnTo>
                    <a:pt x="434340" y="2420112"/>
                  </a:lnTo>
                  <a:lnTo>
                    <a:pt x="437388" y="2423160"/>
                  </a:lnTo>
                  <a:lnTo>
                    <a:pt x="445008" y="2423160"/>
                  </a:lnTo>
                  <a:lnTo>
                    <a:pt x="448056" y="2420112"/>
                  </a:lnTo>
                  <a:lnTo>
                    <a:pt x="448056" y="2371344"/>
                  </a:lnTo>
                  <a:close/>
                </a:path>
                <a:path w="2184400" h="5782310">
                  <a:moveTo>
                    <a:pt x="448056" y="2289048"/>
                  </a:moveTo>
                  <a:lnTo>
                    <a:pt x="445008" y="2286000"/>
                  </a:lnTo>
                  <a:lnTo>
                    <a:pt x="437388" y="2286000"/>
                  </a:lnTo>
                  <a:lnTo>
                    <a:pt x="434340" y="2289048"/>
                  </a:lnTo>
                  <a:lnTo>
                    <a:pt x="434340" y="2337816"/>
                  </a:lnTo>
                  <a:lnTo>
                    <a:pt x="437388" y="2340864"/>
                  </a:lnTo>
                  <a:lnTo>
                    <a:pt x="445008" y="2340864"/>
                  </a:lnTo>
                  <a:lnTo>
                    <a:pt x="448056" y="2337816"/>
                  </a:lnTo>
                  <a:lnTo>
                    <a:pt x="448056" y="2289048"/>
                  </a:lnTo>
                  <a:close/>
                </a:path>
                <a:path w="2184400" h="5782310">
                  <a:moveTo>
                    <a:pt x="448056" y="2206752"/>
                  </a:moveTo>
                  <a:lnTo>
                    <a:pt x="445008" y="2203704"/>
                  </a:lnTo>
                  <a:lnTo>
                    <a:pt x="437388" y="2203704"/>
                  </a:lnTo>
                  <a:lnTo>
                    <a:pt x="434340" y="2206752"/>
                  </a:lnTo>
                  <a:lnTo>
                    <a:pt x="434340" y="2255520"/>
                  </a:lnTo>
                  <a:lnTo>
                    <a:pt x="437388" y="2258568"/>
                  </a:lnTo>
                  <a:lnTo>
                    <a:pt x="445008" y="2258568"/>
                  </a:lnTo>
                  <a:lnTo>
                    <a:pt x="448056" y="2255520"/>
                  </a:lnTo>
                  <a:lnTo>
                    <a:pt x="448056" y="2206752"/>
                  </a:lnTo>
                  <a:close/>
                </a:path>
                <a:path w="2184400" h="5782310">
                  <a:moveTo>
                    <a:pt x="448056" y="2122932"/>
                  </a:moveTo>
                  <a:lnTo>
                    <a:pt x="445008" y="2119884"/>
                  </a:lnTo>
                  <a:lnTo>
                    <a:pt x="437388" y="2119884"/>
                  </a:lnTo>
                  <a:lnTo>
                    <a:pt x="434340" y="2122932"/>
                  </a:lnTo>
                  <a:lnTo>
                    <a:pt x="434340" y="2171700"/>
                  </a:lnTo>
                  <a:lnTo>
                    <a:pt x="437388" y="2174748"/>
                  </a:lnTo>
                  <a:lnTo>
                    <a:pt x="445008" y="2174748"/>
                  </a:lnTo>
                  <a:lnTo>
                    <a:pt x="448056" y="2171700"/>
                  </a:lnTo>
                  <a:lnTo>
                    <a:pt x="448056" y="2122932"/>
                  </a:lnTo>
                  <a:close/>
                </a:path>
                <a:path w="2184400" h="5782310">
                  <a:moveTo>
                    <a:pt x="448056" y="2040636"/>
                  </a:moveTo>
                  <a:lnTo>
                    <a:pt x="445008" y="2037588"/>
                  </a:lnTo>
                  <a:lnTo>
                    <a:pt x="437388" y="2037588"/>
                  </a:lnTo>
                  <a:lnTo>
                    <a:pt x="434340" y="2040636"/>
                  </a:lnTo>
                  <a:lnTo>
                    <a:pt x="434340" y="2089404"/>
                  </a:lnTo>
                  <a:lnTo>
                    <a:pt x="437388" y="2092452"/>
                  </a:lnTo>
                  <a:lnTo>
                    <a:pt x="445008" y="2092452"/>
                  </a:lnTo>
                  <a:lnTo>
                    <a:pt x="448056" y="2089404"/>
                  </a:lnTo>
                  <a:lnTo>
                    <a:pt x="448056" y="2040636"/>
                  </a:lnTo>
                  <a:close/>
                </a:path>
                <a:path w="2184400" h="5782310">
                  <a:moveTo>
                    <a:pt x="448056" y="1958340"/>
                  </a:moveTo>
                  <a:lnTo>
                    <a:pt x="445008" y="1955292"/>
                  </a:lnTo>
                  <a:lnTo>
                    <a:pt x="437388" y="1955292"/>
                  </a:lnTo>
                  <a:lnTo>
                    <a:pt x="434340" y="1958340"/>
                  </a:lnTo>
                  <a:lnTo>
                    <a:pt x="434340" y="2007108"/>
                  </a:lnTo>
                  <a:lnTo>
                    <a:pt x="437388" y="2010156"/>
                  </a:lnTo>
                  <a:lnTo>
                    <a:pt x="445008" y="2010156"/>
                  </a:lnTo>
                  <a:lnTo>
                    <a:pt x="448056" y="2007108"/>
                  </a:lnTo>
                  <a:lnTo>
                    <a:pt x="448056" y="1958340"/>
                  </a:lnTo>
                  <a:close/>
                </a:path>
                <a:path w="2184400" h="5782310">
                  <a:moveTo>
                    <a:pt x="448056" y="1874520"/>
                  </a:moveTo>
                  <a:lnTo>
                    <a:pt x="445008" y="1871472"/>
                  </a:lnTo>
                  <a:lnTo>
                    <a:pt x="437388" y="1871472"/>
                  </a:lnTo>
                  <a:lnTo>
                    <a:pt x="434340" y="1874520"/>
                  </a:lnTo>
                  <a:lnTo>
                    <a:pt x="434340" y="1924812"/>
                  </a:lnTo>
                  <a:lnTo>
                    <a:pt x="437388" y="1927860"/>
                  </a:lnTo>
                  <a:lnTo>
                    <a:pt x="445008" y="1927860"/>
                  </a:lnTo>
                  <a:lnTo>
                    <a:pt x="448056" y="1924812"/>
                  </a:lnTo>
                  <a:lnTo>
                    <a:pt x="448056" y="1874520"/>
                  </a:lnTo>
                  <a:close/>
                </a:path>
                <a:path w="2184400" h="5782310">
                  <a:moveTo>
                    <a:pt x="448056" y="1792224"/>
                  </a:moveTo>
                  <a:lnTo>
                    <a:pt x="445008" y="1789176"/>
                  </a:lnTo>
                  <a:lnTo>
                    <a:pt x="437388" y="1789176"/>
                  </a:lnTo>
                  <a:lnTo>
                    <a:pt x="434340" y="1792224"/>
                  </a:lnTo>
                  <a:lnTo>
                    <a:pt x="434340" y="1840992"/>
                  </a:lnTo>
                  <a:lnTo>
                    <a:pt x="437388" y="1844040"/>
                  </a:lnTo>
                  <a:lnTo>
                    <a:pt x="445008" y="1844040"/>
                  </a:lnTo>
                  <a:lnTo>
                    <a:pt x="448056" y="1840992"/>
                  </a:lnTo>
                  <a:lnTo>
                    <a:pt x="448056" y="1792224"/>
                  </a:lnTo>
                  <a:close/>
                </a:path>
                <a:path w="2184400" h="5782310">
                  <a:moveTo>
                    <a:pt x="448056" y="1709928"/>
                  </a:moveTo>
                  <a:lnTo>
                    <a:pt x="445008" y="1706880"/>
                  </a:lnTo>
                  <a:lnTo>
                    <a:pt x="437388" y="1706880"/>
                  </a:lnTo>
                  <a:lnTo>
                    <a:pt x="434340" y="1709928"/>
                  </a:lnTo>
                  <a:lnTo>
                    <a:pt x="434340" y="1758696"/>
                  </a:lnTo>
                  <a:lnTo>
                    <a:pt x="437388" y="1761744"/>
                  </a:lnTo>
                  <a:lnTo>
                    <a:pt x="445008" y="1761744"/>
                  </a:lnTo>
                  <a:lnTo>
                    <a:pt x="448056" y="1758696"/>
                  </a:lnTo>
                  <a:lnTo>
                    <a:pt x="448056" y="1709928"/>
                  </a:lnTo>
                  <a:close/>
                </a:path>
                <a:path w="2184400" h="5782310">
                  <a:moveTo>
                    <a:pt x="448056" y="1627632"/>
                  </a:moveTo>
                  <a:lnTo>
                    <a:pt x="445008" y="1624584"/>
                  </a:lnTo>
                  <a:lnTo>
                    <a:pt x="437388" y="1624584"/>
                  </a:lnTo>
                  <a:lnTo>
                    <a:pt x="434340" y="1627632"/>
                  </a:lnTo>
                  <a:lnTo>
                    <a:pt x="434340" y="1676400"/>
                  </a:lnTo>
                  <a:lnTo>
                    <a:pt x="437388" y="1679448"/>
                  </a:lnTo>
                  <a:lnTo>
                    <a:pt x="445008" y="1679448"/>
                  </a:lnTo>
                  <a:lnTo>
                    <a:pt x="448056" y="1676400"/>
                  </a:lnTo>
                  <a:lnTo>
                    <a:pt x="448056" y="1627632"/>
                  </a:lnTo>
                  <a:close/>
                </a:path>
                <a:path w="2184400" h="5782310">
                  <a:moveTo>
                    <a:pt x="448056" y="1543812"/>
                  </a:moveTo>
                  <a:lnTo>
                    <a:pt x="445008" y="1540764"/>
                  </a:lnTo>
                  <a:lnTo>
                    <a:pt x="437388" y="1540764"/>
                  </a:lnTo>
                  <a:lnTo>
                    <a:pt x="434340" y="1543812"/>
                  </a:lnTo>
                  <a:lnTo>
                    <a:pt x="434340" y="1592580"/>
                  </a:lnTo>
                  <a:lnTo>
                    <a:pt x="437388" y="1595628"/>
                  </a:lnTo>
                  <a:lnTo>
                    <a:pt x="445008" y="1595628"/>
                  </a:lnTo>
                  <a:lnTo>
                    <a:pt x="448056" y="1592580"/>
                  </a:lnTo>
                  <a:lnTo>
                    <a:pt x="448056" y="1543812"/>
                  </a:lnTo>
                  <a:close/>
                </a:path>
                <a:path w="2184400" h="5782310">
                  <a:moveTo>
                    <a:pt x="448056" y="1461516"/>
                  </a:moveTo>
                  <a:lnTo>
                    <a:pt x="445008" y="1458468"/>
                  </a:lnTo>
                  <a:lnTo>
                    <a:pt x="437388" y="1458468"/>
                  </a:lnTo>
                  <a:lnTo>
                    <a:pt x="434340" y="1461516"/>
                  </a:lnTo>
                  <a:lnTo>
                    <a:pt x="434340" y="1510284"/>
                  </a:lnTo>
                  <a:lnTo>
                    <a:pt x="437388" y="1513332"/>
                  </a:lnTo>
                  <a:lnTo>
                    <a:pt x="445008" y="1513332"/>
                  </a:lnTo>
                  <a:lnTo>
                    <a:pt x="448056" y="1510284"/>
                  </a:lnTo>
                  <a:lnTo>
                    <a:pt x="448056" y="1461516"/>
                  </a:lnTo>
                  <a:close/>
                </a:path>
                <a:path w="2184400" h="5782310">
                  <a:moveTo>
                    <a:pt x="448056" y="1379220"/>
                  </a:moveTo>
                  <a:lnTo>
                    <a:pt x="445008" y="1376172"/>
                  </a:lnTo>
                  <a:lnTo>
                    <a:pt x="437388" y="1376172"/>
                  </a:lnTo>
                  <a:lnTo>
                    <a:pt x="434340" y="1379220"/>
                  </a:lnTo>
                  <a:lnTo>
                    <a:pt x="434340" y="1427988"/>
                  </a:lnTo>
                  <a:lnTo>
                    <a:pt x="437388" y="1431036"/>
                  </a:lnTo>
                  <a:lnTo>
                    <a:pt x="445008" y="1431036"/>
                  </a:lnTo>
                  <a:lnTo>
                    <a:pt x="448056" y="1427988"/>
                  </a:lnTo>
                  <a:lnTo>
                    <a:pt x="448056" y="1379220"/>
                  </a:lnTo>
                  <a:close/>
                </a:path>
                <a:path w="2184400" h="5782310">
                  <a:moveTo>
                    <a:pt x="448056" y="1295400"/>
                  </a:moveTo>
                  <a:lnTo>
                    <a:pt x="445008" y="1292352"/>
                  </a:lnTo>
                  <a:lnTo>
                    <a:pt x="437388" y="1292352"/>
                  </a:lnTo>
                  <a:lnTo>
                    <a:pt x="434340" y="1295400"/>
                  </a:lnTo>
                  <a:lnTo>
                    <a:pt x="434340" y="1345692"/>
                  </a:lnTo>
                  <a:lnTo>
                    <a:pt x="437388" y="1348740"/>
                  </a:lnTo>
                  <a:lnTo>
                    <a:pt x="445008" y="1348740"/>
                  </a:lnTo>
                  <a:lnTo>
                    <a:pt x="448056" y="1345692"/>
                  </a:lnTo>
                  <a:lnTo>
                    <a:pt x="448056" y="1295400"/>
                  </a:lnTo>
                  <a:close/>
                </a:path>
                <a:path w="2184400" h="5782310">
                  <a:moveTo>
                    <a:pt x="448056" y="1213104"/>
                  </a:moveTo>
                  <a:lnTo>
                    <a:pt x="445008" y="1210056"/>
                  </a:lnTo>
                  <a:lnTo>
                    <a:pt x="437388" y="1210056"/>
                  </a:lnTo>
                  <a:lnTo>
                    <a:pt x="434340" y="1213104"/>
                  </a:lnTo>
                  <a:lnTo>
                    <a:pt x="434340" y="1261872"/>
                  </a:lnTo>
                  <a:lnTo>
                    <a:pt x="437388" y="1264920"/>
                  </a:lnTo>
                  <a:lnTo>
                    <a:pt x="445008" y="1264920"/>
                  </a:lnTo>
                  <a:lnTo>
                    <a:pt x="448056" y="1261872"/>
                  </a:lnTo>
                  <a:lnTo>
                    <a:pt x="448056" y="1213104"/>
                  </a:lnTo>
                  <a:close/>
                </a:path>
                <a:path w="2184400" h="5782310">
                  <a:moveTo>
                    <a:pt x="448056" y="1130808"/>
                  </a:moveTo>
                  <a:lnTo>
                    <a:pt x="445008" y="1127760"/>
                  </a:lnTo>
                  <a:lnTo>
                    <a:pt x="437388" y="1127760"/>
                  </a:lnTo>
                  <a:lnTo>
                    <a:pt x="434340" y="1130808"/>
                  </a:lnTo>
                  <a:lnTo>
                    <a:pt x="434340" y="1179576"/>
                  </a:lnTo>
                  <a:lnTo>
                    <a:pt x="437388" y="1182624"/>
                  </a:lnTo>
                  <a:lnTo>
                    <a:pt x="445008" y="1182624"/>
                  </a:lnTo>
                  <a:lnTo>
                    <a:pt x="448056" y="1179576"/>
                  </a:lnTo>
                  <a:lnTo>
                    <a:pt x="448056" y="1130808"/>
                  </a:lnTo>
                  <a:close/>
                </a:path>
                <a:path w="2184400" h="5782310">
                  <a:moveTo>
                    <a:pt x="448056" y="1048512"/>
                  </a:moveTo>
                  <a:lnTo>
                    <a:pt x="445008" y="1045464"/>
                  </a:lnTo>
                  <a:lnTo>
                    <a:pt x="437388" y="1045464"/>
                  </a:lnTo>
                  <a:lnTo>
                    <a:pt x="434340" y="1048512"/>
                  </a:lnTo>
                  <a:lnTo>
                    <a:pt x="434340" y="1097280"/>
                  </a:lnTo>
                  <a:lnTo>
                    <a:pt x="437388" y="1100328"/>
                  </a:lnTo>
                  <a:lnTo>
                    <a:pt x="445008" y="1100328"/>
                  </a:lnTo>
                  <a:lnTo>
                    <a:pt x="448056" y="1097280"/>
                  </a:lnTo>
                  <a:lnTo>
                    <a:pt x="448056" y="1048512"/>
                  </a:lnTo>
                  <a:close/>
                </a:path>
                <a:path w="2184400" h="5782310">
                  <a:moveTo>
                    <a:pt x="448056" y="964692"/>
                  </a:moveTo>
                  <a:lnTo>
                    <a:pt x="445008" y="961644"/>
                  </a:lnTo>
                  <a:lnTo>
                    <a:pt x="437388" y="961644"/>
                  </a:lnTo>
                  <a:lnTo>
                    <a:pt x="434340" y="964692"/>
                  </a:lnTo>
                  <a:lnTo>
                    <a:pt x="434340" y="1013460"/>
                  </a:lnTo>
                  <a:lnTo>
                    <a:pt x="437388" y="1016508"/>
                  </a:lnTo>
                  <a:lnTo>
                    <a:pt x="445008" y="1016508"/>
                  </a:lnTo>
                  <a:lnTo>
                    <a:pt x="448056" y="1013460"/>
                  </a:lnTo>
                  <a:lnTo>
                    <a:pt x="448056" y="964692"/>
                  </a:lnTo>
                  <a:close/>
                </a:path>
                <a:path w="2184400" h="5782310">
                  <a:moveTo>
                    <a:pt x="448056" y="882396"/>
                  </a:moveTo>
                  <a:lnTo>
                    <a:pt x="445008" y="879348"/>
                  </a:lnTo>
                  <a:lnTo>
                    <a:pt x="437388" y="879348"/>
                  </a:lnTo>
                  <a:lnTo>
                    <a:pt x="434340" y="882396"/>
                  </a:lnTo>
                  <a:lnTo>
                    <a:pt x="434340" y="931164"/>
                  </a:lnTo>
                  <a:lnTo>
                    <a:pt x="437388" y="934212"/>
                  </a:lnTo>
                  <a:lnTo>
                    <a:pt x="445008" y="934212"/>
                  </a:lnTo>
                  <a:lnTo>
                    <a:pt x="448056" y="931164"/>
                  </a:lnTo>
                  <a:lnTo>
                    <a:pt x="448056" y="882396"/>
                  </a:lnTo>
                  <a:close/>
                </a:path>
                <a:path w="2184400" h="5782310">
                  <a:moveTo>
                    <a:pt x="448056" y="800100"/>
                  </a:moveTo>
                  <a:lnTo>
                    <a:pt x="445008" y="797052"/>
                  </a:lnTo>
                  <a:lnTo>
                    <a:pt x="437388" y="797052"/>
                  </a:lnTo>
                  <a:lnTo>
                    <a:pt x="434340" y="800100"/>
                  </a:lnTo>
                  <a:lnTo>
                    <a:pt x="434340" y="848868"/>
                  </a:lnTo>
                  <a:lnTo>
                    <a:pt x="437388" y="851916"/>
                  </a:lnTo>
                  <a:lnTo>
                    <a:pt x="445008" y="851916"/>
                  </a:lnTo>
                  <a:lnTo>
                    <a:pt x="448056" y="848868"/>
                  </a:lnTo>
                  <a:lnTo>
                    <a:pt x="448056" y="800100"/>
                  </a:lnTo>
                  <a:close/>
                </a:path>
                <a:path w="2184400" h="5782310">
                  <a:moveTo>
                    <a:pt x="448056" y="716280"/>
                  </a:moveTo>
                  <a:lnTo>
                    <a:pt x="445008" y="713232"/>
                  </a:lnTo>
                  <a:lnTo>
                    <a:pt x="437388" y="713232"/>
                  </a:lnTo>
                  <a:lnTo>
                    <a:pt x="434340" y="716280"/>
                  </a:lnTo>
                  <a:lnTo>
                    <a:pt x="434340" y="766572"/>
                  </a:lnTo>
                  <a:lnTo>
                    <a:pt x="437388" y="769620"/>
                  </a:lnTo>
                  <a:lnTo>
                    <a:pt x="445008" y="769620"/>
                  </a:lnTo>
                  <a:lnTo>
                    <a:pt x="448056" y="766572"/>
                  </a:lnTo>
                  <a:lnTo>
                    <a:pt x="448056" y="716280"/>
                  </a:lnTo>
                  <a:close/>
                </a:path>
                <a:path w="2184400" h="5782310">
                  <a:moveTo>
                    <a:pt x="448056" y="633984"/>
                  </a:moveTo>
                  <a:lnTo>
                    <a:pt x="445008" y="630936"/>
                  </a:lnTo>
                  <a:lnTo>
                    <a:pt x="437388" y="630936"/>
                  </a:lnTo>
                  <a:lnTo>
                    <a:pt x="434340" y="633984"/>
                  </a:lnTo>
                  <a:lnTo>
                    <a:pt x="434340" y="682752"/>
                  </a:lnTo>
                  <a:lnTo>
                    <a:pt x="437388" y="685800"/>
                  </a:lnTo>
                  <a:lnTo>
                    <a:pt x="445008" y="685800"/>
                  </a:lnTo>
                  <a:lnTo>
                    <a:pt x="448056" y="682752"/>
                  </a:lnTo>
                  <a:lnTo>
                    <a:pt x="448056" y="633984"/>
                  </a:lnTo>
                  <a:close/>
                </a:path>
                <a:path w="2184400" h="5782310">
                  <a:moveTo>
                    <a:pt x="448056" y="551688"/>
                  </a:moveTo>
                  <a:lnTo>
                    <a:pt x="445008" y="548640"/>
                  </a:lnTo>
                  <a:lnTo>
                    <a:pt x="437388" y="548640"/>
                  </a:lnTo>
                  <a:lnTo>
                    <a:pt x="434340" y="551688"/>
                  </a:lnTo>
                  <a:lnTo>
                    <a:pt x="434340" y="600456"/>
                  </a:lnTo>
                  <a:lnTo>
                    <a:pt x="437388" y="603504"/>
                  </a:lnTo>
                  <a:lnTo>
                    <a:pt x="445008" y="603504"/>
                  </a:lnTo>
                  <a:lnTo>
                    <a:pt x="448056" y="600456"/>
                  </a:lnTo>
                  <a:lnTo>
                    <a:pt x="448056" y="551688"/>
                  </a:lnTo>
                  <a:close/>
                </a:path>
                <a:path w="2184400" h="5782310">
                  <a:moveTo>
                    <a:pt x="448056" y="469392"/>
                  </a:moveTo>
                  <a:lnTo>
                    <a:pt x="445008" y="466344"/>
                  </a:lnTo>
                  <a:lnTo>
                    <a:pt x="437388" y="466344"/>
                  </a:lnTo>
                  <a:lnTo>
                    <a:pt x="434340" y="469392"/>
                  </a:lnTo>
                  <a:lnTo>
                    <a:pt x="434340" y="518160"/>
                  </a:lnTo>
                  <a:lnTo>
                    <a:pt x="437388" y="521208"/>
                  </a:lnTo>
                  <a:lnTo>
                    <a:pt x="445008" y="521208"/>
                  </a:lnTo>
                  <a:lnTo>
                    <a:pt x="448056" y="518160"/>
                  </a:lnTo>
                  <a:lnTo>
                    <a:pt x="448056" y="469392"/>
                  </a:lnTo>
                  <a:close/>
                </a:path>
                <a:path w="2184400" h="5782310">
                  <a:moveTo>
                    <a:pt x="448056" y="385572"/>
                  </a:moveTo>
                  <a:lnTo>
                    <a:pt x="445008" y="382524"/>
                  </a:lnTo>
                  <a:lnTo>
                    <a:pt x="437388" y="382524"/>
                  </a:lnTo>
                  <a:lnTo>
                    <a:pt x="434340" y="385572"/>
                  </a:lnTo>
                  <a:lnTo>
                    <a:pt x="434340" y="434340"/>
                  </a:lnTo>
                  <a:lnTo>
                    <a:pt x="437388" y="437388"/>
                  </a:lnTo>
                  <a:lnTo>
                    <a:pt x="445008" y="437388"/>
                  </a:lnTo>
                  <a:lnTo>
                    <a:pt x="448056" y="434340"/>
                  </a:lnTo>
                  <a:lnTo>
                    <a:pt x="448056" y="385572"/>
                  </a:lnTo>
                  <a:close/>
                </a:path>
                <a:path w="2184400" h="5782310">
                  <a:moveTo>
                    <a:pt x="448056" y="303276"/>
                  </a:moveTo>
                  <a:lnTo>
                    <a:pt x="445008" y="300228"/>
                  </a:lnTo>
                  <a:lnTo>
                    <a:pt x="437388" y="300228"/>
                  </a:lnTo>
                  <a:lnTo>
                    <a:pt x="434340" y="303276"/>
                  </a:lnTo>
                  <a:lnTo>
                    <a:pt x="434340" y="352044"/>
                  </a:lnTo>
                  <a:lnTo>
                    <a:pt x="437388" y="355092"/>
                  </a:lnTo>
                  <a:lnTo>
                    <a:pt x="445008" y="355092"/>
                  </a:lnTo>
                  <a:lnTo>
                    <a:pt x="448056" y="352044"/>
                  </a:lnTo>
                  <a:lnTo>
                    <a:pt x="448056" y="303276"/>
                  </a:lnTo>
                  <a:close/>
                </a:path>
                <a:path w="2184400" h="5782310">
                  <a:moveTo>
                    <a:pt x="448056" y="220980"/>
                  </a:moveTo>
                  <a:lnTo>
                    <a:pt x="445008" y="217932"/>
                  </a:lnTo>
                  <a:lnTo>
                    <a:pt x="437388" y="217932"/>
                  </a:lnTo>
                  <a:lnTo>
                    <a:pt x="434340" y="220980"/>
                  </a:lnTo>
                  <a:lnTo>
                    <a:pt x="434340" y="269748"/>
                  </a:lnTo>
                  <a:lnTo>
                    <a:pt x="437388" y="272796"/>
                  </a:lnTo>
                  <a:lnTo>
                    <a:pt x="445008" y="272796"/>
                  </a:lnTo>
                  <a:lnTo>
                    <a:pt x="448056" y="269748"/>
                  </a:lnTo>
                  <a:lnTo>
                    <a:pt x="448056" y="220980"/>
                  </a:lnTo>
                  <a:close/>
                </a:path>
                <a:path w="2184400" h="5782310">
                  <a:moveTo>
                    <a:pt x="448056" y="137160"/>
                  </a:moveTo>
                  <a:lnTo>
                    <a:pt x="445008" y="134112"/>
                  </a:lnTo>
                  <a:lnTo>
                    <a:pt x="437388" y="134112"/>
                  </a:lnTo>
                  <a:lnTo>
                    <a:pt x="434340" y="137160"/>
                  </a:lnTo>
                  <a:lnTo>
                    <a:pt x="434340" y="187452"/>
                  </a:lnTo>
                  <a:lnTo>
                    <a:pt x="437388" y="190500"/>
                  </a:lnTo>
                  <a:lnTo>
                    <a:pt x="445008" y="190500"/>
                  </a:lnTo>
                  <a:lnTo>
                    <a:pt x="448056" y="187452"/>
                  </a:lnTo>
                  <a:lnTo>
                    <a:pt x="448056" y="137160"/>
                  </a:lnTo>
                  <a:close/>
                </a:path>
                <a:path w="2184400" h="5782310">
                  <a:moveTo>
                    <a:pt x="665988" y="5266944"/>
                  </a:moveTo>
                  <a:lnTo>
                    <a:pt x="662940" y="5263896"/>
                  </a:lnTo>
                  <a:lnTo>
                    <a:pt x="655320" y="5263896"/>
                  </a:lnTo>
                  <a:lnTo>
                    <a:pt x="650748" y="5266944"/>
                  </a:lnTo>
                  <a:lnTo>
                    <a:pt x="650748" y="5291328"/>
                  </a:lnTo>
                  <a:lnTo>
                    <a:pt x="655320" y="5294376"/>
                  </a:lnTo>
                  <a:lnTo>
                    <a:pt x="662940" y="5294376"/>
                  </a:lnTo>
                  <a:lnTo>
                    <a:pt x="665988" y="5291328"/>
                  </a:lnTo>
                  <a:lnTo>
                    <a:pt x="665988" y="5266944"/>
                  </a:lnTo>
                  <a:close/>
                </a:path>
                <a:path w="2184400" h="5782310">
                  <a:moveTo>
                    <a:pt x="665988" y="5184648"/>
                  </a:moveTo>
                  <a:lnTo>
                    <a:pt x="662940" y="5181600"/>
                  </a:lnTo>
                  <a:lnTo>
                    <a:pt x="655320" y="5181600"/>
                  </a:lnTo>
                  <a:lnTo>
                    <a:pt x="650748" y="5184648"/>
                  </a:lnTo>
                  <a:lnTo>
                    <a:pt x="650748" y="5233416"/>
                  </a:lnTo>
                  <a:lnTo>
                    <a:pt x="655320" y="5236464"/>
                  </a:lnTo>
                  <a:lnTo>
                    <a:pt x="662940" y="5236464"/>
                  </a:lnTo>
                  <a:lnTo>
                    <a:pt x="665988" y="5233416"/>
                  </a:lnTo>
                  <a:lnTo>
                    <a:pt x="665988" y="5184648"/>
                  </a:lnTo>
                  <a:close/>
                </a:path>
                <a:path w="2184400" h="5782310">
                  <a:moveTo>
                    <a:pt x="665988" y="5102352"/>
                  </a:moveTo>
                  <a:lnTo>
                    <a:pt x="662940" y="5099304"/>
                  </a:lnTo>
                  <a:lnTo>
                    <a:pt x="655320" y="5099304"/>
                  </a:lnTo>
                  <a:lnTo>
                    <a:pt x="650748" y="5102352"/>
                  </a:lnTo>
                  <a:lnTo>
                    <a:pt x="650748" y="5151120"/>
                  </a:lnTo>
                  <a:lnTo>
                    <a:pt x="655320" y="5154168"/>
                  </a:lnTo>
                  <a:lnTo>
                    <a:pt x="662940" y="5154168"/>
                  </a:lnTo>
                  <a:lnTo>
                    <a:pt x="665988" y="5151120"/>
                  </a:lnTo>
                  <a:lnTo>
                    <a:pt x="665988" y="5102352"/>
                  </a:lnTo>
                  <a:close/>
                </a:path>
                <a:path w="2184400" h="5782310">
                  <a:moveTo>
                    <a:pt x="665988" y="5018532"/>
                  </a:moveTo>
                  <a:lnTo>
                    <a:pt x="662940" y="5015484"/>
                  </a:lnTo>
                  <a:lnTo>
                    <a:pt x="655320" y="5015484"/>
                  </a:lnTo>
                  <a:lnTo>
                    <a:pt x="650748" y="5018532"/>
                  </a:lnTo>
                  <a:lnTo>
                    <a:pt x="650748" y="5067300"/>
                  </a:lnTo>
                  <a:lnTo>
                    <a:pt x="655320" y="5070348"/>
                  </a:lnTo>
                  <a:lnTo>
                    <a:pt x="662940" y="5070348"/>
                  </a:lnTo>
                  <a:lnTo>
                    <a:pt x="665988" y="5067300"/>
                  </a:lnTo>
                  <a:lnTo>
                    <a:pt x="665988" y="5018532"/>
                  </a:lnTo>
                  <a:close/>
                </a:path>
                <a:path w="2184400" h="5782310">
                  <a:moveTo>
                    <a:pt x="665988" y="4936236"/>
                  </a:moveTo>
                  <a:lnTo>
                    <a:pt x="662940" y="4933188"/>
                  </a:lnTo>
                  <a:lnTo>
                    <a:pt x="655320" y="4933188"/>
                  </a:lnTo>
                  <a:lnTo>
                    <a:pt x="650748" y="4936236"/>
                  </a:lnTo>
                  <a:lnTo>
                    <a:pt x="650748" y="4985004"/>
                  </a:lnTo>
                  <a:lnTo>
                    <a:pt x="655320" y="4988052"/>
                  </a:lnTo>
                  <a:lnTo>
                    <a:pt x="662940" y="4988052"/>
                  </a:lnTo>
                  <a:lnTo>
                    <a:pt x="665988" y="4985004"/>
                  </a:lnTo>
                  <a:lnTo>
                    <a:pt x="665988" y="4936236"/>
                  </a:lnTo>
                  <a:close/>
                </a:path>
                <a:path w="2184400" h="5782310">
                  <a:moveTo>
                    <a:pt x="665988" y="4853940"/>
                  </a:moveTo>
                  <a:lnTo>
                    <a:pt x="662940" y="4850892"/>
                  </a:lnTo>
                  <a:lnTo>
                    <a:pt x="655320" y="4850892"/>
                  </a:lnTo>
                  <a:lnTo>
                    <a:pt x="650748" y="4853940"/>
                  </a:lnTo>
                  <a:lnTo>
                    <a:pt x="650748" y="4902708"/>
                  </a:lnTo>
                  <a:lnTo>
                    <a:pt x="655320" y="4905756"/>
                  </a:lnTo>
                  <a:lnTo>
                    <a:pt x="662940" y="4905756"/>
                  </a:lnTo>
                  <a:lnTo>
                    <a:pt x="665988" y="4902708"/>
                  </a:lnTo>
                  <a:lnTo>
                    <a:pt x="665988" y="4853940"/>
                  </a:lnTo>
                  <a:close/>
                </a:path>
                <a:path w="2184400" h="5782310">
                  <a:moveTo>
                    <a:pt x="665988" y="4770120"/>
                  </a:moveTo>
                  <a:lnTo>
                    <a:pt x="662940" y="4767072"/>
                  </a:lnTo>
                  <a:lnTo>
                    <a:pt x="655320" y="4767072"/>
                  </a:lnTo>
                  <a:lnTo>
                    <a:pt x="650748" y="4770120"/>
                  </a:lnTo>
                  <a:lnTo>
                    <a:pt x="650748" y="4820412"/>
                  </a:lnTo>
                  <a:lnTo>
                    <a:pt x="655320" y="4823460"/>
                  </a:lnTo>
                  <a:lnTo>
                    <a:pt x="662940" y="4823460"/>
                  </a:lnTo>
                  <a:lnTo>
                    <a:pt x="665988" y="4820412"/>
                  </a:lnTo>
                  <a:lnTo>
                    <a:pt x="665988" y="4770120"/>
                  </a:lnTo>
                  <a:close/>
                </a:path>
                <a:path w="2184400" h="5782310">
                  <a:moveTo>
                    <a:pt x="665988" y="4687824"/>
                  </a:moveTo>
                  <a:lnTo>
                    <a:pt x="662940" y="4684776"/>
                  </a:lnTo>
                  <a:lnTo>
                    <a:pt x="655320" y="4684776"/>
                  </a:lnTo>
                  <a:lnTo>
                    <a:pt x="650748" y="4687824"/>
                  </a:lnTo>
                  <a:lnTo>
                    <a:pt x="650748" y="4736592"/>
                  </a:lnTo>
                  <a:lnTo>
                    <a:pt x="655320" y="4739640"/>
                  </a:lnTo>
                  <a:lnTo>
                    <a:pt x="662940" y="4739640"/>
                  </a:lnTo>
                  <a:lnTo>
                    <a:pt x="665988" y="4736592"/>
                  </a:lnTo>
                  <a:lnTo>
                    <a:pt x="665988" y="4687824"/>
                  </a:lnTo>
                  <a:close/>
                </a:path>
                <a:path w="2184400" h="5782310">
                  <a:moveTo>
                    <a:pt x="665988" y="4605528"/>
                  </a:moveTo>
                  <a:lnTo>
                    <a:pt x="662940" y="4602480"/>
                  </a:lnTo>
                  <a:lnTo>
                    <a:pt x="655320" y="4602480"/>
                  </a:lnTo>
                  <a:lnTo>
                    <a:pt x="650748" y="4605528"/>
                  </a:lnTo>
                  <a:lnTo>
                    <a:pt x="650748" y="4654308"/>
                  </a:lnTo>
                  <a:lnTo>
                    <a:pt x="655320" y="4657344"/>
                  </a:lnTo>
                  <a:lnTo>
                    <a:pt x="662940" y="4657344"/>
                  </a:lnTo>
                  <a:lnTo>
                    <a:pt x="665988" y="4654308"/>
                  </a:lnTo>
                  <a:lnTo>
                    <a:pt x="665988" y="4605528"/>
                  </a:lnTo>
                  <a:close/>
                </a:path>
                <a:path w="2184400" h="5782310">
                  <a:moveTo>
                    <a:pt x="665988" y="4523232"/>
                  </a:moveTo>
                  <a:lnTo>
                    <a:pt x="662940" y="4520184"/>
                  </a:lnTo>
                  <a:lnTo>
                    <a:pt x="655320" y="4520184"/>
                  </a:lnTo>
                  <a:lnTo>
                    <a:pt x="650748" y="4523232"/>
                  </a:lnTo>
                  <a:lnTo>
                    <a:pt x="650748" y="4572000"/>
                  </a:lnTo>
                  <a:lnTo>
                    <a:pt x="655320" y="4575048"/>
                  </a:lnTo>
                  <a:lnTo>
                    <a:pt x="662940" y="4575048"/>
                  </a:lnTo>
                  <a:lnTo>
                    <a:pt x="665988" y="4572000"/>
                  </a:lnTo>
                  <a:lnTo>
                    <a:pt x="665988" y="4523232"/>
                  </a:lnTo>
                  <a:close/>
                </a:path>
                <a:path w="2184400" h="5782310">
                  <a:moveTo>
                    <a:pt x="665988" y="4439412"/>
                  </a:moveTo>
                  <a:lnTo>
                    <a:pt x="662940" y="4436364"/>
                  </a:lnTo>
                  <a:lnTo>
                    <a:pt x="655320" y="4436364"/>
                  </a:lnTo>
                  <a:lnTo>
                    <a:pt x="650748" y="4439412"/>
                  </a:lnTo>
                  <a:lnTo>
                    <a:pt x="650748" y="4488180"/>
                  </a:lnTo>
                  <a:lnTo>
                    <a:pt x="655320" y="4491228"/>
                  </a:lnTo>
                  <a:lnTo>
                    <a:pt x="662940" y="4491228"/>
                  </a:lnTo>
                  <a:lnTo>
                    <a:pt x="665988" y="4488180"/>
                  </a:lnTo>
                  <a:lnTo>
                    <a:pt x="665988" y="4439412"/>
                  </a:lnTo>
                  <a:close/>
                </a:path>
                <a:path w="2184400" h="5782310">
                  <a:moveTo>
                    <a:pt x="665988" y="4357116"/>
                  </a:moveTo>
                  <a:lnTo>
                    <a:pt x="662940" y="4354068"/>
                  </a:lnTo>
                  <a:lnTo>
                    <a:pt x="655320" y="4354068"/>
                  </a:lnTo>
                  <a:lnTo>
                    <a:pt x="650748" y="4357116"/>
                  </a:lnTo>
                  <a:lnTo>
                    <a:pt x="650748" y="4405884"/>
                  </a:lnTo>
                  <a:lnTo>
                    <a:pt x="655320" y="4408932"/>
                  </a:lnTo>
                  <a:lnTo>
                    <a:pt x="662940" y="4408932"/>
                  </a:lnTo>
                  <a:lnTo>
                    <a:pt x="665988" y="4405884"/>
                  </a:lnTo>
                  <a:lnTo>
                    <a:pt x="665988" y="4357116"/>
                  </a:lnTo>
                  <a:close/>
                </a:path>
                <a:path w="2184400" h="5782310">
                  <a:moveTo>
                    <a:pt x="665988" y="4274820"/>
                  </a:moveTo>
                  <a:lnTo>
                    <a:pt x="662940" y="4271772"/>
                  </a:lnTo>
                  <a:lnTo>
                    <a:pt x="655320" y="4271772"/>
                  </a:lnTo>
                  <a:lnTo>
                    <a:pt x="650748" y="4274820"/>
                  </a:lnTo>
                  <a:lnTo>
                    <a:pt x="650748" y="4323588"/>
                  </a:lnTo>
                  <a:lnTo>
                    <a:pt x="655320" y="4326636"/>
                  </a:lnTo>
                  <a:lnTo>
                    <a:pt x="662940" y="4326636"/>
                  </a:lnTo>
                  <a:lnTo>
                    <a:pt x="665988" y="4323588"/>
                  </a:lnTo>
                  <a:lnTo>
                    <a:pt x="665988" y="4274820"/>
                  </a:lnTo>
                  <a:close/>
                </a:path>
                <a:path w="2184400" h="5782310">
                  <a:moveTo>
                    <a:pt x="665988" y="4191000"/>
                  </a:moveTo>
                  <a:lnTo>
                    <a:pt x="662940" y="4187952"/>
                  </a:lnTo>
                  <a:lnTo>
                    <a:pt x="655320" y="4187952"/>
                  </a:lnTo>
                  <a:lnTo>
                    <a:pt x="650748" y="4191000"/>
                  </a:lnTo>
                  <a:lnTo>
                    <a:pt x="650748" y="4241292"/>
                  </a:lnTo>
                  <a:lnTo>
                    <a:pt x="655320" y="4244340"/>
                  </a:lnTo>
                  <a:lnTo>
                    <a:pt x="662940" y="4244340"/>
                  </a:lnTo>
                  <a:lnTo>
                    <a:pt x="665988" y="4241292"/>
                  </a:lnTo>
                  <a:lnTo>
                    <a:pt x="665988" y="4191000"/>
                  </a:lnTo>
                  <a:close/>
                </a:path>
                <a:path w="2184400" h="5782310">
                  <a:moveTo>
                    <a:pt x="665988" y="4108704"/>
                  </a:moveTo>
                  <a:lnTo>
                    <a:pt x="662940" y="4105656"/>
                  </a:lnTo>
                  <a:lnTo>
                    <a:pt x="655320" y="4105656"/>
                  </a:lnTo>
                  <a:lnTo>
                    <a:pt x="650748" y="4108704"/>
                  </a:lnTo>
                  <a:lnTo>
                    <a:pt x="650748" y="4157472"/>
                  </a:lnTo>
                  <a:lnTo>
                    <a:pt x="655320" y="4160520"/>
                  </a:lnTo>
                  <a:lnTo>
                    <a:pt x="662940" y="4160520"/>
                  </a:lnTo>
                  <a:lnTo>
                    <a:pt x="665988" y="4157472"/>
                  </a:lnTo>
                  <a:lnTo>
                    <a:pt x="665988" y="4108704"/>
                  </a:lnTo>
                  <a:close/>
                </a:path>
                <a:path w="2184400" h="5782310">
                  <a:moveTo>
                    <a:pt x="665988" y="4026408"/>
                  </a:moveTo>
                  <a:lnTo>
                    <a:pt x="662940" y="4023360"/>
                  </a:lnTo>
                  <a:lnTo>
                    <a:pt x="655320" y="4023360"/>
                  </a:lnTo>
                  <a:lnTo>
                    <a:pt x="650748" y="4026408"/>
                  </a:lnTo>
                  <a:lnTo>
                    <a:pt x="650748" y="4075176"/>
                  </a:lnTo>
                  <a:lnTo>
                    <a:pt x="655320" y="4078224"/>
                  </a:lnTo>
                  <a:lnTo>
                    <a:pt x="662940" y="4078224"/>
                  </a:lnTo>
                  <a:lnTo>
                    <a:pt x="665988" y="4075176"/>
                  </a:lnTo>
                  <a:lnTo>
                    <a:pt x="665988" y="4026408"/>
                  </a:lnTo>
                  <a:close/>
                </a:path>
                <a:path w="2184400" h="5782310">
                  <a:moveTo>
                    <a:pt x="665988" y="3944112"/>
                  </a:moveTo>
                  <a:lnTo>
                    <a:pt x="662940" y="3941064"/>
                  </a:lnTo>
                  <a:lnTo>
                    <a:pt x="655320" y="3941064"/>
                  </a:lnTo>
                  <a:lnTo>
                    <a:pt x="650748" y="3944112"/>
                  </a:lnTo>
                  <a:lnTo>
                    <a:pt x="650748" y="3992880"/>
                  </a:lnTo>
                  <a:lnTo>
                    <a:pt x="655320" y="3995928"/>
                  </a:lnTo>
                  <a:lnTo>
                    <a:pt x="662940" y="3995928"/>
                  </a:lnTo>
                  <a:lnTo>
                    <a:pt x="665988" y="3992880"/>
                  </a:lnTo>
                  <a:lnTo>
                    <a:pt x="665988" y="3944112"/>
                  </a:lnTo>
                  <a:close/>
                </a:path>
                <a:path w="2184400" h="5782310">
                  <a:moveTo>
                    <a:pt x="665988" y="3860292"/>
                  </a:moveTo>
                  <a:lnTo>
                    <a:pt x="662940" y="3857244"/>
                  </a:lnTo>
                  <a:lnTo>
                    <a:pt x="655320" y="3857244"/>
                  </a:lnTo>
                  <a:lnTo>
                    <a:pt x="650748" y="3860292"/>
                  </a:lnTo>
                  <a:lnTo>
                    <a:pt x="650748" y="3909060"/>
                  </a:lnTo>
                  <a:lnTo>
                    <a:pt x="655320" y="3912108"/>
                  </a:lnTo>
                  <a:lnTo>
                    <a:pt x="662940" y="3912108"/>
                  </a:lnTo>
                  <a:lnTo>
                    <a:pt x="665988" y="3909060"/>
                  </a:lnTo>
                  <a:lnTo>
                    <a:pt x="665988" y="3860292"/>
                  </a:lnTo>
                  <a:close/>
                </a:path>
                <a:path w="2184400" h="5782310">
                  <a:moveTo>
                    <a:pt x="665988" y="3777996"/>
                  </a:moveTo>
                  <a:lnTo>
                    <a:pt x="662940" y="3774948"/>
                  </a:lnTo>
                  <a:lnTo>
                    <a:pt x="655320" y="3774948"/>
                  </a:lnTo>
                  <a:lnTo>
                    <a:pt x="650748" y="3777996"/>
                  </a:lnTo>
                  <a:lnTo>
                    <a:pt x="650748" y="3826764"/>
                  </a:lnTo>
                  <a:lnTo>
                    <a:pt x="655320" y="3829812"/>
                  </a:lnTo>
                  <a:lnTo>
                    <a:pt x="662940" y="3829812"/>
                  </a:lnTo>
                  <a:lnTo>
                    <a:pt x="665988" y="3826764"/>
                  </a:lnTo>
                  <a:lnTo>
                    <a:pt x="665988" y="3777996"/>
                  </a:lnTo>
                  <a:close/>
                </a:path>
                <a:path w="2184400" h="5782310">
                  <a:moveTo>
                    <a:pt x="665988" y="3695700"/>
                  </a:moveTo>
                  <a:lnTo>
                    <a:pt x="662940" y="3692652"/>
                  </a:lnTo>
                  <a:lnTo>
                    <a:pt x="655320" y="3692652"/>
                  </a:lnTo>
                  <a:lnTo>
                    <a:pt x="650748" y="3695700"/>
                  </a:lnTo>
                  <a:lnTo>
                    <a:pt x="650748" y="3744468"/>
                  </a:lnTo>
                  <a:lnTo>
                    <a:pt x="655320" y="3747516"/>
                  </a:lnTo>
                  <a:lnTo>
                    <a:pt x="662940" y="3747516"/>
                  </a:lnTo>
                  <a:lnTo>
                    <a:pt x="665988" y="3744468"/>
                  </a:lnTo>
                  <a:lnTo>
                    <a:pt x="665988" y="3695700"/>
                  </a:lnTo>
                  <a:close/>
                </a:path>
                <a:path w="2184400" h="5782310">
                  <a:moveTo>
                    <a:pt x="665988" y="3611880"/>
                  </a:moveTo>
                  <a:lnTo>
                    <a:pt x="662940" y="3608832"/>
                  </a:lnTo>
                  <a:lnTo>
                    <a:pt x="655320" y="3608832"/>
                  </a:lnTo>
                  <a:lnTo>
                    <a:pt x="650748" y="3611880"/>
                  </a:lnTo>
                  <a:lnTo>
                    <a:pt x="650748" y="3662172"/>
                  </a:lnTo>
                  <a:lnTo>
                    <a:pt x="655320" y="3665220"/>
                  </a:lnTo>
                  <a:lnTo>
                    <a:pt x="662940" y="3665220"/>
                  </a:lnTo>
                  <a:lnTo>
                    <a:pt x="665988" y="3662172"/>
                  </a:lnTo>
                  <a:lnTo>
                    <a:pt x="665988" y="3611880"/>
                  </a:lnTo>
                  <a:close/>
                </a:path>
                <a:path w="2184400" h="5782310">
                  <a:moveTo>
                    <a:pt x="665988" y="3529584"/>
                  </a:moveTo>
                  <a:lnTo>
                    <a:pt x="662940" y="3526536"/>
                  </a:lnTo>
                  <a:lnTo>
                    <a:pt x="655320" y="3526536"/>
                  </a:lnTo>
                  <a:lnTo>
                    <a:pt x="650748" y="3529584"/>
                  </a:lnTo>
                  <a:lnTo>
                    <a:pt x="650748" y="3578352"/>
                  </a:lnTo>
                  <a:lnTo>
                    <a:pt x="655320" y="3581400"/>
                  </a:lnTo>
                  <a:lnTo>
                    <a:pt x="662940" y="3581400"/>
                  </a:lnTo>
                  <a:lnTo>
                    <a:pt x="665988" y="3578352"/>
                  </a:lnTo>
                  <a:lnTo>
                    <a:pt x="665988" y="3529584"/>
                  </a:lnTo>
                  <a:close/>
                </a:path>
                <a:path w="2184400" h="5782310">
                  <a:moveTo>
                    <a:pt x="665988" y="3447288"/>
                  </a:moveTo>
                  <a:lnTo>
                    <a:pt x="662940" y="3444240"/>
                  </a:lnTo>
                  <a:lnTo>
                    <a:pt x="655320" y="3444240"/>
                  </a:lnTo>
                  <a:lnTo>
                    <a:pt x="650748" y="3447288"/>
                  </a:lnTo>
                  <a:lnTo>
                    <a:pt x="650748" y="3496056"/>
                  </a:lnTo>
                  <a:lnTo>
                    <a:pt x="655320" y="3499104"/>
                  </a:lnTo>
                  <a:lnTo>
                    <a:pt x="662940" y="3499104"/>
                  </a:lnTo>
                  <a:lnTo>
                    <a:pt x="665988" y="3496056"/>
                  </a:lnTo>
                  <a:lnTo>
                    <a:pt x="665988" y="3447288"/>
                  </a:lnTo>
                  <a:close/>
                </a:path>
                <a:path w="2184400" h="5782310">
                  <a:moveTo>
                    <a:pt x="665988" y="3364992"/>
                  </a:moveTo>
                  <a:lnTo>
                    <a:pt x="662940" y="3361944"/>
                  </a:lnTo>
                  <a:lnTo>
                    <a:pt x="655320" y="3361944"/>
                  </a:lnTo>
                  <a:lnTo>
                    <a:pt x="650748" y="3364992"/>
                  </a:lnTo>
                  <a:lnTo>
                    <a:pt x="650748" y="3413760"/>
                  </a:lnTo>
                  <a:lnTo>
                    <a:pt x="655320" y="3416808"/>
                  </a:lnTo>
                  <a:lnTo>
                    <a:pt x="662940" y="3416808"/>
                  </a:lnTo>
                  <a:lnTo>
                    <a:pt x="665988" y="3413760"/>
                  </a:lnTo>
                  <a:lnTo>
                    <a:pt x="665988" y="3364992"/>
                  </a:lnTo>
                  <a:close/>
                </a:path>
                <a:path w="2184400" h="5782310">
                  <a:moveTo>
                    <a:pt x="665988" y="3281172"/>
                  </a:moveTo>
                  <a:lnTo>
                    <a:pt x="662940" y="3278124"/>
                  </a:lnTo>
                  <a:lnTo>
                    <a:pt x="655320" y="3278124"/>
                  </a:lnTo>
                  <a:lnTo>
                    <a:pt x="650748" y="3281172"/>
                  </a:lnTo>
                  <a:lnTo>
                    <a:pt x="650748" y="3329940"/>
                  </a:lnTo>
                  <a:lnTo>
                    <a:pt x="655320" y="3332988"/>
                  </a:lnTo>
                  <a:lnTo>
                    <a:pt x="662940" y="3332988"/>
                  </a:lnTo>
                  <a:lnTo>
                    <a:pt x="665988" y="3329940"/>
                  </a:lnTo>
                  <a:lnTo>
                    <a:pt x="665988" y="3281172"/>
                  </a:lnTo>
                  <a:close/>
                </a:path>
                <a:path w="2184400" h="5782310">
                  <a:moveTo>
                    <a:pt x="665988" y="3198876"/>
                  </a:moveTo>
                  <a:lnTo>
                    <a:pt x="662940" y="3195828"/>
                  </a:lnTo>
                  <a:lnTo>
                    <a:pt x="655320" y="3195828"/>
                  </a:lnTo>
                  <a:lnTo>
                    <a:pt x="650748" y="3198876"/>
                  </a:lnTo>
                  <a:lnTo>
                    <a:pt x="650748" y="3247644"/>
                  </a:lnTo>
                  <a:lnTo>
                    <a:pt x="655320" y="3250692"/>
                  </a:lnTo>
                  <a:lnTo>
                    <a:pt x="662940" y="3250692"/>
                  </a:lnTo>
                  <a:lnTo>
                    <a:pt x="665988" y="3247644"/>
                  </a:lnTo>
                  <a:lnTo>
                    <a:pt x="665988" y="3198876"/>
                  </a:lnTo>
                  <a:close/>
                </a:path>
                <a:path w="2184400" h="5782310">
                  <a:moveTo>
                    <a:pt x="665988" y="3116580"/>
                  </a:moveTo>
                  <a:lnTo>
                    <a:pt x="662940" y="3113532"/>
                  </a:lnTo>
                  <a:lnTo>
                    <a:pt x="655320" y="3113532"/>
                  </a:lnTo>
                  <a:lnTo>
                    <a:pt x="650748" y="3116580"/>
                  </a:lnTo>
                  <a:lnTo>
                    <a:pt x="650748" y="3165348"/>
                  </a:lnTo>
                  <a:lnTo>
                    <a:pt x="655320" y="3168396"/>
                  </a:lnTo>
                  <a:lnTo>
                    <a:pt x="662940" y="3168396"/>
                  </a:lnTo>
                  <a:lnTo>
                    <a:pt x="665988" y="3165348"/>
                  </a:lnTo>
                  <a:lnTo>
                    <a:pt x="665988" y="3116580"/>
                  </a:lnTo>
                  <a:close/>
                </a:path>
                <a:path w="2184400" h="5782310">
                  <a:moveTo>
                    <a:pt x="665988" y="3032760"/>
                  </a:moveTo>
                  <a:lnTo>
                    <a:pt x="662940" y="3029712"/>
                  </a:lnTo>
                  <a:lnTo>
                    <a:pt x="655320" y="3029712"/>
                  </a:lnTo>
                  <a:lnTo>
                    <a:pt x="650748" y="3032760"/>
                  </a:lnTo>
                  <a:lnTo>
                    <a:pt x="650748" y="3083052"/>
                  </a:lnTo>
                  <a:lnTo>
                    <a:pt x="655320" y="3086100"/>
                  </a:lnTo>
                  <a:lnTo>
                    <a:pt x="662940" y="3086100"/>
                  </a:lnTo>
                  <a:lnTo>
                    <a:pt x="665988" y="3083052"/>
                  </a:lnTo>
                  <a:lnTo>
                    <a:pt x="665988" y="3032760"/>
                  </a:lnTo>
                  <a:close/>
                </a:path>
                <a:path w="2184400" h="5782310">
                  <a:moveTo>
                    <a:pt x="665988" y="2950464"/>
                  </a:moveTo>
                  <a:lnTo>
                    <a:pt x="662940" y="2947416"/>
                  </a:lnTo>
                  <a:lnTo>
                    <a:pt x="655320" y="2947416"/>
                  </a:lnTo>
                  <a:lnTo>
                    <a:pt x="650748" y="2950464"/>
                  </a:lnTo>
                  <a:lnTo>
                    <a:pt x="650748" y="2999232"/>
                  </a:lnTo>
                  <a:lnTo>
                    <a:pt x="655320" y="3002280"/>
                  </a:lnTo>
                  <a:lnTo>
                    <a:pt x="662940" y="3002280"/>
                  </a:lnTo>
                  <a:lnTo>
                    <a:pt x="665988" y="2999232"/>
                  </a:lnTo>
                  <a:lnTo>
                    <a:pt x="665988" y="2950464"/>
                  </a:lnTo>
                  <a:close/>
                </a:path>
                <a:path w="2184400" h="5782310">
                  <a:moveTo>
                    <a:pt x="665988" y="2868168"/>
                  </a:moveTo>
                  <a:lnTo>
                    <a:pt x="662940" y="2865120"/>
                  </a:lnTo>
                  <a:lnTo>
                    <a:pt x="655320" y="2865120"/>
                  </a:lnTo>
                  <a:lnTo>
                    <a:pt x="650748" y="2868168"/>
                  </a:lnTo>
                  <a:lnTo>
                    <a:pt x="650748" y="2916936"/>
                  </a:lnTo>
                  <a:lnTo>
                    <a:pt x="655320" y="2919984"/>
                  </a:lnTo>
                  <a:lnTo>
                    <a:pt x="662940" y="2919984"/>
                  </a:lnTo>
                  <a:lnTo>
                    <a:pt x="665988" y="2916936"/>
                  </a:lnTo>
                  <a:lnTo>
                    <a:pt x="665988" y="2868168"/>
                  </a:lnTo>
                  <a:close/>
                </a:path>
                <a:path w="2184400" h="5782310">
                  <a:moveTo>
                    <a:pt x="665988" y="2785872"/>
                  </a:moveTo>
                  <a:lnTo>
                    <a:pt x="662940" y="2782824"/>
                  </a:lnTo>
                  <a:lnTo>
                    <a:pt x="655320" y="2782824"/>
                  </a:lnTo>
                  <a:lnTo>
                    <a:pt x="650748" y="2785872"/>
                  </a:lnTo>
                  <a:lnTo>
                    <a:pt x="650748" y="2834640"/>
                  </a:lnTo>
                  <a:lnTo>
                    <a:pt x="655320" y="2837688"/>
                  </a:lnTo>
                  <a:lnTo>
                    <a:pt x="662940" y="2837688"/>
                  </a:lnTo>
                  <a:lnTo>
                    <a:pt x="665988" y="2834640"/>
                  </a:lnTo>
                  <a:lnTo>
                    <a:pt x="665988" y="2785872"/>
                  </a:lnTo>
                  <a:close/>
                </a:path>
                <a:path w="2184400" h="5782310">
                  <a:moveTo>
                    <a:pt x="665988" y="2702052"/>
                  </a:moveTo>
                  <a:lnTo>
                    <a:pt x="662940" y="2699004"/>
                  </a:lnTo>
                  <a:lnTo>
                    <a:pt x="655320" y="2699004"/>
                  </a:lnTo>
                  <a:lnTo>
                    <a:pt x="650748" y="2702052"/>
                  </a:lnTo>
                  <a:lnTo>
                    <a:pt x="650748" y="2750820"/>
                  </a:lnTo>
                  <a:lnTo>
                    <a:pt x="655320" y="2753868"/>
                  </a:lnTo>
                  <a:lnTo>
                    <a:pt x="662940" y="2753868"/>
                  </a:lnTo>
                  <a:lnTo>
                    <a:pt x="665988" y="2750820"/>
                  </a:lnTo>
                  <a:lnTo>
                    <a:pt x="665988" y="2702052"/>
                  </a:lnTo>
                  <a:close/>
                </a:path>
                <a:path w="2184400" h="5782310">
                  <a:moveTo>
                    <a:pt x="665988" y="2619756"/>
                  </a:moveTo>
                  <a:lnTo>
                    <a:pt x="662940" y="2616708"/>
                  </a:lnTo>
                  <a:lnTo>
                    <a:pt x="655320" y="2616708"/>
                  </a:lnTo>
                  <a:lnTo>
                    <a:pt x="650748" y="2619756"/>
                  </a:lnTo>
                  <a:lnTo>
                    <a:pt x="650748" y="2668524"/>
                  </a:lnTo>
                  <a:lnTo>
                    <a:pt x="655320" y="2671572"/>
                  </a:lnTo>
                  <a:lnTo>
                    <a:pt x="662940" y="2671572"/>
                  </a:lnTo>
                  <a:lnTo>
                    <a:pt x="665988" y="2668524"/>
                  </a:lnTo>
                  <a:lnTo>
                    <a:pt x="665988" y="2619756"/>
                  </a:lnTo>
                  <a:close/>
                </a:path>
                <a:path w="2184400" h="5782310">
                  <a:moveTo>
                    <a:pt x="665988" y="2537460"/>
                  </a:moveTo>
                  <a:lnTo>
                    <a:pt x="662940" y="2534412"/>
                  </a:lnTo>
                  <a:lnTo>
                    <a:pt x="655320" y="2534412"/>
                  </a:lnTo>
                  <a:lnTo>
                    <a:pt x="650748" y="2537460"/>
                  </a:lnTo>
                  <a:lnTo>
                    <a:pt x="650748" y="2586228"/>
                  </a:lnTo>
                  <a:lnTo>
                    <a:pt x="655320" y="2589276"/>
                  </a:lnTo>
                  <a:lnTo>
                    <a:pt x="662940" y="2589276"/>
                  </a:lnTo>
                  <a:lnTo>
                    <a:pt x="665988" y="2586228"/>
                  </a:lnTo>
                  <a:lnTo>
                    <a:pt x="665988" y="2537460"/>
                  </a:lnTo>
                  <a:close/>
                </a:path>
                <a:path w="2184400" h="5782310">
                  <a:moveTo>
                    <a:pt x="665988" y="2453640"/>
                  </a:moveTo>
                  <a:lnTo>
                    <a:pt x="662940" y="2450592"/>
                  </a:lnTo>
                  <a:lnTo>
                    <a:pt x="655320" y="2450592"/>
                  </a:lnTo>
                  <a:lnTo>
                    <a:pt x="650748" y="2453640"/>
                  </a:lnTo>
                  <a:lnTo>
                    <a:pt x="650748" y="2503932"/>
                  </a:lnTo>
                  <a:lnTo>
                    <a:pt x="655320" y="2506980"/>
                  </a:lnTo>
                  <a:lnTo>
                    <a:pt x="662940" y="2506980"/>
                  </a:lnTo>
                  <a:lnTo>
                    <a:pt x="665988" y="2503932"/>
                  </a:lnTo>
                  <a:lnTo>
                    <a:pt x="665988" y="2453640"/>
                  </a:lnTo>
                  <a:close/>
                </a:path>
                <a:path w="2184400" h="5782310">
                  <a:moveTo>
                    <a:pt x="665988" y="2371344"/>
                  </a:moveTo>
                  <a:lnTo>
                    <a:pt x="662940" y="2368296"/>
                  </a:lnTo>
                  <a:lnTo>
                    <a:pt x="655320" y="2368296"/>
                  </a:lnTo>
                  <a:lnTo>
                    <a:pt x="650748" y="2371344"/>
                  </a:lnTo>
                  <a:lnTo>
                    <a:pt x="650748" y="2420112"/>
                  </a:lnTo>
                  <a:lnTo>
                    <a:pt x="655320" y="2423160"/>
                  </a:lnTo>
                  <a:lnTo>
                    <a:pt x="662940" y="2423160"/>
                  </a:lnTo>
                  <a:lnTo>
                    <a:pt x="665988" y="2420112"/>
                  </a:lnTo>
                  <a:lnTo>
                    <a:pt x="665988" y="2371344"/>
                  </a:lnTo>
                  <a:close/>
                </a:path>
                <a:path w="2184400" h="5782310">
                  <a:moveTo>
                    <a:pt x="665988" y="2289048"/>
                  </a:moveTo>
                  <a:lnTo>
                    <a:pt x="662940" y="2286000"/>
                  </a:lnTo>
                  <a:lnTo>
                    <a:pt x="655320" y="2286000"/>
                  </a:lnTo>
                  <a:lnTo>
                    <a:pt x="650748" y="2289048"/>
                  </a:lnTo>
                  <a:lnTo>
                    <a:pt x="650748" y="2337816"/>
                  </a:lnTo>
                  <a:lnTo>
                    <a:pt x="655320" y="2340864"/>
                  </a:lnTo>
                  <a:lnTo>
                    <a:pt x="662940" y="2340864"/>
                  </a:lnTo>
                  <a:lnTo>
                    <a:pt x="665988" y="2337816"/>
                  </a:lnTo>
                  <a:lnTo>
                    <a:pt x="665988" y="2289048"/>
                  </a:lnTo>
                  <a:close/>
                </a:path>
                <a:path w="2184400" h="5782310">
                  <a:moveTo>
                    <a:pt x="665988" y="2206752"/>
                  </a:moveTo>
                  <a:lnTo>
                    <a:pt x="662940" y="2203704"/>
                  </a:lnTo>
                  <a:lnTo>
                    <a:pt x="655320" y="2203704"/>
                  </a:lnTo>
                  <a:lnTo>
                    <a:pt x="650748" y="2206752"/>
                  </a:lnTo>
                  <a:lnTo>
                    <a:pt x="650748" y="2255520"/>
                  </a:lnTo>
                  <a:lnTo>
                    <a:pt x="655320" y="2258568"/>
                  </a:lnTo>
                  <a:lnTo>
                    <a:pt x="662940" y="2258568"/>
                  </a:lnTo>
                  <a:lnTo>
                    <a:pt x="665988" y="2255520"/>
                  </a:lnTo>
                  <a:lnTo>
                    <a:pt x="665988" y="2206752"/>
                  </a:lnTo>
                  <a:close/>
                </a:path>
                <a:path w="2184400" h="5782310">
                  <a:moveTo>
                    <a:pt x="665988" y="2122932"/>
                  </a:moveTo>
                  <a:lnTo>
                    <a:pt x="662940" y="2119884"/>
                  </a:lnTo>
                  <a:lnTo>
                    <a:pt x="655320" y="2119884"/>
                  </a:lnTo>
                  <a:lnTo>
                    <a:pt x="650748" y="2122932"/>
                  </a:lnTo>
                  <a:lnTo>
                    <a:pt x="650748" y="2171700"/>
                  </a:lnTo>
                  <a:lnTo>
                    <a:pt x="655320" y="2174748"/>
                  </a:lnTo>
                  <a:lnTo>
                    <a:pt x="662940" y="2174748"/>
                  </a:lnTo>
                  <a:lnTo>
                    <a:pt x="665988" y="2171700"/>
                  </a:lnTo>
                  <a:lnTo>
                    <a:pt x="665988" y="2122932"/>
                  </a:lnTo>
                  <a:close/>
                </a:path>
                <a:path w="2184400" h="5782310">
                  <a:moveTo>
                    <a:pt x="665988" y="2040636"/>
                  </a:moveTo>
                  <a:lnTo>
                    <a:pt x="662940" y="2037588"/>
                  </a:lnTo>
                  <a:lnTo>
                    <a:pt x="655320" y="2037588"/>
                  </a:lnTo>
                  <a:lnTo>
                    <a:pt x="650748" y="2040636"/>
                  </a:lnTo>
                  <a:lnTo>
                    <a:pt x="650748" y="2089404"/>
                  </a:lnTo>
                  <a:lnTo>
                    <a:pt x="655320" y="2092452"/>
                  </a:lnTo>
                  <a:lnTo>
                    <a:pt x="662940" y="2092452"/>
                  </a:lnTo>
                  <a:lnTo>
                    <a:pt x="665988" y="2089404"/>
                  </a:lnTo>
                  <a:lnTo>
                    <a:pt x="665988" y="2040636"/>
                  </a:lnTo>
                  <a:close/>
                </a:path>
                <a:path w="2184400" h="5782310">
                  <a:moveTo>
                    <a:pt x="665988" y="1958340"/>
                  </a:moveTo>
                  <a:lnTo>
                    <a:pt x="662940" y="1955292"/>
                  </a:lnTo>
                  <a:lnTo>
                    <a:pt x="655320" y="1955292"/>
                  </a:lnTo>
                  <a:lnTo>
                    <a:pt x="650748" y="1958340"/>
                  </a:lnTo>
                  <a:lnTo>
                    <a:pt x="650748" y="2007108"/>
                  </a:lnTo>
                  <a:lnTo>
                    <a:pt x="655320" y="2010156"/>
                  </a:lnTo>
                  <a:lnTo>
                    <a:pt x="662940" y="2010156"/>
                  </a:lnTo>
                  <a:lnTo>
                    <a:pt x="665988" y="2007108"/>
                  </a:lnTo>
                  <a:lnTo>
                    <a:pt x="665988" y="1958340"/>
                  </a:lnTo>
                  <a:close/>
                </a:path>
                <a:path w="2184400" h="5782310">
                  <a:moveTo>
                    <a:pt x="665988" y="1874520"/>
                  </a:moveTo>
                  <a:lnTo>
                    <a:pt x="662940" y="1871472"/>
                  </a:lnTo>
                  <a:lnTo>
                    <a:pt x="655320" y="1871472"/>
                  </a:lnTo>
                  <a:lnTo>
                    <a:pt x="650748" y="1874520"/>
                  </a:lnTo>
                  <a:lnTo>
                    <a:pt x="650748" y="1924812"/>
                  </a:lnTo>
                  <a:lnTo>
                    <a:pt x="655320" y="1927860"/>
                  </a:lnTo>
                  <a:lnTo>
                    <a:pt x="662940" y="1927860"/>
                  </a:lnTo>
                  <a:lnTo>
                    <a:pt x="665988" y="1924812"/>
                  </a:lnTo>
                  <a:lnTo>
                    <a:pt x="665988" y="1874520"/>
                  </a:lnTo>
                  <a:close/>
                </a:path>
                <a:path w="2184400" h="5782310">
                  <a:moveTo>
                    <a:pt x="665988" y="1792224"/>
                  </a:moveTo>
                  <a:lnTo>
                    <a:pt x="662940" y="1789176"/>
                  </a:lnTo>
                  <a:lnTo>
                    <a:pt x="655320" y="1789176"/>
                  </a:lnTo>
                  <a:lnTo>
                    <a:pt x="650748" y="1792224"/>
                  </a:lnTo>
                  <a:lnTo>
                    <a:pt x="650748" y="1840992"/>
                  </a:lnTo>
                  <a:lnTo>
                    <a:pt x="655320" y="1844040"/>
                  </a:lnTo>
                  <a:lnTo>
                    <a:pt x="662940" y="1844040"/>
                  </a:lnTo>
                  <a:lnTo>
                    <a:pt x="665988" y="1840992"/>
                  </a:lnTo>
                  <a:lnTo>
                    <a:pt x="665988" y="1792224"/>
                  </a:lnTo>
                  <a:close/>
                </a:path>
                <a:path w="2184400" h="5782310">
                  <a:moveTo>
                    <a:pt x="665988" y="1709928"/>
                  </a:moveTo>
                  <a:lnTo>
                    <a:pt x="662940" y="1706880"/>
                  </a:lnTo>
                  <a:lnTo>
                    <a:pt x="655320" y="1706880"/>
                  </a:lnTo>
                  <a:lnTo>
                    <a:pt x="650748" y="1709928"/>
                  </a:lnTo>
                  <a:lnTo>
                    <a:pt x="650748" y="1758696"/>
                  </a:lnTo>
                  <a:lnTo>
                    <a:pt x="655320" y="1761744"/>
                  </a:lnTo>
                  <a:lnTo>
                    <a:pt x="662940" y="1761744"/>
                  </a:lnTo>
                  <a:lnTo>
                    <a:pt x="665988" y="1758696"/>
                  </a:lnTo>
                  <a:lnTo>
                    <a:pt x="665988" y="1709928"/>
                  </a:lnTo>
                  <a:close/>
                </a:path>
                <a:path w="2184400" h="5782310">
                  <a:moveTo>
                    <a:pt x="665988" y="1627632"/>
                  </a:moveTo>
                  <a:lnTo>
                    <a:pt x="662940" y="1624584"/>
                  </a:lnTo>
                  <a:lnTo>
                    <a:pt x="655320" y="1624584"/>
                  </a:lnTo>
                  <a:lnTo>
                    <a:pt x="650748" y="1627632"/>
                  </a:lnTo>
                  <a:lnTo>
                    <a:pt x="650748" y="1676400"/>
                  </a:lnTo>
                  <a:lnTo>
                    <a:pt x="655320" y="1679448"/>
                  </a:lnTo>
                  <a:lnTo>
                    <a:pt x="662940" y="1679448"/>
                  </a:lnTo>
                  <a:lnTo>
                    <a:pt x="665988" y="1676400"/>
                  </a:lnTo>
                  <a:lnTo>
                    <a:pt x="665988" y="1627632"/>
                  </a:lnTo>
                  <a:close/>
                </a:path>
                <a:path w="2184400" h="5782310">
                  <a:moveTo>
                    <a:pt x="665988" y="1543812"/>
                  </a:moveTo>
                  <a:lnTo>
                    <a:pt x="662940" y="1540764"/>
                  </a:lnTo>
                  <a:lnTo>
                    <a:pt x="655320" y="1540764"/>
                  </a:lnTo>
                  <a:lnTo>
                    <a:pt x="650748" y="1543812"/>
                  </a:lnTo>
                  <a:lnTo>
                    <a:pt x="650748" y="1592580"/>
                  </a:lnTo>
                  <a:lnTo>
                    <a:pt x="655320" y="1595628"/>
                  </a:lnTo>
                  <a:lnTo>
                    <a:pt x="662940" y="1595628"/>
                  </a:lnTo>
                  <a:lnTo>
                    <a:pt x="665988" y="1592580"/>
                  </a:lnTo>
                  <a:lnTo>
                    <a:pt x="665988" y="1543812"/>
                  </a:lnTo>
                  <a:close/>
                </a:path>
                <a:path w="2184400" h="5782310">
                  <a:moveTo>
                    <a:pt x="665988" y="1461516"/>
                  </a:moveTo>
                  <a:lnTo>
                    <a:pt x="662940" y="1458468"/>
                  </a:lnTo>
                  <a:lnTo>
                    <a:pt x="655320" y="1458468"/>
                  </a:lnTo>
                  <a:lnTo>
                    <a:pt x="650748" y="1461516"/>
                  </a:lnTo>
                  <a:lnTo>
                    <a:pt x="650748" y="1510284"/>
                  </a:lnTo>
                  <a:lnTo>
                    <a:pt x="655320" y="1513332"/>
                  </a:lnTo>
                  <a:lnTo>
                    <a:pt x="662940" y="1513332"/>
                  </a:lnTo>
                  <a:lnTo>
                    <a:pt x="665988" y="1510284"/>
                  </a:lnTo>
                  <a:lnTo>
                    <a:pt x="665988" y="1461516"/>
                  </a:lnTo>
                  <a:close/>
                </a:path>
                <a:path w="2184400" h="5782310">
                  <a:moveTo>
                    <a:pt x="665988" y="1379220"/>
                  </a:moveTo>
                  <a:lnTo>
                    <a:pt x="662940" y="1376172"/>
                  </a:lnTo>
                  <a:lnTo>
                    <a:pt x="655320" y="1376172"/>
                  </a:lnTo>
                  <a:lnTo>
                    <a:pt x="650748" y="1379220"/>
                  </a:lnTo>
                  <a:lnTo>
                    <a:pt x="650748" y="1427988"/>
                  </a:lnTo>
                  <a:lnTo>
                    <a:pt x="655320" y="1431036"/>
                  </a:lnTo>
                  <a:lnTo>
                    <a:pt x="662940" y="1431036"/>
                  </a:lnTo>
                  <a:lnTo>
                    <a:pt x="665988" y="1427988"/>
                  </a:lnTo>
                  <a:lnTo>
                    <a:pt x="665988" y="1379220"/>
                  </a:lnTo>
                  <a:close/>
                </a:path>
                <a:path w="2184400" h="5782310">
                  <a:moveTo>
                    <a:pt x="665988" y="1295400"/>
                  </a:moveTo>
                  <a:lnTo>
                    <a:pt x="662940" y="1292352"/>
                  </a:lnTo>
                  <a:lnTo>
                    <a:pt x="655320" y="1292352"/>
                  </a:lnTo>
                  <a:lnTo>
                    <a:pt x="650748" y="1295400"/>
                  </a:lnTo>
                  <a:lnTo>
                    <a:pt x="650748" y="1345692"/>
                  </a:lnTo>
                  <a:lnTo>
                    <a:pt x="655320" y="1348740"/>
                  </a:lnTo>
                  <a:lnTo>
                    <a:pt x="662940" y="1348740"/>
                  </a:lnTo>
                  <a:lnTo>
                    <a:pt x="665988" y="1345692"/>
                  </a:lnTo>
                  <a:lnTo>
                    <a:pt x="665988" y="1295400"/>
                  </a:lnTo>
                  <a:close/>
                </a:path>
                <a:path w="2184400" h="5782310">
                  <a:moveTo>
                    <a:pt x="665988" y="1213104"/>
                  </a:moveTo>
                  <a:lnTo>
                    <a:pt x="662940" y="1210056"/>
                  </a:lnTo>
                  <a:lnTo>
                    <a:pt x="655320" y="1210056"/>
                  </a:lnTo>
                  <a:lnTo>
                    <a:pt x="650748" y="1213104"/>
                  </a:lnTo>
                  <a:lnTo>
                    <a:pt x="650748" y="1261872"/>
                  </a:lnTo>
                  <a:lnTo>
                    <a:pt x="655320" y="1264920"/>
                  </a:lnTo>
                  <a:lnTo>
                    <a:pt x="662940" y="1264920"/>
                  </a:lnTo>
                  <a:lnTo>
                    <a:pt x="665988" y="1261872"/>
                  </a:lnTo>
                  <a:lnTo>
                    <a:pt x="665988" y="1213104"/>
                  </a:lnTo>
                  <a:close/>
                </a:path>
                <a:path w="2184400" h="5782310">
                  <a:moveTo>
                    <a:pt x="665988" y="1130808"/>
                  </a:moveTo>
                  <a:lnTo>
                    <a:pt x="662940" y="1127760"/>
                  </a:lnTo>
                  <a:lnTo>
                    <a:pt x="655320" y="1127760"/>
                  </a:lnTo>
                  <a:lnTo>
                    <a:pt x="650748" y="1130808"/>
                  </a:lnTo>
                  <a:lnTo>
                    <a:pt x="650748" y="1179576"/>
                  </a:lnTo>
                  <a:lnTo>
                    <a:pt x="655320" y="1182624"/>
                  </a:lnTo>
                  <a:lnTo>
                    <a:pt x="662940" y="1182624"/>
                  </a:lnTo>
                  <a:lnTo>
                    <a:pt x="665988" y="1179576"/>
                  </a:lnTo>
                  <a:lnTo>
                    <a:pt x="665988" y="1130808"/>
                  </a:lnTo>
                  <a:close/>
                </a:path>
                <a:path w="2184400" h="5782310">
                  <a:moveTo>
                    <a:pt x="665988" y="1048512"/>
                  </a:moveTo>
                  <a:lnTo>
                    <a:pt x="662940" y="1045464"/>
                  </a:lnTo>
                  <a:lnTo>
                    <a:pt x="655320" y="1045464"/>
                  </a:lnTo>
                  <a:lnTo>
                    <a:pt x="650748" y="1048512"/>
                  </a:lnTo>
                  <a:lnTo>
                    <a:pt x="650748" y="1097280"/>
                  </a:lnTo>
                  <a:lnTo>
                    <a:pt x="655320" y="1100328"/>
                  </a:lnTo>
                  <a:lnTo>
                    <a:pt x="662940" y="1100328"/>
                  </a:lnTo>
                  <a:lnTo>
                    <a:pt x="665988" y="1097280"/>
                  </a:lnTo>
                  <a:lnTo>
                    <a:pt x="665988" y="1048512"/>
                  </a:lnTo>
                  <a:close/>
                </a:path>
                <a:path w="2184400" h="5782310">
                  <a:moveTo>
                    <a:pt x="665988" y="964692"/>
                  </a:moveTo>
                  <a:lnTo>
                    <a:pt x="662940" y="961644"/>
                  </a:lnTo>
                  <a:lnTo>
                    <a:pt x="655320" y="961644"/>
                  </a:lnTo>
                  <a:lnTo>
                    <a:pt x="650748" y="964692"/>
                  </a:lnTo>
                  <a:lnTo>
                    <a:pt x="650748" y="1013460"/>
                  </a:lnTo>
                  <a:lnTo>
                    <a:pt x="655320" y="1016508"/>
                  </a:lnTo>
                  <a:lnTo>
                    <a:pt x="662940" y="1016508"/>
                  </a:lnTo>
                  <a:lnTo>
                    <a:pt x="665988" y="1013460"/>
                  </a:lnTo>
                  <a:lnTo>
                    <a:pt x="665988" y="964692"/>
                  </a:lnTo>
                  <a:close/>
                </a:path>
                <a:path w="2184400" h="5782310">
                  <a:moveTo>
                    <a:pt x="665988" y="882396"/>
                  </a:moveTo>
                  <a:lnTo>
                    <a:pt x="662940" y="879348"/>
                  </a:lnTo>
                  <a:lnTo>
                    <a:pt x="655320" y="879348"/>
                  </a:lnTo>
                  <a:lnTo>
                    <a:pt x="650748" y="882396"/>
                  </a:lnTo>
                  <a:lnTo>
                    <a:pt x="650748" y="931164"/>
                  </a:lnTo>
                  <a:lnTo>
                    <a:pt x="655320" y="934212"/>
                  </a:lnTo>
                  <a:lnTo>
                    <a:pt x="662940" y="934212"/>
                  </a:lnTo>
                  <a:lnTo>
                    <a:pt x="665988" y="931164"/>
                  </a:lnTo>
                  <a:lnTo>
                    <a:pt x="665988" y="882396"/>
                  </a:lnTo>
                  <a:close/>
                </a:path>
                <a:path w="2184400" h="5782310">
                  <a:moveTo>
                    <a:pt x="665988" y="800100"/>
                  </a:moveTo>
                  <a:lnTo>
                    <a:pt x="662940" y="797052"/>
                  </a:lnTo>
                  <a:lnTo>
                    <a:pt x="655320" y="797052"/>
                  </a:lnTo>
                  <a:lnTo>
                    <a:pt x="650748" y="800100"/>
                  </a:lnTo>
                  <a:lnTo>
                    <a:pt x="650748" y="848868"/>
                  </a:lnTo>
                  <a:lnTo>
                    <a:pt x="655320" y="851916"/>
                  </a:lnTo>
                  <a:lnTo>
                    <a:pt x="662940" y="851916"/>
                  </a:lnTo>
                  <a:lnTo>
                    <a:pt x="665988" y="848868"/>
                  </a:lnTo>
                  <a:lnTo>
                    <a:pt x="665988" y="800100"/>
                  </a:lnTo>
                  <a:close/>
                </a:path>
                <a:path w="2184400" h="5782310">
                  <a:moveTo>
                    <a:pt x="665988" y="716280"/>
                  </a:moveTo>
                  <a:lnTo>
                    <a:pt x="662940" y="713232"/>
                  </a:lnTo>
                  <a:lnTo>
                    <a:pt x="655320" y="713232"/>
                  </a:lnTo>
                  <a:lnTo>
                    <a:pt x="650748" y="716280"/>
                  </a:lnTo>
                  <a:lnTo>
                    <a:pt x="650748" y="766572"/>
                  </a:lnTo>
                  <a:lnTo>
                    <a:pt x="655320" y="769620"/>
                  </a:lnTo>
                  <a:lnTo>
                    <a:pt x="662940" y="769620"/>
                  </a:lnTo>
                  <a:lnTo>
                    <a:pt x="665988" y="766572"/>
                  </a:lnTo>
                  <a:lnTo>
                    <a:pt x="665988" y="716280"/>
                  </a:lnTo>
                  <a:close/>
                </a:path>
                <a:path w="2184400" h="5782310">
                  <a:moveTo>
                    <a:pt x="665988" y="633984"/>
                  </a:moveTo>
                  <a:lnTo>
                    <a:pt x="662940" y="630936"/>
                  </a:lnTo>
                  <a:lnTo>
                    <a:pt x="655320" y="630936"/>
                  </a:lnTo>
                  <a:lnTo>
                    <a:pt x="650748" y="633984"/>
                  </a:lnTo>
                  <a:lnTo>
                    <a:pt x="650748" y="682752"/>
                  </a:lnTo>
                  <a:lnTo>
                    <a:pt x="655320" y="685800"/>
                  </a:lnTo>
                  <a:lnTo>
                    <a:pt x="662940" y="685800"/>
                  </a:lnTo>
                  <a:lnTo>
                    <a:pt x="665988" y="682752"/>
                  </a:lnTo>
                  <a:lnTo>
                    <a:pt x="665988" y="633984"/>
                  </a:lnTo>
                  <a:close/>
                </a:path>
                <a:path w="2184400" h="5782310">
                  <a:moveTo>
                    <a:pt x="665988" y="551688"/>
                  </a:moveTo>
                  <a:lnTo>
                    <a:pt x="662940" y="548640"/>
                  </a:lnTo>
                  <a:lnTo>
                    <a:pt x="655320" y="548640"/>
                  </a:lnTo>
                  <a:lnTo>
                    <a:pt x="650748" y="551688"/>
                  </a:lnTo>
                  <a:lnTo>
                    <a:pt x="650748" y="600456"/>
                  </a:lnTo>
                  <a:lnTo>
                    <a:pt x="655320" y="603504"/>
                  </a:lnTo>
                  <a:lnTo>
                    <a:pt x="662940" y="603504"/>
                  </a:lnTo>
                  <a:lnTo>
                    <a:pt x="665988" y="600456"/>
                  </a:lnTo>
                  <a:lnTo>
                    <a:pt x="665988" y="551688"/>
                  </a:lnTo>
                  <a:close/>
                </a:path>
                <a:path w="2184400" h="5782310">
                  <a:moveTo>
                    <a:pt x="665988" y="469392"/>
                  </a:moveTo>
                  <a:lnTo>
                    <a:pt x="662940" y="466344"/>
                  </a:lnTo>
                  <a:lnTo>
                    <a:pt x="655320" y="466344"/>
                  </a:lnTo>
                  <a:lnTo>
                    <a:pt x="650748" y="469392"/>
                  </a:lnTo>
                  <a:lnTo>
                    <a:pt x="650748" y="518160"/>
                  </a:lnTo>
                  <a:lnTo>
                    <a:pt x="655320" y="521208"/>
                  </a:lnTo>
                  <a:lnTo>
                    <a:pt x="662940" y="521208"/>
                  </a:lnTo>
                  <a:lnTo>
                    <a:pt x="665988" y="518160"/>
                  </a:lnTo>
                  <a:lnTo>
                    <a:pt x="665988" y="469392"/>
                  </a:lnTo>
                  <a:close/>
                </a:path>
                <a:path w="2184400" h="5782310">
                  <a:moveTo>
                    <a:pt x="665988" y="385572"/>
                  </a:moveTo>
                  <a:lnTo>
                    <a:pt x="662940" y="382524"/>
                  </a:lnTo>
                  <a:lnTo>
                    <a:pt x="655320" y="382524"/>
                  </a:lnTo>
                  <a:lnTo>
                    <a:pt x="650748" y="385572"/>
                  </a:lnTo>
                  <a:lnTo>
                    <a:pt x="650748" y="434340"/>
                  </a:lnTo>
                  <a:lnTo>
                    <a:pt x="655320" y="437388"/>
                  </a:lnTo>
                  <a:lnTo>
                    <a:pt x="662940" y="437388"/>
                  </a:lnTo>
                  <a:lnTo>
                    <a:pt x="665988" y="434340"/>
                  </a:lnTo>
                  <a:lnTo>
                    <a:pt x="665988" y="385572"/>
                  </a:lnTo>
                  <a:close/>
                </a:path>
                <a:path w="2184400" h="5782310">
                  <a:moveTo>
                    <a:pt x="665988" y="303276"/>
                  </a:moveTo>
                  <a:lnTo>
                    <a:pt x="662940" y="300228"/>
                  </a:lnTo>
                  <a:lnTo>
                    <a:pt x="655320" y="300228"/>
                  </a:lnTo>
                  <a:lnTo>
                    <a:pt x="650748" y="303276"/>
                  </a:lnTo>
                  <a:lnTo>
                    <a:pt x="650748" y="352044"/>
                  </a:lnTo>
                  <a:lnTo>
                    <a:pt x="655320" y="355092"/>
                  </a:lnTo>
                  <a:lnTo>
                    <a:pt x="662940" y="355092"/>
                  </a:lnTo>
                  <a:lnTo>
                    <a:pt x="665988" y="352044"/>
                  </a:lnTo>
                  <a:lnTo>
                    <a:pt x="665988" y="303276"/>
                  </a:lnTo>
                  <a:close/>
                </a:path>
                <a:path w="2184400" h="5782310">
                  <a:moveTo>
                    <a:pt x="665988" y="220980"/>
                  </a:moveTo>
                  <a:lnTo>
                    <a:pt x="662940" y="217932"/>
                  </a:lnTo>
                  <a:lnTo>
                    <a:pt x="655320" y="217932"/>
                  </a:lnTo>
                  <a:lnTo>
                    <a:pt x="650748" y="220980"/>
                  </a:lnTo>
                  <a:lnTo>
                    <a:pt x="650748" y="269748"/>
                  </a:lnTo>
                  <a:lnTo>
                    <a:pt x="655320" y="272796"/>
                  </a:lnTo>
                  <a:lnTo>
                    <a:pt x="662940" y="272796"/>
                  </a:lnTo>
                  <a:lnTo>
                    <a:pt x="665988" y="269748"/>
                  </a:lnTo>
                  <a:lnTo>
                    <a:pt x="665988" y="220980"/>
                  </a:lnTo>
                  <a:close/>
                </a:path>
                <a:path w="2184400" h="5782310">
                  <a:moveTo>
                    <a:pt x="665988" y="137160"/>
                  </a:moveTo>
                  <a:lnTo>
                    <a:pt x="662940" y="134112"/>
                  </a:lnTo>
                  <a:lnTo>
                    <a:pt x="655320" y="134112"/>
                  </a:lnTo>
                  <a:lnTo>
                    <a:pt x="650748" y="137160"/>
                  </a:lnTo>
                  <a:lnTo>
                    <a:pt x="650748" y="187452"/>
                  </a:lnTo>
                  <a:lnTo>
                    <a:pt x="655320" y="190500"/>
                  </a:lnTo>
                  <a:lnTo>
                    <a:pt x="662940" y="190500"/>
                  </a:lnTo>
                  <a:lnTo>
                    <a:pt x="665988" y="187452"/>
                  </a:lnTo>
                  <a:lnTo>
                    <a:pt x="665988" y="137160"/>
                  </a:lnTo>
                  <a:close/>
                </a:path>
                <a:path w="2184400" h="5782310">
                  <a:moveTo>
                    <a:pt x="882396" y="5266944"/>
                  </a:moveTo>
                  <a:lnTo>
                    <a:pt x="879348" y="5263896"/>
                  </a:lnTo>
                  <a:lnTo>
                    <a:pt x="871728" y="5263896"/>
                  </a:lnTo>
                  <a:lnTo>
                    <a:pt x="868680" y="5266944"/>
                  </a:lnTo>
                  <a:lnTo>
                    <a:pt x="868680" y="5291328"/>
                  </a:lnTo>
                  <a:lnTo>
                    <a:pt x="871728" y="5294376"/>
                  </a:lnTo>
                  <a:lnTo>
                    <a:pt x="879348" y="5294376"/>
                  </a:lnTo>
                  <a:lnTo>
                    <a:pt x="882396" y="5291328"/>
                  </a:lnTo>
                  <a:lnTo>
                    <a:pt x="882396" y="5266944"/>
                  </a:lnTo>
                  <a:close/>
                </a:path>
                <a:path w="2184400" h="5782310">
                  <a:moveTo>
                    <a:pt x="882396" y="5184648"/>
                  </a:moveTo>
                  <a:lnTo>
                    <a:pt x="879348" y="5181600"/>
                  </a:lnTo>
                  <a:lnTo>
                    <a:pt x="871728" y="5181600"/>
                  </a:lnTo>
                  <a:lnTo>
                    <a:pt x="868680" y="5184648"/>
                  </a:lnTo>
                  <a:lnTo>
                    <a:pt x="868680" y="5233416"/>
                  </a:lnTo>
                  <a:lnTo>
                    <a:pt x="871728" y="5236464"/>
                  </a:lnTo>
                  <a:lnTo>
                    <a:pt x="879348" y="5236464"/>
                  </a:lnTo>
                  <a:lnTo>
                    <a:pt x="882396" y="5233416"/>
                  </a:lnTo>
                  <a:lnTo>
                    <a:pt x="882396" y="5184648"/>
                  </a:lnTo>
                  <a:close/>
                </a:path>
                <a:path w="2184400" h="5782310">
                  <a:moveTo>
                    <a:pt x="882396" y="5102352"/>
                  </a:moveTo>
                  <a:lnTo>
                    <a:pt x="879348" y="5099304"/>
                  </a:lnTo>
                  <a:lnTo>
                    <a:pt x="871728" y="5099304"/>
                  </a:lnTo>
                  <a:lnTo>
                    <a:pt x="868680" y="5102352"/>
                  </a:lnTo>
                  <a:lnTo>
                    <a:pt x="868680" y="5151120"/>
                  </a:lnTo>
                  <a:lnTo>
                    <a:pt x="871728" y="5154168"/>
                  </a:lnTo>
                  <a:lnTo>
                    <a:pt x="879348" y="5154168"/>
                  </a:lnTo>
                  <a:lnTo>
                    <a:pt x="882396" y="5151120"/>
                  </a:lnTo>
                  <a:lnTo>
                    <a:pt x="882396" y="5102352"/>
                  </a:lnTo>
                  <a:close/>
                </a:path>
                <a:path w="2184400" h="5782310">
                  <a:moveTo>
                    <a:pt x="882396" y="5018532"/>
                  </a:moveTo>
                  <a:lnTo>
                    <a:pt x="879348" y="5015484"/>
                  </a:lnTo>
                  <a:lnTo>
                    <a:pt x="871728" y="5015484"/>
                  </a:lnTo>
                  <a:lnTo>
                    <a:pt x="868680" y="5018532"/>
                  </a:lnTo>
                  <a:lnTo>
                    <a:pt x="868680" y="5067300"/>
                  </a:lnTo>
                  <a:lnTo>
                    <a:pt x="871728" y="5070348"/>
                  </a:lnTo>
                  <a:lnTo>
                    <a:pt x="879348" y="5070348"/>
                  </a:lnTo>
                  <a:lnTo>
                    <a:pt x="882396" y="5067300"/>
                  </a:lnTo>
                  <a:lnTo>
                    <a:pt x="882396" y="5018532"/>
                  </a:lnTo>
                  <a:close/>
                </a:path>
                <a:path w="2184400" h="5782310">
                  <a:moveTo>
                    <a:pt x="882396" y="4936236"/>
                  </a:moveTo>
                  <a:lnTo>
                    <a:pt x="879348" y="4933188"/>
                  </a:lnTo>
                  <a:lnTo>
                    <a:pt x="871728" y="4933188"/>
                  </a:lnTo>
                  <a:lnTo>
                    <a:pt x="868680" y="4936236"/>
                  </a:lnTo>
                  <a:lnTo>
                    <a:pt x="868680" y="4985004"/>
                  </a:lnTo>
                  <a:lnTo>
                    <a:pt x="871728" y="4988052"/>
                  </a:lnTo>
                  <a:lnTo>
                    <a:pt x="879348" y="4988052"/>
                  </a:lnTo>
                  <a:lnTo>
                    <a:pt x="882396" y="4985004"/>
                  </a:lnTo>
                  <a:lnTo>
                    <a:pt x="882396" y="4936236"/>
                  </a:lnTo>
                  <a:close/>
                </a:path>
                <a:path w="2184400" h="5782310">
                  <a:moveTo>
                    <a:pt x="882396" y="4853940"/>
                  </a:moveTo>
                  <a:lnTo>
                    <a:pt x="879348" y="4850892"/>
                  </a:lnTo>
                  <a:lnTo>
                    <a:pt x="871728" y="4850892"/>
                  </a:lnTo>
                  <a:lnTo>
                    <a:pt x="868680" y="4853940"/>
                  </a:lnTo>
                  <a:lnTo>
                    <a:pt x="868680" y="4902708"/>
                  </a:lnTo>
                  <a:lnTo>
                    <a:pt x="871728" y="4905756"/>
                  </a:lnTo>
                  <a:lnTo>
                    <a:pt x="879348" y="4905756"/>
                  </a:lnTo>
                  <a:lnTo>
                    <a:pt x="882396" y="4902708"/>
                  </a:lnTo>
                  <a:lnTo>
                    <a:pt x="882396" y="4853940"/>
                  </a:lnTo>
                  <a:close/>
                </a:path>
                <a:path w="2184400" h="5782310">
                  <a:moveTo>
                    <a:pt x="882396" y="4770120"/>
                  </a:moveTo>
                  <a:lnTo>
                    <a:pt x="879348" y="4767072"/>
                  </a:lnTo>
                  <a:lnTo>
                    <a:pt x="871728" y="4767072"/>
                  </a:lnTo>
                  <a:lnTo>
                    <a:pt x="868680" y="4770120"/>
                  </a:lnTo>
                  <a:lnTo>
                    <a:pt x="868680" y="4820412"/>
                  </a:lnTo>
                  <a:lnTo>
                    <a:pt x="871728" y="4823460"/>
                  </a:lnTo>
                  <a:lnTo>
                    <a:pt x="879348" y="4823460"/>
                  </a:lnTo>
                  <a:lnTo>
                    <a:pt x="882396" y="4820412"/>
                  </a:lnTo>
                  <a:lnTo>
                    <a:pt x="882396" y="4770120"/>
                  </a:lnTo>
                  <a:close/>
                </a:path>
                <a:path w="2184400" h="5782310">
                  <a:moveTo>
                    <a:pt x="882396" y="4687824"/>
                  </a:moveTo>
                  <a:lnTo>
                    <a:pt x="879348" y="4684776"/>
                  </a:lnTo>
                  <a:lnTo>
                    <a:pt x="871728" y="4684776"/>
                  </a:lnTo>
                  <a:lnTo>
                    <a:pt x="868680" y="4687824"/>
                  </a:lnTo>
                  <a:lnTo>
                    <a:pt x="868680" y="4736592"/>
                  </a:lnTo>
                  <a:lnTo>
                    <a:pt x="871728" y="4739640"/>
                  </a:lnTo>
                  <a:lnTo>
                    <a:pt x="879348" y="4739640"/>
                  </a:lnTo>
                  <a:lnTo>
                    <a:pt x="882396" y="4736592"/>
                  </a:lnTo>
                  <a:lnTo>
                    <a:pt x="882396" y="4687824"/>
                  </a:lnTo>
                  <a:close/>
                </a:path>
                <a:path w="2184400" h="5782310">
                  <a:moveTo>
                    <a:pt x="882396" y="4605528"/>
                  </a:moveTo>
                  <a:lnTo>
                    <a:pt x="879348" y="4602480"/>
                  </a:lnTo>
                  <a:lnTo>
                    <a:pt x="871728" y="4602480"/>
                  </a:lnTo>
                  <a:lnTo>
                    <a:pt x="868680" y="4605528"/>
                  </a:lnTo>
                  <a:lnTo>
                    <a:pt x="868680" y="4654308"/>
                  </a:lnTo>
                  <a:lnTo>
                    <a:pt x="871728" y="4657344"/>
                  </a:lnTo>
                  <a:lnTo>
                    <a:pt x="879348" y="4657344"/>
                  </a:lnTo>
                  <a:lnTo>
                    <a:pt x="882396" y="4654308"/>
                  </a:lnTo>
                  <a:lnTo>
                    <a:pt x="882396" y="4605528"/>
                  </a:lnTo>
                  <a:close/>
                </a:path>
                <a:path w="2184400" h="5782310">
                  <a:moveTo>
                    <a:pt x="882396" y="4523232"/>
                  </a:moveTo>
                  <a:lnTo>
                    <a:pt x="879348" y="4520184"/>
                  </a:lnTo>
                  <a:lnTo>
                    <a:pt x="871728" y="4520184"/>
                  </a:lnTo>
                  <a:lnTo>
                    <a:pt x="868680" y="4523232"/>
                  </a:lnTo>
                  <a:lnTo>
                    <a:pt x="868680" y="4572000"/>
                  </a:lnTo>
                  <a:lnTo>
                    <a:pt x="871728" y="4575048"/>
                  </a:lnTo>
                  <a:lnTo>
                    <a:pt x="879348" y="4575048"/>
                  </a:lnTo>
                  <a:lnTo>
                    <a:pt x="882396" y="4572000"/>
                  </a:lnTo>
                  <a:lnTo>
                    <a:pt x="882396" y="4523232"/>
                  </a:lnTo>
                  <a:close/>
                </a:path>
                <a:path w="2184400" h="5782310">
                  <a:moveTo>
                    <a:pt x="882396" y="4439412"/>
                  </a:moveTo>
                  <a:lnTo>
                    <a:pt x="879348" y="4436364"/>
                  </a:lnTo>
                  <a:lnTo>
                    <a:pt x="871728" y="4436364"/>
                  </a:lnTo>
                  <a:lnTo>
                    <a:pt x="868680" y="4439412"/>
                  </a:lnTo>
                  <a:lnTo>
                    <a:pt x="868680" y="4488180"/>
                  </a:lnTo>
                  <a:lnTo>
                    <a:pt x="871728" y="4491228"/>
                  </a:lnTo>
                  <a:lnTo>
                    <a:pt x="879348" y="4491228"/>
                  </a:lnTo>
                  <a:lnTo>
                    <a:pt x="882396" y="4488180"/>
                  </a:lnTo>
                  <a:lnTo>
                    <a:pt x="882396" y="4439412"/>
                  </a:lnTo>
                  <a:close/>
                </a:path>
                <a:path w="2184400" h="5782310">
                  <a:moveTo>
                    <a:pt x="882396" y="4357116"/>
                  </a:moveTo>
                  <a:lnTo>
                    <a:pt x="879348" y="4354068"/>
                  </a:lnTo>
                  <a:lnTo>
                    <a:pt x="871728" y="4354068"/>
                  </a:lnTo>
                  <a:lnTo>
                    <a:pt x="868680" y="4357116"/>
                  </a:lnTo>
                  <a:lnTo>
                    <a:pt x="868680" y="4405884"/>
                  </a:lnTo>
                  <a:lnTo>
                    <a:pt x="871728" y="4408932"/>
                  </a:lnTo>
                  <a:lnTo>
                    <a:pt x="879348" y="4408932"/>
                  </a:lnTo>
                  <a:lnTo>
                    <a:pt x="882396" y="4405884"/>
                  </a:lnTo>
                  <a:lnTo>
                    <a:pt x="882396" y="4357116"/>
                  </a:lnTo>
                  <a:close/>
                </a:path>
                <a:path w="2184400" h="5782310">
                  <a:moveTo>
                    <a:pt x="882396" y="4274820"/>
                  </a:moveTo>
                  <a:lnTo>
                    <a:pt x="879348" y="4271772"/>
                  </a:lnTo>
                  <a:lnTo>
                    <a:pt x="871728" y="4271772"/>
                  </a:lnTo>
                  <a:lnTo>
                    <a:pt x="868680" y="4274820"/>
                  </a:lnTo>
                  <a:lnTo>
                    <a:pt x="868680" y="4323588"/>
                  </a:lnTo>
                  <a:lnTo>
                    <a:pt x="871728" y="4326636"/>
                  </a:lnTo>
                  <a:lnTo>
                    <a:pt x="879348" y="4326636"/>
                  </a:lnTo>
                  <a:lnTo>
                    <a:pt x="882396" y="4323588"/>
                  </a:lnTo>
                  <a:lnTo>
                    <a:pt x="882396" y="4274820"/>
                  </a:lnTo>
                  <a:close/>
                </a:path>
                <a:path w="2184400" h="5782310">
                  <a:moveTo>
                    <a:pt x="882396" y="4191000"/>
                  </a:moveTo>
                  <a:lnTo>
                    <a:pt x="879348" y="4187952"/>
                  </a:lnTo>
                  <a:lnTo>
                    <a:pt x="871728" y="4187952"/>
                  </a:lnTo>
                  <a:lnTo>
                    <a:pt x="868680" y="4191000"/>
                  </a:lnTo>
                  <a:lnTo>
                    <a:pt x="868680" y="4241292"/>
                  </a:lnTo>
                  <a:lnTo>
                    <a:pt x="871728" y="4244340"/>
                  </a:lnTo>
                  <a:lnTo>
                    <a:pt x="879348" y="4244340"/>
                  </a:lnTo>
                  <a:lnTo>
                    <a:pt x="882396" y="4241292"/>
                  </a:lnTo>
                  <a:lnTo>
                    <a:pt x="882396" y="4191000"/>
                  </a:lnTo>
                  <a:close/>
                </a:path>
                <a:path w="2184400" h="5782310">
                  <a:moveTo>
                    <a:pt x="882396" y="4108704"/>
                  </a:moveTo>
                  <a:lnTo>
                    <a:pt x="879348" y="4105656"/>
                  </a:lnTo>
                  <a:lnTo>
                    <a:pt x="871728" y="4105656"/>
                  </a:lnTo>
                  <a:lnTo>
                    <a:pt x="868680" y="4108704"/>
                  </a:lnTo>
                  <a:lnTo>
                    <a:pt x="868680" y="4157472"/>
                  </a:lnTo>
                  <a:lnTo>
                    <a:pt x="871728" y="4160520"/>
                  </a:lnTo>
                  <a:lnTo>
                    <a:pt x="879348" y="4160520"/>
                  </a:lnTo>
                  <a:lnTo>
                    <a:pt x="882396" y="4157472"/>
                  </a:lnTo>
                  <a:lnTo>
                    <a:pt x="882396" y="4108704"/>
                  </a:lnTo>
                  <a:close/>
                </a:path>
                <a:path w="2184400" h="5782310">
                  <a:moveTo>
                    <a:pt x="882396" y="4026408"/>
                  </a:moveTo>
                  <a:lnTo>
                    <a:pt x="879348" y="4023360"/>
                  </a:lnTo>
                  <a:lnTo>
                    <a:pt x="871728" y="4023360"/>
                  </a:lnTo>
                  <a:lnTo>
                    <a:pt x="868680" y="4026408"/>
                  </a:lnTo>
                  <a:lnTo>
                    <a:pt x="868680" y="4075176"/>
                  </a:lnTo>
                  <a:lnTo>
                    <a:pt x="871728" y="4078224"/>
                  </a:lnTo>
                  <a:lnTo>
                    <a:pt x="879348" y="4078224"/>
                  </a:lnTo>
                  <a:lnTo>
                    <a:pt x="882396" y="4075176"/>
                  </a:lnTo>
                  <a:lnTo>
                    <a:pt x="882396" y="4026408"/>
                  </a:lnTo>
                  <a:close/>
                </a:path>
                <a:path w="2184400" h="5782310">
                  <a:moveTo>
                    <a:pt x="882396" y="3944112"/>
                  </a:moveTo>
                  <a:lnTo>
                    <a:pt x="879348" y="3941064"/>
                  </a:lnTo>
                  <a:lnTo>
                    <a:pt x="871728" y="3941064"/>
                  </a:lnTo>
                  <a:lnTo>
                    <a:pt x="868680" y="3944112"/>
                  </a:lnTo>
                  <a:lnTo>
                    <a:pt x="868680" y="3992880"/>
                  </a:lnTo>
                  <a:lnTo>
                    <a:pt x="871728" y="3995928"/>
                  </a:lnTo>
                  <a:lnTo>
                    <a:pt x="879348" y="3995928"/>
                  </a:lnTo>
                  <a:lnTo>
                    <a:pt x="882396" y="3992880"/>
                  </a:lnTo>
                  <a:lnTo>
                    <a:pt x="882396" y="3944112"/>
                  </a:lnTo>
                  <a:close/>
                </a:path>
                <a:path w="2184400" h="5782310">
                  <a:moveTo>
                    <a:pt x="882396" y="3860292"/>
                  </a:moveTo>
                  <a:lnTo>
                    <a:pt x="879348" y="3857244"/>
                  </a:lnTo>
                  <a:lnTo>
                    <a:pt x="871728" y="3857244"/>
                  </a:lnTo>
                  <a:lnTo>
                    <a:pt x="868680" y="3860292"/>
                  </a:lnTo>
                  <a:lnTo>
                    <a:pt x="868680" y="3909060"/>
                  </a:lnTo>
                  <a:lnTo>
                    <a:pt x="871728" y="3912108"/>
                  </a:lnTo>
                  <a:lnTo>
                    <a:pt x="879348" y="3912108"/>
                  </a:lnTo>
                  <a:lnTo>
                    <a:pt x="882396" y="3909060"/>
                  </a:lnTo>
                  <a:lnTo>
                    <a:pt x="882396" y="3860292"/>
                  </a:lnTo>
                  <a:close/>
                </a:path>
                <a:path w="2184400" h="5782310">
                  <a:moveTo>
                    <a:pt x="882396" y="3777996"/>
                  </a:moveTo>
                  <a:lnTo>
                    <a:pt x="879348" y="3774948"/>
                  </a:lnTo>
                  <a:lnTo>
                    <a:pt x="871728" y="3774948"/>
                  </a:lnTo>
                  <a:lnTo>
                    <a:pt x="868680" y="3777996"/>
                  </a:lnTo>
                  <a:lnTo>
                    <a:pt x="868680" y="3826764"/>
                  </a:lnTo>
                  <a:lnTo>
                    <a:pt x="871728" y="3829812"/>
                  </a:lnTo>
                  <a:lnTo>
                    <a:pt x="879348" y="3829812"/>
                  </a:lnTo>
                  <a:lnTo>
                    <a:pt x="882396" y="3826764"/>
                  </a:lnTo>
                  <a:lnTo>
                    <a:pt x="882396" y="3777996"/>
                  </a:lnTo>
                  <a:close/>
                </a:path>
                <a:path w="2184400" h="5782310">
                  <a:moveTo>
                    <a:pt x="882396" y="3695700"/>
                  </a:moveTo>
                  <a:lnTo>
                    <a:pt x="879348" y="3692652"/>
                  </a:lnTo>
                  <a:lnTo>
                    <a:pt x="871728" y="3692652"/>
                  </a:lnTo>
                  <a:lnTo>
                    <a:pt x="868680" y="3695700"/>
                  </a:lnTo>
                  <a:lnTo>
                    <a:pt x="868680" y="3744468"/>
                  </a:lnTo>
                  <a:lnTo>
                    <a:pt x="871728" y="3747516"/>
                  </a:lnTo>
                  <a:lnTo>
                    <a:pt x="879348" y="3747516"/>
                  </a:lnTo>
                  <a:lnTo>
                    <a:pt x="882396" y="3744468"/>
                  </a:lnTo>
                  <a:lnTo>
                    <a:pt x="882396" y="3695700"/>
                  </a:lnTo>
                  <a:close/>
                </a:path>
                <a:path w="2184400" h="5782310">
                  <a:moveTo>
                    <a:pt x="882396" y="3611880"/>
                  </a:moveTo>
                  <a:lnTo>
                    <a:pt x="879348" y="3608832"/>
                  </a:lnTo>
                  <a:lnTo>
                    <a:pt x="871728" y="3608832"/>
                  </a:lnTo>
                  <a:lnTo>
                    <a:pt x="868680" y="3611880"/>
                  </a:lnTo>
                  <a:lnTo>
                    <a:pt x="868680" y="3662172"/>
                  </a:lnTo>
                  <a:lnTo>
                    <a:pt x="871728" y="3665220"/>
                  </a:lnTo>
                  <a:lnTo>
                    <a:pt x="879348" y="3665220"/>
                  </a:lnTo>
                  <a:lnTo>
                    <a:pt x="882396" y="3662172"/>
                  </a:lnTo>
                  <a:lnTo>
                    <a:pt x="882396" y="3611880"/>
                  </a:lnTo>
                  <a:close/>
                </a:path>
                <a:path w="2184400" h="5782310">
                  <a:moveTo>
                    <a:pt x="882396" y="3529584"/>
                  </a:moveTo>
                  <a:lnTo>
                    <a:pt x="879348" y="3526536"/>
                  </a:lnTo>
                  <a:lnTo>
                    <a:pt x="871728" y="3526536"/>
                  </a:lnTo>
                  <a:lnTo>
                    <a:pt x="868680" y="3529584"/>
                  </a:lnTo>
                  <a:lnTo>
                    <a:pt x="868680" y="3578352"/>
                  </a:lnTo>
                  <a:lnTo>
                    <a:pt x="871728" y="3581400"/>
                  </a:lnTo>
                  <a:lnTo>
                    <a:pt x="879348" y="3581400"/>
                  </a:lnTo>
                  <a:lnTo>
                    <a:pt x="882396" y="3578352"/>
                  </a:lnTo>
                  <a:lnTo>
                    <a:pt x="882396" y="3529584"/>
                  </a:lnTo>
                  <a:close/>
                </a:path>
                <a:path w="2184400" h="5782310">
                  <a:moveTo>
                    <a:pt x="882396" y="3447288"/>
                  </a:moveTo>
                  <a:lnTo>
                    <a:pt x="879348" y="3444240"/>
                  </a:lnTo>
                  <a:lnTo>
                    <a:pt x="871728" y="3444240"/>
                  </a:lnTo>
                  <a:lnTo>
                    <a:pt x="868680" y="3447288"/>
                  </a:lnTo>
                  <a:lnTo>
                    <a:pt x="868680" y="3496056"/>
                  </a:lnTo>
                  <a:lnTo>
                    <a:pt x="871728" y="3499104"/>
                  </a:lnTo>
                  <a:lnTo>
                    <a:pt x="879348" y="3499104"/>
                  </a:lnTo>
                  <a:lnTo>
                    <a:pt x="882396" y="3496056"/>
                  </a:lnTo>
                  <a:lnTo>
                    <a:pt x="882396" y="3447288"/>
                  </a:lnTo>
                  <a:close/>
                </a:path>
                <a:path w="2184400" h="5782310">
                  <a:moveTo>
                    <a:pt x="882396" y="3364992"/>
                  </a:moveTo>
                  <a:lnTo>
                    <a:pt x="879348" y="3361944"/>
                  </a:lnTo>
                  <a:lnTo>
                    <a:pt x="871728" y="3361944"/>
                  </a:lnTo>
                  <a:lnTo>
                    <a:pt x="868680" y="3364992"/>
                  </a:lnTo>
                  <a:lnTo>
                    <a:pt x="868680" y="3413760"/>
                  </a:lnTo>
                  <a:lnTo>
                    <a:pt x="871728" y="3416808"/>
                  </a:lnTo>
                  <a:lnTo>
                    <a:pt x="879348" y="3416808"/>
                  </a:lnTo>
                  <a:lnTo>
                    <a:pt x="882396" y="3413760"/>
                  </a:lnTo>
                  <a:lnTo>
                    <a:pt x="882396" y="3364992"/>
                  </a:lnTo>
                  <a:close/>
                </a:path>
                <a:path w="2184400" h="5782310">
                  <a:moveTo>
                    <a:pt x="882396" y="3281172"/>
                  </a:moveTo>
                  <a:lnTo>
                    <a:pt x="879348" y="3278124"/>
                  </a:lnTo>
                  <a:lnTo>
                    <a:pt x="871728" y="3278124"/>
                  </a:lnTo>
                  <a:lnTo>
                    <a:pt x="868680" y="3281172"/>
                  </a:lnTo>
                  <a:lnTo>
                    <a:pt x="868680" y="3329940"/>
                  </a:lnTo>
                  <a:lnTo>
                    <a:pt x="871728" y="3332988"/>
                  </a:lnTo>
                  <a:lnTo>
                    <a:pt x="879348" y="3332988"/>
                  </a:lnTo>
                  <a:lnTo>
                    <a:pt x="882396" y="3329940"/>
                  </a:lnTo>
                  <a:lnTo>
                    <a:pt x="882396" y="3281172"/>
                  </a:lnTo>
                  <a:close/>
                </a:path>
                <a:path w="2184400" h="5782310">
                  <a:moveTo>
                    <a:pt x="882396" y="3198876"/>
                  </a:moveTo>
                  <a:lnTo>
                    <a:pt x="879348" y="3195828"/>
                  </a:lnTo>
                  <a:lnTo>
                    <a:pt x="871728" y="3195828"/>
                  </a:lnTo>
                  <a:lnTo>
                    <a:pt x="868680" y="3198876"/>
                  </a:lnTo>
                  <a:lnTo>
                    <a:pt x="868680" y="3247644"/>
                  </a:lnTo>
                  <a:lnTo>
                    <a:pt x="871728" y="3250692"/>
                  </a:lnTo>
                  <a:lnTo>
                    <a:pt x="879348" y="3250692"/>
                  </a:lnTo>
                  <a:lnTo>
                    <a:pt x="882396" y="3247644"/>
                  </a:lnTo>
                  <a:lnTo>
                    <a:pt x="882396" y="3198876"/>
                  </a:lnTo>
                  <a:close/>
                </a:path>
                <a:path w="2184400" h="5782310">
                  <a:moveTo>
                    <a:pt x="882396" y="3116580"/>
                  </a:moveTo>
                  <a:lnTo>
                    <a:pt x="879348" y="3113532"/>
                  </a:lnTo>
                  <a:lnTo>
                    <a:pt x="871728" y="3113532"/>
                  </a:lnTo>
                  <a:lnTo>
                    <a:pt x="868680" y="3116580"/>
                  </a:lnTo>
                  <a:lnTo>
                    <a:pt x="868680" y="3165348"/>
                  </a:lnTo>
                  <a:lnTo>
                    <a:pt x="871728" y="3168396"/>
                  </a:lnTo>
                  <a:lnTo>
                    <a:pt x="879348" y="3168396"/>
                  </a:lnTo>
                  <a:lnTo>
                    <a:pt x="882396" y="3165348"/>
                  </a:lnTo>
                  <a:lnTo>
                    <a:pt x="882396" y="3116580"/>
                  </a:lnTo>
                  <a:close/>
                </a:path>
                <a:path w="2184400" h="5782310">
                  <a:moveTo>
                    <a:pt x="882396" y="3032760"/>
                  </a:moveTo>
                  <a:lnTo>
                    <a:pt x="879348" y="3029712"/>
                  </a:lnTo>
                  <a:lnTo>
                    <a:pt x="871728" y="3029712"/>
                  </a:lnTo>
                  <a:lnTo>
                    <a:pt x="868680" y="3032760"/>
                  </a:lnTo>
                  <a:lnTo>
                    <a:pt x="868680" y="3083052"/>
                  </a:lnTo>
                  <a:lnTo>
                    <a:pt x="871728" y="3086100"/>
                  </a:lnTo>
                  <a:lnTo>
                    <a:pt x="879348" y="3086100"/>
                  </a:lnTo>
                  <a:lnTo>
                    <a:pt x="882396" y="3083052"/>
                  </a:lnTo>
                  <a:lnTo>
                    <a:pt x="882396" y="3032760"/>
                  </a:lnTo>
                  <a:close/>
                </a:path>
                <a:path w="2184400" h="5782310">
                  <a:moveTo>
                    <a:pt x="882396" y="2950464"/>
                  </a:moveTo>
                  <a:lnTo>
                    <a:pt x="879348" y="2947416"/>
                  </a:lnTo>
                  <a:lnTo>
                    <a:pt x="871728" y="2947416"/>
                  </a:lnTo>
                  <a:lnTo>
                    <a:pt x="868680" y="2950464"/>
                  </a:lnTo>
                  <a:lnTo>
                    <a:pt x="868680" y="2999232"/>
                  </a:lnTo>
                  <a:lnTo>
                    <a:pt x="871728" y="3002280"/>
                  </a:lnTo>
                  <a:lnTo>
                    <a:pt x="879348" y="3002280"/>
                  </a:lnTo>
                  <a:lnTo>
                    <a:pt x="882396" y="2999232"/>
                  </a:lnTo>
                  <a:lnTo>
                    <a:pt x="882396" y="2950464"/>
                  </a:lnTo>
                  <a:close/>
                </a:path>
                <a:path w="2184400" h="5782310">
                  <a:moveTo>
                    <a:pt x="882396" y="2868168"/>
                  </a:moveTo>
                  <a:lnTo>
                    <a:pt x="879348" y="2865120"/>
                  </a:lnTo>
                  <a:lnTo>
                    <a:pt x="871728" y="2865120"/>
                  </a:lnTo>
                  <a:lnTo>
                    <a:pt x="868680" y="2868168"/>
                  </a:lnTo>
                  <a:lnTo>
                    <a:pt x="868680" y="2916936"/>
                  </a:lnTo>
                  <a:lnTo>
                    <a:pt x="871728" y="2919984"/>
                  </a:lnTo>
                  <a:lnTo>
                    <a:pt x="879348" y="2919984"/>
                  </a:lnTo>
                  <a:lnTo>
                    <a:pt x="882396" y="2916936"/>
                  </a:lnTo>
                  <a:lnTo>
                    <a:pt x="882396" y="2868168"/>
                  </a:lnTo>
                  <a:close/>
                </a:path>
                <a:path w="2184400" h="5782310">
                  <a:moveTo>
                    <a:pt x="882396" y="2785872"/>
                  </a:moveTo>
                  <a:lnTo>
                    <a:pt x="879348" y="2782824"/>
                  </a:lnTo>
                  <a:lnTo>
                    <a:pt x="871728" y="2782824"/>
                  </a:lnTo>
                  <a:lnTo>
                    <a:pt x="868680" y="2785872"/>
                  </a:lnTo>
                  <a:lnTo>
                    <a:pt x="868680" y="2834640"/>
                  </a:lnTo>
                  <a:lnTo>
                    <a:pt x="871728" y="2837688"/>
                  </a:lnTo>
                  <a:lnTo>
                    <a:pt x="879348" y="2837688"/>
                  </a:lnTo>
                  <a:lnTo>
                    <a:pt x="882396" y="2834640"/>
                  </a:lnTo>
                  <a:lnTo>
                    <a:pt x="882396" y="2785872"/>
                  </a:lnTo>
                  <a:close/>
                </a:path>
                <a:path w="2184400" h="5782310">
                  <a:moveTo>
                    <a:pt x="882396" y="2702052"/>
                  </a:moveTo>
                  <a:lnTo>
                    <a:pt x="879348" y="2699004"/>
                  </a:lnTo>
                  <a:lnTo>
                    <a:pt x="871728" y="2699004"/>
                  </a:lnTo>
                  <a:lnTo>
                    <a:pt x="868680" y="2702052"/>
                  </a:lnTo>
                  <a:lnTo>
                    <a:pt x="868680" y="2750820"/>
                  </a:lnTo>
                  <a:lnTo>
                    <a:pt x="871728" y="2753868"/>
                  </a:lnTo>
                  <a:lnTo>
                    <a:pt x="879348" y="2753868"/>
                  </a:lnTo>
                  <a:lnTo>
                    <a:pt x="882396" y="2750820"/>
                  </a:lnTo>
                  <a:lnTo>
                    <a:pt x="882396" y="2702052"/>
                  </a:lnTo>
                  <a:close/>
                </a:path>
                <a:path w="2184400" h="5782310">
                  <a:moveTo>
                    <a:pt x="882396" y="2619756"/>
                  </a:moveTo>
                  <a:lnTo>
                    <a:pt x="879348" y="2616708"/>
                  </a:lnTo>
                  <a:lnTo>
                    <a:pt x="871728" y="2616708"/>
                  </a:lnTo>
                  <a:lnTo>
                    <a:pt x="868680" y="2619756"/>
                  </a:lnTo>
                  <a:lnTo>
                    <a:pt x="868680" y="2668524"/>
                  </a:lnTo>
                  <a:lnTo>
                    <a:pt x="871728" y="2671572"/>
                  </a:lnTo>
                  <a:lnTo>
                    <a:pt x="879348" y="2671572"/>
                  </a:lnTo>
                  <a:lnTo>
                    <a:pt x="882396" y="2668524"/>
                  </a:lnTo>
                  <a:lnTo>
                    <a:pt x="882396" y="2619756"/>
                  </a:lnTo>
                  <a:close/>
                </a:path>
                <a:path w="2184400" h="5782310">
                  <a:moveTo>
                    <a:pt x="882396" y="2537460"/>
                  </a:moveTo>
                  <a:lnTo>
                    <a:pt x="879348" y="2534412"/>
                  </a:lnTo>
                  <a:lnTo>
                    <a:pt x="871728" y="2534412"/>
                  </a:lnTo>
                  <a:lnTo>
                    <a:pt x="868680" y="2537460"/>
                  </a:lnTo>
                  <a:lnTo>
                    <a:pt x="868680" y="2586228"/>
                  </a:lnTo>
                  <a:lnTo>
                    <a:pt x="871728" y="2589276"/>
                  </a:lnTo>
                  <a:lnTo>
                    <a:pt x="879348" y="2589276"/>
                  </a:lnTo>
                  <a:lnTo>
                    <a:pt x="882396" y="2586228"/>
                  </a:lnTo>
                  <a:lnTo>
                    <a:pt x="882396" y="2537460"/>
                  </a:lnTo>
                  <a:close/>
                </a:path>
                <a:path w="2184400" h="5782310">
                  <a:moveTo>
                    <a:pt x="882396" y="2453640"/>
                  </a:moveTo>
                  <a:lnTo>
                    <a:pt x="879348" y="2450592"/>
                  </a:lnTo>
                  <a:lnTo>
                    <a:pt x="871728" y="2450592"/>
                  </a:lnTo>
                  <a:lnTo>
                    <a:pt x="868680" y="2453640"/>
                  </a:lnTo>
                  <a:lnTo>
                    <a:pt x="868680" y="2503932"/>
                  </a:lnTo>
                  <a:lnTo>
                    <a:pt x="871728" y="2506980"/>
                  </a:lnTo>
                  <a:lnTo>
                    <a:pt x="879348" y="2506980"/>
                  </a:lnTo>
                  <a:lnTo>
                    <a:pt x="882396" y="2503932"/>
                  </a:lnTo>
                  <a:lnTo>
                    <a:pt x="882396" y="2453640"/>
                  </a:lnTo>
                  <a:close/>
                </a:path>
                <a:path w="2184400" h="5782310">
                  <a:moveTo>
                    <a:pt x="882396" y="2371344"/>
                  </a:moveTo>
                  <a:lnTo>
                    <a:pt x="879348" y="2368296"/>
                  </a:lnTo>
                  <a:lnTo>
                    <a:pt x="871728" y="2368296"/>
                  </a:lnTo>
                  <a:lnTo>
                    <a:pt x="868680" y="2371344"/>
                  </a:lnTo>
                  <a:lnTo>
                    <a:pt x="868680" y="2420112"/>
                  </a:lnTo>
                  <a:lnTo>
                    <a:pt x="871728" y="2423160"/>
                  </a:lnTo>
                  <a:lnTo>
                    <a:pt x="879348" y="2423160"/>
                  </a:lnTo>
                  <a:lnTo>
                    <a:pt x="882396" y="2420112"/>
                  </a:lnTo>
                  <a:lnTo>
                    <a:pt x="882396" y="2371344"/>
                  </a:lnTo>
                  <a:close/>
                </a:path>
                <a:path w="2184400" h="5782310">
                  <a:moveTo>
                    <a:pt x="882396" y="2289048"/>
                  </a:moveTo>
                  <a:lnTo>
                    <a:pt x="879348" y="2286000"/>
                  </a:lnTo>
                  <a:lnTo>
                    <a:pt x="871728" y="2286000"/>
                  </a:lnTo>
                  <a:lnTo>
                    <a:pt x="868680" y="2289048"/>
                  </a:lnTo>
                  <a:lnTo>
                    <a:pt x="868680" y="2337816"/>
                  </a:lnTo>
                  <a:lnTo>
                    <a:pt x="871728" y="2340864"/>
                  </a:lnTo>
                  <a:lnTo>
                    <a:pt x="879348" y="2340864"/>
                  </a:lnTo>
                  <a:lnTo>
                    <a:pt x="882396" y="2337816"/>
                  </a:lnTo>
                  <a:lnTo>
                    <a:pt x="882396" y="2289048"/>
                  </a:lnTo>
                  <a:close/>
                </a:path>
                <a:path w="2184400" h="5782310">
                  <a:moveTo>
                    <a:pt x="882396" y="2206752"/>
                  </a:moveTo>
                  <a:lnTo>
                    <a:pt x="879348" y="2203704"/>
                  </a:lnTo>
                  <a:lnTo>
                    <a:pt x="871728" y="2203704"/>
                  </a:lnTo>
                  <a:lnTo>
                    <a:pt x="868680" y="2206752"/>
                  </a:lnTo>
                  <a:lnTo>
                    <a:pt x="868680" y="2255520"/>
                  </a:lnTo>
                  <a:lnTo>
                    <a:pt x="871728" y="2258568"/>
                  </a:lnTo>
                  <a:lnTo>
                    <a:pt x="879348" y="2258568"/>
                  </a:lnTo>
                  <a:lnTo>
                    <a:pt x="882396" y="2255520"/>
                  </a:lnTo>
                  <a:lnTo>
                    <a:pt x="882396" y="2206752"/>
                  </a:lnTo>
                  <a:close/>
                </a:path>
                <a:path w="2184400" h="5782310">
                  <a:moveTo>
                    <a:pt x="882396" y="2122932"/>
                  </a:moveTo>
                  <a:lnTo>
                    <a:pt x="879348" y="2119884"/>
                  </a:lnTo>
                  <a:lnTo>
                    <a:pt x="871728" y="2119884"/>
                  </a:lnTo>
                  <a:lnTo>
                    <a:pt x="868680" y="2122932"/>
                  </a:lnTo>
                  <a:lnTo>
                    <a:pt x="868680" y="2171700"/>
                  </a:lnTo>
                  <a:lnTo>
                    <a:pt x="871728" y="2174748"/>
                  </a:lnTo>
                  <a:lnTo>
                    <a:pt x="879348" y="2174748"/>
                  </a:lnTo>
                  <a:lnTo>
                    <a:pt x="882396" y="2171700"/>
                  </a:lnTo>
                  <a:lnTo>
                    <a:pt x="882396" y="2122932"/>
                  </a:lnTo>
                  <a:close/>
                </a:path>
                <a:path w="2184400" h="5782310">
                  <a:moveTo>
                    <a:pt x="882396" y="2040636"/>
                  </a:moveTo>
                  <a:lnTo>
                    <a:pt x="879348" y="2037588"/>
                  </a:lnTo>
                  <a:lnTo>
                    <a:pt x="871728" y="2037588"/>
                  </a:lnTo>
                  <a:lnTo>
                    <a:pt x="868680" y="2040636"/>
                  </a:lnTo>
                  <a:lnTo>
                    <a:pt x="868680" y="2089404"/>
                  </a:lnTo>
                  <a:lnTo>
                    <a:pt x="871728" y="2092452"/>
                  </a:lnTo>
                  <a:lnTo>
                    <a:pt x="879348" y="2092452"/>
                  </a:lnTo>
                  <a:lnTo>
                    <a:pt x="882396" y="2089404"/>
                  </a:lnTo>
                  <a:lnTo>
                    <a:pt x="882396" y="2040636"/>
                  </a:lnTo>
                  <a:close/>
                </a:path>
                <a:path w="2184400" h="5782310">
                  <a:moveTo>
                    <a:pt x="882396" y="1958340"/>
                  </a:moveTo>
                  <a:lnTo>
                    <a:pt x="879348" y="1955292"/>
                  </a:lnTo>
                  <a:lnTo>
                    <a:pt x="871728" y="1955292"/>
                  </a:lnTo>
                  <a:lnTo>
                    <a:pt x="868680" y="1958340"/>
                  </a:lnTo>
                  <a:lnTo>
                    <a:pt x="868680" y="2007108"/>
                  </a:lnTo>
                  <a:lnTo>
                    <a:pt x="871728" y="2010156"/>
                  </a:lnTo>
                  <a:lnTo>
                    <a:pt x="879348" y="2010156"/>
                  </a:lnTo>
                  <a:lnTo>
                    <a:pt x="882396" y="2007108"/>
                  </a:lnTo>
                  <a:lnTo>
                    <a:pt x="882396" y="1958340"/>
                  </a:lnTo>
                  <a:close/>
                </a:path>
                <a:path w="2184400" h="5782310">
                  <a:moveTo>
                    <a:pt x="882396" y="1874520"/>
                  </a:moveTo>
                  <a:lnTo>
                    <a:pt x="879348" y="1871472"/>
                  </a:lnTo>
                  <a:lnTo>
                    <a:pt x="871728" y="1871472"/>
                  </a:lnTo>
                  <a:lnTo>
                    <a:pt x="868680" y="1874520"/>
                  </a:lnTo>
                  <a:lnTo>
                    <a:pt x="868680" y="1924812"/>
                  </a:lnTo>
                  <a:lnTo>
                    <a:pt x="871728" y="1927860"/>
                  </a:lnTo>
                  <a:lnTo>
                    <a:pt x="879348" y="1927860"/>
                  </a:lnTo>
                  <a:lnTo>
                    <a:pt x="882396" y="1924812"/>
                  </a:lnTo>
                  <a:lnTo>
                    <a:pt x="882396" y="1874520"/>
                  </a:lnTo>
                  <a:close/>
                </a:path>
                <a:path w="2184400" h="5782310">
                  <a:moveTo>
                    <a:pt x="882396" y="1792224"/>
                  </a:moveTo>
                  <a:lnTo>
                    <a:pt x="879348" y="1789176"/>
                  </a:lnTo>
                  <a:lnTo>
                    <a:pt x="871728" y="1789176"/>
                  </a:lnTo>
                  <a:lnTo>
                    <a:pt x="868680" y="1792224"/>
                  </a:lnTo>
                  <a:lnTo>
                    <a:pt x="868680" y="1840992"/>
                  </a:lnTo>
                  <a:lnTo>
                    <a:pt x="871728" y="1844040"/>
                  </a:lnTo>
                  <a:lnTo>
                    <a:pt x="879348" y="1844040"/>
                  </a:lnTo>
                  <a:lnTo>
                    <a:pt x="882396" y="1840992"/>
                  </a:lnTo>
                  <a:lnTo>
                    <a:pt x="882396" y="1792224"/>
                  </a:lnTo>
                  <a:close/>
                </a:path>
                <a:path w="2184400" h="5782310">
                  <a:moveTo>
                    <a:pt x="882396" y="1709928"/>
                  </a:moveTo>
                  <a:lnTo>
                    <a:pt x="879348" y="1706880"/>
                  </a:lnTo>
                  <a:lnTo>
                    <a:pt x="871728" y="1706880"/>
                  </a:lnTo>
                  <a:lnTo>
                    <a:pt x="868680" y="1709928"/>
                  </a:lnTo>
                  <a:lnTo>
                    <a:pt x="868680" y="1758696"/>
                  </a:lnTo>
                  <a:lnTo>
                    <a:pt x="871728" y="1761744"/>
                  </a:lnTo>
                  <a:lnTo>
                    <a:pt x="879348" y="1761744"/>
                  </a:lnTo>
                  <a:lnTo>
                    <a:pt x="882396" y="1758696"/>
                  </a:lnTo>
                  <a:lnTo>
                    <a:pt x="882396" y="1709928"/>
                  </a:lnTo>
                  <a:close/>
                </a:path>
                <a:path w="2184400" h="5782310">
                  <a:moveTo>
                    <a:pt x="882396" y="1627632"/>
                  </a:moveTo>
                  <a:lnTo>
                    <a:pt x="879348" y="1624584"/>
                  </a:lnTo>
                  <a:lnTo>
                    <a:pt x="871728" y="1624584"/>
                  </a:lnTo>
                  <a:lnTo>
                    <a:pt x="868680" y="1627632"/>
                  </a:lnTo>
                  <a:lnTo>
                    <a:pt x="868680" y="1676400"/>
                  </a:lnTo>
                  <a:lnTo>
                    <a:pt x="871728" y="1679448"/>
                  </a:lnTo>
                  <a:lnTo>
                    <a:pt x="879348" y="1679448"/>
                  </a:lnTo>
                  <a:lnTo>
                    <a:pt x="882396" y="1676400"/>
                  </a:lnTo>
                  <a:lnTo>
                    <a:pt x="882396" y="1627632"/>
                  </a:lnTo>
                  <a:close/>
                </a:path>
                <a:path w="2184400" h="5782310">
                  <a:moveTo>
                    <a:pt x="882396" y="1543812"/>
                  </a:moveTo>
                  <a:lnTo>
                    <a:pt x="879348" y="1540764"/>
                  </a:lnTo>
                  <a:lnTo>
                    <a:pt x="871728" y="1540764"/>
                  </a:lnTo>
                  <a:lnTo>
                    <a:pt x="868680" y="1543812"/>
                  </a:lnTo>
                  <a:lnTo>
                    <a:pt x="868680" y="1592580"/>
                  </a:lnTo>
                  <a:lnTo>
                    <a:pt x="871728" y="1595628"/>
                  </a:lnTo>
                  <a:lnTo>
                    <a:pt x="879348" y="1595628"/>
                  </a:lnTo>
                  <a:lnTo>
                    <a:pt x="882396" y="1592580"/>
                  </a:lnTo>
                  <a:lnTo>
                    <a:pt x="882396" y="1543812"/>
                  </a:lnTo>
                  <a:close/>
                </a:path>
                <a:path w="2184400" h="5782310">
                  <a:moveTo>
                    <a:pt x="882396" y="1461516"/>
                  </a:moveTo>
                  <a:lnTo>
                    <a:pt x="879348" y="1458468"/>
                  </a:lnTo>
                  <a:lnTo>
                    <a:pt x="871728" y="1458468"/>
                  </a:lnTo>
                  <a:lnTo>
                    <a:pt x="868680" y="1461516"/>
                  </a:lnTo>
                  <a:lnTo>
                    <a:pt x="868680" y="1510284"/>
                  </a:lnTo>
                  <a:lnTo>
                    <a:pt x="871728" y="1513332"/>
                  </a:lnTo>
                  <a:lnTo>
                    <a:pt x="879348" y="1513332"/>
                  </a:lnTo>
                  <a:lnTo>
                    <a:pt x="882396" y="1510284"/>
                  </a:lnTo>
                  <a:lnTo>
                    <a:pt x="882396" y="1461516"/>
                  </a:lnTo>
                  <a:close/>
                </a:path>
                <a:path w="2184400" h="5782310">
                  <a:moveTo>
                    <a:pt x="882396" y="1379220"/>
                  </a:moveTo>
                  <a:lnTo>
                    <a:pt x="879348" y="1376172"/>
                  </a:lnTo>
                  <a:lnTo>
                    <a:pt x="871728" y="1376172"/>
                  </a:lnTo>
                  <a:lnTo>
                    <a:pt x="868680" y="1379220"/>
                  </a:lnTo>
                  <a:lnTo>
                    <a:pt x="868680" y="1427988"/>
                  </a:lnTo>
                  <a:lnTo>
                    <a:pt x="871728" y="1431036"/>
                  </a:lnTo>
                  <a:lnTo>
                    <a:pt x="879348" y="1431036"/>
                  </a:lnTo>
                  <a:lnTo>
                    <a:pt x="882396" y="1427988"/>
                  </a:lnTo>
                  <a:lnTo>
                    <a:pt x="882396" y="1379220"/>
                  </a:lnTo>
                  <a:close/>
                </a:path>
                <a:path w="2184400" h="5782310">
                  <a:moveTo>
                    <a:pt x="882396" y="1295400"/>
                  </a:moveTo>
                  <a:lnTo>
                    <a:pt x="879348" y="1292352"/>
                  </a:lnTo>
                  <a:lnTo>
                    <a:pt x="871728" y="1292352"/>
                  </a:lnTo>
                  <a:lnTo>
                    <a:pt x="868680" y="1295400"/>
                  </a:lnTo>
                  <a:lnTo>
                    <a:pt x="868680" y="1345692"/>
                  </a:lnTo>
                  <a:lnTo>
                    <a:pt x="871728" y="1348740"/>
                  </a:lnTo>
                  <a:lnTo>
                    <a:pt x="879348" y="1348740"/>
                  </a:lnTo>
                  <a:lnTo>
                    <a:pt x="882396" y="1345692"/>
                  </a:lnTo>
                  <a:lnTo>
                    <a:pt x="882396" y="1295400"/>
                  </a:lnTo>
                  <a:close/>
                </a:path>
                <a:path w="2184400" h="5782310">
                  <a:moveTo>
                    <a:pt x="882396" y="1213104"/>
                  </a:moveTo>
                  <a:lnTo>
                    <a:pt x="879348" y="1210056"/>
                  </a:lnTo>
                  <a:lnTo>
                    <a:pt x="871728" y="1210056"/>
                  </a:lnTo>
                  <a:lnTo>
                    <a:pt x="868680" y="1213104"/>
                  </a:lnTo>
                  <a:lnTo>
                    <a:pt x="868680" y="1261872"/>
                  </a:lnTo>
                  <a:lnTo>
                    <a:pt x="871728" y="1264920"/>
                  </a:lnTo>
                  <a:lnTo>
                    <a:pt x="879348" y="1264920"/>
                  </a:lnTo>
                  <a:lnTo>
                    <a:pt x="882396" y="1261872"/>
                  </a:lnTo>
                  <a:lnTo>
                    <a:pt x="882396" y="1213104"/>
                  </a:lnTo>
                  <a:close/>
                </a:path>
                <a:path w="2184400" h="5782310">
                  <a:moveTo>
                    <a:pt x="882396" y="1130808"/>
                  </a:moveTo>
                  <a:lnTo>
                    <a:pt x="879348" y="1127760"/>
                  </a:lnTo>
                  <a:lnTo>
                    <a:pt x="871728" y="1127760"/>
                  </a:lnTo>
                  <a:lnTo>
                    <a:pt x="868680" y="1130808"/>
                  </a:lnTo>
                  <a:lnTo>
                    <a:pt x="868680" y="1179576"/>
                  </a:lnTo>
                  <a:lnTo>
                    <a:pt x="871728" y="1182624"/>
                  </a:lnTo>
                  <a:lnTo>
                    <a:pt x="879348" y="1182624"/>
                  </a:lnTo>
                  <a:lnTo>
                    <a:pt x="882396" y="1179576"/>
                  </a:lnTo>
                  <a:lnTo>
                    <a:pt x="882396" y="1130808"/>
                  </a:lnTo>
                  <a:close/>
                </a:path>
                <a:path w="2184400" h="5782310">
                  <a:moveTo>
                    <a:pt x="882396" y="1048512"/>
                  </a:moveTo>
                  <a:lnTo>
                    <a:pt x="879348" y="1045464"/>
                  </a:lnTo>
                  <a:lnTo>
                    <a:pt x="871728" y="1045464"/>
                  </a:lnTo>
                  <a:lnTo>
                    <a:pt x="868680" y="1048512"/>
                  </a:lnTo>
                  <a:lnTo>
                    <a:pt x="868680" y="1097280"/>
                  </a:lnTo>
                  <a:lnTo>
                    <a:pt x="871728" y="1100328"/>
                  </a:lnTo>
                  <a:lnTo>
                    <a:pt x="879348" y="1100328"/>
                  </a:lnTo>
                  <a:lnTo>
                    <a:pt x="882396" y="1097280"/>
                  </a:lnTo>
                  <a:lnTo>
                    <a:pt x="882396" y="1048512"/>
                  </a:lnTo>
                  <a:close/>
                </a:path>
                <a:path w="2184400" h="5782310">
                  <a:moveTo>
                    <a:pt x="882396" y="964692"/>
                  </a:moveTo>
                  <a:lnTo>
                    <a:pt x="879348" y="961644"/>
                  </a:lnTo>
                  <a:lnTo>
                    <a:pt x="871728" y="961644"/>
                  </a:lnTo>
                  <a:lnTo>
                    <a:pt x="868680" y="964692"/>
                  </a:lnTo>
                  <a:lnTo>
                    <a:pt x="868680" y="1013460"/>
                  </a:lnTo>
                  <a:lnTo>
                    <a:pt x="871728" y="1016508"/>
                  </a:lnTo>
                  <a:lnTo>
                    <a:pt x="879348" y="1016508"/>
                  </a:lnTo>
                  <a:lnTo>
                    <a:pt x="882396" y="1013460"/>
                  </a:lnTo>
                  <a:lnTo>
                    <a:pt x="882396" y="964692"/>
                  </a:lnTo>
                  <a:close/>
                </a:path>
                <a:path w="2184400" h="5782310">
                  <a:moveTo>
                    <a:pt x="882396" y="882396"/>
                  </a:moveTo>
                  <a:lnTo>
                    <a:pt x="879348" y="879348"/>
                  </a:lnTo>
                  <a:lnTo>
                    <a:pt x="871728" y="879348"/>
                  </a:lnTo>
                  <a:lnTo>
                    <a:pt x="868680" y="882396"/>
                  </a:lnTo>
                  <a:lnTo>
                    <a:pt x="868680" y="931164"/>
                  </a:lnTo>
                  <a:lnTo>
                    <a:pt x="871728" y="934212"/>
                  </a:lnTo>
                  <a:lnTo>
                    <a:pt x="879348" y="934212"/>
                  </a:lnTo>
                  <a:lnTo>
                    <a:pt x="882396" y="931164"/>
                  </a:lnTo>
                  <a:lnTo>
                    <a:pt x="882396" y="882396"/>
                  </a:lnTo>
                  <a:close/>
                </a:path>
                <a:path w="2184400" h="5782310">
                  <a:moveTo>
                    <a:pt x="882396" y="800100"/>
                  </a:moveTo>
                  <a:lnTo>
                    <a:pt x="879348" y="797052"/>
                  </a:lnTo>
                  <a:lnTo>
                    <a:pt x="871728" y="797052"/>
                  </a:lnTo>
                  <a:lnTo>
                    <a:pt x="868680" y="800100"/>
                  </a:lnTo>
                  <a:lnTo>
                    <a:pt x="868680" y="848868"/>
                  </a:lnTo>
                  <a:lnTo>
                    <a:pt x="871728" y="851916"/>
                  </a:lnTo>
                  <a:lnTo>
                    <a:pt x="879348" y="851916"/>
                  </a:lnTo>
                  <a:lnTo>
                    <a:pt x="882396" y="848868"/>
                  </a:lnTo>
                  <a:lnTo>
                    <a:pt x="882396" y="800100"/>
                  </a:lnTo>
                  <a:close/>
                </a:path>
                <a:path w="2184400" h="5782310">
                  <a:moveTo>
                    <a:pt x="882396" y="716280"/>
                  </a:moveTo>
                  <a:lnTo>
                    <a:pt x="879348" y="713232"/>
                  </a:lnTo>
                  <a:lnTo>
                    <a:pt x="871728" y="713232"/>
                  </a:lnTo>
                  <a:lnTo>
                    <a:pt x="868680" y="716280"/>
                  </a:lnTo>
                  <a:lnTo>
                    <a:pt x="868680" y="766572"/>
                  </a:lnTo>
                  <a:lnTo>
                    <a:pt x="871728" y="769620"/>
                  </a:lnTo>
                  <a:lnTo>
                    <a:pt x="879348" y="769620"/>
                  </a:lnTo>
                  <a:lnTo>
                    <a:pt x="882396" y="766572"/>
                  </a:lnTo>
                  <a:lnTo>
                    <a:pt x="882396" y="716280"/>
                  </a:lnTo>
                  <a:close/>
                </a:path>
                <a:path w="2184400" h="5782310">
                  <a:moveTo>
                    <a:pt x="882396" y="633984"/>
                  </a:moveTo>
                  <a:lnTo>
                    <a:pt x="879348" y="630936"/>
                  </a:lnTo>
                  <a:lnTo>
                    <a:pt x="871728" y="630936"/>
                  </a:lnTo>
                  <a:lnTo>
                    <a:pt x="868680" y="633984"/>
                  </a:lnTo>
                  <a:lnTo>
                    <a:pt x="868680" y="682752"/>
                  </a:lnTo>
                  <a:lnTo>
                    <a:pt x="871728" y="685800"/>
                  </a:lnTo>
                  <a:lnTo>
                    <a:pt x="879348" y="685800"/>
                  </a:lnTo>
                  <a:lnTo>
                    <a:pt x="882396" y="682752"/>
                  </a:lnTo>
                  <a:lnTo>
                    <a:pt x="882396" y="633984"/>
                  </a:lnTo>
                  <a:close/>
                </a:path>
                <a:path w="2184400" h="5782310">
                  <a:moveTo>
                    <a:pt x="882396" y="551688"/>
                  </a:moveTo>
                  <a:lnTo>
                    <a:pt x="879348" y="548640"/>
                  </a:lnTo>
                  <a:lnTo>
                    <a:pt x="871728" y="548640"/>
                  </a:lnTo>
                  <a:lnTo>
                    <a:pt x="868680" y="551688"/>
                  </a:lnTo>
                  <a:lnTo>
                    <a:pt x="868680" y="600456"/>
                  </a:lnTo>
                  <a:lnTo>
                    <a:pt x="871728" y="603504"/>
                  </a:lnTo>
                  <a:lnTo>
                    <a:pt x="879348" y="603504"/>
                  </a:lnTo>
                  <a:lnTo>
                    <a:pt x="882396" y="600456"/>
                  </a:lnTo>
                  <a:lnTo>
                    <a:pt x="882396" y="551688"/>
                  </a:lnTo>
                  <a:close/>
                </a:path>
                <a:path w="2184400" h="5782310">
                  <a:moveTo>
                    <a:pt x="882396" y="469392"/>
                  </a:moveTo>
                  <a:lnTo>
                    <a:pt x="879348" y="466344"/>
                  </a:lnTo>
                  <a:lnTo>
                    <a:pt x="871728" y="466344"/>
                  </a:lnTo>
                  <a:lnTo>
                    <a:pt x="868680" y="469392"/>
                  </a:lnTo>
                  <a:lnTo>
                    <a:pt x="868680" y="518160"/>
                  </a:lnTo>
                  <a:lnTo>
                    <a:pt x="871728" y="521208"/>
                  </a:lnTo>
                  <a:lnTo>
                    <a:pt x="879348" y="521208"/>
                  </a:lnTo>
                  <a:lnTo>
                    <a:pt x="882396" y="518160"/>
                  </a:lnTo>
                  <a:lnTo>
                    <a:pt x="882396" y="469392"/>
                  </a:lnTo>
                  <a:close/>
                </a:path>
                <a:path w="2184400" h="5782310">
                  <a:moveTo>
                    <a:pt x="882396" y="385572"/>
                  </a:moveTo>
                  <a:lnTo>
                    <a:pt x="879348" y="382524"/>
                  </a:lnTo>
                  <a:lnTo>
                    <a:pt x="871728" y="382524"/>
                  </a:lnTo>
                  <a:lnTo>
                    <a:pt x="868680" y="385572"/>
                  </a:lnTo>
                  <a:lnTo>
                    <a:pt x="868680" y="434340"/>
                  </a:lnTo>
                  <a:lnTo>
                    <a:pt x="871728" y="437388"/>
                  </a:lnTo>
                  <a:lnTo>
                    <a:pt x="879348" y="437388"/>
                  </a:lnTo>
                  <a:lnTo>
                    <a:pt x="882396" y="434340"/>
                  </a:lnTo>
                  <a:lnTo>
                    <a:pt x="882396" y="385572"/>
                  </a:lnTo>
                  <a:close/>
                </a:path>
                <a:path w="2184400" h="5782310">
                  <a:moveTo>
                    <a:pt x="882396" y="303276"/>
                  </a:moveTo>
                  <a:lnTo>
                    <a:pt x="879348" y="300228"/>
                  </a:lnTo>
                  <a:lnTo>
                    <a:pt x="871728" y="300228"/>
                  </a:lnTo>
                  <a:lnTo>
                    <a:pt x="868680" y="303276"/>
                  </a:lnTo>
                  <a:lnTo>
                    <a:pt x="868680" y="352044"/>
                  </a:lnTo>
                  <a:lnTo>
                    <a:pt x="871728" y="355092"/>
                  </a:lnTo>
                  <a:lnTo>
                    <a:pt x="879348" y="355092"/>
                  </a:lnTo>
                  <a:lnTo>
                    <a:pt x="882396" y="352044"/>
                  </a:lnTo>
                  <a:lnTo>
                    <a:pt x="882396" y="303276"/>
                  </a:lnTo>
                  <a:close/>
                </a:path>
                <a:path w="2184400" h="5782310">
                  <a:moveTo>
                    <a:pt x="882396" y="220980"/>
                  </a:moveTo>
                  <a:lnTo>
                    <a:pt x="879348" y="217932"/>
                  </a:lnTo>
                  <a:lnTo>
                    <a:pt x="871728" y="217932"/>
                  </a:lnTo>
                  <a:lnTo>
                    <a:pt x="868680" y="220980"/>
                  </a:lnTo>
                  <a:lnTo>
                    <a:pt x="868680" y="269748"/>
                  </a:lnTo>
                  <a:lnTo>
                    <a:pt x="871728" y="272796"/>
                  </a:lnTo>
                  <a:lnTo>
                    <a:pt x="879348" y="272796"/>
                  </a:lnTo>
                  <a:lnTo>
                    <a:pt x="882396" y="269748"/>
                  </a:lnTo>
                  <a:lnTo>
                    <a:pt x="882396" y="220980"/>
                  </a:lnTo>
                  <a:close/>
                </a:path>
                <a:path w="2184400" h="5782310">
                  <a:moveTo>
                    <a:pt x="882396" y="137160"/>
                  </a:moveTo>
                  <a:lnTo>
                    <a:pt x="879348" y="134112"/>
                  </a:lnTo>
                  <a:lnTo>
                    <a:pt x="871728" y="134112"/>
                  </a:lnTo>
                  <a:lnTo>
                    <a:pt x="868680" y="137160"/>
                  </a:lnTo>
                  <a:lnTo>
                    <a:pt x="868680" y="187452"/>
                  </a:lnTo>
                  <a:lnTo>
                    <a:pt x="871728" y="190500"/>
                  </a:lnTo>
                  <a:lnTo>
                    <a:pt x="879348" y="190500"/>
                  </a:lnTo>
                  <a:lnTo>
                    <a:pt x="882396" y="187452"/>
                  </a:lnTo>
                  <a:lnTo>
                    <a:pt x="882396" y="137160"/>
                  </a:lnTo>
                  <a:close/>
                </a:path>
                <a:path w="2184400" h="5782310">
                  <a:moveTo>
                    <a:pt x="1098804" y="5215128"/>
                  </a:moveTo>
                  <a:lnTo>
                    <a:pt x="1095756" y="5212080"/>
                  </a:lnTo>
                  <a:lnTo>
                    <a:pt x="1088136" y="5212080"/>
                  </a:lnTo>
                  <a:lnTo>
                    <a:pt x="1085088" y="5215128"/>
                  </a:lnTo>
                  <a:lnTo>
                    <a:pt x="1085088" y="5263896"/>
                  </a:lnTo>
                  <a:lnTo>
                    <a:pt x="1088136" y="5266944"/>
                  </a:lnTo>
                  <a:lnTo>
                    <a:pt x="1095756" y="5266944"/>
                  </a:lnTo>
                  <a:lnTo>
                    <a:pt x="1098804" y="5263896"/>
                  </a:lnTo>
                  <a:lnTo>
                    <a:pt x="1098804" y="5215128"/>
                  </a:lnTo>
                  <a:close/>
                </a:path>
                <a:path w="2184400" h="5782310">
                  <a:moveTo>
                    <a:pt x="1098804" y="5131308"/>
                  </a:moveTo>
                  <a:lnTo>
                    <a:pt x="1095756" y="5128260"/>
                  </a:lnTo>
                  <a:lnTo>
                    <a:pt x="1088136" y="5128260"/>
                  </a:lnTo>
                  <a:lnTo>
                    <a:pt x="1085088" y="5131308"/>
                  </a:lnTo>
                  <a:lnTo>
                    <a:pt x="1085088" y="5180076"/>
                  </a:lnTo>
                  <a:lnTo>
                    <a:pt x="1088136" y="5183124"/>
                  </a:lnTo>
                  <a:lnTo>
                    <a:pt x="1095756" y="5183124"/>
                  </a:lnTo>
                  <a:lnTo>
                    <a:pt x="1098804" y="5180076"/>
                  </a:lnTo>
                  <a:lnTo>
                    <a:pt x="1098804" y="5131308"/>
                  </a:lnTo>
                  <a:close/>
                </a:path>
                <a:path w="2184400" h="5782310">
                  <a:moveTo>
                    <a:pt x="1098804" y="5049012"/>
                  </a:moveTo>
                  <a:lnTo>
                    <a:pt x="1095756" y="5045964"/>
                  </a:lnTo>
                  <a:lnTo>
                    <a:pt x="1088136" y="5045964"/>
                  </a:lnTo>
                  <a:lnTo>
                    <a:pt x="1085088" y="5049012"/>
                  </a:lnTo>
                  <a:lnTo>
                    <a:pt x="1085088" y="5097780"/>
                  </a:lnTo>
                  <a:lnTo>
                    <a:pt x="1088136" y="5100828"/>
                  </a:lnTo>
                  <a:lnTo>
                    <a:pt x="1095756" y="5100828"/>
                  </a:lnTo>
                  <a:lnTo>
                    <a:pt x="1098804" y="5097780"/>
                  </a:lnTo>
                  <a:lnTo>
                    <a:pt x="1098804" y="5049012"/>
                  </a:lnTo>
                  <a:close/>
                </a:path>
                <a:path w="2184400" h="5782310">
                  <a:moveTo>
                    <a:pt x="1098804" y="4966716"/>
                  </a:moveTo>
                  <a:lnTo>
                    <a:pt x="1095756" y="4963668"/>
                  </a:lnTo>
                  <a:lnTo>
                    <a:pt x="1088136" y="4963668"/>
                  </a:lnTo>
                  <a:lnTo>
                    <a:pt x="1085088" y="4966716"/>
                  </a:lnTo>
                  <a:lnTo>
                    <a:pt x="1085088" y="5015484"/>
                  </a:lnTo>
                  <a:lnTo>
                    <a:pt x="1088136" y="5018532"/>
                  </a:lnTo>
                  <a:lnTo>
                    <a:pt x="1095756" y="5018532"/>
                  </a:lnTo>
                  <a:lnTo>
                    <a:pt x="1098804" y="5015484"/>
                  </a:lnTo>
                  <a:lnTo>
                    <a:pt x="1098804" y="4966716"/>
                  </a:lnTo>
                  <a:close/>
                </a:path>
                <a:path w="2184400" h="5782310">
                  <a:moveTo>
                    <a:pt x="1098804" y="4882896"/>
                  </a:moveTo>
                  <a:lnTo>
                    <a:pt x="1095756" y="4879848"/>
                  </a:lnTo>
                  <a:lnTo>
                    <a:pt x="1088136" y="4879848"/>
                  </a:lnTo>
                  <a:lnTo>
                    <a:pt x="1085088" y="4882896"/>
                  </a:lnTo>
                  <a:lnTo>
                    <a:pt x="1085088" y="4933188"/>
                  </a:lnTo>
                  <a:lnTo>
                    <a:pt x="1088136" y="4936236"/>
                  </a:lnTo>
                  <a:lnTo>
                    <a:pt x="1095756" y="4936236"/>
                  </a:lnTo>
                  <a:lnTo>
                    <a:pt x="1098804" y="4933188"/>
                  </a:lnTo>
                  <a:lnTo>
                    <a:pt x="1098804" y="4882896"/>
                  </a:lnTo>
                  <a:close/>
                </a:path>
                <a:path w="2184400" h="5782310">
                  <a:moveTo>
                    <a:pt x="1098804" y="4800600"/>
                  </a:moveTo>
                  <a:lnTo>
                    <a:pt x="1095756" y="4797552"/>
                  </a:lnTo>
                  <a:lnTo>
                    <a:pt x="1088136" y="4797552"/>
                  </a:lnTo>
                  <a:lnTo>
                    <a:pt x="1085088" y="4800600"/>
                  </a:lnTo>
                  <a:lnTo>
                    <a:pt x="1085088" y="4849368"/>
                  </a:lnTo>
                  <a:lnTo>
                    <a:pt x="1088136" y="4852416"/>
                  </a:lnTo>
                  <a:lnTo>
                    <a:pt x="1095756" y="4852416"/>
                  </a:lnTo>
                  <a:lnTo>
                    <a:pt x="1098804" y="4849368"/>
                  </a:lnTo>
                  <a:lnTo>
                    <a:pt x="1098804" y="4800600"/>
                  </a:lnTo>
                  <a:close/>
                </a:path>
                <a:path w="2184400" h="5782310">
                  <a:moveTo>
                    <a:pt x="1098804" y="4718304"/>
                  </a:moveTo>
                  <a:lnTo>
                    <a:pt x="1095756" y="4715256"/>
                  </a:lnTo>
                  <a:lnTo>
                    <a:pt x="1088136" y="4715256"/>
                  </a:lnTo>
                  <a:lnTo>
                    <a:pt x="1085088" y="4718304"/>
                  </a:lnTo>
                  <a:lnTo>
                    <a:pt x="1085088" y="4767072"/>
                  </a:lnTo>
                  <a:lnTo>
                    <a:pt x="1088136" y="4770120"/>
                  </a:lnTo>
                  <a:lnTo>
                    <a:pt x="1095756" y="4770120"/>
                  </a:lnTo>
                  <a:lnTo>
                    <a:pt x="1098804" y="4767072"/>
                  </a:lnTo>
                  <a:lnTo>
                    <a:pt x="1098804" y="4718304"/>
                  </a:lnTo>
                  <a:close/>
                </a:path>
                <a:path w="2184400" h="5782310">
                  <a:moveTo>
                    <a:pt x="1098804" y="4636020"/>
                  </a:moveTo>
                  <a:lnTo>
                    <a:pt x="1095756" y="4632960"/>
                  </a:lnTo>
                  <a:lnTo>
                    <a:pt x="1088136" y="4632960"/>
                  </a:lnTo>
                  <a:lnTo>
                    <a:pt x="1085088" y="4636020"/>
                  </a:lnTo>
                  <a:lnTo>
                    <a:pt x="1085088" y="4684776"/>
                  </a:lnTo>
                  <a:lnTo>
                    <a:pt x="1088136" y="4687824"/>
                  </a:lnTo>
                  <a:lnTo>
                    <a:pt x="1095756" y="4687824"/>
                  </a:lnTo>
                  <a:lnTo>
                    <a:pt x="1098804" y="4684776"/>
                  </a:lnTo>
                  <a:lnTo>
                    <a:pt x="1098804" y="4636020"/>
                  </a:lnTo>
                  <a:close/>
                </a:path>
                <a:path w="2184400" h="5782310">
                  <a:moveTo>
                    <a:pt x="1098804" y="4552188"/>
                  </a:moveTo>
                  <a:lnTo>
                    <a:pt x="1095756" y="4549140"/>
                  </a:lnTo>
                  <a:lnTo>
                    <a:pt x="1088136" y="4549140"/>
                  </a:lnTo>
                  <a:lnTo>
                    <a:pt x="1085088" y="4552188"/>
                  </a:lnTo>
                  <a:lnTo>
                    <a:pt x="1085088" y="4600956"/>
                  </a:lnTo>
                  <a:lnTo>
                    <a:pt x="1088136" y="4604004"/>
                  </a:lnTo>
                  <a:lnTo>
                    <a:pt x="1095756" y="4604004"/>
                  </a:lnTo>
                  <a:lnTo>
                    <a:pt x="1098804" y="4600956"/>
                  </a:lnTo>
                  <a:lnTo>
                    <a:pt x="1098804" y="4552188"/>
                  </a:lnTo>
                  <a:close/>
                </a:path>
                <a:path w="2184400" h="5782310">
                  <a:moveTo>
                    <a:pt x="1098804" y="4469892"/>
                  </a:moveTo>
                  <a:lnTo>
                    <a:pt x="1095756" y="4466844"/>
                  </a:lnTo>
                  <a:lnTo>
                    <a:pt x="1088136" y="4466844"/>
                  </a:lnTo>
                  <a:lnTo>
                    <a:pt x="1085088" y="4469892"/>
                  </a:lnTo>
                  <a:lnTo>
                    <a:pt x="1085088" y="4518660"/>
                  </a:lnTo>
                  <a:lnTo>
                    <a:pt x="1088136" y="4521708"/>
                  </a:lnTo>
                  <a:lnTo>
                    <a:pt x="1095756" y="4521708"/>
                  </a:lnTo>
                  <a:lnTo>
                    <a:pt x="1098804" y="4518660"/>
                  </a:lnTo>
                  <a:lnTo>
                    <a:pt x="1098804" y="4469892"/>
                  </a:lnTo>
                  <a:close/>
                </a:path>
                <a:path w="2184400" h="5782310">
                  <a:moveTo>
                    <a:pt x="1098804" y="4387596"/>
                  </a:moveTo>
                  <a:lnTo>
                    <a:pt x="1095756" y="4384548"/>
                  </a:lnTo>
                  <a:lnTo>
                    <a:pt x="1088136" y="4384548"/>
                  </a:lnTo>
                  <a:lnTo>
                    <a:pt x="1085088" y="4387596"/>
                  </a:lnTo>
                  <a:lnTo>
                    <a:pt x="1085088" y="4436364"/>
                  </a:lnTo>
                  <a:lnTo>
                    <a:pt x="1088136" y="4439412"/>
                  </a:lnTo>
                  <a:lnTo>
                    <a:pt x="1095756" y="4439412"/>
                  </a:lnTo>
                  <a:lnTo>
                    <a:pt x="1098804" y="4436364"/>
                  </a:lnTo>
                  <a:lnTo>
                    <a:pt x="1098804" y="4387596"/>
                  </a:lnTo>
                  <a:close/>
                </a:path>
                <a:path w="2184400" h="5782310">
                  <a:moveTo>
                    <a:pt x="1098804" y="4303776"/>
                  </a:moveTo>
                  <a:lnTo>
                    <a:pt x="1095756" y="4300728"/>
                  </a:lnTo>
                  <a:lnTo>
                    <a:pt x="1088136" y="4300728"/>
                  </a:lnTo>
                  <a:lnTo>
                    <a:pt x="1085088" y="4303776"/>
                  </a:lnTo>
                  <a:lnTo>
                    <a:pt x="1085088" y="4354068"/>
                  </a:lnTo>
                  <a:lnTo>
                    <a:pt x="1088136" y="4357116"/>
                  </a:lnTo>
                  <a:lnTo>
                    <a:pt x="1095756" y="4357116"/>
                  </a:lnTo>
                  <a:lnTo>
                    <a:pt x="1098804" y="4354068"/>
                  </a:lnTo>
                  <a:lnTo>
                    <a:pt x="1098804" y="4303776"/>
                  </a:lnTo>
                  <a:close/>
                </a:path>
                <a:path w="2184400" h="5782310">
                  <a:moveTo>
                    <a:pt x="1098804" y="4221480"/>
                  </a:moveTo>
                  <a:lnTo>
                    <a:pt x="1095756" y="4218432"/>
                  </a:lnTo>
                  <a:lnTo>
                    <a:pt x="1088136" y="4218432"/>
                  </a:lnTo>
                  <a:lnTo>
                    <a:pt x="1085088" y="4221480"/>
                  </a:lnTo>
                  <a:lnTo>
                    <a:pt x="1085088" y="4270248"/>
                  </a:lnTo>
                  <a:lnTo>
                    <a:pt x="1088136" y="4273296"/>
                  </a:lnTo>
                  <a:lnTo>
                    <a:pt x="1095756" y="4273296"/>
                  </a:lnTo>
                  <a:lnTo>
                    <a:pt x="1098804" y="4270248"/>
                  </a:lnTo>
                  <a:lnTo>
                    <a:pt x="1098804" y="4221480"/>
                  </a:lnTo>
                  <a:close/>
                </a:path>
                <a:path w="2184400" h="5782310">
                  <a:moveTo>
                    <a:pt x="1098804" y="4139184"/>
                  </a:moveTo>
                  <a:lnTo>
                    <a:pt x="1095756" y="4136136"/>
                  </a:lnTo>
                  <a:lnTo>
                    <a:pt x="1088136" y="4136136"/>
                  </a:lnTo>
                  <a:lnTo>
                    <a:pt x="1085088" y="4139184"/>
                  </a:lnTo>
                  <a:lnTo>
                    <a:pt x="1085088" y="4187952"/>
                  </a:lnTo>
                  <a:lnTo>
                    <a:pt x="1088136" y="4191000"/>
                  </a:lnTo>
                  <a:lnTo>
                    <a:pt x="1095756" y="4191000"/>
                  </a:lnTo>
                  <a:lnTo>
                    <a:pt x="1098804" y="4187952"/>
                  </a:lnTo>
                  <a:lnTo>
                    <a:pt x="1098804" y="4139184"/>
                  </a:lnTo>
                  <a:close/>
                </a:path>
                <a:path w="2184400" h="5782310">
                  <a:moveTo>
                    <a:pt x="1098804" y="4056888"/>
                  </a:moveTo>
                  <a:lnTo>
                    <a:pt x="1095756" y="4053840"/>
                  </a:lnTo>
                  <a:lnTo>
                    <a:pt x="1088136" y="4053840"/>
                  </a:lnTo>
                  <a:lnTo>
                    <a:pt x="1085088" y="4056888"/>
                  </a:lnTo>
                  <a:lnTo>
                    <a:pt x="1085088" y="4105656"/>
                  </a:lnTo>
                  <a:lnTo>
                    <a:pt x="1088136" y="4108704"/>
                  </a:lnTo>
                  <a:lnTo>
                    <a:pt x="1095756" y="4108704"/>
                  </a:lnTo>
                  <a:lnTo>
                    <a:pt x="1098804" y="4105656"/>
                  </a:lnTo>
                  <a:lnTo>
                    <a:pt x="1098804" y="4056888"/>
                  </a:lnTo>
                  <a:close/>
                </a:path>
                <a:path w="2184400" h="5782310">
                  <a:moveTo>
                    <a:pt x="1098804" y="3973068"/>
                  </a:moveTo>
                  <a:lnTo>
                    <a:pt x="1095756" y="3970020"/>
                  </a:lnTo>
                  <a:lnTo>
                    <a:pt x="1088136" y="3970020"/>
                  </a:lnTo>
                  <a:lnTo>
                    <a:pt x="1085088" y="3973068"/>
                  </a:lnTo>
                  <a:lnTo>
                    <a:pt x="1085088" y="4021836"/>
                  </a:lnTo>
                  <a:lnTo>
                    <a:pt x="1088136" y="4024884"/>
                  </a:lnTo>
                  <a:lnTo>
                    <a:pt x="1095756" y="4024884"/>
                  </a:lnTo>
                  <a:lnTo>
                    <a:pt x="1098804" y="4021836"/>
                  </a:lnTo>
                  <a:lnTo>
                    <a:pt x="1098804" y="3973068"/>
                  </a:lnTo>
                  <a:close/>
                </a:path>
                <a:path w="2184400" h="5782310">
                  <a:moveTo>
                    <a:pt x="1098804" y="3890772"/>
                  </a:moveTo>
                  <a:lnTo>
                    <a:pt x="1095756" y="3887724"/>
                  </a:lnTo>
                  <a:lnTo>
                    <a:pt x="1088136" y="3887724"/>
                  </a:lnTo>
                  <a:lnTo>
                    <a:pt x="1085088" y="3890772"/>
                  </a:lnTo>
                  <a:lnTo>
                    <a:pt x="1085088" y="3939540"/>
                  </a:lnTo>
                  <a:lnTo>
                    <a:pt x="1088136" y="3942588"/>
                  </a:lnTo>
                  <a:lnTo>
                    <a:pt x="1095756" y="3942588"/>
                  </a:lnTo>
                  <a:lnTo>
                    <a:pt x="1098804" y="3939540"/>
                  </a:lnTo>
                  <a:lnTo>
                    <a:pt x="1098804" y="3890772"/>
                  </a:lnTo>
                  <a:close/>
                </a:path>
                <a:path w="2184400" h="5782310">
                  <a:moveTo>
                    <a:pt x="1098804" y="3808476"/>
                  </a:moveTo>
                  <a:lnTo>
                    <a:pt x="1095756" y="3805428"/>
                  </a:lnTo>
                  <a:lnTo>
                    <a:pt x="1088136" y="3805428"/>
                  </a:lnTo>
                  <a:lnTo>
                    <a:pt x="1085088" y="3808476"/>
                  </a:lnTo>
                  <a:lnTo>
                    <a:pt x="1085088" y="3857244"/>
                  </a:lnTo>
                  <a:lnTo>
                    <a:pt x="1088136" y="3860292"/>
                  </a:lnTo>
                  <a:lnTo>
                    <a:pt x="1095756" y="3860292"/>
                  </a:lnTo>
                  <a:lnTo>
                    <a:pt x="1098804" y="3857244"/>
                  </a:lnTo>
                  <a:lnTo>
                    <a:pt x="1098804" y="3808476"/>
                  </a:lnTo>
                  <a:close/>
                </a:path>
                <a:path w="2184400" h="5782310">
                  <a:moveTo>
                    <a:pt x="1098804" y="3724656"/>
                  </a:moveTo>
                  <a:lnTo>
                    <a:pt x="1095756" y="3721608"/>
                  </a:lnTo>
                  <a:lnTo>
                    <a:pt x="1088136" y="3721608"/>
                  </a:lnTo>
                  <a:lnTo>
                    <a:pt x="1085088" y="3724656"/>
                  </a:lnTo>
                  <a:lnTo>
                    <a:pt x="1085088" y="3774948"/>
                  </a:lnTo>
                  <a:lnTo>
                    <a:pt x="1088136" y="3777996"/>
                  </a:lnTo>
                  <a:lnTo>
                    <a:pt x="1095756" y="3777996"/>
                  </a:lnTo>
                  <a:lnTo>
                    <a:pt x="1098804" y="3774948"/>
                  </a:lnTo>
                  <a:lnTo>
                    <a:pt x="1098804" y="3724656"/>
                  </a:lnTo>
                  <a:close/>
                </a:path>
                <a:path w="2184400" h="5782310">
                  <a:moveTo>
                    <a:pt x="1098804" y="3642360"/>
                  </a:moveTo>
                  <a:lnTo>
                    <a:pt x="1095756" y="3639312"/>
                  </a:lnTo>
                  <a:lnTo>
                    <a:pt x="1088136" y="3639312"/>
                  </a:lnTo>
                  <a:lnTo>
                    <a:pt x="1085088" y="3642360"/>
                  </a:lnTo>
                  <a:lnTo>
                    <a:pt x="1085088" y="3691128"/>
                  </a:lnTo>
                  <a:lnTo>
                    <a:pt x="1088136" y="3694176"/>
                  </a:lnTo>
                  <a:lnTo>
                    <a:pt x="1095756" y="3694176"/>
                  </a:lnTo>
                  <a:lnTo>
                    <a:pt x="1098804" y="3691128"/>
                  </a:lnTo>
                  <a:lnTo>
                    <a:pt x="1098804" y="3642360"/>
                  </a:lnTo>
                  <a:close/>
                </a:path>
                <a:path w="2184400" h="5782310">
                  <a:moveTo>
                    <a:pt x="1098804" y="3560064"/>
                  </a:moveTo>
                  <a:lnTo>
                    <a:pt x="1095756" y="3557016"/>
                  </a:lnTo>
                  <a:lnTo>
                    <a:pt x="1088136" y="3557016"/>
                  </a:lnTo>
                  <a:lnTo>
                    <a:pt x="1085088" y="3560064"/>
                  </a:lnTo>
                  <a:lnTo>
                    <a:pt x="1085088" y="3608832"/>
                  </a:lnTo>
                  <a:lnTo>
                    <a:pt x="1088136" y="3611880"/>
                  </a:lnTo>
                  <a:lnTo>
                    <a:pt x="1095756" y="3611880"/>
                  </a:lnTo>
                  <a:lnTo>
                    <a:pt x="1098804" y="3608832"/>
                  </a:lnTo>
                  <a:lnTo>
                    <a:pt x="1098804" y="3560064"/>
                  </a:lnTo>
                  <a:close/>
                </a:path>
                <a:path w="2184400" h="5782310">
                  <a:moveTo>
                    <a:pt x="1098804" y="3477768"/>
                  </a:moveTo>
                  <a:lnTo>
                    <a:pt x="1095756" y="3474720"/>
                  </a:lnTo>
                  <a:lnTo>
                    <a:pt x="1088136" y="3474720"/>
                  </a:lnTo>
                  <a:lnTo>
                    <a:pt x="1085088" y="3477768"/>
                  </a:lnTo>
                  <a:lnTo>
                    <a:pt x="1085088" y="3526536"/>
                  </a:lnTo>
                  <a:lnTo>
                    <a:pt x="1088136" y="3529584"/>
                  </a:lnTo>
                  <a:lnTo>
                    <a:pt x="1095756" y="3529584"/>
                  </a:lnTo>
                  <a:lnTo>
                    <a:pt x="1098804" y="3526536"/>
                  </a:lnTo>
                  <a:lnTo>
                    <a:pt x="1098804" y="3477768"/>
                  </a:lnTo>
                  <a:close/>
                </a:path>
                <a:path w="2184400" h="5782310">
                  <a:moveTo>
                    <a:pt x="1098804" y="3393948"/>
                  </a:moveTo>
                  <a:lnTo>
                    <a:pt x="1095756" y="3390900"/>
                  </a:lnTo>
                  <a:lnTo>
                    <a:pt x="1088136" y="3390900"/>
                  </a:lnTo>
                  <a:lnTo>
                    <a:pt x="1085088" y="3393948"/>
                  </a:lnTo>
                  <a:lnTo>
                    <a:pt x="1085088" y="3442716"/>
                  </a:lnTo>
                  <a:lnTo>
                    <a:pt x="1088136" y="3445764"/>
                  </a:lnTo>
                  <a:lnTo>
                    <a:pt x="1095756" y="3445764"/>
                  </a:lnTo>
                  <a:lnTo>
                    <a:pt x="1098804" y="3442716"/>
                  </a:lnTo>
                  <a:lnTo>
                    <a:pt x="1098804" y="3393948"/>
                  </a:lnTo>
                  <a:close/>
                </a:path>
                <a:path w="2184400" h="5782310">
                  <a:moveTo>
                    <a:pt x="1098804" y="3311652"/>
                  </a:moveTo>
                  <a:lnTo>
                    <a:pt x="1095756" y="3308604"/>
                  </a:lnTo>
                  <a:lnTo>
                    <a:pt x="1088136" y="3308604"/>
                  </a:lnTo>
                  <a:lnTo>
                    <a:pt x="1085088" y="3311652"/>
                  </a:lnTo>
                  <a:lnTo>
                    <a:pt x="1085088" y="3360420"/>
                  </a:lnTo>
                  <a:lnTo>
                    <a:pt x="1088136" y="3363468"/>
                  </a:lnTo>
                  <a:lnTo>
                    <a:pt x="1095756" y="3363468"/>
                  </a:lnTo>
                  <a:lnTo>
                    <a:pt x="1098804" y="3360420"/>
                  </a:lnTo>
                  <a:lnTo>
                    <a:pt x="1098804" y="3311652"/>
                  </a:lnTo>
                  <a:close/>
                </a:path>
                <a:path w="2184400" h="5782310">
                  <a:moveTo>
                    <a:pt x="1098804" y="3229356"/>
                  </a:moveTo>
                  <a:lnTo>
                    <a:pt x="1095756" y="3226308"/>
                  </a:lnTo>
                  <a:lnTo>
                    <a:pt x="1088136" y="3226308"/>
                  </a:lnTo>
                  <a:lnTo>
                    <a:pt x="1085088" y="3229356"/>
                  </a:lnTo>
                  <a:lnTo>
                    <a:pt x="1085088" y="3278124"/>
                  </a:lnTo>
                  <a:lnTo>
                    <a:pt x="1088136" y="3281172"/>
                  </a:lnTo>
                  <a:lnTo>
                    <a:pt x="1095756" y="3281172"/>
                  </a:lnTo>
                  <a:lnTo>
                    <a:pt x="1098804" y="3278124"/>
                  </a:lnTo>
                  <a:lnTo>
                    <a:pt x="1098804" y="3229356"/>
                  </a:lnTo>
                  <a:close/>
                </a:path>
                <a:path w="2184400" h="5782310">
                  <a:moveTo>
                    <a:pt x="1098804" y="3145536"/>
                  </a:moveTo>
                  <a:lnTo>
                    <a:pt x="1095756" y="3142488"/>
                  </a:lnTo>
                  <a:lnTo>
                    <a:pt x="1088136" y="3142488"/>
                  </a:lnTo>
                  <a:lnTo>
                    <a:pt x="1085088" y="3145536"/>
                  </a:lnTo>
                  <a:lnTo>
                    <a:pt x="1085088" y="3195828"/>
                  </a:lnTo>
                  <a:lnTo>
                    <a:pt x="1088136" y="3198876"/>
                  </a:lnTo>
                  <a:lnTo>
                    <a:pt x="1095756" y="3198876"/>
                  </a:lnTo>
                  <a:lnTo>
                    <a:pt x="1098804" y="3195828"/>
                  </a:lnTo>
                  <a:lnTo>
                    <a:pt x="1098804" y="3145536"/>
                  </a:lnTo>
                  <a:close/>
                </a:path>
                <a:path w="2184400" h="5782310">
                  <a:moveTo>
                    <a:pt x="1098804" y="3063240"/>
                  </a:moveTo>
                  <a:lnTo>
                    <a:pt x="1095756" y="3060192"/>
                  </a:lnTo>
                  <a:lnTo>
                    <a:pt x="1088136" y="3060192"/>
                  </a:lnTo>
                  <a:lnTo>
                    <a:pt x="1085088" y="3063240"/>
                  </a:lnTo>
                  <a:lnTo>
                    <a:pt x="1085088" y="3112008"/>
                  </a:lnTo>
                  <a:lnTo>
                    <a:pt x="1088136" y="3115056"/>
                  </a:lnTo>
                  <a:lnTo>
                    <a:pt x="1095756" y="3115056"/>
                  </a:lnTo>
                  <a:lnTo>
                    <a:pt x="1098804" y="3112008"/>
                  </a:lnTo>
                  <a:lnTo>
                    <a:pt x="1098804" y="3063240"/>
                  </a:lnTo>
                  <a:close/>
                </a:path>
                <a:path w="2184400" h="5782310">
                  <a:moveTo>
                    <a:pt x="1098804" y="2980944"/>
                  </a:moveTo>
                  <a:lnTo>
                    <a:pt x="1095756" y="2977896"/>
                  </a:lnTo>
                  <a:lnTo>
                    <a:pt x="1088136" y="2977896"/>
                  </a:lnTo>
                  <a:lnTo>
                    <a:pt x="1085088" y="2980944"/>
                  </a:lnTo>
                  <a:lnTo>
                    <a:pt x="1085088" y="3029712"/>
                  </a:lnTo>
                  <a:lnTo>
                    <a:pt x="1088136" y="3032760"/>
                  </a:lnTo>
                  <a:lnTo>
                    <a:pt x="1095756" y="3032760"/>
                  </a:lnTo>
                  <a:lnTo>
                    <a:pt x="1098804" y="3029712"/>
                  </a:lnTo>
                  <a:lnTo>
                    <a:pt x="1098804" y="2980944"/>
                  </a:lnTo>
                  <a:close/>
                </a:path>
                <a:path w="2184400" h="5782310">
                  <a:moveTo>
                    <a:pt x="1098804" y="2898648"/>
                  </a:moveTo>
                  <a:lnTo>
                    <a:pt x="1095756" y="2895600"/>
                  </a:lnTo>
                  <a:lnTo>
                    <a:pt x="1088136" y="2895600"/>
                  </a:lnTo>
                  <a:lnTo>
                    <a:pt x="1085088" y="2898648"/>
                  </a:lnTo>
                  <a:lnTo>
                    <a:pt x="1085088" y="2947416"/>
                  </a:lnTo>
                  <a:lnTo>
                    <a:pt x="1088136" y="2950464"/>
                  </a:lnTo>
                  <a:lnTo>
                    <a:pt x="1095756" y="2950464"/>
                  </a:lnTo>
                  <a:lnTo>
                    <a:pt x="1098804" y="2947416"/>
                  </a:lnTo>
                  <a:lnTo>
                    <a:pt x="1098804" y="2898648"/>
                  </a:lnTo>
                  <a:close/>
                </a:path>
                <a:path w="2184400" h="5782310">
                  <a:moveTo>
                    <a:pt x="1098804" y="2814828"/>
                  </a:moveTo>
                  <a:lnTo>
                    <a:pt x="1095756" y="2811780"/>
                  </a:lnTo>
                  <a:lnTo>
                    <a:pt x="1088136" y="2811780"/>
                  </a:lnTo>
                  <a:lnTo>
                    <a:pt x="1085088" y="2814828"/>
                  </a:lnTo>
                  <a:lnTo>
                    <a:pt x="1085088" y="2863596"/>
                  </a:lnTo>
                  <a:lnTo>
                    <a:pt x="1088136" y="2866644"/>
                  </a:lnTo>
                  <a:lnTo>
                    <a:pt x="1095756" y="2866644"/>
                  </a:lnTo>
                  <a:lnTo>
                    <a:pt x="1098804" y="2863596"/>
                  </a:lnTo>
                  <a:lnTo>
                    <a:pt x="1098804" y="2814828"/>
                  </a:lnTo>
                  <a:close/>
                </a:path>
                <a:path w="2184400" h="5782310">
                  <a:moveTo>
                    <a:pt x="1098804" y="2732532"/>
                  </a:moveTo>
                  <a:lnTo>
                    <a:pt x="1095756" y="2729484"/>
                  </a:lnTo>
                  <a:lnTo>
                    <a:pt x="1088136" y="2729484"/>
                  </a:lnTo>
                  <a:lnTo>
                    <a:pt x="1085088" y="2732532"/>
                  </a:lnTo>
                  <a:lnTo>
                    <a:pt x="1085088" y="2781300"/>
                  </a:lnTo>
                  <a:lnTo>
                    <a:pt x="1088136" y="2784348"/>
                  </a:lnTo>
                  <a:lnTo>
                    <a:pt x="1095756" y="2784348"/>
                  </a:lnTo>
                  <a:lnTo>
                    <a:pt x="1098804" y="2781300"/>
                  </a:lnTo>
                  <a:lnTo>
                    <a:pt x="1098804" y="2732532"/>
                  </a:lnTo>
                  <a:close/>
                </a:path>
                <a:path w="2184400" h="5782310">
                  <a:moveTo>
                    <a:pt x="1098804" y="2650236"/>
                  </a:moveTo>
                  <a:lnTo>
                    <a:pt x="1095756" y="2647188"/>
                  </a:lnTo>
                  <a:lnTo>
                    <a:pt x="1088136" y="2647188"/>
                  </a:lnTo>
                  <a:lnTo>
                    <a:pt x="1085088" y="2650236"/>
                  </a:lnTo>
                  <a:lnTo>
                    <a:pt x="1085088" y="2699004"/>
                  </a:lnTo>
                  <a:lnTo>
                    <a:pt x="1088136" y="2702052"/>
                  </a:lnTo>
                  <a:lnTo>
                    <a:pt x="1095756" y="2702052"/>
                  </a:lnTo>
                  <a:lnTo>
                    <a:pt x="1098804" y="2699004"/>
                  </a:lnTo>
                  <a:lnTo>
                    <a:pt x="1098804" y="2650236"/>
                  </a:lnTo>
                  <a:close/>
                </a:path>
                <a:path w="2184400" h="5782310">
                  <a:moveTo>
                    <a:pt x="1098804" y="2566416"/>
                  </a:moveTo>
                  <a:lnTo>
                    <a:pt x="1095756" y="2563368"/>
                  </a:lnTo>
                  <a:lnTo>
                    <a:pt x="1088136" y="2563368"/>
                  </a:lnTo>
                  <a:lnTo>
                    <a:pt x="1085088" y="2566416"/>
                  </a:lnTo>
                  <a:lnTo>
                    <a:pt x="1085088" y="2616708"/>
                  </a:lnTo>
                  <a:lnTo>
                    <a:pt x="1088136" y="2619756"/>
                  </a:lnTo>
                  <a:lnTo>
                    <a:pt x="1095756" y="2619756"/>
                  </a:lnTo>
                  <a:lnTo>
                    <a:pt x="1098804" y="2616708"/>
                  </a:lnTo>
                  <a:lnTo>
                    <a:pt x="1098804" y="2566416"/>
                  </a:lnTo>
                  <a:close/>
                </a:path>
                <a:path w="2184400" h="5782310">
                  <a:moveTo>
                    <a:pt x="1098804" y="2484120"/>
                  </a:moveTo>
                  <a:lnTo>
                    <a:pt x="1095756" y="2481072"/>
                  </a:lnTo>
                  <a:lnTo>
                    <a:pt x="1088136" y="2481072"/>
                  </a:lnTo>
                  <a:lnTo>
                    <a:pt x="1085088" y="2484120"/>
                  </a:lnTo>
                  <a:lnTo>
                    <a:pt x="1085088" y="2532888"/>
                  </a:lnTo>
                  <a:lnTo>
                    <a:pt x="1088136" y="2535936"/>
                  </a:lnTo>
                  <a:lnTo>
                    <a:pt x="1095756" y="2535936"/>
                  </a:lnTo>
                  <a:lnTo>
                    <a:pt x="1098804" y="2532888"/>
                  </a:lnTo>
                  <a:lnTo>
                    <a:pt x="1098804" y="2484120"/>
                  </a:lnTo>
                  <a:close/>
                </a:path>
                <a:path w="2184400" h="5782310">
                  <a:moveTo>
                    <a:pt x="1098804" y="2401824"/>
                  </a:moveTo>
                  <a:lnTo>
                    <a:pt x="1095756" y="2398776"/>
                  </a:lnTo>
                  <a:lnTo>
                    <a:pt x="1088136" y="2398776"/>
                  </a:lnTo>
                  <a:lnTo>
                    <a:pt x="1085088" y="2401824"/>
                  </a:lnTo>
                  <a:lnTo>
                    <a:pt x="1085088" y="2450592"/>
                  </a:lnTo>
                  <a:lnTo>
                    <a:pt x="1088136" y="2453640"/>
                  </a:lnTo>
                  <a:lnTo>
                    <a:pt x="1095756" y="2453640"/>
                  </a:lnTo>
                  <a:lnTo>
                    <a:pt x="1098804" y="2450592"/>
                  </a:lnTo>
                  <a:lnTo>
                    <a:pt x="1098804" y="2401824"/>
                  </a:lnTo>
                  <a:close/>
                </a:path>
                <a:path w="2184400" h="5782310">
                  <a:moveTo>
                    <a:pt x="1098804" y="2319528"/>
                  </a:moveTo>
                  <a:lnTo>
                    <a:pt x="1095756" y="2316480"/>
                  </a:lnTo>
                  <a:lnTo>
                    <a:pt x="1088136" y="2316480"/>
                  </a:lnTo>
                  <a:lnTo>
                    <a:pt x="1085088" y="2319528"/>
                  </a:lnTo>
                  <a:lnTo>
                    <a:pt x="1085088" y="2368296"/>
                  </a:lnTo>
                  <a:lnTo>
                    <a:pt x="1088136" y="2371344"/>
                  </a:lnTo>
                  <a:lnTo>
                    <a:pt x="1095756" y="2371344"/>
                  </a:lnTo>
                  <a:lnTo>
                    <a:pt x="1098804" y="2368296"/>
                  </a:lnTo>
                  <a:lnTo>
                    <a:pt x="1098804" y="2319528"/>
                  </a:lnTo>
                  <a:close/>
                </a:path>
                <a:path w="2184400" h="5782310">
                  <a:moveTo>
                    <a:pt x="1098804" y="2235708"/>
                  </a:moveTo>
                  <a:lnTo>
                    <a:pt x="1095756" y="2232660"/>
                  </a:lnTo>
                  <a:lnTo>
                    <a:pt x="1088136" y="2232660"/>
                  </a:lnTo>
                  <a:lnTo>
                    <a:pt x="1085088" y="2235708"/>
                  </a:lnTo>
                  <a:lnTo>
                    <a:pt x="1085088" y="2284476"/>
                  </a:lnTo>
                  <a:lnTo>
                    <a:pt x="1088136" y="2287524"/>
                  </a:lnTo>
                  <a:lnTo>
                    <a:pt x="1095756" y="2287524"/>
                  </a:lnTo>
                  <a:lnTo>
                    <a:pt x="1098804" y="2284476"/>
                  </a:lnTo>
                  <a:lnTo>
                    <a:pt x="1098804" y="2235708"/>
                  </a:lnTo>
                  <a:close/>
                </a:path>
                <a:path w="2184400" h="5782310">
                  <a:moveTo>
                    <a:pt x="1098804" y="2153412"/>
                  </a:moveTo>
                  <a:lnTo>
                    <a:pt x="1095756" y="2150364"/>
                  </a:lnTo>
                  <a:lnTo>
                    <a:pt x="1088136" y="2150364"/>
                  </a:lnTo>
                  <a:lnTo>
                    <a:pt x="1085088" y="2153412"/>
                  </a:lnTo>
                  <a:lnTo>
                    <a:pt x="1085088" y="2202180"/>
                  </a:lnTo>
                  <a:lnTo>
                    <a:pt x="1088136" y="2205228"/>
                  </a:lnTo>
                  <a:lnTo>
                    <a:pt x="1095756" y="2205228"/>
                  </a:lnTo>
                  <a:lnTo>
                    <a:pt x="1098804" y="2202180"/>
                  </a:lnTo>
                  <a:lnTo>
                    <a:pt x="1098804" y="2153412"/>
                  </a:lnTo>
                  <a:close/>
                </a:path>
                <a:path w="2184400" h="5782310">
                  <a:moveTo>
                    <a:pt x="1098804" y="2071116"/>
                  </a:moveTo>
                  <a:lnTo>
                    <a:pt x="1095756" y="2068068"/>
                  </a:lnTo>
                  <a:lnTo>
                    <a:pt x="1088136" y="2068068"/>
                  </a:lnTo>
                  <a:lnTo>
                    <a:pt x="1085088" y="2071116"/>
                  </a:lnTo>
                  <a:lnTo>
                    <a:pt x="1085088" y="2119884"/>
                  </a:lnTo>
                  <a:lnTo>
                    <a:pt x="1088136" y="2122932"/>
                  </a:lnTo>
                  <a:lnTo>
                    <a:pt x="1095756" y="2122932"/>
                  </a:lnTo>
                  <a:lnTo>
                    <a:pt x="1098804" y="2119884"/>
                  </a:lnTo>
                  <a:lnTo>
                    <a:pt x="1098804" y="2071116"/>
                  </a:lnTo>
                  <a:close/>
                </a:path>
                <a:path w="2184400" h="5782310">
                  <a:moveTo>
                    <a:pt x="1098804" y="1987296"/>
                  </a:moveTo>
                  <a:lnTo>
                    <a:pt x="1095756" y="1984248"/>
                  </a:lnTo>
                  <a:lnTo>
                    <a:pt x="1088136" y="1984248"/>
                  </a:lnTo>
                  <a:lnTo>
                    <a:pt x="1085088" y="1987296"/>
                  </a:lnTo>
                  <a:lnTo>
                    <a:pt x="1085088" y="2037588"/>
                  </a:lnTo>
                  <a:lnTo>
                    <a:pt x="1088136" y="2040636"/>
                  </a:lnTo>
                  <a:lnTo>
                    <a:pt x="1095756" y="2040636"/>
                  </a:lnTo>
                  <a:lnTo>
                    <a:pt x="1098804" y="2037588"/>
                  </a:lnTo>
                  <a:lnTo>
                    <a:pt x="1098804" y="1987296"/>
                  </a:lnTo>
                  <a:close/>
                </a:path>
                <a:path w="2184400" h="5782310">
                  <a:moveTo>
                    <a:pt x="1098804" y="1905000"/>
                  </a:moveTo>
                  <a:lnTo>
                    <a:pt x="1095756" y="1901952"/>
                  </a:lnTo>
                  <a:lnTo>
                    <a:pt x="1088136" y="1901952"/>
                  </a:lnTo>
                  <a:lnTo>
                    <a:pt x="1085088" y="1905000"/>
                  </a:lnTo>
                  <a:lnTo>
                    <a:pt x="1085088" y="1953768"/>
                  </a:lnTo>
                  <a:lnTo>
                    <a:pt x="1088136" y="1956816"/>
                  </a:lnTo>
                  <a:lnTo>
                    <a:pt x="1095756" y="1956816"/>
                  </a:lnTo>
                  <a:lnTo>
                    <a:pt x="1098804" y="1953768"/>
                  </a:lnTo>
                  <a:lnTo>
                    <a:pt x="1098804" y="1905000"/>
                  </a:lnTo>
                  <a:close/>
                </a:path>
                <a:path w="2184400" h="5782310">
                  <a:moveTo>
                    <a:pt x="1098804" y="1822704"/>
                  </a:moveTo>
                  <a:lnTo>
                    <a:pt x="1095756" y="1819656"/>
                  </a:lnTo>
                  <a:lnTo>
                    <a:pt x="1088136" y="1819656"/>
                  </a:lnTo>
                  <a:lnTo>
                    <a:pt x="1085088" y="1822704"/>
                  </a:lnTo>
                  <a:lnTo>
                    <a:pt x="1085088" y="1871472"/>
                  </a:lnTo>
                  <a:lnTo>
                    <a:pt x="1088136" y="1874520"/>
                  </a:lnTo>
                  <a:lnTo>
                    <a:pt x="1095756" y="1874520"/>
                  </a:lnTo>
                  <a:lnTo>
                    <a:pt x="1098804" y="1871472"/>
                  </a:lnTo>
                  <a:lnTo>
                    <a:pt x="1098804" y="1822704"/>
                  </a:lnTo>
                  <a:close/>
                </a:path>
                <a:path w="2184400" h="5782310">
                  <a:moveTo>
                    <a:pt x="1098804" y="1740408"/>
                  </a:moveTo>
                  <a:lnTo>
                    <a:pt x="1095756" y="1737360"/>
                  </a:lnTo>
                  <a:lnTo>
                    <a:pt x="1088136" y="1737360"/>
                  </a:lnTo>
                  <a:lnTo>
                    <a:pt x="1085088" y="1740408"/>
                  </a:lnTo>
                  <a:lnTo>
                    <a:pt x="1085088" y="1789176"/>
                  </a:lnTo>
                  <a:lnTo>
                    <a:pt x="1088136" y="1792224"/>
                  </a:lnTo>
                  <a:lnTo>
                    <a:pt x="1095756" y="1792224"/>
                  </a:lnTo>
                  <a:lnTo>
                    <a:pt x="1098804" y="1789176"/>
                  </a:lnTo>
                  <a:lnTo>
                    <a:pt x="1098804" y="1740408"/>
                  </a:lnTo>
                  <a:close/>
                </a:path>
                <a:path w="2184400" h="5782310">
                  <a:moveTo>
                    <a:pt x="1098804" y="1656588"/>
                  </a:moveTo>
                  <a:lnTo>
                    <a:pt x="1095756" y="1653540"/>
                  </a:lnTo>
                  <a:lnTo>
                    <a:pt x="1088136" y="1653540"/>
                  </a:lnTo>
                  <a:lnTo>
                    <a:pt x="1085088" y="1656588"/>
                  </a:lnTo>
                  <a:lnTo>
                    <a:pt x="1085088" y="1705356"/>
                  </a:lnTo>
                  <a:lnTo>
                    <a:pt x="1088136" y="1708404"/>
                  </a:lnTo>
                  <a:lnTo>
                    <a:pt x="1095756" y="1708404"/>
                  </a:lnTo>
                  <a:lnTo>
                    <a:pt x="1098804" y="1705356"/>
                  </a:lnTo>
                  <a:lnTo>
                    <a:pt x="1098804" y="1656588"/>
                  </a:lnTo>
                  <a:close/>
                </a:path>
                <a:path w="2184400" h="5782310">
                  <a:moveTo>
                    <a:pt x="1098804" y="1574292"/>
                  </a:moveTo>
                  <a:lnTo>
                    <a:pt x="1095756" y="1571244"/>
                  </a:lnTo>
                  <a:lnTo>
                    <a:pt x="1088136" y="1571244"/>
                  </a:lnTo>
                  <a:lnTo>
                    <a:pt x="1085088" y="1574292"/>
                  </a:lnTo>
                  <a:lnTo>
                    <a:pt x="1085088" y="1623060"/>
                  </a:lnTo>
                  <a:lnTo>
                    <a:pt x="1088136" y="1626108"/>
                  </a:lnTo>
                  <a:lnTo>
                    <a:pt x="1095756" y="1626108"/>
                  </a:lnTo>
                  <a:lnTo>
                    <a:pt x="1098804" y="1623060"/>
                  </a:lnTo>
                  <a:lnTo>
                    <a:pt x="1098804" y="1574292"/>
                  </a:lnTo>
                  <a:close/>
                </a:path>
                <a:path w="2184400" h="5782310">
                  <a:moveTo>
                    <a:pt x="1098804" y="1491996"/>
                  </a:moveTo>
                  <a:lnTo>
                    <a:pt x="1095756" y="1488948"/>
                  </a:lnTo>
                  <a:lnTo>
                    <a:pt x="1088136" y="1488948"/>
                  </a:lnTo>
                  <a:lnTo>
                    <a:pt x="1085088" y="1491996"/>
                  </a:lnTo>
                  <a:lnTo>
                    <a:pt x="1085088" y="1540764"/>
                  </a:lnTo>
                  <a:lnTo>
                    <a:pt x="1088136" y="1543812"/>
                  </a:lnTo>
                  <a:lnTo>
                    <a:pt x="1095756" y="1543812"/>
                  </a:lnTo>
                  <a:lnTo>
                    <a:pt x="1098804" y="1540764"/>
                  </a:lnTo>
                  <a:lnTo>
                    <a:pt x="1098804" y="1491996"/>
                  </a:lnTo>
                  <a:close/>
                </a:path>
                <a:path w="2184400" h="5782310">
                  <a:moveTo>
                    <a:pt x="1098804" y="1408176"/>
                  </a:moveTo>
                  <a:lnTo>
                    <a:pt x="1095756" y="1405128"/>
                  </a:lnTo>
                  <a:lnTo>
                    <a:pt x="1088136" y="1405128"/>
                  </a:lnTo>
                  <a:lnTo>
                    <a:pt x="1085088" y="1408176"/>
                  </a:lnTo>
                  <a:lnTo>
                    <a:pt x="1085088" y="1458468"/>
                  </a:lnTo>
                  <a:lnTo>
                    <a:pt x="1088136" y="1461516"/>
                  </a:lnTo>
                  <a:lnTo>
                    <a:pt x="1095756" y="1461516"/>
                  </a:lnTo>
                  <a:lnTo>
                    <a:pt x="1098804" y="1458468"/>
                  </a:lnTo>
                  <a:lnTo>
                    <a:pt x="1098804" y="1408176"/>
                  </a:lnTo>
                  <a:close/>
                </a:path>
                <a:path w="2184400" h="5782310">
                  <a:moveTo>
                    <a:pt x="1098804" y="1325880"/>
                  </a:moveTo>
                  <a:lnTo>
                    <a:pt x="1095756" y="1322832"/>
                  </a:lnTo>
                  <a:lnTo>
                    <a:pt x="1088136" y="1322832"/>
                  </a:lnTo>
                  <a:lnTo>
                    <a:pt x="1085088" y="1325880"/>
                  </a:lnTo>
                  <a:lnTo>
                    <a:pt x="1085088" y="1374648"/>
                  </a:lnTo>
                  <a:lnTo>
                    <a:pt x="1088136" y="1377696"/>
                  </a:lnTo>
                  <a:lnTo>
                    <a:pt x="1095756" y="1377696"/>
                  </a:lnTo>
                  <a:lnTo>
                    <a:pt x="1098804" y="1374648"/>
                  </a:lnTo>
                  <a:lnTo>
                    <a:pt x="1098804" y="1325880"/>
                  </a:lnTo>
                  <a:close/>
                </a:path>
                <a:path w="2184400" h="5782310">
                  <a:moveTo>
                    <a:pt x="1098804" y="1243584"/>
                  </a:moveTo>
                  <a:lnTo>
                    <a:pt x="1095756" y="1240536"/>
                  </a:lnTo>
                  <a:lnTo>
                    <a:pt x="1088136" y="1240536"/>
                  </a:lnTo>
                  <a:lnTo>
                    <a:pt x="1085088" y="1243584"/>
                  </a:lnTo>
                  <a:lnTo>
                    <a:pt x="1085088" y="1292352"/>
                  </a:lnTo>
                  <a:lnTo>
                    <a:pt x="1088136" y="1295400"/>
                  </a:lnTo>
                  <a:lnTo>
                    <a:pt x="1095756" y="1295400"/>
                  </a:lnTo>
                  <a:lnTo>
                    <a:pt x="1098804" y="1292352"/>
                  </a:lnTo>
                  <a:lnTo>
                    <a:pt x="1098804" y="1243584"/>
                  </a:lnTo>
                  <a:close/>
                </a:path>
                <a:path w="2184400" h="5782310">
                  <a:moveTo>
                    <a:pt x="1098804" y="1161288"/>
                  </a:moveTo>
                  <a:lnTo>
                    <a:pt x="1095756" y="1158240"/>
                  </a:lnTo>
                  <a:lnTo>
                    <a:pt x="1088136" y="1158240"/>
                  </a:lnTo>
                  <a:lnTo>
                    <a:pt x="1085088" y="1161288"/>
                  </a:lnTo>
                  <a:lnTo>
                    <a:pt x="1085088" y="1210056"/>
                  </a:lnTo>
                  <a:lnTo>
                    <a:pt x="1088136" y="1213104"/>
                  </a:lnTo>
                  <a:lnTo>
                    <a:pt x="1095756" y="1213104"/>
                  </a:lnTo>
                  <a:lnTo>
                    <a:pt x="1098804" y="1210056"/>
                  </a:lnTo>
                  <a:lnTo>
                    <a:pt x="1098804" y="1161288"/>
                  </a:lnTo>
                  <a:close/>
                </a:path>
                <a:path w="2184400" h="5782310">
                  <a:moveTo>
                    <a:pt x="1098804" y="1077468"/>
                  </a:moveTo>
                  <a:lnTo>
                    <a:pt x="1095756" y="1074420"/>
                  </a:lnTo>
                  <a:lnTo>
                    <a:pt x="1088136" y="1074420"/>
                  </a:lnTo>
                  <a:lnTo>
                    <a:pt x="1085088" y="1077468"/>
                  </a:lnTo>
                  <a:lnTo>
                    <a:pt x="1085088" y="1126236"/>
                  </a:lnTo>
                  <a:lnTo>
                    <a:pt x="1088136" y="1129284"/>
                  </a:lnTo>
                  <a:lnTo>
                    <a:pt x="1095756" y="1129284"/>
                  </a:lnTo>
                  <a:lnTo>
                    <a:pt x="1098804" y="1126236"/>
                  </a:lnTo>
                  <a:lnTo>
                    <a:pt x="1098804" y="1077468"/>
                  </a:lnTo>
                  <a:close/>
                </a:path>
                <a:path w="2184400" h="5782310">
                  <a:moveTo>
                    <a:pt x="1098804" y="995172"/>
                  </a:moveTo>
                  <a:lnTo>
                    <a:pt x="1095756" y="992124"/>
                  </a:lnTo>
                  <a:lnTo>
                    <a:pt x="1088136" y="992124"/>
                  </a:lnTo>
                  <a:lnTo>
                    <a:pt x="1085088" y="995172"/>
                  </a:lnTo>
                  <a:lnTo>
                    <a:pt x="1085088" y="1043940"/>
                  </a:lnTo>
                  <a:lnTo>
                    <a:pt x="1088136" y="1046988"/>
                  </a:lnTo>
                  <a:lnTo>
                    <a:pt x="1095756" y="1046988"/>
                  </a:lnTo>
                  <a:lnTo>
                    <a:pt x="1098804" y="1043940"/>
                  </a:lnTo>
                  <a:lnTo>
                    <a:pt x="1098804" y="995172"/>
                  </a:lnTo>
                  <a:close/>
                </a:path>
                <a:path w="2184400" h="5782310">
                  <a:moveTo>
                    <a:pt x="1098804" y="912876"/>
                  </a:moveTo>
                  <a:lnTo>
                    <a:pt x="1095756" y="909828"/>
                  </a:lnTo>
                  <a:lnTo>
                    <a:pt x="1088136" y="909828"/>
                  </a:lnTo>
                  <a:lnTo>
                    <a:pt x="1085088" y="912876"/>
                  </a:lnTo>
                  <a:lnTo>
                    <a:pt x="1085088" y="961644"/>
                  </a:lnTo>
                  <a:lnTo>
                    <a:pt x="1088136" y="964692"/>
                  </a:lnTo>
                  <a:lnTo>
                    <a:pt x="1095756" y="964692"/>
                  </a:lnTo>
                  <a:lnTo>
                    <a:pt x="1098804" y="961644"/>
                  </a:lnTo>
                  <a:lnTo>
                    <a:pt x="1098804" y="912876"/>
                  </a:lnTo>
                  <a:close/>
                </a:path>
                <a:path w="2184400" h="5782310">
                  <a:moveTo>
                    <a:pt x="1098804" y="829056"/>
                  </a:moveTo>
                  <a:lnTo>
                    <a:pt x="1095756" y="826008"/>
                  </a:lnTo>
                  <a:lnTo>
                    <a:pt x="1088136" y="826008"/>
                  </a:lnTo>
                  <a:lnTo>
                    <a:pt x="1085088" y="829056"/>
                  </a:lnTo>
                  <a:lnTo>
                    <a:pt x="1085088" y="879348"/>
                  </a:lnTo>
                  <a:lnTo>
                    <a:pt x="1088136" y="882396"/>
                  </a:lnTo>
                  <a:lnTo>
                    <a:pt x="1095756" y="882396"/>
                  </a:lnTo>
                  <a:lnTo>
                    <a:pt x="1098804" y="879348"/>
                  </a:lnTo>
                  <a:lnTo>
                    <a:pt x="1098804" y="829056"/>
                  </a:lnTo>
                  <a:close/>
                </a:path>
                <a:path w="2184400" h="5782310">
                  <a:moveTo>
                    <a:pt x="1098804" y="746760"/>
                  </a:moveTo>
                  <a:lnTo>
                    <a:pt x="1095756" y="743712"/>
                  </a:lnTo>
                  <a:lnTo>
                    <a:pt x="1088136" y="743712"/>
                  </a:lnTo>
                  <a:lnTo>
                    <a:pt x="1085088" y="746760"/>
                  </a:lnTo>
                  <a:lnTo>
                    <a:pt x="1085088" y="795528"/>
                  </a:lnTo>
                  <a:lnTo>
                    <a:pt x="1088136" y="798576"/>
                  </a:lnTo>
                  <a:lnTo>
                    <a:pt x="1095756" y="798576"/>
                  </a:lnTo>
                  <a:lnTo>
                    <a:pt x="1098804" y="795528"/>
                  </a:lnTo>
                  <a:lnTo>
                    <a:pt x="1098804" y="746760"/>
                  </a:lnTo>
                  <a:close/>
                </a:path>
                <a:path w="2184400" h="5782310">
                  <a:moveTo>
                    <a:pt x="1098804" y="664464"/>
                  </a:moveTo>
                  <a:lnTo>
                    <a:pt x="1095756" y="661416"/>
                  </a:lnTo>
                  <a:lnTo>
                    <a:pt x="1088136" y="661416"/>
                  </a:lnTo>
                  <a:lnTo>
                    <a:pt x="1085088" y="664464"/>
                  </a:lnTo>
                  <a:lnTo>
                    <a:pt x="1085088" y="713232"/>
                  </a:lnTo>
                  <a:lnTo>
                    <a:pt x="1088136" y="716280"/>
                  </a:lnTo>
                  <a:lnTo>
                    <a:pt x="1095756" y="716280"/>
                  </a:lnTo>
                  <a:lnTo>
                    <a:pt x="1098804" y="713232"/>
                  </a:lnTo>
                  <a:lnTo>
                    <a:pt x="1098804" y="664464"/>
                  </a:lnTo>
                  <a:close/>
                </a:path>
                <a:path w="2184400" h="5782310">
                  <a:moveTo>
                    <a:pt x="1098804" y="582168"/>
                  </a:moveTo>
                  <a:lnTo>
                    <a:pt x="1095756" y="579120"/>
                  </a:lnTo>
                  <a:lnTo>
                    <a:pt x="1088136" y="579120"/>
                  </a:lnTo>
                  <a:lnTo>
                    <a:pt x="1085088" y="582168"/>
                  </a:lnTo>
                  <a:lnTo>
                    <a:pt x="1085088" y="630936"/>
                  </a:lnTo>
                  <a:lnTo>
                    <a:pt x="1088136" y="633984"/>
                  </a:lnTo>
                  <a:lnTo>
                    <a:pt x="1095756" y="633984"/>
                  </a:lnTo>
                  <a:lnTo>
                    <a:pt x="1098804" y="630936"/>
                  </a:lnTo>
                  <a:lnTo>
                    <a:pt x="1098804" y="582168"/>
                  </a:lnTo>
                  <a:close/>
                </a:path>
                <a:path w="2184400" h="5782310">
                  <a:moveTo>
                    <a:pt x="1098804" y="498348"/>
                  </a:moveTo>
                  <a:lnTo>
                    <a:pt x="1095756" y="495300"/>
                  </a:lnTo>
                  <a:lnTo>
                    <a:pt x="1088136" y="495300"/>
                  </a:lnTo>
                  <a:lnTo>
                    <a:pt x="1085088" y="498348"/>
                  </a:lnTo>
                  <a:lnTo>
                    <a:pt x="1085088" y="547116"/>
                  </a:lnTo>
                  <a:lnTo>
                    <a:pt x="1088136" y="550164"/>
                  </a:lnTo>
                  <a:lnTo>
                    <a:pt x="1095756" y="550164"/>
                  </a:lnTo>
                  <a:lnTo>
                    <a:pt x="1098804" y="547116"/>
                  </a:lnTo>
                  <a:lnTo>
                    <a:pt x="1098804" y="498348"/>
                  </a:lnTo>
                  <a:close/>
                </a:path>
                <a:path w="2184400" h="5782310">
                  <a:moveTo>
                    <a:pt x="1098804" y="416052"/>
                  </a:moveTo>
                  <a:lnTo>
                    <a:pt x="1095756" y="413004"/>
                  </a:lnTo>
                  <a:lnTo>
                    <a:pt x="1088136" y="413004"/>
                  </a:lnTo>
                  <a:lnTo>
                    <a:pt x="1085088" y="416052"/>
                  </a:lnTo>
                  <a:lnTo>
                    <a:pt x="1085088" y="464820"/>
                  </a:lnTo>
                  <a:lnTo>
                    <a:pt x="1088136" y="467868"/>
                  </a:lnTo>
                  <a:lnTo>
                    <a:pt x="1095756" y="467868"/>
                  </a:lnTo>
                  <a:lnTo>
                    <a:pt x="1098804" y="464820"/>
                  </a:lnTo>
                  <a:lnTo>
                    <a:pt x="1098804" y="416052"/>
                  </a:lnTo>
                  <a:close/>
                </a:path>
                <a:path w="2184400" h="5782310">
                  <a:moveTo>
                    <a:pt x="1098804" y="333756"/>
                  </a:moveTo>
                  <a:lnTo>
                    <a:pt x="1095756" y="330708"/>
                  </a:lnTo>
                  <a:lnTo>
                    <a:pt x="1088136" y="330708"/>
                  </a:lnTo>
                  <a:lnTo>
                    <a:pt x="1085088" y="333756"/>
                  </a:lnTo>
                  <a:lnTo>
                    <a:pt x="1085088" y="382524"/>
                  </a:lnTo>
                  <a:lnTo>
                    <a:pt x="1088136" y="385572"/>
                  </a:lnTo>
                  <a:lnTo>
                    <a:pt x="1095756" y="385572"/>
                  </a:lnTo>
                  <a:lnTo>
                    <a:pt x="1098804" y="382524"/>
                  </a:lnTo>
                  <a:lnTo>
                    <a:pt x="1098804" y="333756"/>
                  </a:lnTo>
                  <a:close/>
                </a:path>
                <a:path w="2184400" h="5782310">
                  <a:moveTo>
                    <a:pt x="1098804" y="249936"/>
                  </a:moveTo>
                  <a:lnTo>
                    <a:pt x="1095756" y="246888"/>
                  </a:lnTo>
                  <a:lnTo>
                    <a:pt x="1088136" y="246888"/>
                  </a:lnTo>
                  <a:lnTo>
                    <a:pt x="1085088" y="249936"/>
                  </a:lnTo>
                  <a:lnTo>
                    <a:pt x="1085088" y="300228"/>
                  </a:lnTo>
                  <a:lnTo>
                    <a:pt x="1088136" y="303276"/>
                  </a:lnTo>
                  <a:lnTo>
                    <a:pt x="1095756" y="303276"/>
                  </a:lnTo>
                  <a:lnTo>
                    <a:pt x="1098804" y="300228"/>
                  </a:lnTo>
                  <a:lnTo>
                    <a:pt x="1098804" y="249936"/>
                  </a:lnTo>
                  <a:close/>
                </a:path>
                <a:path w="2184400" h="5782310">
                  <a:moveTo>
                    <a:pt x="1098804" y="167640"/>
                  </a:moveTo>
                  <a:lnTo>
                    <a:pt x="1095756" y="164592"/>
                  </a:lnTo>
                  <a:lnTo>
                    <a:pt x="1088136" y="164592"/>
                  </a:lnTo>
                  <a:lnTo>
                    <a:pt x="1085088" y="167640"/>
                  </a:lnTo>
                  <a:lnTo>
                    <a:pt x="1085088" y="216408"/>
                  </a:lnTo>
                  <a:lnTo>
                    <a:pt x="1088136" y="219456"/>
                  </a:lnTo>
                  <a:lnTo>
                    <a:pt x="1095756" y="219456"/>
                  </a:lnTo>
                  <a:lnTo>
                    <a:pt x="1098804" y="216408"/>
                  </a:lnTo>
                  <a:lnTo>
                    <a:pt x="1098804" y="167640"/>
                  </a:lnTo>
                  <a:close/>
                </a:path>
                <a:path w="2184400" h="5782310">
                  <a:moveTo>
                    <a:pt x="1098804" y="85344"/>
                  </a:moveTo>
                  <a:lnTo>
                    <a:pt x="1095756" y="82296"/>
                  </a:lnTo>
                  <a:lnTo>
                    <a:pt x="1088136" y="82296"/>
                  </a:lnTo>
                  <a:lnTo>
                    <a:pt x="1085088" y="85344"/>
                  </a:lnTo>
                  <a:lnTo>
                    <a:pt x="1085088" y="134112"/>
                  </a:lnTo>
                  <a:lnTo>
                    <a:pt x="1088136" y="137160"/>
                  </a:lnTo>
                  <a:lnTo>
                    <a:pt x="1095756" y="137160"/>
                  </a:lnTo>
                  <a:lnTo>
                    <a:pt x="1098804" y="134112"/>
                  </a:lnTo>
                  <a:lnTo>
                    <a:pt x="1098804" y="85344"/>
                  </a:lnTo>
                  <a:close/>
                </a:path>
                <a:path w="2184400" h="5782310">
                  <a:moveTo>
                    <a:pt x="1098804" y="3048"/>
                  </a:moveTo>
                  <a:lnTo>
                    <a:pt x="1095756" y="0"/>
                  </a:lnTo>
                  <a:lnTo>
                    <a:pt x="1088136" y="0"/>
                  </a:lnTo>
                  <a:lnTo>
                    <a:pt x="1085088" y="3048"/>
                  </a:lnTo>
                  <a:lnTo>
                    <a:pt x="1085088" y="51816"/>
                  </a:lnTo>
                  <a:lnTo>
                    <a:pt x="1088136" y="54864"/>
                  </a:lnTo>
                  <a:lnTo>
                    <a:pt x="1095756" y="54864"/>
                  </a:lnTo>
                  <a:lnTo>
                    <a:pt x="1098804" y="51816"/>
                  </a:lnTo>
                  <a:lnTo>
                    <a:pt x="1098804" y="3048"/>
                  </a:lnTo>
                  <a:close/>
                </a:path>
                <a:path w="2184400" h="5782310">
                  <a:moveTo>
                    <a:pt x="1316736" y="5215128"/>
                  </a:moveTo>
                  <a:lnTo>
                    <a:pt x="1313688" y="5212080"/>
                  </a:lnTo>
                  <a:lnTo>
                    <a:pt x="1306068" y="5212080"/>
                  </a:lnTo>
                  <a:lnTo>
                    <a:pt x="1303020" y="5215128"/>
                  </a:lnTo>
                  <a:lnTo>
                    <a:pt x="1303020" y="5263896"/>
                  </a:lnTo>
                  <a:lnTo>
                    <a:pt x="1306068" y="5266944"/>
                  </a:lnTo>
                  <a:lnTo>
                    <a:pt x="1313688" y="5266944"/>
                  </a:lnTo>
                  <a:lnTo>
                    <a:pt x="1316736" y="5263896"/>
                  </a:lnTo>
                  <a:lnTo>
                    <a:pt x="1316736" y="5215128"/>
                  </a:lnTo>
                  <a:close/>
                </a:path>
                <a:path w="2184400" h="5782310">
                  <a:moveTo>
                    <a:pt x="1316736" y="5131308"/>
                  </a:moveTo>
                  <a:lnTo>
                    <a:pt x="1313688" y="5128260"/>
                  </a:lnTo>
                  <a:lnTo>
                    <a:pt x="1306068" y="5128260"/>
                  </a:lnTo>
                  <a:lnTo>
                    <a:pt x="1303020" y="5131308"/>
                  </a:lnTo>
                  <a:lnTo>
                    <a:pt x="1303020" y="5180076"/>
                  </a:lnTo>
                  <a:lnTo>
                    <a:pt x="1306068" y="5183124"/>
                  </a:lnTo>
                  <a:lnTo>
                    <a:pt x="1313688" y="5183124"/>
                  </a:lnTo>
                  <a:lnTo>
                    <a:pt x="1316736" y="5180076"/>
                  </a:lnTo>
                  <a:lnTo>
                    <a:pt x="1316736" y="5131308"/>
                  </a:lnTo>
                  <a:close/>
                </a:path>
                <a:path w="2184400" h="5782310">
                  <a:moveTo>
                    <a:pt x="1316736" y="5049012"/>
                  </a:moveTo>
                  <a:lnTo>
                    <a:pt x="1313688" y="5045964"/>
                  </a:lnTo>
                  <a:lnTo>
                    <a:pt x="1306068" y="5045964"/>
                  </a:lnTo>
                  <a:lnTo>
                    <a:pt x="1303020" y="5049012"/>
                  </a:lnTo>
                  <a:lnTo>
                    <a:pt x="1303020" y="5097780"/>
                  </a:lnTo>
                  <a:lnTo>
                    <a:pt x="1306068" y="5100828"/>
                  </a:lnTo>
                  <a:lnTo>
                    <a:pt x="1313688" y="5100828"/>
                  </a:lnTo>
                  <a:lnTo>
                    <a:pt x="1316736" y="5097780"/>
                  </a:lnTo>
                  <a:lnTo>
                    <a:pt x="1316736" y="5049012"/>
                  </a:lnTo>
                  <a:close/>
                </a:path>
                <a:path w="2184400" h="5782310">
                  <a:moveTo>
                    <a:pt x="1316736" y="4966716"/>
                  </a:moveTo>
                  <a:lnTo>
                    <a:pt x="1313688" y="4963668"/>
                  </a:lnTo>
                  <a:lnTo>
                    <a:pt x="1306068" y="4963668"/>
                  </a:lnTo>
                  <a:lnTo>
                    <a:pt x="1303020" y="4966716"/>
                  </a:lnTo>
                  <a:lnTo>
                    <a:pt x="1303020" y="5015484"/>
                  </a:lnTo>
                  <a:lnTo>
                    <a:pt x="1306068" y="5018532"/>
                  </a:lnTo>
                  <a:lnTo>
                    <a:pt x="1313688" y="5018532"/>
                  </a:lnTo>
                  <a:lnTo>
                    <a:pt x="1316736" y="5015484"/>
                  </a:lnTo>
                  <a:lnTo>
                    <a:pt x="1316736" y="4966716"/>
                  </a:lnTo>
                  <a:close/>
                </a:path>
                <a:path w="2184400" h="5782310">
                  <a:moveTo>
                    <a:pt x="1316736" y="4882896"/>
                  </a:moveTo>
                  <a:lnTo>
                    <a:pt x="1313688" y="4879848"/>
                  </a:lnTo>
                  <a:lnTo>
                    <a:pt x="1306068" y="4879848"/>
                  </a:lnTo>
                  <a:lnTo>
                    <a:pt x="1303020" y="4882896"/>
                  </a:lnTo>
                  <a:lnTo>
                    <a:pt x="1303020" y="4933188"/>
                  </a:lnTo>
                  <a:lnTo>
                    <a:pt x="1306068" y="4936236"/>
                  </a:lnTo>
                  <a:lnTo>
                    <a:pt x="1313688" y="4936236"/>
                  </a:lnTo>
                  <a:lnTo>
                    <a:pt x="1316736" y="4933188"/>
                  </a:lnTo>
                  <a:lnTo>
                    <a:pt x="1316736" y="4882896"/>
                  </a:lnTo>
                  <a:close/>
                </a:path>
                <a:path w="2184400" h="5782310">
                  <a:moveTo>
                    <a:pt x="1316736" y="4800600"/>
                  </a:moveTo>
                  <a:lnTo>
                    <a:pt x="1313688" y="4797552"/>
                  </a:lnTo>
                  <a:lnTo>
                    <a:pt x="1306068" y="4797552"/>
                  </a:lnTo>
                  <a:lnTo>
                    <a:pt x="1303020" y="4800600"/>
                  </a:lnTo>
                  <a:lnTo>
                    <a:pt x="1303020" y="4849368"/>
                  </a:lnTo>
                  <a:lnTo>
                    <a:pt x="1306068" y="4852416"/>
                  </a:lnTo>
                  <a:lnTo>
                    <a:pt x="1313688" y="4852416"/>
                  </a:lnTo>
                  <a:lnTo>
                    <a:pt x="1316736" y="4849368"/>
                  </a:lnTo>
                  <a:lnTo>
                    <a:pt x="1316736" y="4800600"/>
                  </a:lnTo>
                  <a:close/>
                </a:path>
                <a:path w="2184400" h="5782310">
                  <a:moveTo>
                    <a:pt x="1316736" y="4718304"/>
                  </a:moveTo>
                  <a:lnTo>
                    <a:pt x="1313688" y="4715256"/>
                  </a:lnTo>
                  <a:lnTo>
                    <a:pt x="1306068" y="4715256"/>
                  </a:lnTo>
                  <a:lnTo>
                    <a:pt x="1303020" y="4718304"/>
                  </a:lnTo>
                  <a:lnTo>
                    <a:pt x="1303020" y="4767072"/>
                  </a:lnTo>
                  <a:lnTo>
                    <a:pt x="1306068" y="4770120"/>
                  </a:lnTo>
                  <a:lnTo>
                    <a:pt x="1313688" y="4770120"/>
                  </a:lnTo>
                  <a:lnTo>
                    <a:pt x="1316736" y="4767072"/>
                  </a:lnTo>
                  <a:lnTo>
                    <a:pt x="1316736" y="4718304"/>
                  </a:lnTo>
                  <a:close/>
                </a:path>
                <a:path w="2184400" h="5782310">
                  <a:moveTo>
                    <a:pt x="1316736" y="4636020"/>
                  </a:moveTo>
                  <a:lnTo>
                    <a:pt x="1313688" y="4632960"/>
                  </a:lnTo>
                  <a:lnTo>
                    <a:pt x="1306068" y="4632960"/>
                  </a:lnTo>
                  <a:lnTo>
                    <a:pt x="1303020" y="4636020"/>
                  </a:lnTo>
                  <a:lnTo>
                    <a:pt x="1303020" y="4684776"/>
                  </a:lnTo>
                  <a:lnTo>
                    <a:pt x="1306068" y="4687824"/>
                  </a:lnTo>
                  <a:lnTo>
                    <a:pt x="1313688" y="4687824"/>
                  </a:lnTo>
                  <a:lnTo>
                    <a:pt x="1316736" y="4684776"/>
                  </a:lnTo>
                  <a:lnTo>
                    <a:pt x="1316736" y="4636020"/>
                  </a:lnTo>
                  <a:close/>
                </a:path>
                <a:path w="2184400" h="5782310">
                  <a:moveTo>
                    <a:pt x="1316736" y="4552188"/>
                  </a:moveTo>
                  <a:lnTo>
                    <a:pt x="1313688" y="4549140"/>
                  </a:lnTo>
                  <a:lnTo>
                    <a:pt x="1306068" y="4549140"/>
                  </a:lnTo>
                  <a:lnTo>
                    <a:pt x="1303020" y="4552188"/>
                  </a:lnTo>
                  <a:lnTo>
                    <a:pt x="1303020" y="4600956"/>
                  </a:lnTo>
                  <a:lnTo>
                    <a:pt x="1306068" y="4604004"/>
                  </a:lnTo>
                  <a:lnTo>
                    <a:pt x="1313688" y="4604004"/>
                  </a:lnTo>
                  <a:lnTo>
                    <a:pt x="1316736" y="4600956"/>
                  </a:lnTo>
                  <a:lnTo>
                    <a:pt x="1316736" y="4552188"/>
                  </a:lnTo>
                  <a:close/>
                </a:path>
                <a:path w="2184400" h="5782310">
                  <a:moveTo>
                    <a:pt x="1316736" y="4469892"/>
                  </a:moveTo>
                  <a:lnTo>
                    <a:pt x="1313688" y="4466844"/>
                  </a:lnTo>
                  <a:lnTo>
                    <a:pt x="1306068" y="4466844"/>
                  </a:lnTo>
                  <a:lnTo>
                    <a:pt x="1303020" y="4469892"/>
                  </a:lnTo>
                  <a:lnTo>
                    <a:pt x="1303020" y="4518660"/>
                  </a:lnTo>
                  <a:lnTo>
                    <a:pt x="1306068" y="4521708"/>
                  </a:lnTo>
                  <a:lnTo>
                    <a:pt x="1313688" y="4521708"/>
                  </a:lnTo>
                  <a:lnTo>
                    <a:pt x="1316736" y="4518660"/>
                  </a:lnTo>
                  <a:lnTo>
                    <a:pt x="1316736" y="4469892"/>
                  </a:lnTo>
                  <a:close/>
                </a:path>
                <a:path w="2184400" h="5782310">
                  <a:moveTo>
                    <a:pt x="1316736" y="4387596"/>
                  </a:moveTo>
                  <a:lnTo>
                    <a:pt x="1313688" y="4384548"/>
                  </a:lnTo>
                  <a:lnTo>
                    <a:pt x="1306068" y="4384548"/>
                  </a:lnTo>
                  <a:lnTo>
                    <a:pt x="1303020" y="4387596"/>
                  </a:lnTo>
                  <a:lnTo>
                    <a:pt x="1303020" y="4436364"/>
                  </a:lnTo>
                  <a:lnTo>
                    <a:pt x="1306068" y="4439412"/>
                  </a:lnTo>
                  <a:lnTo>
                    <a:pt x="1313688" y="4439412"/>
                  </a:lnTo>
                  <a:lnTo>
                    <a:pt x="1316736" y="4436364"/>
                  </a:lnTo>
                  <a:lnTo>
                    <a:pt x="1316736" y="4387596"/>
                  </a:lnTo>
                  <a:close/>
                </a:path>
                <a:path w="2184400" h="5782310">
                  <a:moveTo>
                    <a:pt x="1316736" y="4303776"/>
                  </a:moveTo>
                  <a:lnTo>
                    <a:pt x="1313688" y="4300728"/>
                  </a:lnTo>
                  <a:lnTo>
                    <a:pt x="1306068" y="4300728"/>
                  </a:lnTo>
                  <a:lnTo>
                    <a:pt x="1303020" y="4303776"/>
                  </a:lnTo>
                  <a:lnTo>
                    <a:pt x="1303020" y="4354068"/>
                  </a:lnTo>
                  <a:lnTo>
                    <a:pt x="1306068" y="4357116"/>
                  </a:lnTo>
                  <a:lnTo>
                    <a:pt x="1313688" y="4357116"/>
                  </a:lnTo>
                  <a:lnTo>
                    <a:pt x="1316736" y="4354068"/>
                  </a:lnTo>
                  <a:lnTo>
                    <a:pt x="1316736" y="4303776"/>
                  </a:lnTo>
                  <a:close/>
                </a:path>
                <a:path w="2184400" h="5782310">
                  <a:moveTo>
                    <a:pt x="1316736" y="4221480"/>
                  </a:moveTo>
                  <a:lnTo>
                    <a:pt x="1313688" y="4218432"/>
                  </a:lnTo>
                  <a:lnTo>
                    <a:pt x="1306068" y="4218432"/>
                  </a:lnTo>
                  <a:lnTo>
                    <a:pt x="1303020" y="4221480"/>
                  </a:lnTo>
                  <a:lnTo>
                    <a:pt x="1303020" y="4270248"/>
                  </a:lnTo>
                  <a:lnTo>
                    <a:pt x="1306068" y="4273296"/>
                  </a:lnTo>
                  <a:lnTo>
                    <a:pt x="1313688" y="4273296"/>
                  </a:lnTo>
                  <a:lnTo>
                    <a:pt x="1316736" y="4270248"/>
                  </a:lnTo>
                  <a:lnTo>
                    <a:pt x="1316736" y="4221480"/>
                  </a:lnTo>
                  <a:close/>
                </a:path>
                <a:path w="2184400" h="5782310">
                  <a:moveTo>
                    <a:pt x="1316736" y="4139184"/>
                  </a:moveTo>
                  <a:lnTo>
                    <a:pt x="1313688" y="4136136"/>
                  </a:lnTo>
                  <a:lnTo>
                    <a:pt x="1306068" y="4136136"/>
                  </a:lnTo>
                  <a:lnTo>
                    <a:pt x="1303020" y="4139184"/>
                  </a:lnTo>
                  <a:lnTo>
                    <a:pt x="1303020" y="4187952"/>
                  </a:lnTo>
                  <a:lnTo>
                    <a:pt x="1306068" y="4191000"/>
                  </a:lnTo>
                  <a:lnTo>
                    <a:pt x="1313688" y="4191000"/>
                  </a:lnTo>
                  <a:lnTo>
                    <a:pt x="1316736" y="4187952"/>
                  </a:lnTo>
                  <a:lnTo>
                    <a:pt x="1316736" y="4139184"/>
                  </a:lnTo>
                  <a:close/>
                </a:path>
                <a:path w="2184400" h="5782310">
                  <a:moveTo>
                    <a:pt x="1316736" y="4056888"/>
                  </a:moveTo>
                  <a:lnTo>
                    <a:pt x="1313688" y="4053840"/>
                  </a:lnTo>
                  <a:lnTo>
                    <a:pt x="1306068" y="4053840"/>
                  </a:lnTo>
                  <a:lnTo>
                    <a:pt x="1303020" y="4056888"/>
                  </a:lnTo>
                  <a:lnTo>
                    <a:pt x="1303020" y="4105656"/>
                  </a:lnTo>
                  <a:lnTo>
                    <a:pt x="1306068" y="4108704"/>
                  </a:lnTo>
                  <a:lnTo>
                    <a:pt x="1313688" y="4108704"/>
                  </a:lnTo>
                  <a:lnTo>
                    <a:pt x="1316736" y="4105656"/>
                  </a:lnTo>
                  <a:lnTo>
                    <a:pt x="1316736" y="4056888"/>
                  </a:lnTo>
                  <a:close/>
                </a:path>
                <a:path w="2184400" h="5782310">
                  <a:moveTo>
                    <a:pt x="1316736" y="3973068"/>
                  </a:moveTo>
                  <a:lnTo>
                    <a:pt x="1313688" y="3970020"/>
                  </a:lnTo>
                  <a:lnTo>
                    <a:pt x="1306068" y="3970020"/>
                  </a:lnTo>
                  <a:lnTo>
                    <a:pt x="1303020" y="3973068"/>
                  </a:lnTo>
                  <a:lnTo>
                    <a:pt x="1303020" y="4021836"/>
                  </a:lnTo>
                  <a:lnTo>
                    <a:pt x="1306068" y="4024884"/>
                  </a:lnTo>
                  <a:lnTo>
                    <a:pt x="1313688" y="4024884"/>
                  </a:lnTo>
                  <a:lnTo>
                    <a:pt x="1316736" y="4021836"/>
                  </a:lnTo>
                  <a:lnTo>
                    <a:pt x="1316736" y="3973068"/>
                  </a:lnTo>
                  <a:close/>
                </a:path>
                <a:path w="2184400" h="5782310">
                  <a:moveTo>
                    <a:pt x="1316736" y="3890772"/>
                  </a:moveTo>
                  <a:lnTo>
                    <a:pt x="1313688" y="3887724"/>
                  </a:lnTo>
                  <a:lnTo>
                    <a:pt x="1306068" y="3887724"/>
                  </a:lnTo>
                  <a:lnTo>
                    <a:pt x="1303020" y="3890772"/>
                  </a:lnTo>
                  <a:lnTo>
                    <a:pt x="1303020" y="3939540"/>
                  </a:lnTo>
                  <a:lnTo>
                    <a:pt x="1306068" y="3942588"/>
                  </a:lnTo>
                  <a:lnTo>
                    <a:pt x="1313688" y="3942588"/>
                  </a:lnTo>
                  <a:lnTo>
                    <a:pt x="1316736" y="3939540"/>
                  </a:lnTo>
                  <a:lnTo>
                    <a:pt x="1316736" y="3890772"/>
                  </a:lnTo>
                  <a:close/>
                </a:path>
                <a:path w="2184400" h="5782310">
                  <a:moveTo>
                    <a:pt x="1316736" y="3808476"/>
                  </a:moveTo>
                  <a:lnTo>
                    <a:pt x="1313688" y="3805428"/>
                  </a:lnTo>
                  <a:lnTo>
                    <a:pt x="1306068" y="3805428"/>
                  </a:lnTo>
                  <a:lnTo>
                    <a:pt x="1303020" y="3808476"/>
                  </a:lnTo>
                  <a:lnTo>
                    <a:pt x="1303020" y="3857244"/>
                  </a:lnTo>
                  <a:lnTo>
                    <a:pt x="1306068" y="3860292"/>
                  </a:lnTo>
                  <a:lnTo>
                    <a:pt x="1313688" y="3860292"/>
                  </a:lnTo>
                  <a:lnTo>
                    <a:pt x="1316736" y="3857244"/>
                  </a:lnTo>
                  <a:lnTo>
                    <a:pt x="1316736" y="3808476"/>
                  </a:lnTo>
                  <a:close/>
                </a:path>
                <a:path w="2184400" h="5782310">
                  <a:moveTo>
                    <a:pt x="1316736" y="3724656"/>
                  </a:moveTo>
                  <a:lnTo>
                    <a:pt x="1313688" y="3721608"/>
                  </a:lnTo>
                  <a:lnTo>
                    <a:pt x="1306068" y="3721608"/>
                  </a:lnTo>
                  <a:lnTo>
                    <a:pt x="1303020" y="3724656"/>
                  </a:lnTo>
                  <a:lnTo>
                    <a:pt x="1303020" y="3774948"/>
                  </a:lnTo>
                  <a:lnTo>
                    <a:pt x="1306068" y="3777996"/>
                  </a:lnTo>
                  <a:lnTo>
                    <a:pt x="1313688" y="3777996"/>
                  </a:lnTo>
                  <a:lnTo>
                    <a:pt x="1316736" y="3774948"/>
                  </a:lnTo>
                  <a:lnTo>
                    <a:pt x="1316736" y="3724656"/>
                  </a:lnTo>
                  <a:close/>
                </a:path>
                <a:path w="2184400" h="5782310">
                  <a:moveTo>
                    <a:pt x="1316736" y="3642360"/>
                  </a:moveTo>
                  <a:lnTo>
                    <a:pt x="1313688" y="3639312"/>
                  </a:lnTo>
                  <a:lnTo>
                    <a:pt x="1306068" y="3639312"/>
                  </a:lnTo>
                  <a:lnTo>
                    <a:pt x="1303020" y="3642360"/>
                  </a:lnTo>
                  <a:lnTo>
                    <a:pt x="1303020" y="3691128"/>
                  </a:lnTo>
                  <a:lnTo>
                    <a:pt x="1306068" y="3694176"/>
                  </a:lnTo>
                  <a:lnTo>
                    <a:pt x="1313688" y="3694176"/>
                  </a:lnTo>
                  <a:lnTo>
                    <a:pt x="1316736" y="3691128"/>
                  </a:lnTo>
                  <a:lnTo>
                    <a:pt x="1316736" y="3642360"/>
                  </a:lnTo>
                  <a:close/>
                </a:path>
                <a:path w="2184400" h="5782310">
                  <a:moveTo>
                    <a:pt x="1316736" y="3560064"/>
                  </a:moveTo>
                  <a:lnTo>
                    <a:pt x="1313688" y="3557016"/>
                  </a:lnTo>
                  <a:lnTo>
                    <a:pt x="1306068" y="3557016"/>
                  </a:lnTo>
                  <a:lnTo>
                    <a:pt x="1303020" y="3560064"/>
                  </a:lnTo>
                  <a:lnTo>
                    <a:pt x="1303020" y="3608832"/>
                  </a:lnTo>
                  <a:lnTo>
                    <a:pt x="1306068" y="3611880"/>
                  </a:lnTo>
                  <a:lnTo>
                    <a:pt x="1313688" y="3611880"/>
                  </a:lnTo>
                  <a:lnTo>
                    <a:pt x="1316736" y="3608832"/>
                  </a:lnTo>
                  <a:lnTo>
                    <a:pt x="1316736" y="3560064"/>
                  </a:lnTo>
                  <a:close/>
                </a:path>
                <a:path w="2184400" h="5782310">
                  <a:moveTo>
                    <a:pt x="1316736" y="3477768"/>
                  </a:moveTo>
                  <a:lnTo>
                    <a:pt x="1313688" y="3474720"/>
                  </a:lnTo>
                  <a:lnTo>
                    <a:pt x="1306068" y="3474720"/>
                  </a:lnTo>
                  <a:lnTo>
                    <a:pt x="1303020" y="3477768"/>
                  </a:lnTo>
                  <a:lnTo>
                    <a:pt x="1303020" y="3526536"/>
                  </a:lnTo>
                  <a:lnTo>
                    <a:pt x="1306068" y="3529584"/>
                  </a:lnTo>
                  <a:lnTo>
                    <a:pt x="1313688" y="3529584"/>
                  </a:lnTo>
                  <a:lnTo>
                    <a:pt x="1316736" y="3526536"/>
                  </a:lnTo>
                  <a:lnTo>
                    <a:pt x="1316736" y="3477768"/>
                  </a:lnTo>
                  <a:close/>
                </a:path>
                <a:path w="2184400" h="5782310">
                  <a:moveTo>
                    <a:pt x="1316736" y="3393948"/>
                  </a:moveTo>
                  <a:lnTo>
                    <a:pt x="1313688" y="3390900"/>
                  </a:lnTo>
                  <a:lnTo>
                    <a:pt x="1306068" y="3390900"/>
                  </a:lnTo>
                  <a:lnTo>
                    <a:pt x="1303020" y="3393948"/>
                  </a:lnTo>
                  <a:lnTo>
                    <a:pt x="1303020" y="3442716"/>
                  </a:lnTo>
                  <a:lnTo>
                    <a:pt x="1306068" y="3445764"/>
                  </a:lnTo>
                  <a:lnTo>
                    <a:pt x="1313688" y="3445764"/>
                  </a:lnTo>
                  <a:lnTo>
                    <a:pt x="1316736" y="3442716"/>
                  </a:lnTo>
                  <a:lnTo>
                    <a:pt x="1316736" y="3393948"/>
                  </a:lnTo>
                  <a:close/>
                </a:path>
                <a:path w="2184400" h="5782310">
                  <a:moveTo>
                    <a:pt x="1316736" y="3311652"/>
                  </a:moveTo>
                  <a:lnTo>
                    <a:pt x="1313688" y="3308604"/>
                  </a:lnTo>
                  <a:lnTo>
                    <a:pt x="1306068" y="3308604"/>
                  </a:lnTo>
                  <a:lnTo>
                    <a:pt x="1303020" y="3311652"/>
                  </a:lnTo>
                  <a:lnTo>
                    <a:pt x="1303020" y="3360420"/>
                  </a:lnTo>
                  <a:lnTo>
                    <a:pt x="1306068" y="3363468"/>
                  </a:lnTo>
                  <a:lnTo>
                    <a:pt x="1313688" y="3363468"/>
                  </a:lnTo>
                  <a:lnTo>
                    <a:pt x="1316736" y="3360420"/>
                  </a:lnTo>
                  <a:lnTo>
                    <a:pt x="1316736" y="3311652"/>
                  </a:lnTo>
                  <a:close/>
                </a:path>
                <a:path w="2184400" h="5782310">
                  <a:moveTo>
                    <a:pt x="1316736" y="3229356"/>
                  </a:moveTo>
                  <a:lnTo>
                    <a:pt x="1313688" y="3226308"/>
                  </a:lnTo>
                  <a:lnTo>
                    <a:pt x="1306068" y="3226308"/>
                  </a:lnTo>
                  <a:lnTo>
                    <a:pt x="1303020" y="3229356"/>
                  </a:lnTo>
                  <a:lnTo>
                    <a:pt x="1303020" y="3278124"/>
                  </a:lnTo>
                  <a:lnTo>
                    <a:pt x="1306068" y="3281172"/>
                  </a:lnTo>
                  <a:lnTo>
                    <a:pt x="1313688" y="3281172"/>
                  </a:lnTo>
                  <a:lnTo>
                    <a:pt x="1316736" y="3278124"/>
                  </a:lnTo>
                  <a:lnTo>
                    <a:pt x="1316736" y="3229356"/>
                  </a:lnTo>
                  <a:close/>
                </a:path>
                <a:path w="2184400" h="5782310">
                  <a:moveTo>
                    <a:pt x="1316736" y="3145536"/>
                  </a:moveTo>
                  <a:lnTo>
                    <a:pt x="1313688" y="3142488"/>
                  </a:lnTo>
                  <a:lnTo>
                    <a:pt x="1306068" y="3142488"/>
                  </a:lnTo>
                  <a:lnTo>
                    <a:pt x="1303020" y="3145536"/>
                  </a:lnTo>
                  <a:lnTo>
                    <a:pt x="1303020" y="3195828"/>
                  </a:lnTo>
                  <a:lnTo>
                    <a:pt x="1306068" y="3198876"/>
                  </a:lnTo>
                  <a:lnTo>
                    <a:pt x="1313688" y="3198876"/>
                  </a:lnTo>
                  <a:lnTo>
                    <a:pt x="1316736" y="3195828"/>
                  </a:lnTo>
                  <a:lnTo>
                    <a:pt x="1316736" y="3145536"/>
                  </a:lnTo>
                  <a:close/>
                </a:path>
                <a:path w="2184400" h="5782310">
                  <a:moveTo>
                    <a:pt x="1316736" y="3063240"/>
                  </a:moveTo>
                  <a:lnTo>
                    <a:pt x="1313688" y="3060192"/>
                  </a:lnTo>
                  <a:lnTo>
                    <a:pt x="1306068" y="3060192"/>
                  </a:lnTo>
                  <a:lnTo>
                    <a:pt x="1303020" y="3063240"/>
                  </a:lnTo>
                  <a:lnTo>
                    <a:pt x="1303020" y="3112008"/>
                  </a:lnTo>
                  <a:lnTo>
                    <a:pt x="1306068" y="3115056"/>
                  </a:lnTo>
                  <a:lnTo>
                    <a:pt x="1313688" y="3115056"/>
                  </a:lnTo>
                  <a:lnTo>
                    <a:pt x="1316736" y="3112008"/>
                  </a:lnTo>
                  <a:lnTo>
                    <a:pt x="1316736" y="3063240"/>
                  </a:lnTo>
                  <a:close/>
                </a:path>
                <a:path w="2184400" h="5782310">
                  <a:moveTo>
                    <a:pt x="1316736" y="2980944"/>
                  </a:moveTo>
                  <a:lnTo>
                    <a:pt x="1313688" y="2977896"/>
                  </a:lnTo>
                  <a:lnTo>
                    <a:pt x="1306068" y="2977896"/>
                  </a:lnTo>
                  <a:lnTo>
                    <a:pt x="1303020" y="2980944"/>
                  </a:lnTo>
                  <a:lnTo>
                    <a:pt x="1303020" y="3029712"/>
                  </a:lnTo>
                  <a:lnTo>
                    <a:pt x="1306068" y="3032760"/>
                  </a:lnTo>
                  <a:lnTo>
                    <a:pt x="1313688" y="3032760"/>
                  </a:lnTo>
                  <a:lnTo>
                    <a:pt x="1316736" y="3029712"/>
                  </a:lnTo>
                  <a:lnTo>
                    <a:pt x="1316736" y="2980944"/>
                  </a:lnTo>
                  <a:close/>
                </a:path>
                <a:path w="2184400" h="5782310">
                  <a:moveTo>
                    <a:pt x="1316736" y="2898648"/>
                  </a:moveTo>
                  <a:lnTo>
                    <a:pt x="1313688" y="2895600"/>
                  </a:lnTo>
                  <a:lnTo>
                    <a:pt x="1306068" y="2895600"/>
                  </a:lnTo>
                  <a:lnTo>
                    <a:pt x="1303020" y="2898648"/>
                  </a:lnTo>
                  <a:lnTo>
                    <a:pt x="1303020" y="2947416"/>
                  </a:lnTo>
                  <a:lnTo>
                    <a:pt x="1306068" y="2950464"/>
                  </a:lnTo>
                  <a:lnTo>
                    <a:pt x="1313688" y="2950464"/>
                  </a:lnTo>
                  <a:lnTo>
                    <a:pt x="1316736" y="2947416"/>
                  </a:lnTo>
                  <a:lnTo>
                    <a:pt x="1316736" y="2898648"/>
                  </a:lnTo>
                  <a:close/>
                </a:path>
                <a:path w="2184400" h="5782310">
                  <a:moveTo>
                    <a:pt x="1316736" y="2814828"/>
                  </a:moveTo>
                  <a:lnTo>
                    <a:pt x="1313688" y="2811780"/>
                  </a:lnTo>
                  <a:lnTo>
                    <a:pt x="1306068" y="2811780"/>
                  </a:lnTo>
                  <a:lnTo>
                    <a:pt x="1303020" y="2814828"/>
                  </a:lnTo>
                  <a:lnTo>
                    <a:pt x="1303020" y="2863596"/>
                  </a:lnTo>
                  <a:lnTo>
                    <a:pt x="1306068" y="2866644"/>
                  </a:lnTo>
                  <a:lnTo>
                    <a:pt x="1313688" y="2866644"/>
                  </a:lnTo>
                  <a:lnTo>
                    <a:pt x="1316736" y="2863596"/>
                  </a:lnTo>
                  <a:lnTo>
                    <a:pt x="1316736" y="2814828"/>
                  </a:lnTo>
                  <a:close/>
                </a:path>
                <a:path w="2184400" h="5782310">
                  <a:moveTo>
                    <a:pt x="1316736" y="2732532"/>
                  </a:moveTo>
                  <a:lnTo>
                    <a:pt x="1313688" y="2729484"/>
                  </a:lnTo>
                  <a:lnTo>
                    <a:pt x="1306068" y="2729484"/>
                  </a:lnTo>
                  <a:lnTo>
                    <a:pt x="1303020" y="2732532"/>
                  </a:lnTo>
                  <a:lnTo>
                    <a:pt x="1303020" y="2781300"/>
                  </a:lnTo>
                  <a:lnTo>
                    <a:pt x="1306068" y="2784348"/>
                  </a:lnTo>
                  <a:lnTo>
                    <a:pt x="1313688" y="2784348"/>
                  </a:lnTo>
                  <a:lnTo>
                    <a:pt x="1316736" y="2781300"/>
                  </a:lnTo>
                  <a:lnTo>
                    <a:pt x="1316736" y="2732532"/>
                  </a:lnTo>
                  <a:close/>
                </a:path>
                <a:path w="2184400" h="5782310">
                  <a:moveTo>
                    <a:pt x="1316736" y="2650236"/>
                  </a:moveTo>
                  <a:lnTo>
                    <a:pt x="1313688" y="2647188"/>
                  </a:lnTo>
                  <a:lnTo>
                    <a:pt x="1306068" y="2647188"/>
                  </a:lnTo>
                  <a:lnTo>
                    <a:pt x="1303020" y="2650236"/>
                  </a:lnTo>
                  <a:lnTo>
                    <a:pt x="1303020" y="2699004"/>
                  </a:lnTo>
                  <a:lnTo>
                    <a:pt x="1306068" y="2702052"/>
                  </a:lnTo>
                  <a:lnTo>
                    <a:pt x="1313688" y="2702052"/>
                  </a:lnTo>
                  <a:lnTo>
                    <a:pt x="1316736" y="2699004"/>
                  </a:lnTo>
                  <a:lnTo>
                    <a:pt x="1316736" y="2650236"/>
                  </a:lnTo>
                  <a:close/>
                </a:path>
                <a:path w="2184400" h="5782310">
                  <a:moveTo>
                    <a:pt x="1316736" y="2566416"/>
                  </a:moveTo>
                  <a:lnTo>
                    <a:pt x="1313688" y="2563368"/>
                  </a:lnTo>
                  <a:lnTo>
                    <a:pt x="1306068" y="2563368"/>
                  </a:lnTo>
                  <a:lnTo>
                    <a:pt x="1303020" y="2566416"/>
                  </a:lnTo>
                  <a:lnTo>
                    <a:pt x="1303020" y="2616708"/>
                  </a:lnTo>
                  <a:lnTo>
                    <a:pt x="1306068" y="2619756"/>
                  </a:lnTo>
                  <a:lnTo>
                    <a:pt x="1313688" y="2619756"/>
                  </a:lnTo>
                  <a:lnTo>
                    <a:pt x="1316736" y="2616708"/>
                  </a:lnTo>
                  <a:lnTo>
                    <a:pt x="1316736" y="2566416"/>
                  </a:lnTo>
                  <a:close/>
                </a:path>
                <a:path w="2184400" h="5782310">
                  <a:moveTo>
                    <a:pt x="1316736" y="2484120"/>
                  </a:moveTo>
                  <a:lnTo>
                    <a:pt x="1313688" y="2481072"/>
                  </a:lnTo>
                  <a:lnTo>
                    <a:pt x="1306068" y="2481072"/>
                  </a:lnTo>
                  <a:lnTo>
                    <a:pt x="1303020" y="2484120"/>
                  </a:lnTo>
                  <a:lnTo>
                    <a:pt x="1303020" y="2532888"/>
                  </a:lnTo>
                  <a:lnTo>
                    <a:pt x="1306068" y="2535936"/>
                  </a:lnTo>
                  <a:lnTo>
                    <a:pt x="1313688" y="2535936"/>
                  </a:lnTo>
                  <a:lnTo>
                    <a:pt x="1316736" y="2532888"/>
                  </a:lnTo>
                  <a:lnTo>
                    <a:pt x="1316736" y="2484120"/>
                  </a:lnTo>
                  <a:close/>
                </a:path>
                <a:path w="2184400" h="5782310">
                  <a:moveTo>
                    <a:pt x="1316736" y="2401824"/>
                  </a:moveTo>
                  <a:lnTo>
                    <a:pt x="1313688" y="2398776"/>
                  </a:lnTo>
                  <a:lnTo>
                    <a:pt x="1306068" y="2398776"/>
                  </a:lnTo>
                  <a:lnTo>
                    <a:pt x="1303020" y="2401824"/>
                  </a:lnTo>
                  <a:lnTo>
                    <a:pt x="1303020" y="2450592"/>
                  </a:lnTo>
                  <a:lnTo>
                    <a:pt x="1306068" y="2453640"/>
                  </a:lnTo>
                  <a:lnTo>
                    <a:pt x="1313688" y="2453640"/>
                  </a:lnTo>
                  <a:lnTo>
                    <a:pt x="1316736" y="2450592"/>
                  </a:lnTo>
                  <a:lnTo>
                    <a:pt x="1316736" y="2401824"/>
                  </a:lnTo>
                  <a:close/>
                </a:path>
                <a:path w="2184400" h="5782310">
                  <a:moveTo>
                    <a:pt x="1316736" y="2319528"/>
                  </a:moveTo>
                  <a:lnTo>
                    <a:pt x="1313688" y="2316480"/>
                  </a:lnTo>
                  <a:lnTo>
                    <a:pt x="1306068" y="2316480"/>
                  </a:lnTo>
                  <a:lnTo>
                    <a:pt x="1303020" y="2319528"/>
                  </a:lnTo>
                  <a:lnTo>
                    <a:pt x="1303020" y="2368296"/>
                  </a:lnTo>
                  <a:lnTo>
                    <a:pt x="1306068" y="2371344"/>
                  </a:lnTo>
                  <a:lnTo>
                    <a:pt x="1313688" y="2371344"/>
                  </a:lnTo>
                  <a:lnTo>
                    <a:pt x="1316736" y="2368296"/>
                  </a:lnTo>
                  <a:lnTo>
                    <a:pt x="1316736" y="2319528"/>
                  </a:lnTo>
                  <a:close/>
                </a:path>
                <a:path w="2184400" h="5782310">
                  <a:moveTo>
                    <a:pt x="1316736" y="2235708"/>
                  </a:moveTo>
                  <a:lnTo>
                    <a:pt x="1313688" y="2232660"/>
                  </a:lnTo>
                  <a:lnTo>
                    <a:pt x="1306068" y="2232660"/>
                  </a:lnTo>
                  <a:lnTo>
                    <a:pt x="1303020" y="2235708"/>
                  </a:lnTo>
                  <a:lnTo>
                    <a:pt x="1303020" y="2284476"/>
                  </a:lnTo>
                  <a:lnTo>
                    <a:pt x="1306068" y="2287524"/>
                  </a:lnTo>
                  <a:lnTo>
                    <a:pt x="1313688" y="2287524"/>
                  </a:lnTo>
                  <a:lnTo>
                    <a:pt x="1316736" y="2284476"/>
                  </a:lnTo>
                  <a:lnTo>
                    <a:pt x="1316736" y="2235708"/>
                  </a:lnTo>
                  <a:close/>
                </a:path>
                <a:path w="2184400" h="5782310">
                  <a:moveTo>
                    <a:pt x="1316736" y="2153412"/>
                  </a:moveTo>
                  <a:lnTo>
                    <a:pt x="1313688" y="2150364"/>
                  </a:lnTo>
                  <a:lnTo>
                    <a:pt x="1306068" y="2150364"/>
                  </a:lnTo>
                  <a:lnTo>
                    <a:pt x="1303020" y="2153412"/>
                  </a:lnTo>
                  <a:lnTo>
                    <a:pt x="1303020" y="2202180"/>
                  </a:lnTo>
                  <a:lnTo>
                    <a:pt x="1306068" y="2205228"/>
                  </a:lnTo>
                  <a:lnTo>
                    <a:pt x="1313688" y="2205228"/>
                  </a:lnTo>
                  <a:lnTo>
                    <a:pt x="1316736" y="2202180"/>
                  </a:lnTo>
                  <a:lnTo>
                    <a:pt x="1316736" y="2153412"/>
                  </a:lnTo>
                  <a:close/>
                </a:path>
                <a:path w="2184400" h="5782310">
                  <a:moveTo>
                    <a:pt x="1316736" y="2071116"/>
                  </a:moveTo>
                  <a:lnTo>
                    <a:pt x="1313688" y="2068068"/>
                  </a:lnTo>
                  <a:lnTo>
                    <a:pt x="1306068" y="2068068"/>
                  </a:lnTo>
                  <a:lnTo>
                    <a:pt x="1303020" y="2071116"/>
                  </a:lnTo>
                  <a:lnTo>
                    <a:pt x="1303020" y="2119884"/>
                  </a:lnTo>
                  <a:lnTo>
                    <a:pt x="1306068" y="2122932"/>
                  </a:lnTo>
                  <a:lnTo>
                    <a:pt x="1313688" y="2122932"/>
                  </a:lnTo>
                  <a:lnTo>
                    <a:pt x="1316736" y="2119884"/>
                  </a:lnTo>
                  <a:lnTo>
                    <a:pt x="1316736" y="2071116"/>
                  </a:lnTo>
                  <a:close/>
                </a:path>
                <a:path w="2184400" h="5782310">
                  <a:moveTo>
                    <a:pt x="1316736" y="1987296"/>
                  </a:moveTo>
                  <a:lnTo>
                    <a:pt x="1313688" y="1984248"/>
                  </a:lnTo>
                  <a:lnTo>
                    <a:pt x="1306068" y="1984248"/>
                  </a:lnTo>
                  <a:lnTo>
                    <a:pt x="1303020" y="1987296"/>
                  </a:lnTo>
                  <a:lnTo>
                    <a:pt x="1303020" y="2037588"/>
                  </a:lnTo>
                  <a:lnTo>
                    <a:pt x="1306068" y="2040636"/>
                  </a:lnTo>
                  <a:lnTo>
                    <a:pt x="1313688" y="2040636"/>
                  </a:lnTo>
                  <a:lnTo>
                    <a:pt x="1316736" y="2037588"/>
                  </a:lnTo>
                  <a:lnTo>
                    <a:pt x="1316736" y="1987296"/>
                  </a:lnTo>
                  <a:close/>
                </a:path>
                <a:path w="2184400" h="5782310">
                  <a:moveTo>
                    <a:pt x="1316736" y="1905000"/>
                  </a:moveTo>
                  <a:lnTo>
                    <a:pt x="1313688" y="1901952"/>
                  </a:lnTo>
                  <a:lnTo>
                    <a:pt x="1306068" y="1901952"/>
                  </a:lnTo>
                  <a:lnTo>
                    <a:pt x="1303020" y="1905000"/>
                  </a:lnTo>
                  <a:lnTo>
                    <a:pt x="1303020" y="1953768"/>
                  </a:lnTo>
                  <a:lnTo>
                    <a:pt x="1306068" y="1956816"/>
                  </a:lnTo>
                  <a:lnTo>
                    <a:pt x="1313688" y="1956816"/>
                  </a:lnTo>
                  <a:lnTo>
                    <a:pt x="1316736" y="1953768"/>
                  </a:lnTo>
                  <a:lnTo>
                    <a:pt x="1316736" y="1905000"/>
                  </a:lnTo>
                  <a:close/>
                </a:path>
                <a:path w="2184400" h="5782310">
                  <a:moveTo>
                    <a:pt x="1316736" y="1822704"/>
                  </a:moveTo>
                  <a:lnTo>
                    <a:pt x="1313688" y="1819656"/>
                  </a:lnTo>
                  <a:lnTo>
                    <a:pt x="1306068" y="1819656"/>
                  </a:lnTo>
                  <a:lnTo>
                    <a:pt x="1303020" y="1822704"/>
                  </a:lnTo>
                  <a:lnTo>
                    <a:pt x="1303020" y="1871472"/>
                  </a:lnTo>
                  <a:lnTo>
                    <a:pt x="1306068" y="1874520"/>
                  </a:lnTo>
                  <a:lnTo>
                    <a:pt x="1313688" y="1874520"/>
                  </a:lnTo>
                  <a:lnTo>
                    <a:pt x="1316736" y="1871472"/>
                  </a:lnTo>
                  <a:lnTo>
                    <a:pt x="1316736" y="1822704"/>
                  </a:lnTo>
                  <a:close/>
                </a:path>
                <a:path w="2184400" h="5782310">
                  <a:moveTo>
                    <a:pt x="1316736" y="1740408"/>
                  </a:moveTo>
                  <a:lnTo>
                    <a:pt x="1313688" y="1737360"/>
                  </a:lnTo>
                  <a:lnTo>
                    <a:pt x="1306068" y="1737360"/>
                  </a:lnTo>
                  <a:lnTo>
                    <a:pt x="1303020" y="1740408"/>
                  </a:lnTo>
                  <a:lnTo>
                    <a:pt x="1303020" y="1789176"/>
                  </a:lnTo>
                  <a:lnTo>
                    <a:pt x="1306068" y="1792224"/>
                  </a:lnTo>
                  <a:lnTo>
                    <a:pt x="1313688" y="1792224"/>
                  </a:lnTo>
                  <a:lnTo>
                    <a:pt x="1316736" y="1789176"/>
                  </a:lnTo>
                  <a:lnTo>
                    <a:pt x="1316736" y="1740408"/>
                  </a:lnTo>
                  <a:close/>
                </a:path>
                <a:path w="2184400" h="5782310">
                  <a:moveTo>
                    <a:pt x="1316736" y="1656588"/>
                  </a:moveTo>
                  <a:lnTo>
                    <a:pt x="1313688" y="1653540"/>
                  </a:lnTo>
                  <a:lnTo>
                    <a:pt x="1306068" y="1653540"/>
                  </a:lnTo>
                  <a:lnTo>
                    <a:pt x="1303020" y="1656588"/>
                  </a:lnTo>
                  <a:lnTo>
                    <a:pt x="1303020" y="1705356"/>
                  </a:lnTo>
                  <a:lnTo>
                    <a:pt x="1306068" y="1708404"/>
                  </a:lnTo>
                  <a:lnTo>
                    <a:pt x="1313688" y="1708404"/>
                  </a:lnTo>
                  <a:lnTo>
                    <a:pt x="1316736" y="1705356"/>
                  </a:lnTo>
                  <a:lnTo>
                    <a:pt x="1316736" y="1656588"/>
                  </a:lnTo>
                  <a:close/>
                </a:path>
                <a:path w="2184400" h="5782310">
                  <a:moveTo>
                    <a:pt x="1316736" y="1574292"/>
                  </a:moveTo>
                  <a:lnTo>
                    <a:pt x="1313688" y="1571244"/>
                  </a:lnTo>
                  <a:lnTo>
                    <a:pt x="1306068" y="1571244"/>
                  </a:lnTo>
                  <a:lnTo>
                    <a:pt x="1303020" y="1574292"/>
                  </a:lnTo>
                  <a:lnTo>
                    <a:pt x="1303020" y="1623060"/>
                  </a:lnTo>
                  <a:lnTo>
                    <a:pt x="1306068" y="1626108"/>
                  </a:lnTo>
                  <a:lnTo>
                    <a:pt x="1313688" y="1626108"/>
                  </a:lnTo>
                  <a:lnTo>
                    <a:pt x="1316736" y="1623060"/>
                  </a:lnTo>
                  <a:lnTo>
                    <a:pt x="1316736" y="1574292"/>
                  </a:lnTo>
                  <a:close/>
                </a:path>
                <a:path w="2184400" h="5782310">
                  <a:moveTo>
                    <a:pt x="1316736" y="1491996"/>
                  </a:moveTo>
                  <a:lnTo>
                    <a:pt x="1313688" y="1488948"/>
                  </a:lnTo>
                  <a:lnTo>
                    <a:pt x="1306068" y="1488948"/>
                  </a:lnTo>
                  <a:lnTo>
                    <a:pt x="1303020" y="1491996"/>
                  </a:lnTo>
                  <a:lnTo>
                    <a:pt x="1303020" y="1540764"/>
                  </a:lnTo>
                  <a:lnTo>
                    <a:pt x="1306068" y="1543812"/>
                  </a:lnTo>
                  <a:lnTo>
                    <a:pt x="1313688" y="1543812"/>
                  </a:lnTo>
                  <a:lnTo>
                    <a:pt x="1316736" y="1540764"/>
                  </a:lnTo>
                  <a:lnTo>
                    <a:pt x="1316736" y="1491996"/>
                  </a:lnTo>
                  <a:close/>
                </a:path>
                <a:path w="2184400" h="5782310">
                  <a:moveTo>
                    <a:pt x="1316736" y="1408176"/>
                  </a:moveTo>
                  <a:lnTo>
                    <a:pt x="1313688" y="1405128"/>
                  </a:lnTo>
                  <a:lnTo>
                    <a:pt x="1306068" y="1405128"/>
                  </a:lnTo>
                  <a:lnTo>
                    <a:pt x="1303020" y="1408176"/>
                  </a:lnTo>
                  <a:lnTo>
                    <a:pt x="1303020" y="1458468"/>
                  </a:lnTo>
                  <a:lnTo>
                    <a:pt x="1306068" y="1461516"/>
                  </a:lnTo>
                  <a:lnTo>
                    <a:pt x="1313688" y="1461516"/>
                  </a:lnTo>
                  <a:lnTo>
                    <a:pt x="1316736" y="1458468"/>
                  </a:lnTo>
                  <a:lnTo>
                    <a:pt x="1316736" y="1408176"/>
                  </a:lnTo>
                  <a:close/>
                </a:path>
                <a:path w="2184400" h="5782310">
                  <a:moveTo>
                    <a:pt x="1316736" y="1325880"/>
                  </a:moveTo>
                  <a:lnTo>
                    <a:pt x="1313688" y="1322832"/>
                  </a:lnTo>
                  <a:lnTo>
                    <a:pt x="1306068" y="1322832"/>
                  </a:lnTo>
                  <a:lnTo>
                    <a:pt x="1303020" y="1325880"/>
                  </a:lnTo>
                  <a:lnTo>
                    <a:pt x="1303020" y="1374648"/>
                  </a:lnTo>
                  <a:lnTo>
                    <a:pt x="1306068" y="1377696"/>
                  </a:lnTo>
                  <a:lnTo>
                    <a:pt x="1313688" y="1377696"/>
                  </a:lnTo>
                  <a:lnTo>
                    <a:pt x="1316736" y="1374648"/>
                  </a:lnTo>
                  <a:lnTo>
                    <a:pt x="1316736" y="1325880"/>
                  </a:lnTo>
                  <a:close/>
                </a:path>
                <a:path w="2184400" h="5782310">
                  <a:moveTo>
                    <a:pt x="1316736" y="1243584"/>
                  </a:moveTo>
                  <a:lnTo>
                    <a:pt x="1313688" y="1240536"/>
                  </a:lnTo>
                  <a:lnTo>
                    <a:pt x="1306068" y="1240536"/>
                  </a:lnTo>
                  <a:lnTo>
                    <a:pt x="1303020" y="1243584"/>
                  </a:lnTo>
                  <a:lnTo>
                    <a:pt x="1303020" y="1292352"/>
                  </a:lnTo>
                  <a:lnTo>
                    <a:pt x="1306068" y="1295400"/>
                  </a:lnTo>
                  <a:lnTo>
                    <a:pt x="1313688" y="1295400"/>
                  </a:lnTo>
                  <a:lnTo>
                    <a:pt x="1316736" y="1292352"/>
                  </a:lnTo>
                  <a:lnTo>
                    <a:pt x="1316736" y="1243584"/>
                  </a:lnTo>
                  <a:close/>
                </a:path>
                <a:path w="2184400" h="5782310">
                  <a:moveTo>
                    <a:pt x="1316736" y="1161288"/>
                  </a:moveTo>
                  <a:lnTo>
                    <a:pt x="1313688" y="1158240"/>
                  </a:lnTo>
                  <a:lnTo>
                    <a:pt x="1306068" y="1158240"/>
                  </a:lnTo>
                  <a:lnTo>
                    <a:pt x="1303020" y="1161288"/>
                  </a:lnTo>
                  <a:lnTo>
                    <a:pt x="1303020" y="1210056"/>
                  </a:lnTo>
                  <a:lnTo>
                    <a:pt x="1306068" y="1213104"/>
                  </a:lnTo>
                  <a:lnTo>
                    <a:pt x="1313688" y="1213104"/>
                  </a:lnTo>
                  <a:lnTo>
                    <a:pt x="1316736" y="1210056"/>
                  </a:lnTo>
                  <a:lnTo>
                    <a:pt x="1316736" y="1161288"/>
                  </a:lnTo>
                  <a:close/>
                </a:path>
                <a:path w="2184400" h="5782310">
                  <a:moveTo>
                    <a:pt x="1316736" y="1077468"/>
                  </a:moveTo>
                  <a:lnTo>
                    <a:pt x="1313688" y="1074420"/>
                  </a:lnTo>
                  <a:lnTo>
                    <a:pt x="1306068" y="1074420"/>
                  </a:lnTo>
                  <a:lnTo>
                    <a:pt x="1303020" y="1077468"/>
                  </a:lnTo>
                  <a:lnTo>
                    <a:pt x="1303020" y="1126236"/>
                  </a:lnTo>
                  <a:lnTo>
                    <a:pt x="1306068" y="1129284"/>
                  </a:lnTo>
                  <a:lnTo>
                    <a:pt x="1313688" y="1129284"/>
                  </a:lnTo>
                  <a:lnTo>
                    <a:pt x="1316736" y="1126236"/>
                  </a:lnTo>
                  <a:lnTo>
                    <a:pt x="1316736" y="1077468"/>
                  </a:lnTo>
                  <a:close/>
                </a:path>
                <a:path w="2184400" h="5782310">
                  <a:moveTo>
                    <a:pt x="1316736" y="995172"/>
                  </a:moveTo>
                  <a:lnTo>
                    <a:pt x="1313688" y="992124"/>
                  </a:lnTo>
                  <a:lnTo>
                    <a:pt x="1306068" y="992124"/>
                  </a:lnTo>
                  <a:lnTo>
                    <a:pt x="1303020" y="995172"/>
                  </a:lnTo>
                  <a:lnTo>
                    <a:pt x="1303020" y="1043940"/>
                  </a:lnTo>
                  <a:lnTo>
                    <a:pt x="1306068" y="1046988"/>
                  </a:lnTo>
                  <a:lnTo>
                    <a:pt x="1313688" y="1046988"/>
                  </a:lnTo>
                  <a:lnTo>
                    <a:pt x="1316736" y="1043940"/>
                  </a:lnTo>
                  <a:lnTo>
                    <a:pt x="1316736" y="995172"/>
                  </a:lnTo>
                  <a:close/>
                </a:path>
                <a:path w="2184400" h="5782310">
                  <a:moveTo>
                    <a:pt x="1316736" y="912876"/>
                  </a:moveTo>
                  <a:lnTo>
                    <a:pt x="1313688" y="909828"/>
                  </a:lnTo>
                  <a:lnTo>
                    <a:pt x="1306068" y="909828"/>
                  </a:lnTo>
                  <a:lnTo>
                    <a:pt x="1303020" y="912876"/>
                  </a:lnTo>
                  <a:lnTo>
                    <a:pt x="1303020" y="961644"/>
                  </a:lnTo>
                  <a:lnTo>
                    <a:pt x="1306068" y="964692"/>
                  </a:lnTo>
                  <a:lnTo>
                    <a:pt x="1313688" y="964692"/>
                  </a:lnTo>
                  <a:lnTo>
                    <a:pt x="1316736" y="961644"/>
                  </a:lnTo>
                  <a:lnTo>
                    <a:pt x="1316736" y="912876"/>
                  </a:lnTo>
                  <a:close/>
                </a:path>
                <a:path w="2184400" h="5782310">
                  <a:moveTo>
                    <a:pt x="1316736" y="829056"/>
                  </a:moveTo>
                  <a:lnTo>
                    <a:pt x="1313688" y="826008"/>
                  </a:lnTo>
                  <a:lnTo>
                    <a:pt x="1306068" y="826008"/>
                  </a:lnTo>
                  <a:lnTo>
                    <a:pt x="1303020" y="829056"/>
                  </a:lnTo>
                  <a:lnTo>
                    <a:pt x="1303020" y="879348"/>
                  </a:lnTo>
                  <a:lnTo>
                    <a:pt x="1306068" y="882396"/>
                  </a:lnTo>
                  <a:lnTo>
                    <a:pt x="1313688" y="882396"/>
                  </a:lnTo>
                  <a:lnTo>
                    <a:pt x="1316736" y="879348"/>
                  </a:lnTo>
                  <a:lnTo>
                    <a:pt x="1316736" y="829056"/>
                  </a:lnTo>
                  <a:close/>
                </a:path>
                <a:path w="2184400" h="5782310">
                  <a:moveTo>
                    <a:pt x="1316736" y="746760"/>
                  </a:moveTo>
                  <a:lnTo>
                    <a:pt x="1313688" y="743712"/>
                  </a:lnTo>
                  <a:lnTo>
                    <a:pt x="1306068" y="743712"/>
                  </a:lnTo>
                  <a:lnTo>
                    <a:pt x="1303020" y="746760"/>
                  </a:lnTo>
                  <a:lnTo>
                    <a:pt x="1303020" y="795528"/>
                  </a:lnTo>
                  <a:lnTo>
                    <a:pt x="1306068" y="798576"/>
                  </a:lnTo>
                  <a:lnTo>
                    <a:pt x="1313688" y="798576"/>
                  </a:lnTo>
                  <a:lnTo>
                    <a:pt x="1316736" y="795528"/>
                  </a:lnTo>
                  <a:lnTo>
                    <a:pt x="1316736" y="746760"/>
                  </a:lnTo>
                  <a:close/>
                </a:path>
                <a:path w="2184400" h="5782310">
                  <a:moveTo>
                    <a:pt x="1316736" y="664464"/>
                  </a:moveTo>
                  <a:lnTo>
                    <a:pt x="1313688" y="661416"/>
                  </a:lnTo>
                  <a:lnTo>
                    <a:pt x="1306068" y="661416"/>
                  </a:lnTo>
                  <a:lnTo>
                    <a:pt x="1303020" y="664464"/>
                  </a:lnTo>
                  <a:lnTo>
                    <a:pt x="1303020" y="713232"/>
                  </a:lnTo>
                  <a:lnTo>
                    <a:pt x="1306068" y="716280"/>
                  </a:lnTo>
                  <a:lnTo>
                    <a:pt x="1313688" y="716280"/>
                  </a:lnTo>
                  <a:lnTo>
                    <a:pt x="1316736" y="713232"/>
                  </a:lnTo>
                  <a:lnTo>
                    <a:pt x="1316736" y="664464"/>
                  </a:lnTo>
                  <a:close/>
                </a:path>
                <a:path w="2184400" h="5782310">
                  <a:moveTo>
                    <a:pt x="1316736" y="582168"/>
                  </a:moveTo>
                  <a:lnTo>
                    <a:pt x="1313688" y="579120"/>
                  </a:lnTo>
                  <a:lnTo>
                    <a:pt x="1306068" y="579120"/>
                  </a:lnTo>
                  <a:lnTo>
                    <a:pt x="1303020" y="582168"/>
                  </a:lnTo>
                  <a:lnTo>
                    <a:pt x="1303020" y="630936"/>
                  </a:lnTo>
                  <a:lnTo>
                    <a:pt x="1306068" y="633984"/>
                  </a:lnTo>
                  <a:lnTo>
                    <a:pt x="1313688" y="633984"/>
                  </a:lnTo>
                  <a:lnTo>
                    <a:pt x="1316736" y="630936"/>
                  </a:lnTo>
                  <a:lnTo>
                    <a:pt x="1316736" y="582168"/>
                  </a:lnTo>
                  <a:close/>
                </a:path>
                <a:path w="2184400" h="5782310">
                  <a:moveTo>
                    <a:pt x="1316736" y="498348"/>
                  </a:moveTo>
                  <a:lnTo>
                    <a:pt x="1313688" y="495300"/>
                  </a:lnTo>
                  <a:lnTo>
                    <a:pt x="1306068" y="495300"/>
                  </a:lnTo>
                  <a:lnTo>
                    <a:pt x="1303020" y="498348"/>
                  </a:lnTo>
                  <a:lnTo>
                    <a:pt x="1303020" y="547116"/>
                  </a:lnTo>
                  <a:lnTo>
                    <a:pt x="1306068" y="550164"/>
                  </a:lnTo>
                  <a:lnTo>
                    <a:pt x="1313688" y="550164"/>
                  </a:lnTo>
                  <a:lnTo>
                    <a:pt x="1316736" y="547116"/>
                  </a:lnTo>
                  <a:lnTo>
                    <a:pt x="1316736" y="498348"/>
                  </a:lnTo>
                  <a:close/>
                </a:path>
                <a:path w="2184400" h="5782310">
                  <a:moveTo>
                    <a:pt x="1316736" y="416052"/>
                  </a:moveTo>
                  <a:lnTo>
                    <a:pt x="1313688" y="413004"/>
                  </a:lnTo>
                  <a:lnTo>
                    <a:pt x="1306068" y="413004"/>
                  </a:lnTo>
                  <a:lnTo>
                    <a:pt x="1303020" y="416052"/>
                  </a:lnTo>
                  <a:lnTo>
                    <a:pt x="1303020" y="464820"/>
                  </a:lnTo>
                  <a:lnTo>
                    <a:pt x="1306068" y="467868"/>
                  </a:lnTo>
                  <a:lnTo>
                    <a:pt x="1313688" y="467868"/>
                  </a:lnTo>
                  <a:lnTo>
                    <a:pt x="1316736" y="464820"/>
                  </a:lnTo>
                  <a:lnTo>
                    <a:pt x="1316736" y="416052"/>
                  </a:lnTo>
                  <a:close/>
                </a:path>
                <a:path w="2184400" h="5782310">
                  <a:moveTo>
                    <a:pt x="1316736" y="333756"/>
                  </a:moveTo>
                  <a:lnTo>
                    <a:pt x="1313688" y="330708"/>
                  </a:lnTo>
                  <a:lnTo>
                    <a:pt x="1306068" y="330708"/>
                  </a:lnTo>
                  <a:lnTo>
                    <a:pt x="1303020" y="333756"/>
                  </a:lnTo>
                  <a:lnTo>
                    <a:pt x="1303020" y="382524"/>
                  </a:lnTo>
                  <a:lnTo>
                    <a:pt x="1306068" y="385572"/>
                  </a:lnTo>
                  <a:lnTo>
                    <a:pt x="1313688" y="385572"/>
                  </a:lnTo>
                  <a:lnTo>
                    <a:pt x="1316736" y="382524"/>
                  </a:lnTo>
                  <a:lnTo>
                    <a:pt x="1316736" y="333756"/>
                  </a:lnTo>
                  <a:close/>
                </a:path>
                <a:path w="2184400" h="5782310">
                  <a:moveTo>
                    <a:pt x="1316736" y="249936"/>
                  </a:moveTo>
                  <a:lnTo>
                    <a:pt x="1313688" y="246888"/>
                  </a:lnTo>
                  <a:lnTo>
                    <a:pt x="1306068" y="246888"/>
                  </a:lnTo>
                  <a:lnTo>
                    <a:pt x="1303020" y="249936"/>
                  </a:lnTo>
                  <a:lnTo>
                    <a:pt x="1303020" y="300228"/>
                  </a:lnTo>
                  <a:lnTo>
                    <a:pt x="1306068" y="303276"/>
                  </a:lnTo>
                  <a:lnTo>
                    <a:pt x="1313688" y="303276"/>
                  </a:lnTo>
                  <a:lnTo>
                    <a:pt x="1316736" y="300228"/>
                  </a:lnTo>
                  <a:lnTo>
                    <a:pt x="1316736" y="249936"/>
                  </a:lnTo>
                  <a:close/>
                </a:path>
                <a:path w="2184400" h="5782310">
                  <a:moveTo>
                    <a:pt x="1316736" y="167640"/>
                  </a:moveTo>
                  <a:lnTo>
                    <a:pt x="1313688" y="164592"/>
                  </a:lnTo>
                  <a:lnTo>
                    <a:pt x="1306068" y="164592"/>
                  </a:lnTo>
                  <a:lnTo>
                    <a:pt x="1303020" y="167640"/>
                  </a:lnTo>
                  <a:lnTo>
                    <a:pt x="1303020" y="216408"/>
                  </a:lnTo>
                  <a:lnTo>
                    <a:pt x="1306068" y="219456"/>
                  </a:lnTo>
                  <a:lnTo>
                    <a:pt x="1313688" y="219456"/>
                  </a:lnTo>
                  <a:lnTo>
                    <a:pt x="1316736" y="216408"/>
                  </a:lnTo>
                  <a:lnTo>
                    <a:pt x="1316736" y="167640"/>
                  </a:lnTo>
                  <a:close/>
                </a:path>
                <a:path w="2184400" h="5782310">
                  <a:moveTo>
                    <a:pt x="1316736" y="85344"/>
                  </a:moveTo>
                  <a:lnTo>
                    <a:pt x="1313688" y="82296"/>
                  </a:lnTo>
                  <a:lnTo>
                    <a:pt x="1306068" y="82296"/>
                  </a:lnTo>
                  <a:lnTo>
                    <a:pt x="1303020" y="85344"/>
                  </a:lnTo>
                  <a:lnTo>
                    <a:pt x="1303020" y="134112"/>
                  </a:lnTo>
                  <a:lnTo>
                    <a:pt x="1306068" y="137160"/>
                  </a:lnTo>
                  <a:lnTo>
                    <a:pt x="1313688" y="137160"/>
                  </a:lnTo>
                  <a:lnTo>
                    <a:pt x="1316736" y="134112"/>
                  </a:lnTo>
                  <a:lnTo>
                    <a:pt x="1316736" y="85344"/>
                  </a:lnTo>
                  <a:close/>
                </a:path>
                <a:path w="2184400" h="5782310">
                  <a:moveTo>
                    <a:pt x="1316736" y="3048"/>
                  </a:moveTo>
                  <a:lnTo>
                    <a:pt x="1313688" y="0"/>
                  </a:lnTo>
                  <a:lnTo>
                    <a:pt x="1306068" y="0"/>
                  </a:lnTo>
                  <a:lnTo>
                    <a:pt x="1303020" y="3048"/>
                  </a:lnTo>
                  <a:lnTo>
                    <a:pt x="1303020" y="51816"/>
                  </a:lnTo>
                  <a:lnTo>
                    <a:pt x="1306068" y="54864"/>
                  </a:lnTo>
                  <a:lnTo>
                    <a:pt x="1313688" y="54864"/>
                  </a:lnTo>
                  <a:lnTo>
                    <a:pt x="1316736" y="51816"/>
                  </a:lnTo>
                  <a:lnTo>
                    <a:pt x="1316736" y="3048"/>
                  </a:lnTo>
                  <a:close/>
                </a:path>
                <a:path w="2184400" h="5782310">
                  <a:moveTo>
                    <a:pt x="1533144" y="5266944"/>
                  </a:moveTo>
                  <a:lnTo>
                    <a:pt x="1530096" y="5263896"/>
                  </a:lnTo>
                  <a:lnTo>
                    <a:pt x="1522476" y="5263896"/>
                  </a:lnTo>
                  <a:lnTo>
                    <a:pt x="1519428" y="5266944"/>
                  </a:lnTo>
                  <a:lnTo>
                    <a:pt x="1519428" y="5291328"/>
                  </a:lnTo>
                  <a:lnTo>
                    <a:pt x="1522476" y="5294376"/>
                  </a:lnTo>
                  <a:lnTo>
                    <a:pt x="1530096" y="5294376"/>
                  </a:lnTo>
                  <a:lnTo>
                    <a:pt x="1533144" y="5291328"/>
                  </a:lnTo>
                  <a:lnTo>
                    <a:pt x="1533144" y="5266944"/>
                  </a:lnTo>
                  <a:close/>
                </a:path>
                <a:path w="2184400" h="5782310">
                  <a:moveTo>
                    <a:pt x="1533144" y="5184648"/>
                  </a:moveTo>
                  <a:lnTo>
                    <a:pt x="1530096" y="5181600"/>
                  </a:lnTo>
                  <a:lnTo>
                    <a:pt x="1522476" y="5181600"/>
                  </a:lnTo>
                  <a:lnTo>
                    <a:pt x="1519428" y="5184648"/>
                  </a:lnTo>
                  <a:lnTo>
                    <a:pt x="1519428" y="5233416"/>
                  </a:lnTo>
                  <a:lnTo>
                    <a:pt x="1522476" y="5236464"/>
                  </a:lnTo>
                  <a:lnTo>
                    <a:pt x="1530096" y="5236464"/>
                  </a:lnTo>
                  <a:lnTo>
                    <a:pt x="1533144" y="5233416"/>
                  </a:lnTo>
                  <a:lnTo>
                    <a:pt x="1533144" y="5184648"/>
                  </a:lnTo>
                  <a:close/>
                </a:path>
                <a:path w="2184400" h="5782310">
                  <a:moveTo>
                    <a:pt x="1533144" y="5102352"/>
                  </a:moveTo>
                  <a:lnTo>
                    <a:pt x="1530096" y="5099304"/>
                  </a:lnTo>
                  <a:lnTo>
                    <a:pt x="1522476" y="5099304"/>
                  </a:lnTo>
                  <a:lnTo>
                    <a:pt x="1519428" y="5102352"/>
                  </a:lnTo>
                  <a:lnTo>
                    <a:pt x="1519428" y="5151120"/>
                  </a:lnTo>
                  <a:lnTo>
                    <a:pt x="1522476" y="5154168"/>
                  </a:lnTo>
                  <a:lnTo>
                    <a:pt x="1530096" y="5154168"/>
                  </a:lnTo>
                  <a:lnTo>
                    <a:pt x="1533144" y="5151120"/>
                  </a:lnTo>
                  <a:lnTo>
                    <a:pt x="1533144" y="5102352"/>
                  </a:lnTo>
                  <a:close/>
                </a:path>
                <a:path w="2184400" h="5782310">
                  <a:moveTo>
                    <a:pt x="1533144" y="5018532"/>
                  </a:moveTo>
                  <a:lnTo>
                    <a:pt x="1530096" y="5015484"/>
                  </a:lnTo>
                  <a:lnTo>
                    <a:pt x="1522476" y="5015484"/>
                  </a:lnTo>
                  <a:lnTo>
                    <a:pt x="1519428" y="5018532"/>
                  </a:lnTo>
                  <a:lnTo>
                    <a:pt x="1519428" y="5067300"/>
                  </a:lnTo>
                  <a:lnTo>
                    <a:pt x="1522476" y="5070348"/>
                  </a:lnTo>
                  <a:lnTo>
                    <a:pt x="1530096" y="5070348"/>
                  </a:lnTo>
                  <a:lnTo>
                    <a:pt x="1533144" y="5067300"/>
                  </a:lnTo>
                  <a:lnTo>
                    <a:pt x="1533144" y="5018532"/>
                  </a:lnTo>
                  <a:close/>
                </a:path>
                <a:path w="2184400" h="5782310">
                  <a:moveTo>
                    <a:pt x="1533144" y="4936236"/>
                  </a:moveTo>
                  <a:lnTo>
                    <a:pt x="1530096" y="4933188"/>
                  </a:lnTo>
                  <a:lnTo>
                    <a:pt x="1522476" y="4933188"/>
                  </a:lnTo>
                  <a:lnTo>
                    <a:pt x="1519428" y="4936236"/>
                  </a:lnTo>
                  <a:lnTo>
                    <a:pt x="1519428" y="4985004"/>
                  </a:lnTo>
                  <a:lnTo>
                    <a:pt x="1522476" y="4988052"/>
                  </a:lnTo>
                  <a:lnTo>
                    <a:pt x="1530096" y="4988052"/>
                  </a:lnTo>
                  <a:lnTo>
                    <a:pt x="1533144" y="4985004"/>
                  </a:lnTo>
                  <a:lnTo>
                    <a:pt x="1533144" y="4936236"/>
                  </a:lnTo>
                  <a:close/>
                </a:path>
                <a:path w="2184400" h="5782310">
                  <a:moveTo>
                    <a:pt x="1533144" y="4853940"/>
                  </a:moveTo>
                  <a:lnTo>
                    <a:pt x="1530096" y="4850892"/>
                  </a:lnTo>
                  <a:lnTo>
                    <a:pt x="1522476" y="4850892"/>
                  </a:lnTo>
                  <a:lnTo>
                    <a:pt x="1519428" y="4853940"/>
                  </a:lnTo>
                  <a:lnTo>
                    <a:pt x="1519428" y="4902708"/>
                  </a:lnTo>
                  <a:lnTo>
                    <a:pt x="1522476" y="4905756"/>
                  </a:lnTo>
                  <a:lnTo>
                    <a:pt x="1530096" y="4905756"/>
                  </a:lnTo>
                  <a:lnTo>
                    <a:pt x="1533144" y="4902708"/>
                  </a:lnTo>
                  <a:lnTo>
                    <a:pt x="1533144" y="4853940"/>
                  </a:lnTo>
                  <a:close/>
                </a:path>
                <a:path w="2184400" h="5782310">
                  <a:moveTo>
                    <a:pt x="1533144" y="4770120"/>
                  </a:moveTo>
                  <a:lnTo>
                    <a:pt x="1530096" y="4767072"/>
                  </a:lnTo>
                  <a:lnTo>
                    <a:pt x="1522476" y="4767072"/>
                  </a:lnTo>
                  <a:lnTo>
                    <a:pt x="1519428" y="4770120"/>
                  </a:lnTo>
                  <a:lnTo>
                    <a:pt x="1519428" y="4820412"/>
                  </a:lnTo>
                  <a:lnTo>
                    <a:pt x="1522476" y="4823460"/>
                  </a:lnTo>
                  <a:lnTo>
                    <a:pt x="1530096" y="4823460"/>
                  </a:lnTo>
                  <a:lnTo>
                    <a:pt x="1533144" y="4820412"/>
                  </a:lnTo>
                  <a:lnTo>
                    <a:pt x="1533144" y="4770120"/>
                  </a:lnTo>
                  <a:close/>
                </a:path>
                <a:path w="2184400" h="5782310">
                  <a:moveTo>
                    <a:pt x="1533144" y="4687824"/>
                  </a:moveTo>
                  <a:lnTo>
                    <a:pt x="1530096" y="4684776"/>
                  </a:lnTo>
                  <a:lnTo>
                    <a:pt x="1522476" y="4684776"/>
                  </a:lnTo>
                  <a:lnTo>
                    <a:pt x="1519428" y="4687824"/>
                  </a:lnTo>
                  <a:lnTo>
                    <a:pt x="1519428" y="4736592"/>
                  </a:lnTo>
                  <a:lnTo>
                    <a:pt x="1522476" y="4739640"/>
                  </a:lnTo>
                  <a:lnTo>
                    <a:pt x="1530096" y="4739640"/>
                  </a:lnTo>
                  <a:lnTo>
                    <a:pt x="1533144" y="4736592"/>
                  </a:lnTo>
                  <a:lnTo>
                    <a:pt x="1533144" y="4687824"/>
                  </a:lnTo>
                  <a:close/>
                </a:path>
                <a:path w="2184400" h="5782310">
                  <a:moveTo>
                    <a:pt x="1533144" y="4605528"/>
                  </a:moveTo>
                  <a:lnTo>
                    <a:pt x="1530096" y="4602480"/>
                  </a:lnTo>
                  <a:lnTo>
                    <a:pt x="1522476" y="4602480"/>
                  </a:lnTo>
                  <a:lnTo>
                    <a:pt x="1519428" y="4605528"/>
                  </a:lnTo>
                  <a:lnTo>
                    <a:pt x="1519428" y="4654308"/>
                  </a:lnTo>
                  <a:lnTo>
                    <a:pt x="1522476" y="4657344"/>
                  </a:lnTo>
                  <a:lnTo>
                    <a:pt x="1530096" y="4657344"/>
                  </a:lnTo>
                  <a:lnTo>
                    <a:pt x="1533144" y="4654308"/>
                  </a:lnTo>
                  <a:lnTo>
                    <a:pt x="1533144" y="4605528"/>
                  </a:lnTo>
                  <a:close/>
                </a:path>
                <a:path w="2184400" h="5782310">
                  <a:moveTo>
                    <a:pt x="1533144" y="4523232"/>
                  </a:moveTo>
                  <a:lnTo>
                    <a:pt x="1530096" y="4520184"/>
                  </a:lnTo>
                  <a:lnTo>
                    <a:pt x="1522476" y="4520184"/>
                  </a:lnTo>
                  <a:lnTo>
                    <a:pt x="1519428" y="4523232"/>
                  </a:lnTo>
                  <a:lnTo>
                    <a:pt x="1519428" y="4572000"/>
                  </a:lnTo>
                  <a:lnTo>
                    <a:pt x="1522476" y="4575048"/>
                  </a:lnTo>
                  <a:lnTo>
                    <a:pt x="1530096" y="4575048"/>
                  </a:lnTo>
                  <a:lnTo>
                    <a:pt x="1533144" y="4572000"/>
                  </a:lnTo>
                  <a:lnTo>
                    <a:pt x="1533144" y="4523232"/>
                  </a:lnTo>
                  <a:close/>
                </a:path>
                <a:path w="2184400" h="5782310">
                  <a:moveTo>
                    <a:pt x="1533144" y="4439412"/>
                  </a:moveTo>
                  <a:lnTo>
                    <a:pt x="1530096" y="4436364"/>
                  </a:lnTo>
                  <a:lnTo>
                    <a:pt x="1522476" y="4436364"/>
                  </a:lnTo>
                  <a:lnTo>
                    <a:pt x="1519428" y="4439412"/>
                  </a:lnTo>
                  <a:lnTo>
                    <a:pt x="1519428" y="4488180"/>
                  </a:lnTo>
                  <a:lnTo>
                    <a:pt x="1522476" y="4491228"/>
                  </a:lnTo>
                  <a:lnTo>
                    <a:pt x="1530096" y="4491228"/>
                  </a:lnTo>
                  <a:lnTo>
                    <a:pt x="1533144" y="4488180"/>
                  </a:lnTo>
                  <a:lnTo>
                    <a:pt x="1533144" y="4439412"/>
                  </a:lnTo>
                  <a:close/>
                </a:path>
                <a:path w="2184400" h="5782310">
                  <a:moveTo>
                    <a:pt x="1533144" y="4357116"/>
                  </a:moveTo>
                  <a:lnTo>
                    <a:pt x="1530096" y="4354068"/>
                  </a:lnTo>
                  <a:lnTo>
                    <a:pt x="1522476" y="4354068"/>
                  </a:lnTo>
                  <a:lnTo>
                    <a:pt x="1519428" y="4357116"/>
                  </a:lnTo>
                  <a:lnTo>
                    <a:pt x="1519428" y="4405884"/>
                  </a:lnTo>
                  <a:lnTo>
                    <a:pt x="1522476" y="4408932"/>
                  </a:lnTo>
                  <a:lnTo>
                    <a:pt x="1530096" y="4408932"/>
                  </a:lnTo>
                  <a:lnTo>
                    <a:pt x="1533144" y="4405884"/>
                  </a:lnTo>
                  <a:lnTo>
                    <a:pt x="1533144" y="4357116"/>
                  </a:lnTo>
                  <a:close/>
                </a:path>
                <a:path w="2184400" h="5782310">
                  <a:moveTo>
                    <a:pt x="1533144" y="4274820"/>
                  </a:moveTo>
                  <a:lnTo>
                    <a:pt x="1530096" y="4271772"/>
                  </a:lnTo>
                  <a:lnTo>
                    <a:pt x="1522476" y="4271772"/>
                  </a:lnTo>
                  <a:lnTo>
                    <a:pt x="1519428" y="4274820"/>
                  </a:lnTo>
                  <a:lnTo>
                    <a:pt x="1519428" y="4323588"/>
                  </a:lnTo>
                  <a:lnTo>
                    <a:pt x="1522476" y="4326636"/>
                  </a:lnTo>
                  <a:lnTo>
                    <a:pt x="1530096" y="4326636"/>
                  </a:lnTo>
                  <a:lnTo>
                    <a:pt x="1533144" y="4323588"/>
                  </a:lnTo>
                  <a:lnTo>
                    <a:pt x="1533144" y="4274820"/>
                  </a:lnTo>
                  <a:close/>
                </a:path>
                <a:path w="2184400" h="5782310">
                  <a:moveTo>
                    <a:pt x="1533144" y="4191000"/>
                  </a:moveTo>
                  <a:lnTo>
                    <a:pt x="1530096" y="4187952"/>
                  </a:lnTo>
                  <a:lnTo>
                    <a:pt x="1522476" y="4187952"/>
                  </a:lnTo>
                  <a:lnTo>
                    <a:pt x="1519428" y="4191000"/>
                  </a:lnTo>
                  <a:lnTo>
                    <a:pt x="1519428" y="4241292"/>
                  </a:lnTo>
                  <a:lnTo>
                    <a:pt x="1522476" y="4244340"/>
                  </a:lnTo>
                  <a:lnTo>
                    <a:pt x="1530096" y="4244340"/>
                  </a:lnTo>
                  <a:lnTo>
                    <a:pt x="1533144" y="4241292"/>
                  </a:lnTo>
                  <a:lnTo>
                    <a:pt x="1533144" y="4191000"/>
                  </a:lnTo>
                  <a:close/>
                </a:path>
                <a:path w="2184400" h="5782310">
                  <a:moveTo>
                    <a:pt x="1533144" y="4108704"/>
                  </a:moveTo>
                  <a:lnTo>
                    <a:pt x="1530096" y="4105656"/>
                  </a:lnTo>
                  <a:lnTo>
                    <a:pt x="1522476" y="4105656"/>
                  </a:lnTo>
                  <a:lnTo>
                    <a:pt x="1519428" y="4108704"/>
                  </a:lnTo>
                  <a:lnTo>
                    <a:pt x="1519428" y="4157472"/>
                  </a:lnTo>
                  <a:lnTo>
                    <a:pt x="1522476" y="4160520"/>
                  </a:lnTo>
                  <a:lnTo>
                    <a:pt x="1530096" y="4160520"/>
                  </a:lnTo>
                  <a:lnTo>
                    <a:pt x="1533144" y="4157472"/>
                  </a:lnTo>
                  <a:lnTo>
                    <a:pt x="1533144" y="4108704"/>
                  </a:lnTo>
                  <a:close/>
                </a:path>
                <a:path w="2184400" h="5782310">
                  <a:moveTo>
                    <a:pt x="1533144" y="4026408"/>
                  </a:moveTo>
                  <a:lnTo>
                    <a:pt x="1530096" y="4023360"/>
                  </a:lnTo>
                  <a:lnTo>
                    <a:pt x="1522476" y="4023360"/>
                  </a:lnTo>
                  <a:lnTo>
                    <a:pt x="1519428" y="4026408"/>
                  </a:lnTo>
                  <a:lnTo>
                    <a:pt x="1519428" y="4075176"/>
                  </a:lnTo>
                  <a:lnTo>
                    <a:pt x="1522476" y="4078224"/>
                  </a:lnTo>
                  <a:lnTo>
                    <a:pt x="1530096" y="4078224"/>
                  </a:lnTo>
                  <a:lnTo>
                    <a:pt x="1533144" y="4075176"/>
                  </a:lnTo>
                  <a:lnTo>
                    <a:pt x="1533144" y="4026408"/>
                  </a:lnTo>
                  <a:close/>
                </a:path>
                <a:path w="2184400" h="5782310">
                  <a:moveTo>
                    <a:pt x="1533144" y="3944112"/>
                  </a:moveTo>
                  <a:lnTo>
                    <a:pt x="1530096" y="3941064"/>
                  </a:lnTo>
                  <a:lnTo>
                    <a:pt x="1522476" y="3941064"/>
                  </a:lnTo>
                  <a:lnTo>
                    <a:pt x="1519428" y="3944112"/>
                  </a:lnTo>
                  <a:lnTo>
                    <a:pt x="1519428" y="3992880"/>
                  </a:lnTo>
                  <a:lnTo>
                    <a:pt x="1522476" y="3995928"/>
                  </a:lnTo>
                  <a:lnTo>
                    <a:pt x="1530096" y="3995928"/>
                  </a:lnTo>
                  <a:lnTo>
                    <a:pt x="1533144" y="3992880"/>
                  </a:lnTo>
                  <a:lnTo>
                    <a:pt x="1533144" y="3944112"/>
                  </a:lnTo>
                  <a:close/>
                </a:path>
                <a:path w="2184400" h="5782310">
                  <a:moveTo>
                    <a:pt x="1533144" y="3860292"/>
                  </a:moveTo>
                  <a:lnTo>
                    <a:pt x="1530096" y="3857244"/>
                  </a:lnTo>
                  <a:lnTo>
                    <a:pt x="1522476" y="3857244"/>
                  </a:lnTo>
                  <a:lnTo>
                    <a:pt x="1519428" y="3860292"/>
                  </a:lnTo>
                  <a:lnTo>
                    <a:pt x="1519428" y="3909060"/>
                  </a:lnTo>
                  <a:lnTo>
                    <a:pt x="1522476" y="3912108"/>
                  </a:lnTo>
                  <a:lnTo>
                    <a:pt x="1530096" y="3912108"/>
                  </a:lnTo>
                  <a:lnTo>
                    <a:pt x="1533144" y="3909060"/>
                  </a:lnTo>
                  <a:lnTo>
                    <a:pt x="1533144" y="3860292"/>
                  </a:lnTo>
                  <a:close/>
                </a:path>
                <a:path w="2184400" h="5782310">
                  <a:moveTo>
                    <a:pt x="1533144" y="3777996"/>
                  </a:moveTo>
                  <a:lnTo>
                    <a:pt x="1530096" y="3774948"/>
                  </a:lnTo>
                  <a:lnTo>
                    <a:pt x="1522476" y="3774948"/>
                  </a:lnTo>
                  <a:lnTo>
                    <a:pt x="1519428" y="3777996"/>
                  </a:lnTo>
                  <a:lnTo>
                    <a:pt x="1519428" y="3826764"/>
                  </a:lnTo>
                  <a:lnTo>
                    <a:pt x="1522476" y="3829812"/>
                  </a:lnTo>
                  <a:lnTo>
                    <a:pt x="1530096" y="3829812"/>
                  </a:lnTo>
                  <a:lnTo>
                    <a:pt x="1533144" y="3826764"/>
                  </a:lnTo>
                  <a:lnTo>
                    <a:pt x="1533144" y="3777996"/>
                  </a:lnTo>
                  <a:close/>
                </a:path>
                <a:path w="2184400" h="5782310">
                  <a:moveTo>
                    <a:pt x="1533144" y="3695700"/>
                  </a:moveTo>
                  <a:lnTo>
                    <a:pt x="1530096" y="3692652"/>
                  </a:lnTo>
                  <a:lnTo>
                    <a:pt x="1522476" y="3692652"/>
                  </a:lnTo>
                  <a:lnTo>
                    <a:pt x="1519428" y="3695700"/>
                  </a:lnTo>
                  <a:lnTo>
                    <a:pt x="1519428" y="3744468"/>
                  </a:lnTo>
                  <a:lnTo>
                    <a:pt x="1522476" y="3747516"/>
                  </a:lnTo>
                  <a:lnTo>
                    <a:pt x="1530096" y="3747516"/>
                  </a:lnTo>
                  <a:lnTo>
                    <a:pt x="1533144" y="3744468"/>
                  </a:lnTo>
                  <a:lnTo>
                    <a:pt x="1533144" y="3695700"/>
                  </a:lnTo>
                  <a:close/>
                </a:path>
                <a:path w="2184400" h="5782310">
                  <a:moveTo>
                    <a:pt x="1533144" y="3611880"/>
                  </a:moveTo>
                  <a:lnTo>
                    <a:pt x="1530096" y="3608832"/>
                  </a:lnTo>
                  <a:lnTo>
                    <a:pt x="1522476" y="3608832"/>
                  </a:lnTo>
                  <a:lnTo>
                    <a:pt x="1519428" y="3611880"/>
                  </a:lnTo>
                  <a:lnTo>
                    <a:pt x="1519428" y="3662172"/>
                  </a:lnTo>
                  <a:lnTo>
                    <a:pt x="1522476" y="3665220"/>
                  </a:lnTo>
                  <a:lnTo>
                    <a:pt x="1530096" y="3665220"/>
                  </a:lnTo>
                  <a:lnTo>
                    <a:pt x="1533144" y="3662172"/>
                  </a:lnTo>
                  <a:lnTo>
                    <a:pt x="1533144" y="3611880"/>
                  </a:lnTo>
                  <a:close/>
                </a:path>
                <a:path w="2184400" h="5782310">
                  <a:moveTo>
                    <a:pt x="1533144" y="3529584"/>
                  </a:moveTo>
                  <a:lnTo>
                    <a:pt x="1530096" y="3526536"/>
                  </a:lnTo>
                  <a:lnTo>
                    <a:pt x="1522476" y="3526536"/>
                  </a:lnTo>
                  <a:lnTo>
                    <a:pt x="1519428" y="3529584"/>
                  </a:lnTo>
                  <a:lnTo>
                    <a:pt x="1519428" y="3578352"/>
                  </a:lnTo>
                  <a:lnTo>
                    <a:pt x="1522476" y="3581400"/>
                  </a:lnTo>
                  <a:lnTo>
                    <a:pt x="1530096" y="3581400"/>
                  </a:lnTo>
                  <a:lnTo>
                    <a:pt x="1533144" y="3578352"/>
                  </a:lnTo>
                  <a:lnTo>
                    <a:pt x="1533144" y="3529584"/>
                  </a:lnTo>
                  <a:close/>
                </a:path>
                <a:path w="2184400" h="5782310">
                  <a:moveTo>
                    <a:pt x="1533144" y="3447288"/>
                  </a:moveTo>
                  <a:lnTo>
                    <a:pt x="1530096" y="3444240"/>
                  </a:lnTo>
                  <a:lnTo>
                    <a:pt x="1522476" y="3444240"/>
                  </a:lnTo>
                  <a:lnTo>
                    <a:pt x="1519428" y="3447288"/>
                  </a:lnTo>
                  <a:lnTo>
                    <a:pt x="1519428" y="3496056"/>
                  </a:lnTo>
                  <a:lnTo>
                    <a:pt x="1522476" y="3499104"/>
                  </a:lnTo>
                  <a:lnTo>
                    <a:pt x="1530096" y="3499104"/>
                  </a:lnTo>
                  <a:lnTo>
                    <a:pt x="1533144" y="3496056"/>
                  </a:lnTo>
                  <a:lnTo>
                    <a:pt x="1533144" y="3447288"/>
                  </a:lnTo>
                  <a:close/>
                </a:path>
                <a:path w="2184400" h="5782310">
                  <a:moveTo>
                    <a:pt x="1533144" y="3364992"/>
                  </a:moveTo>
                  <a:lnTo>
                    <a:pt x="1530096" y="3361944"/>
                  </a:lnTo>
                  <a:lnTo>
                    <a:pt x="1522476" y="3361944"/>
                  </a:lnTo>
                  <a:lnTo>
                    <a:pt x="1519428" y="3364992"/>
                  </a:lnTo>
                  <a:lnTo>
                    <a:pt x="1519428" y="3413760"/>
                  </a:lnTo>
                  <a:lnTo>
                    <a:pt x="1522476" y="3416808"/>
                  </a:lnTo>
                  <a:lnTo>
                    <a:pt x="1530096" y="3416808"/>
                  </a:lnTo>
                  <a:lnTo>
                    <a:pt x="1533144" y="3413760"/>
                  </a:lnTo>
                  <a:lnTo>
                    <a:pt x="1533144" y="3364992"/>
                  </a:lnTo>
                  <a:close/>
                </a:path>
                <a:path w="2184400" h="5782310">
                  <a:moveTo>
                    <a:pt x="1533144" y="3281172"/>
                  </a:moveTo>
                  <a:lnTo>
                    <a:pt x="1530096" y="3278124"/>
                  </a:lnTo>
                  <a:lnTo>
                    <a:pt x="1522476" y="3278124"/>
                  </a:lnTo>
                  <a:lnTo>
                    <a:pt x="1519428" y="3281172"/>
                  </a:lnTo>
                  <a:lnTo>
                    <a:pt x="1519428" y="3329940"/>
                  </a:lnTo>
                  <a:lnTo>
                    <a:pt x="1522476" y="3332988"/>
                  </a:lnTo>
                  <a:lnTo>
                    <a:pt x="1530096" y="3332988"/>
                  </a:lnTo>
                  <a:lnTo>
                    <a:pt x="1533144" y="3329940"/>
                  </a:lnTo>
                  <a:lnTo>
                    <a:pt x="1533144" y="3281172"/>
                  </a:lnTo>
                  <a:close/>
                </a:path>
                <a:path w="2184400" h="5782310">
                  <a:moveTo>
                    <a:pt x="1533144" y="3198876"/>
                  </a:moveTo>
                  <a:lnTo>
                    <a:pt x="1530096" y="3195828"/>
                  </a:lnTo>
                  <a:lnTo>
                    <a:pt x="1522476" y="3195828"/>
                  </a:lnTo>
                  <a:lnTo>
                    <a:pt x="1519428" y="3198876"/>
                  </a:lnTo>
                  <a:lnTo>
                    <a:pt x="1519428" y="3247644"/>
                  </a:lnTo>
                  <a:lnTo>
                    <a:pt x="1522476" y="3250692"/>
                  </a:lnTo>
                  <a:lnTo>
                    <a:pt x="1530096" y="3250692"/>
                  </a:lnTo>
                  <a:lnTo>
                    <a:pt x="1533144" y="3247644"/>
                  </a:lnTo>
                  <a:lnTo>
                    <a:pt x="1533144" y="3198876"/>
                  </a:lnTo>
                  <a:close/>
                </a:path>
                <a:path w="2184400" h="5782310">
                  <a:moveTo>
                    <a:pt x="1533144" y="3116580"/>
                  </a:moveTo>
                  <a:lnTo>
                    <a:pt x="1530096" y="3113532"/>
                  </a:lnTo>
                  <a:lnTo>
                    <a:pt x="1522476" y="3113532"/>
                  </a:lnTo>
                  <a:lnTo>
                    <a:pt x="1519428" y="3116580"/>
                  </a:lnTo>
                  <a:lnTo>
                    <a:pt x="1519428" y="3165348"/>
                  </a:lnTo>
                  <a:lnTo>
                    <a:pt x="1522476" y="3168396"/>
                  </a:lnTo>
                  <a:lnTo>
                    <a:pt x="1530096" y="3168396"/>
                  </a:lnTo>
                  <a:lnTo>
                    <a:pt x="1533144" y="3165348"/>
                  </a:lnTo>
                  <a:lnTo>
                    <a:pt x="1533144" y="3116580"/>
                  </a:lnTo>
                  <a:close/>
                </a:path>
                <a:path w="2184400" h="5782310">
                  <a:moveTo>
                    <a:pt x="1533144" y="3032760"/>
                  </a:moveTo>
                  <a:lnTo>
                    <a:pt x="1530096" y="3029712"/>
                  </a:lnTo>
                  <a:lnTo>
                    <a:pt x="1522476" y="3029712"/>
                  </a:lnTo>
                  <a:lnTo>
                    <a:pt x="1519428" y="3032760"/>
                  </a:lnTo>
                  <a:lnTo>
                    <a:pt x="1519428" y="3083052"/>
                  </a:lnTo>
                  <a:lnTo>
                    <a:pt x="1522476" y="3086100"/>
                  </a:lnTo>
                  <a:lnTo>
                    <a:pt x="1530096" y="3086100"/>
                  </a:lnTo>
                  <a:lnTo>
                    <a:pt x="1533144" y="3083052"/>
                  </a:lnTo>
                  <a:lnTo>
                    <a:pt x="1533144" y="3032760"/>
                  </a:lnTo>
                  <a:close/>
                </a:path>
                <a:path w="2184400" h="5782310">
                  <a:moveTo>
                    <a:pt x="1533144" y="2950464"/>
                  </a:moveTo>
                  <a:lnTo>
                    <a:pt x="1530096" y="2947416"/>
                  </a:lnTo>
                  <a:lnTo>
                    <a:pt x="1522476" y="2947416"/>
                  </a:lnTo>
                  <a:lnTo>
                    <a:pt x="1519428" y="2950464"/>
                  </a:lnTo>
                  <a:lnTo>
                    <a:pt x="1519428" y="2999232"/>
                  </a:lnTo>
                  <a:lnTo>
                    <a:pt x="1522476" y="3002280"/>
                  </a:lnTo>
                  <a:lnTo>
                    <a:pt x="1530096" y="3002280"/>
                  </a:lnTo>
                  <a:lnTo>
                    <a:pt x="1533144" y="2999232"/>
                  </a:lnTo>
                  <a:lnTo>
                    <a:pt x="1533144" y="2950464"/>
                  </a:lnTo>
                  <a:close/>
                </a:path>
                <a:path w="2184400" h="5782310">
                  <a:moveTo>
                    <a:pt x="1533144" y="2868168"/>
                  </a:moveTo>
                  <a:lnTo>
                    <a:pt x="1530096" y="2865120"/>
                  </a:lnTo>
                  <a:lnTo>
                    <a:pt x="1522476" y="2865120"/>
                  </a:lnTo>
                  <a:lnTo>
                    <a:pt x="1519428" y="2868168"/>
                  </a:lnTo>
                  <a:lnTo>
                    <a:pt x="1519428" y="2916936"/>
                  </a:lnTo>
                  <a:lnTo>
                    <a:pt x="1522476" y="2919984"/>
                  </a:lnTo>
                  <a:lnTo>
                    <a:pt x="1530096" y="2919984"/>
                  </a:lnTo>
                  <a:lnTo>
                    <a:pt x="1533144" y="2916936"/>
                  </a:lnTo>
                  <a:lnTo>
                    <a:pt x="1533144" y="2868168"/>
                  </a:lnTo>
                  <a:close/>
                </a:path>
                <a:path w="2184400" h="5782310">
                  <a:moveTo>
                    <a:pt x="1533144" y="2785872"/>
                  </a:moveTo>
                  <a:lnTo>
                    <a:pt x="1530096" y="2782824"/>
                  </a:lnTo>
                  <a:lnTo>
                    <a:pt x="1522476" y="2782824"/>
                  </a:lnTo>
                  <a:lnTo>
                    <a:pt x="1519428" y="2785872"/>
                  </a:lnTo>
                  <a:lnTo>
                    <a:pt x="1519428" y="2834640"/>
                  </a:lnTo>
                  <a:lnTo>
                    <a:pt x="1522476" y="2837688"/>
                  </a:lnTo>
                  <a:lnTo>
                    <a:pt x="1530096" y="2837688"/>
                  </a:lnTo>
                  <a:lnTo>
                    <a:pt x="1533144" y="2834640"/>
                  </a:lnTo>
                  <a:lnTo>
                    <a:pt x="1533144" y="2785872"/>
                  </a:lnTo>
                  <a:close/>
                </a:path>
                <a:path w="2184400" h="5782310">
                  <a:moveTo>
                    <a:pt x="1533144" y="2702052"/>
                  </a:moveTo>
                  <a:lnTo>
                    <a:pt x="1530096" y="2699004"/>
                  </a:lnTo>
                  <a:lnTo>
                    <a:pt x="1522476" y="2699004"/>
                  </a:lnTo>
                  <a:lnTo>
                    <a:pt x="1519428" y="2702052"/>
                  </a:lnTo>
                  <a:lnTo>
                    <a:pt x="1519428" y="2750820"/>
                  </a:lnTo>
                  <a:lnTo>
                    <a:pt x="1522476" y="2753868"/>
                  </a:lnTo>
                  <a:lnTo>
                    <a:pt x="1530096" y="2753868"/>
                  </a:lnTo>
                  <a:lnTo>
                    <a:pt x="1533144" y="2750820"/>
                  </a:lnTo>
                  <a:lnTo>
                    <a:pt x="1533144" y="2702052"/>
                  </a:lnTo>
                  <a:close/>
                </a:path>
                <a:path w="2184400" h="5782310">
                  <a:moveTo>
                    <a:pt x="1533144" y="2619756"/>
                  </a:moveTo>
                  <a:lnTo>
                    <a:pt x="1530096" y="2616708"/>
                  </a:lnTo>
                  <a:lnTo>
                    <a:pt x="1522476" y="2616708"/>
                  </a:lnTo>
                  <a:lnTo>
                    <a:pt x="1519428" y="2619756"/>
                  </a:lnTo>
                  <a:lnTo>
                    <a:pt x="1519428" y="2668524"/>
                  </a:lnTo>
                  <a:lnTo>
                    <a:pt x="1522476" y="2671572"/>
                  </a:lnTo>
                  <a:lnTo>
                    <a:pt x="1530096" y="2671572"/>
                  </a:lnTo>
                  <a:lnTo>
                    <a:pt x="1533144" y="2668524"/>
                  </a:lnTo>
                  <a:lnTo>
                    <a:pt x="1533144" y="2619756"/>
                  </a:lnTo>
                  <a:close/>
                </a:path>
                <a:path w="2184400" h="5782310">
                  <a:moveTo>
                    <a:pt x="1533144" y="2537460"/>
                  </a:moveTo>
                  <a:lnTo>
                    <a:pt x="1530096" y="2534412"/>
                  </a:lnTo>
                  <a:lnTo>
                    <a:pt x="1522476" y="2534412"/>
                  </a:lnTo>
                  <a:lnTo>
                    <a:pt x="1519428" y="2537460"/>
                  </a:lnTo>
                  <a:lnTo>
                    <a:pt x="1519428" y="2586228"/>
                  </a:lnTo>
                  <a:lnTo>
                    <a:pt x="1522476" y="2589276"/>
                  </a:lnTo>
                  <a:lnTo>
                    <a:pt x="1530096" y="2589276"/>
                  </a:lnTo>
                  <a:lnTo>
                    <a:pt x="1533144" y="2586228"/>
                  </a:lnTo>
                  <a:lnTo>
                    <a:pt x="1533144" y="2537460"/>
                  </a:lnTo>
                  <a:close/>
                </a:path>
                <a:path w="2184400" h="5782310">
                  <a:moveTo>
                    <a:pt x="1533144" y="2453640"/>
                  </a:moveTo>
                  <a:lnTo>
                    <a:pt x="1530096" y="2450592"/>
                  </a:lnTo>
                  <a:lnTo>
                    <a:pt x="1522476" y="2450592"/>
                  </a:lnTo>
                  <a:lnTo>
                    <a:pt x="1519428" y="2453640"/>
                  </a:lnTo>
                  <a:lnTo>
                    <a:pt x="1519428" y="2503932"/>
                  </a:lnTo>
                  <a:lnTo>
                    <a:pt x="1522476" y="2506980"/>
                  </a:lnTo>
                  <a:lnTo>
                    <a:pt x="1530096" y="2506980"/>
                  </a:lnTo>
                  <a:lnTo>
                    <a:pt x="1533144" y="2503932"/>
                  </a:lnTo>
                  <a:lnTo>
                    <a:pt x="1533144" y="2453640"/>
                  </a:lnTo>
                  <a:close/>
                </a:path>
                <a:path w="2184400" h="5782310">
                  <a:moveTo>
                    <a:pt x="1533144" y="2371344"/>
                  </a:moveTo>
                  <a:lnTo>
                    <a:pt x="1530096" y="2368296"/>
                  </a:lnTo>
                  <a:lnTo>
                    <a:pt x="1522476" y="2368296"/>
                  </a:lnTo>
                  <a:lnTo>
                    <a:pt x="1519428" y="2371344"/>
                  </a:lnTo>
                  <a:lnTo>
                    <a:pt x="1519428" y="2420112"/>
                  </a:lnTo>
                  <a:lnTo>
                    <a:pt x="1522476" y="2423160"/>
                  </a:lnTo>
                  <a:lnTo>
                    <a:pt x="1530096" y="2423160"/>
                  </a:lnTo>
                  <a:lnTo>
                    <a:pt x="1533144" y="2420112"/>
                  </a:lnTo>
                  <a:lnTo>
                    <a:pt x="1533144" y="2371344"/>
                  </a:lnTo>
                  <a:close/>
                </a:path>
                <a:path w="2184400" h="5782310">
                  <a:moveTo>
                    <a:pt x="1533144" y="2289048"/>
                  </a:moveTo>
                  <a:lnTo>
                    <a:pt x="1530096" y="2286000"/>
                  </a:lnTo>
                  <a:lnTo>
                    <a:pt x="1522476" y="2286000"/>
                  </a:lnTo>
                  <a:lnTo>
                    <a:pt x="1519428" y="2289048"/>
                  </a:lnTo>
                  <a:lnTo>
                    <a:pt x="1519428" y="2337816"/>
                  </a:lnTo>
                  <a:lnTo>
                    <a:pt x="1522476" y="2340864"/>
                  </a:lnTo>
                  <a:lnTo>
                    <a:pt x="1530096" y="2340864"/>
                  </a:lnTo>
                  <a:lnTo>
                    <a:pt x="1533144" y="2337816"/>
                  </a:lnTo>
                  <a:lnTo>
                    <a:pt x="1533144" y="2289048"/>
                  </a:lnTo>
                  <a:close/>
                </a:path>
                <a:path w="2184400" h="5782310">
                  <a:moveTo>
                    <a:pt x="1533144" y="2206752"/>
                  </a:moveTo>
                  <a:lnTo>
                    <a:pt x="1530096" y="2203704"/>
                  </a:lnTo>
                  <a:lnTo>
                    <a:pt x="1522476" y="2203704"/>
                  </a:lnTo>
                  <a:lnTo>
                    <a:pt x="1519428" y="2206752"/>
                  </a:lnTo>
                  <a:lnTo>
                    <a:pt x="1519428" y="2255520"/>
                  </a:lnTo>
                  <a:lnTo>
                    <a:pt x="1522476" y="2258568"/>
                  </a:lnTo>
                  <a:lnTo>
                    <a:pt x="1530096" y="2258568"/>
                  </a:lnTo>
                  <a:lnTo>
                    <a:pt x="1533144" y="2255520"/>
                  </a:lnTo>
                  <a:lnTo>
                    <a:pt x="1533144" y="2206752"/>
                  </a:lnTo>
                  <a:close/>
                </a:path>
                <a:path w="2184400" h="5782310">
                  <a:moveTo>
                    <a:pt x="1533144" y="2122932"/>
                  </a:moveTo>
                  <a:lnTo>
                    <a:pt x="1530096" y="2119884"/>
                  </a:lnTo>
                  <a:lnTo>
                    <a:pt x="1522476" y="2119884"/>
                  </a:lnTo>
                  <a:lnTo>
                    <a:pt x="1519428" y="2122932"/>
                  </a:lnTo>
                  <a:lnTo>
                    <a:pt x="1519428" y="2171700"/>
                  </a:lnTo>
                  <a:lnTo>
                    <a:pt x="1522476" y="2174748"/>
                  </a:lnTo>
                  <a:lnTo>
                    <a:pt x="1530096" y="2174748"/>
                  </a:lnTo>
                  <a:lnTo>
                    <a:pt x="1533144" y="2171700"/>
                  </a:lnTo>
                  <a:lnTo>
                    <a:pt x="1533144" y="2122932"/>
                  </a:lnTo>
                  <a:close/>
                </a:path>
                <a:path w="2184400" h="5782310">
                  <a:moveTo>
                    <a:pt x="1533144" y="2040636"/>
                  </a:moveTo>
                  <a:lnTo>
                    <a:pt x="1530096" y="2037588"/>
                  </a:lnTo>
                  <a:lnTo>
                    <a:pt x="1522476" y="2037588"/>
                  </a:lnTo>
                  <a:lnTo>
                    <a:pt x="1519428" y="2040636"/>
                  </a:lnTo>
                  <a:lnTo>
                    <a:pt x="1519428" y="2089404"/>
                  </a:lnTo>
                  <a:lnTo>
                    <a:pt x="1522476" y="2092452"/>
                  </a:lnTo>
                  <a:lnTo>
                    <a:pt x="1530096" y="2092452"/>
                  </a:lnTo>
                  <a:lnTo>
                    <a:pt x="1533144" y="2089404"/>
                  </a:lnTo>
                  <a:lnTo>
                    <a:pt x="1533144" y="2040636"/>
                  </a:lnTo>
                  <a:close/>
                </a:path>
                <a:path w="2184400" h="5782310">
                  <a:moveTo>
                    <a:pt x="1533144" y="1958340"/>
                  </a:moveTo>
                  <a:lnTo>
                    <a:pt x="1530096" y="1955292"/>
                  </a:lnTo>
                  <a:lnTo>
                    <a:pt x="1522476" y="1955292"/>
                  </a:lnTo>
                  <a:lnTo>
                    <a:pt x="1519428" y="1958340"/>
                  </a:lnTo>
                  <a:lnTo>
                    <a:pt x="1519428" y="2007108"/>
                  </a:lnTo>
                  <a:lnTo>
                    <a:pt x="1522476" y="2010156"/>
                  </a:lnTo>
                  <a:lnTo>
                    <a:pt x="1530096" y="2010156"/>
                  </a:lnTo>
                  <a:lnTo>
                    <a:pt x="1533144" y="2007108"/>
                  </a:lnTo>
                  <a:lnTo>
                    <a:pt x="1533144" y="1958340"/>
                  </a:lnTo>
                  <a:close/>
                </a:path>
                <a:path w="2184400" h="5782310">
                  <a:moveTo>
                    <a:pt x="1533144" y="1874520"/>
                  </a:moveTo>
                  <a:lnTo>
                    <a:pt x="1530096" y="1871472"/>
                  </a:lnTo>
                  <a:lnTo>
                    <a:pt x="1522476" y="1871472"/>
                  </a:lnTo>
                  <a:lnTo>
                    <a:pt x="1519428" y="1874520"/>
                  </a:lnTo>
                  <a:lnTo>
                    <a:pt x="1519428" y="1924812"/>
                  </a:lnTo>
                  <a:lnTo>
                    <a:pt x="1522476" y="1927860"/>
                  </a:lnTo>
                  <a:lnTo>
                    <a:pt x="1530096" y="1927860"/>
                  </a:lnTo>
                  <a:lnTo>
                    <a:pt x="1533144" y="1924812"/>
                  </a:lnTo>
                  <a:lnTo>
                    <a:pt x="1533144" y="1874520"/>
                  </a:lnTo>
                  <a:close/>
                </a:path>
                <a:path w="2184400" h="5782310">
                  <a:moveTo>
                    <a:pt x="1533144" y="1792224"/>
                  </a:moveTo>
                  <a:lnTo>
                    <a:pt x="1530096" y="1789176"/>
                  </a:lnTo>
                  <a:lnTo>
                    <a:pt x="1522476" y="1789176"/>
                  </a:lnTo>
                  <a:lnTo>
                    <a:pt x="1519428" y="1792224"/>
                  </a:lnTo>
                  <a:lnTo>
                    <a:pt x="1519428" y="1840992"/>
                  </a:lnTo>
                  <a:lnTo>
                    <a:pt x="1522476" y="1844040"/>
                  </a:lnTo>
                  <a:lnTo>
                    <a:pt x="1530096" y="1844040"/>
                  </a:lnTo>
                  <a:lnTo>
                    <a:pt x="1533144" y="1840992"/>
                  </a:lnTo>
                  <a:lnTo>
                    <a:pt x="1533144" y="1792224"/>
                  </a:lnTo>
                  <a:close/>
                </a:path>
                <a:path w="2184400" h="5782310">
                  <a:moveTo>
                    <a:pt x="1533144" y="1709928"/>
                  </a:moveTo>
                  <a:lnTo>
                    <a:pt x="1530096" y="1706880"/>
                  </a:lnTo>
                  <a:lnTo>
                    <a:pt x="1522476" y="1706880"/>
                  </a:lnTo>
                  <a:lnTo>
                    <a:pt x="1519428" y="1709928"/>
                  </a:lnTo>
                  <a:lnTo>
                    <a:pt x="1519428" y="1758696"/>
                  </a:lnTo>
                  <a:lnTo>
                    <a:pt x="1522476" y="1761744"/>
                  </a:lnTo>
                  <a:lnTo>
                    <a:pt x="1530096" y="1761744"/>
                  </a:lnTo>
                  <a:lnTo>
                    <a:pt x="1533144" y="1758696"/>
                  </a:lnTo>
                  <a:lnTo>
                    <a:pt x="1533144" y="1709928"/>
                  </a:lnTo>
                  <a:close/>
                </a:path>
                <a:path w="2184400" h="5782310">
                  <a:moveTo>
                    <a:pt x="1533144" y="1627632"/>
                  </a:moveTo>
                  <a:lnTo>
                    <a:pt x="1530096" y="1624584"/>
                  </a:lnTo>
                  <a:lnTo>
                    <a:pt x="1522476" y="1624584"/>
                  </a:lnTo>
                  <a:lnTo>
                    <a:pt x="1519428" y="1627632"/>
                  </a:lnTo>
                  <a:lnTo>
                    <a:pt x="1519428" y="1676400"/>
                  </a:lnTo>
                  <a:lnTo>
                    <a:pt x="1522476" y="1679448"/>
                  </a:lnTo>
                  <a:lnTo>
                    <a:pt x="1530096" y="1679448"/>
                  </a:lnTo>
                  <a:lnTo>
                    <a:pt x="1533144" y="1676400"/>
                  </a:lnTo>
                  <a:lnTo>
                    <a:pt x="1533144" y="1627632"/>
                  </a:lnTo>
                  <a:close/>
                </a:path>
                <a:path w="2184400" h="5782310">
                  <a:moveTo>
                    <a:pt x="1533144" y="1543812"/>
                  </a:moveTo>
                  <a:lnTo>
                    <a:pt x="1530096" y="1540764"/>
                  </a:lnTo>
                  <a:lnTo>
                    <a:pt x="1522476" y="1540764"/>
                  </a:lnTo>
                  <a:lnTo>
                    <a:pt x="1519428" y="1543812"/>
                  </a:lnTo>
                  <a:lnTo>
                    <a:pt x="1519428" y="1592580"/>
                  </a:lnTo>
                  <a:lnTo>
                    <a:pt x="1522476" y="1595628"/>
                  </a:lnTo>
                  <a:lnTo>
                    <a:pt x="1530096" y="1595628"/>
                  </a:lnTo>
                  <a:lnTo>
                    <a:pt x="1533144" y="1592580"/>
                  </a:lnTo>
                  <a:lnTo>
                    <a:pt x="1533144" y="1543812"/>
                  </a:lnTo>
                  <a:close/>
                </a:path>
                <a:path w="2184400" h="5782310">
                  <a:moveTo>
                    <a:pt x="1533144" y="1461516"/>
                  </a:moveTo>
                  <a:lnTo>
                    <a:pt x="1530096" y="1458468"/>
                  </a:lnTo>
                  <a:lnTo>
                    <a:pt x="1522476" y="1458468"/>
                  </a:lnTo>
                  <a:lnTo>
                    <a:pt x="1519428" y="1461516"/>
                  </a:lnTo>
                  <a:lnTo>
                    <a:pt x="1519428" y="1510284"/>
                  </a:lnTo>
                  <a:lnTo>
                    <a:pt x="1522476" y="1513332"/>
                  </a:lnTo>
                  <a:lnTo>
                    <a:pt x="1530096" y="1513332"/>
                  </a:lnTo>
                  <a:lnTo>
                    <a:pt x="1533144" y="1510284"/>
                  </a:lnTo>
                  <a:lnTo>
                    <a:pt x="1533144" y="1461516"/>
                  </a:lnTo>
                  <a:close/>
                </a:path>
                <a:path w="2184400" h="5782310">
                  <a:moveTo>
                    <a:pt x="1533144" y="1379220"/>
                  </a:moveTo>
                  <a:lnTo>
                    <a:pt x="1530096" y="1376172"/>
                  </a:lnTo>
                  <a:lnTo>
                    <a:pt x="1522476" y="1376172"/>
                  </a:lnTo>
                  <a:lnTo>
                    <a:pt x="1519428" y="1379220"/>
                  </a:lnTo>
                  <a:lnTo>
                    <a:pt x="1519428" y="1427988"/>
                  </a:lnTo>
                  <a:lnTo>
                    <a:pt x="1522476" y="1431036"/>
                  </a:lnTo>
                  <a:lnTo>
                    <a:pt x="1530096" y="1431036"/>
                  </a:lnTo>
                  <a:lnTo>
                    <a:pt x="1533144" y="1427988"/>
                  </a:lnTo>
                  <a:lnTo>
                    <a:pt x="1533144" y="1379220"/>
                  </a:lnTo>
                  <a:close/>
                </a:path>
                <a:path w="2184400" h="5782310">
                  <a:moveTo>
                    <a:pt x="1533144" y="1295400"/>
                  </a:moveTo>
                  <a:lnTo>
                    <a:pt x="1530096" y="1292352"/>
                  </a:lnTo>
                  <a:lnTo>
                    <a:pt x="1522476" y="1292352"/>
                  </a:lnTo>
                  <a:lnTo>
                    <a:pt x="1519428" y="1295400"/>
                  </a:lnTo>
                  <a:lnTo>
                    <a:pt x="1519428" y="1345692"/>
                  </a:lnTo>
                  <a:lnTo>
                    <a:pt x="1522476" y="1348740"/>
                  </a:lnTo>
                  <a:lnTo>
                    <a:pt x="1530096" y="1348740"/>
                  </a:lnTo>
                  <a:lnTo>
                    <a:pt x="1533144" y="1345692"/>
                  </a:lnTo>
                  <a:lnTo>
                    <a:pt x="1533144" y="1295400"/>
                  </a:lnTo>
                  <a:close/>
                </a:path>
                <a:path w="2184400" h="5782310">
                  <a:moveTo>
                    <a:pt x="1533144" y="1213104"/>
                  </a:moveTo>
                  <a:lnTo>
                    <a:pt x="1530096" y="1210056"/>
                  </a:lnTo>
                  <a:lnTo>
                    <a:pt x="1522476" y="1210056"/>
                  </a:lnTo>
                  <a:lnTo>
                    <a:pt x="1519428" y="1213104"/>
                  </a:lnTo>
                  <a:lnTo>
                    <a:pt x="1519428" y="1261872"/>
                  </a:lnTo>
                  <a:lnTo>
                    <a:pt x="1522476" y="1264920"/>
                  </a:lnTo>
                  <a:lnTo>
                    <a:pt x="1530096" y="1264920"/>
                  </a:lnTo>
                  <a:lnTo>
                    <a:pt x="1533144" y="1261872"/>
                  </a:lnTo>
                  <a:lnTo>
                    <a:pt x="1533144" y="1213104"/>
                  </a:lnTo>
                  <a:close/>
                </a:path>
                <a:path w="2184400" h="5782310">
                  <a:moveTo>
                    <a:pt x="1533144" y="1130808"/>
                  </a:moveTo>
                  <a:lnTo>
                    <a:pt x="1530096" y="1127760"/>
                  </a:lnTo>
                  <a:lnTo>
                    <a:pt x="1522476" y="1127760"/>
                  </a:lnTo>
                  <a:lnTo>
                    <a:pt x="1519428" y="1130808"/>
                  </a:lnTo>
                  <a:lnTo>
                    <a:pt x="1519428" y="1179576"/>
                  </a:lnTo>
                  <a:lnTo>
                    <a:pt x="1522476" y="1182624"/>
                  </a:lnTo>
                  <a:lnTo>
                    <a:pt x="1530096" y="1182624"/>
                  </a:lnTo>
                  <a:lnTo>
                    <a:pt x="1533144" y="1179576"/>
                  </a:lnTo>
                  <a:lnTo>
                    <a:pt x="1533144" y="1130808"/>
                  </a:lnTo>
                  <a:close/>
                </a:path>
                <a:path w="2184400" h="5782310">
                  <a:moveTo>
                    <a:pt x="1533144" y="1048512"/>
                  </a:moveTo>
                  <a:lnTo>
                    <a:pt x="1530096" y="1045464"/>
                  </a:lnTo>
                  <a:lnTo>
                    <a:pt x="1522476" y="1045464"/>
                  </a:lnTo>
                  <a:lnTo>
                    <a:pt x="1519428" y="1048512"/>
                  </a:lnTo>
                  <a:lnTo>
                    <a:pt x="1519428" y="1097280"/>
                  </a:lnTo>
                  <a:lnTo>
                    <a:pt x="1522476" y="1100328"/>
                  </a:lnTo>
                  <a:lnTo>
                    <a:pt x="1530096" y="1100328"/>
                  </a:lnTo>
                  <a:lnTo>
                    <a:pt x="1533144" y="1097280"/>
                  </a:lnTo>
                  <a:lnTo>
                    <a:pt x="1533144" y="1048512"/>
                  </a:lnTo>
                  <a:close/>
                </a:path>
                <a:path w="2184400" h="5782310">
                  <a:moveTo>
                    <a:pt x="1533144" y="964692"/>
                  </a:moveTo>
                  <a:lnTo>
                    <a:pt x="1530096" y="961644"/>
                  </a:lnTo>
                  <a:lnTo>
                    <a:pt x="1522476" y="961644"/>
                  </a:lnTo>
                  <a:lnTo>
                    <a:pt x="1519428" y="964692"/>
                  </a:lnTo>
                  <a:lnTo>
                    <a:pt x="1519428" y="1013460"/>
                  </a:lnTo>
                  <a:lnTo>
                    <a:pt x="1522476" y="1016508"/>
                  </a:lnTo>
                  <a:lnTo>
                    <a:pt x="1530096" y="1016508"/>
                  </a:lnTo>
                  <a:lnTo>
                    <a:pt x="1533144" y="1013460"/>
                  </a:lnTo>
                  <a:lnTo>
                    <a:pt x="1533144" y="964692"/>
                  </a:lnTo>
                  <a:close/>
                </a:path>
                <a:path w="2184400" h="5782310">
                  <a:moveTo>
                    <a:pt x="1533144" y="882396"/>
                  </a:moveTo>
                  <a:lnTo>
                    <a:pt x="1530096" y="879348"/>
                  </a:lnTo>
                  <a:lnTo>
                    <a:pt x="1522476" y="879348"/>
                  </a:lnTo>
                  <a:lnTo>
                    <a:pt x="1519428" y="882396"/>
                  </a:lnTo>
                  <a:lnTo>
                    <a:pt x="1519428" y="931164"/>
                  </a:lnTo>
                  <a:lnTo>
                    <a:pt x="1522476" y="934212"/>
                  </a:lnTo>
                  <a:lnTo>
                    <a:pt x="1530096" y="934212"/>
                  </a:lnTo>
                  <a:lnTo>
                    <a:pt x="1533144" y="931164"/>
                  </a:lnTo>
                  <a:lnTo>
                    <a:pt x="1533144" y="882396"/>
                  </a:lnTo>
                  <a:close/>
                </a:path>
                <a:path w="2184400" h="5782310">
                  <a:moveTo>
                    <a:pt x="1533144" y="800100"/>
                  </a:moveTo>
                  <a:lnTo>
                    <a:pt x="1530096" y="797052"/>
                  </a:lnTo>
                  <a:lnTo>
                    <a:pt x="1522476" y="797052"/>
                  </a:lnTo>
                  <a:lnTo>
                    <a:pt x="1519428" y="800100"/>
                  </a:lnTo>
                  <a:lnTo>
                    <a:pt x="1519428" y="848868"/>
                  </a:lnTo>
                  <a:lnTo>
                    <a:pt x="1522476" y="851916"/>
                  </a:lnTo>
                  <a:lnTo>
                    <a:pt x="1530096" y="851916"/>
                  </a:lnTo>
                  <a:lnTo>
                    <a:pt x="1533144" y="848868"/>
                  </a:lnTo>
                  <a:lnTo>
                    <a:pt x="1533144" y="800100"/>
                  </a:lnTo>
                  <a:close/>
                </a:path>
                <a:path w="2184400" h="5782310">
                  <a:moveTo>
                    <a:pt x="1533144" y="716280"/>
                  </a:moveTo>
                  <a:lnTo>
                    <a:pt x="1530096" y="713232"/>
                  </a:lnTo>
                  <a:lnTo>
                    <a:pt x="1522476" y="713232"/>
                  </a:lnTo>
                  <a:lnTo>
                    <a:pt x="1519428" y="716280"/>
                  </a:lnTo>
                  <a:lnTo>
                    <a:pt x="1519428" y="766572"/>
                  </a:lnTo>
                  <a:lnTo>
                    <a:pt x="1522476" y="769620"/>
                  </a:lnTo>
                  <a:lnTo>
                    <a:pt x="1530096" y="769620"/>
                  </a:lnTo>
                  <a:lnTo>
                    <a:pt x="1533144" y="766572"/>
                  </a:lnTo>
                  <a:lnTo>
                    <a:pt x="1533144" y="716280"/>
                  </a:lnTo>
                  <a:close/>
                </a:path>
                <a:path w="2184400" h="5782310">
                  <a:moveTo>
                    <a:pt x="1533144" y="633984"/>
                  </a:moveTo>
                  <a:lnTo>
                    <a:pt x="1530096" y="630936"/>
                  </a:lnTo>
                  <a:lnTo>
                    <a:pt x="1522476" y="630936"/>
                  </a:lnTo>
                  <a:lnTo>
                    <a:pt x="1519428" y="633984"/>
                  </a:lnTo>
                  <a:lnTo>
                    <a:pt x="1519428" y="682752"/>
                  </a:lnTo>
                  <a:lnTo>
                    <a:pt x="1522476" y="685800"/>
                  </a:lnTo>
                  <a:lnTo>
                    <a:pt x="1530096" y="685800"/>
                  </a:lnTo>
                  <a:lnTo>
                    <a:pt x="1533144" y="682752"/>
                  </a:lnTo>
                  <a:lnTo>
                    <a:pt x="1533144" y="633984"/>
                  </a:lnTo>
                  <a:close/>
                </a:path>
                <a:path w="2184400" h="5782310">
                  <a:moveTo>
                    <a:pt x="1533144" y="551688"/>
                  </a:moveTo>
                  <a:lnTo>
                    <a:pt x="1530096" y="548640"/>
                  </a:lnTo>
                  <a:lnTo>
                    <a:pt x="1522476" y="548640"/>
                  </a:lnTo>
                  <a:lnTo>
                    <a:pt x="1519428" y="551688"/>
                  </a:lnTo>
                  <a:lnTo>
                    <a:pt x="1519428" y="600456"/>
                  </a:lnTo>
                  <a:lnTo>
                    <a:pt x="1522476" y="603504"/>
                  </a:lnTo>
                  <a:lnTo>
                    <a:pt x="1530096" y="603504"/>
                  </a:lnTo>
                  <a:lnTo>
                    <a:pt x="1533144" y="600456"/>
                  </a:lnTo>
                  <a:lnTo>
                    <a:pt x="1533144" y="551688"/>
                  </a:lnTo>
                  <a:close/>
                </a:path>
                <a:path w="2184400" h="5782310">
                  <a:moveTo>
                    <a:pt x="1533144" y="469392"/>
                  </a:moveTo>
                  <a:lnTo>
                    <a:pt x="1530096" y="466344"/>
                  </a:lnTo>
                  <a:lnTo>
                    <a:pt x="1522476" y="466344"/>
                  </a:lnTo>
                  <a:lnTo>
                    <a:pt x="1519428" y="469392"/>
                  </a:lnTo>
                  <a:lnTo>
                    <a:pt x="1519428" y="518160"/>
                  </a:lnTo>
                  <a:lnTo>
                    <a:pt x="1522476" y="521208"/>
                  </a:lnTo>
                  <a:lnTo>
                    <a:pt x="1530096" y="521208"/>
                  </a:lnTo>
                  <a:lnTo>
                    <a:pt x="1533144" y="518160"/>
                  </a:lnTo>
                  <a:lnTo>
                    <a:pt x="1533144" y="469392"/>
                  </a:lnTo>
                  <a:close/>
                </a:path>
                <a:path w="2184400" h="5782310">
                  <a:moveTo>
                    <a:pt x="1533144" y="385572"/>
                  </a:moveTo>
                  <a:lnTo>
                    <a:pt x="1530096" y="382524"/>
                  </a:lnTo>
                  <a:lnTo>
                    <a:pt x="1522476" y="382524"/>
                  </a:lnTo>
                  <a:lnTo>
                    <a:pt x="1519428" y="385572"/>
                  </a:lnTo>
                  <a:lnTo>
                    <a:pt x="1519428" y="434340"/>
                  </a:lnTo>
                  <a:lnTo>
                    <a:pt x="1522476" y="437388"/>
                  </a:lnTo>
                  <a:lnTo>
                    <a:pt x="1530096" y="437388"/>
                  </a:lnTo>
                  <a:lnTo>
                    <a:pt x="1533144" y="434340"/>
                  </a:lnTo>
                  <a:lnTo>
                    <a:pt x="1533144" y="385572"/>
                  </a:lnTo>
                  <a:close/>
                </a:path>
                <a:path w="2184400" h="5782310">
                  <a:moveTo>
                    <a:pt x="1533144" y="303276"/>
                  </a:moveTo>
                  <a:lnTo>
                    <a:pt x="1530096" y="300228"/>
                  </a:lnTo>
                  <a:lnTo>
                    <a:pt x="1522476" y="300228"/>
                  </a:lnTo>
                  <a:lnTo>
                    <a:pt x="1519428" y="303276"/>
                  </a:lnTo>
                  <a:lnTo>
                    <a:pt x="1519428" y="352044"/>
                  </a:lnTo>
                  <a:lnTo>
                    <a:pt x="1522476" y="355092"/>
                  </a:lnTo>
                  <a:lnTo>
                    <a:pt x="1530096" y="355092"/>
                  </a:lnTo>
                  <a:lnTo>
                    <a:pt x="1533144" y="352044"/>
                  </a:lnTo>
                  <a:lnTo>
                    <a:pt x="1533144" y="303276"/>
                  </a:lnTo>
                  <a:close/>
                </a:path>
                <a:path w="2184400" h="5782310">
                  <a:moveTo>
                    <a:pt x="1533144" y="220980"/>
                  </a:moveTo>
                  <a:lnTo>
                    <a:pt x="1530096" y="217932"/>
                  </a:lnTo>
                  <a:lnTo>
                    <a:pt x="1522476" y="217932"/>
                  </a:lnTo>
                  <a:lnTo>
                    <a:pt x="1519428" y="220980"/>
                  </a:lnTo>
                  <a:lnTo>
                    <a:pt x="1519428" y="269748"/>
                  </a:lnTo>
                  <a:lnTo>
                    <a:pt x="1522476" y="272796"/>
                  </a:lnTo>
                  <a:lnTo>
                    <a:pt x="1530096" y="272796"/>
                  </a:lnTo>
                  <a:lnTo>
                    <a:pt x="1533144" y="269748"/>
                  </a:lnTo>
                  <a:lnTo>
                    <a:pt x="1533144" y="220980"/>
                  </a:lnTo>
                  <a:close/>
                </a:path>
                <a:path w="2184400" h="5782310">
                  <a:moveTo>
                    <a:pt x="1533144" y="137160"/>
                  </a:moveTo>
                  <a:lnTo>
                    <a:pt x="1530096" y="134112"/>
                  </a:lnTo>
                  <a:lnTo>
                    <a:pt x="1522476" y="134112"/>
                  </a:lnTo>
                  <a:lnTo>
                    <a:pt x="1519428" y="137160"/>
                  </a:lnTo>
                  <a:lnTo>
                    <a:pt x="1519428" y="187452"/>
                  </a:lnTo>
                  <a:lnTo>
                    <a:pt x="1522476" y="190500"/>
                  </a:lnTo>
                  <a:lnTo>
                    <a:pt x="1530096" y="190500"/>
                  </a:lnTo>
                  <a:lnTo>
                    <a:pt x="1533144" y="187452"/>
                  </a:lnTo>
                  <a:lnTo>
                    <a:pt x="1533144" y="137160"/>
                  </a:lnTo>
                  <a:close/>
                </a:path>
                <a:path w="2184400" h="5782310">
                  <a:moveTo>
                    <a:pt x="1751076" y="5763768"/>
                  </a:moveTo>
                  <a:lnTo>
                    <a:pt x="1748028" y="5760720"/>
                  </a:lnTo>
                  <a:lnTo>
                    <a:pt x="1740408" y="5760720"/>
                  </a:lnTo>
                  <a:lnTo>
                    <a:pt x="1735836" y="5763768"/>
                  </a:lnTo>
                  <a:lnTo>
                    <a:pt x="1735836" y="5779008"/>
                  </a:lnTo>
                  <a:lnTo>
                    <a:pt x="1740408" y="5782056"/>
                  </a:lnTo>
                  <a:lnTo>
                    <a:pt x="1748028" y="5782056"/>
                  </a:lnTo>
                  <a:lnTo>
                    <a:pt x="1751076" y="5779008"/>
                  </a:lnTo>
                  <a:lnTo>
                    <a:pt x="1751076" y="5763768"/>
                  </a:lnTo>
                  <a:close/>
                </a:path>
                <a:path w="2184400" h="5782310">
                  <a:moveTo>
                    <a:pt x="1751076" y="5681472"/>
                  </a:moveTo>
                  <a:lnTo>
                    <a:pt x="1748028" y="5678424"/>
                  </a:lnTo>
                  <a:lnTo>
                    <a:pt x="1740408" y="5678424"/>
                  </a:lnTo>
                  <a:lnTo>
                    <a:pt x="1735836" y="5681472"/>
                  </a:lnTo>
                  <a:lnTo>
                    <a:pt x="1735836" y="5730240"/>
                  </a:lnTo>
                  <a:lnTo>
                    <a:pt x="1740408" y="5733288"/>
                  </a:lnTo>
                  <a:lnTo>
                    <a:pt x="1748028" y="5733288"/>
                  </a:lnTo>
                  <a:lnTo>
                    <a:pt x="1751076" y="5730240"/>
                  </a:lnTo>
                  <a:lnTo>
                    <a:pt x="1751076" y="5681472"/>
                  </a:lnTo>
                  <a:close/>
                </a:path>
                <a:path w="2184400" h="5782310">
                  <a:moveTo>
                    <a:pt x="1751076" y="5597652"/>
                  </a:moveTo>
                  <a:lnTo>
                    <a:pt x="1748028" y="5594604"/>
                  </a:lnTo>
                  <a:lnTo>
                    <a:pt x="1740408" y="5594604"/>
                  </a:lnTo>
                  <a:lnTo>
                    <a:pt x="1735836" y="5597652"/>
                  </a:lnTo>
                  <a:lnTo>
                    <a:pt x="1735836" y="5646420"/>
                  </a:lnTo>
                  <a:lnTo>
                    <a:pt x="1740408" y="5649468"/>
                  </a:lnTo>
                  <a:lnTo>
                    <a:pt x="1748028" y="5649468"/>
                  </a:lnTo>
                  <a:lnTo>
                    <a:pt x="1751076" y="5646420"/>
                  </a:lnTo>
                  <a:lnTo>
                    <a:pt x="1751076" y="5597652"/>
                  </a:lnTo>
                  <a:close/>
                </a:path>
                <a:path w="2184400" h="5782310">
                  <a:moveTo>
                    <a:pt x="1751076" y="5515356"/>
                  </a:moveTo>
                  <a:lnTo>
                    <a:pt x="1748028" y="5512308"/>
                  </a:lnTo>
                  <a:lnTo>
                    <a:pt x="1740408" y="5512308"/>
                  </a:lnTo>
                  <a:lnTo>
                    <a:pt x="1735836" y="5515356"/>
                  </a:lnTo>
                  <a:lnTo>
                    <a:pt x="1735836" y="5564124"/>
                  </a:lnTo>
                  <a:lnTo>
                    <a:pt x="1740408" y="5567172"/>
                  </a:lnTo>
                  <a:lnTo>
                    <a:pt x="1748028" y="5567172"/>
                  </a:lnTo>
                  <a:lnTo>
                    <a:pt x="1751076" y="5564124"/>
                  </a:lnTo>
                  <a:lnTo>
                    <a:pt x="1751076" y="5515356"/>
                  </a:lnTo>
                  <a:close/>
                </a:path>
                <a:path w="2184400" h="5782310">
                  <a:moveTo>
                    <a:pt x="1751076" y="5433060"/>
                  </a:moveTo>
                  <a:lnTo>
                    <a:pt x="1748028" y="5430012"/>
                  </a:lnTo>
                  <a:lnTo>
                    <a:pt x="1740408" y="5430012"/>
                  </a:lnTo>
                  <a:lnTo>
                    <a:pt x="1735836" y="5433060"/>
                  </a:lnTo>
                  <a:lnTo>
                    <a:pt x="1735836" y="5481828"/>
                  </a:lnTo>
                  <a:lnTo>
                    <a:pt x="1740408" y="5484876"/>
                  </a:lnTo>
                  <a:lnTo>
                    <a:pt x="1748028" y="5484876"/>
                  </a:lnTo>
                  <a:lnTo>
                    <a:pt x="1751076" y="5481828"/>
                  </a:lnTo>
                  <a:lnTo>
                    <a:pt x="1751076" y="5433060"/>
                  </a:lnTo>
                  <a:close/>
                </a:path>
                <a:path w="2184400" h="5782310">
                  <a:moveTo>
                    <a:pt x="1751076" y="5349240"/>
                  </a:moveTo>
                  <a:lnTo>
                    <a:pt x="1748028" y="5346192"/>
                  </a:lnTo>
                  <a:lnTo>
                    <a:pt x="1740408" y="5346192"/>
                  </a:lnTo>
                  <a:lnTo>
                    <a:pt x="1735836" y="5349240"/>
                  </a:lnTo>
                  <a:lnTo>
                    <a:pt x="1735836" y="5399532"/>
                  </a:lnTo>
                  <a:lnTo>
                    <a:pt x="1740408" y="5402580"/>
                  </a:lnTo>
                  <a:lnTo>
                    <a:pt x="1748028" y="5402580"/>
                  </a:lnTo>
                  <a:lnTo>
                    <a:pt x="1751076" y="5399532"/>
                  </a:lnTo>
                  <a:lnTo>
                    <a:pt x="1751076" y="5349240"/>
                  </a:lnTo>
                  <a:close/>
                </a:path>
                <a:path w="2184400" h="5782310">
                  <a:moveTo>
                    <a:pt x="1751076" y="5266944"/>
                  </a:moveTo>
                  <a:lnTo>
                    <a:pt x="1748028" y="5263896"/>
                  </a:lnTo>
                  <a:lnTo>
                    <a:pt x="1740408" y="5263896"/>
                  </a:lnTo>
                  <a:lnTo>
                    <a:pt x="1735836" y="5266944"/>
                  </a:lnTo>
                  <a:lnTo>
                    <a:pt x="1735836" y="5315712"/>
                  </a:lnTo>
                  <a:lnTo>
                    <a:pt x="1740408" y="5318760"/>
                  </a:lnTo>
                  <a:lnTo>
                    <a:pt x="1748028" y="5318760"/>
                  </a:lnTo>
                  <a:lnTo>
                    <a:pt x="1751076" y="5315712"/>
                  </a:lnTo>
                  <a:lnTo>
                    <a:pt x="1751076" y="5266944"/>
                  </a:lnTo>
                  <a:close/>
                </a:path>
                <a:path w="2184400" h="5782310">
                  <a:moveTo>
                    <a:pt x="1751076" y="5184648"/>
                  </a:moveTo>
                  <a:lnTo>
                    <a:pt x="1748028" y="5181600"/>
                  </a:lnTo>
                  <a:lnTo>
                    <a:pt x="1740408" y="5181600"/>
                  </a:lnTo>
                  <a:lnTo>
                    <a:pt x="1735836" y="5184648"/>
                  </a:lnTo>
                  <a:lnTo>
                    <a:pt x="1735836" y="5233416"/>
                  </a:lnTo>
                  <a:lnTo>
                    <a:pt x="1740408" y="5236464"/>
                  </a:lnTo>
                  <a:lnTo>
                    <a:pt x="1748028" y="5236464"/>
                  </a:lnTo>
                  <a:lnTo>
                    <a:pt x="1751076" y="5233416"/>
                  </a:lnTo>
                  <a:lnTo>
                    <a:pt x="1751076" y="5184648"/>
                  </a:lnTo>
                  <a:close/>
                </a:path>
                <a:path w="2184400" h="5782310">
                  <a:moveTo>
                    <a:pt x="1751076" y="5102352"/>
                  </a:moveTo>
                  <a:lnTo>
                    <a:pt x="1748028" y="5099304"/>
                  </a:lnTo>
                  <a:lnTo>
                    <a:pt x="1740408" y="5099304"/>
                  </a:lnTo>
                  <a:lnTo>
                    <a:pt x="1735836" y="5102352"/>
                  </a:lnTo>
                  <a:lnTo>
                    <a:pt x="1735836" y="5151120"/>
                  </a:lnTo>
                  <a:lnTo>
                    <a:pt x="1740408" y="5154168"/>
                  </a:lnTo>
                  <a:lnTo>
                    <a:pt x="1748028" y="5154168"/>
                  </a:lnTo>
                  <a:lnTo>
                    <a:pt x="1751076" y="5151120"/>
                  </a:lnTo>
                  <a:lnTo>
                    <a:pt x="1751076" y="5102352"/>
                  </a:lnTo>
                  <a:close/>
                </a:path>
                <a:path w="2184400" h="5782310">
                  <a:moveTo>
                    <a:pt x="1751076" y="5018532"/>
                  </a:moveTo>
                  <a:lnTo>
                    <a:pt x="1748028" y="5015484"/>
                  </a:lnTo>
                  <a:lnTo>
                    <a:pt x="1740408" y="5015484"/>
                  </a:lnTo>
                  <a:lnTo>
                    <a:pt x="1735836" y="5018532"/>
                  </a:lnTo>
                  <a:lnTo>
                    <a:pt x="1735836" y="5067300"/>
                  </a:lnTo>
                  <a:lnTo>
                    <a:pt x="1740408" y="5070348"/>
                  </a:lnTo>
                  <a:lnTo>
                    <a:pt x="1748028" y="5070348"/>
                  </a:lnTo>
                  <a:lnTo>
                    <a:pt x="1751076" y="5067300"/>
                  </a:lnTo>
                  <a:lnTo>
                    <a:pt x="1751076" y="5018532"/>
                  </a:lnTo>
                  <a:close/>
                </a:path>
                <a:path w="2184400" h="5782310">
                  <a:moveTo>
                    <a:pt x="1751076" y="4936236"/>
                  </a:moveTo>
                  <a:lnTo>
                    <a:pt x="1748028" y="4933188"/>
                  </a:lnTo>
                  <a:lnTo>
                    <a:pt x="1740408" y="4933188"/>
                  </a:lnTo>
                  <a:lnTo>
                    <a:pt x="1735836" y="4936236"/>
                  </a:lnTo>
                  <a:lnTo>
                    <a:pt x="1735836" y="4985004"/>
                  </a:lnTo>
                  <a:lnTo>
                    <a:pt x="1740408" y="4988052"/>
                  </a:lnTo>
                  <a:lnTo>
                    <a:pt x="1748028" y="4988052"/>
                  </a:lnTo>
                  <a:lnTo>
                    <a:pt x="1751076" y="4985004"/>
                  </a:lnTo>
                  <a:lnTo>
                    <a:pt x="1751076" y="4936236"/>
                  </a:lnTo>
                  <a:close/>
                </a:path>
                <a:path w="2184400" h="5782310">
                  <a:moveTo>
                    <a:pt x="1751076" y="4853940"/>
                  </a:moveTo>
                  <a:lnTo>
                    <a:pt x="1748028" y="4850892"/>
                  </a:lnTo>
                  <a:lnTo>
                    <a:pt x="1740408" y="4850892"/>
                  </a:lnTo>
                  <a:lnTo>
                    <a:pt x="1735836" y="4853940"/>
                  </a:lnTo>
                  <a:lnTo>
                    <a:pt x="1735836" y="4902708"/>
                  </a:lnTo>
                  <a:lnTo>
                    <a:pt x="1740408" y="4905756"/>
                  </a:lnTo>
                  <a:lnTo>
                    <a:pt x="1748028" y="4905756"/>
                  </a:lnTo>
                  <a:lnTo>
                    <a:pt x="1751076" y="4902708"/>
                  </a:lnTo>
                  <a:lnTo>
                    <a:pt x="1751076" y="4853940"/>
                  </a:lnTo>
                  <a:close/>
                </a:path>
                <a:path w="2184400" h="5782310">
                  <a:moveTo>
                    <a:pt x="1751076" y="4770120"/>
                  </a:moveTo>
                  <a:lnTo>
                    <a:pt x="1748028" y="4767072"/>
                  </a:lnTo>
                  <a:lnTo>
                    <a:pt x="1740408" y="4767072"/>
                  </a:lnTo>
                  <a:lnTo>
                    <a:pt x="1735836" y="4770120"/>
                  </a:lnTo>
                  <a:lnTo>
                    <a:pt x="1735836" y="4820412"/>
                  </a:lnTo>
                  <a:lnTo>
                    <a:pt x="1740408" y="4823460"/>
                  </a:lnTo>
                  <a:lnTo>
                    <a:pt x="1748028" y="4823460"/>
                  </a:lnTo>
                  <a:lnTo>
                    <a:pt x="1751076" y="4820412"/>
                  </a:lnTo>
                  <a:lnTo>
                    <a:pt x="1751076" y="4770120"/>
                  </a:lnTo>
                  <a:close/>
                </a:path>
                <a:path w="2184400" h="5782310">
                  <a:moveTo>
                    <a:pt x="1751076" y="4687824"/>
                  </a:moveTo>
                  <a:lnTo>
                    <a:pt x="1748028" y="4684776"/>
                  </a:lnTo>
                  <a:lnTo>
                    <a:pt x="1740408" y="4684776"/>
                  </a:lnTo>
                  <a:lnTo>
                    <a:pt x="1735836" y="4687824"/>
                  </a:lnTo>
                  <a:lnTo>
                    <a:pt x="1735836" y="4736592"/>
                  </a:lnTo>
                  <a:lnTo>
                    <a:pt x="1740408" y="4739640"/>
                  </a:lnTo>
                  <a:lnTo>
                    <a:pt x="1748028" y="4739640"/>
                  </a:lnTo>
                  <a:lnTo>
                    <a:pt x="1751076" y="4736592"/>
                  </a:lnTo>
                  <a:lnTo>
                    <a:pt x="1751076" y="4687824"/>
                  </a:lnTo>
                  <a:close/>
                </a:path>
                <a:path w="2184400" h="5782310">
                  <a:moveTo>
                    <a:pt x="1751076" y="4605528"/>
                  </a:moveTo>
                  <a:lnTo>
                    <a:pt x="1748028" y="4602480"/>
                  </a:lnTo>
                  <a:lnTo>
                    <a:pt x="1740408" y="4602480"/>
                  </a:lnTo>
                  <a:lnTo>
                    <a:pt x="1735836" y="4605528"/>
                  </a:lnTo>
                  <a:lnTo>
                    <a:pt x="1735836" y="4654308"/>
                  </a:lnTo>
                  <a:lnTo>
                    <a:pt x="1740408" y="4657344"/>
                  </a:lnTo>
                  <a:lnTo>
                    <a:pt x="1748028" y="4657344"/>
                  </a:lnTo>
                  <a:lnTo>
                    <a:pt x="1751076" y="4654308"/>
                  </a:lnTo>
                  <a:lnTo>
                    <a:pt x="1751076" y="4605528"/>
                  </a:lnTo>
                  <a:close/>
                </a:path>
                <a:path w="2184400" h="5782310">
                  <a:moveTo>
                    <a:pt x="1751076" y="4523232"/>
                  </a:moveTo>
                  <a:lnTo>
                    <a:pt x="1748028" y="4520184"/>
                  </a:lnTo>
                  <a:lnTo>
                    <a:pt x="1740408" y="4520184"/>
                  </a:lnTo>
                  <a:lnTo>
                    <a:pt x="1735836" y="4523232"/>
                  </a:lnTo>
                  <a:lnTo>
                    <a:pt x="1735836" y="4572000"/>
                  </a:lnTo>
                  <a:lnTo>
                    <a:pt x="1740408" y="4575048"/>
                  </a:lnTo>
                  <a:lnTo>
                    <a:pt x="1748028" y="4575048"/>
                  </a:lnTo>
                  <a:lnTo>
                    <a:pt x="1751076" y="4572000"/>
                  </a:lnTo>
                  <a:lnTo>
                    <a:pt x="1751076" y="4523232"/>
                  </a:lnTo>
                  <a:close/>
                </a:path>
                <a:path w="2184400" h="5782310">
                  <a:moveTo>
                    <a:pt x="1751076" y="4439412"/>
                  </a:moveTo>
                  <a:lnTo>
                    <a:pt x="1748028" y="4436364"/>
                  </a:lnTo>
                  <a:lnTo>
                    <a:pt x="1740408" y="4436364"/>
                  </a:lnTo>
                  <a:lnTo>
                    <a:pt x="1735836" y="4439412"/>
                  </a:lnTo>
                  <a:lnTo>
                    <a:pt x="1735836" y="4488180"/>
                  </a:lnTo>
                  <a:lnTo>
                    <a:pt x="1740408" y="4491228"/>
                  </a:lnTo>
                  <a:lnTo>
                    <a:pt x="1748028" y="4491228"/>
                  </a:lnTo>
                  <a:lnTo>
                    <a:pt x="1751076" y="4488180"/>
                  </a:lnTo>
                  <a:lnTo>
                    <a:pt x="1751076" y="4439412"/>
                  </a:lnTo>
                  <a:close/>
                </a:path>
                <a:path w="2184400" h="5782310">
                  <a:moveTo>
                    <a:pt x="1751076" y="4357116"/>
                  </a:moveTo>
                  <a:lnTo>
                    <a:pt x="1748028" y="4354068"/>
                  </a:lnTo>
                  <a:lnTo>
                    <a:pt x="1740408" y="4354068"/>
                  </a:lnTo>
                  <a:lnTo>
                    <a:pt x="1735836" y="4357116"/>
                  </a:lnTo>
                  <a:lnTo>
                    <a:pt x="1735836" y="4405884"/>
                  </a:lnTo>
                  <a:lnTo>
                    <a:pt x="1740408" y="4408932"/>
                  </a:lnTo>
                  <a:lnTo>
                    <a:pt x="1748028" y="4408932"/>
                  </a:lnTo>
                  <a:lnTo>
                    <a:pt x="1751076" y="4405884"/>
                  </a:lnTo>
                  <a:lnTo>
                    <a:pt x="1751076" y="4357116"/>
                  </a:lnTo>
                  <a:close/>
                </a:path>
                <a:path w="2184400" h="5782310">
                  <a:moveTo>
                    <a:pt x="1751076" y="4274820"/>
                  </a:moveTo>
                  <a:lnTo>
                    <a:pt x="1748028" y="4271772"/>
                  </a:lnTo>
                  <a:lnTo>
                    <a:pt x="1740408" y="4271772"/>
                  </a:lnTo>
                  <a:lnTo>
                    <a:pt x="1735836" y="4274820"/>
                  </a:lnTo>
                  <a:lnTo>
                    <a:pt x="1735836" y="4323588"/>
                  </a:lnTo>
                  <a:lnTo>
                    <a:pt x="1740408" y="4326636"/>
                  </a:lnTo>
                  <a:lnTo>
                    <a:pt x="1748028" y="4326636"/>
                  </a:lnTo>
                  <a:lnTo>
                    <a:pt x="1751076" y="4323588"/>
                  </a:lnTo>
                  <a:lnTo>
                    <a:pt x="1751076" y="4274820"/>
                  </a:lnTo>
                  <a:close/>
                </a:path>
                <a:path w="2184400" h="5782310">
                  <a:moveTo>
                    <a:pt x="1751076" y="4191000"/>
                  </a:moveTo>
                  <a:lnTo>
                    <a:pt x="1748028" y="4187952"/>
                  </a:lnTo>
                  <a:lnTo>
                    <a:pt x="1740408" y="4187952"/>
                  </a:lnTo>
                  <a:lnTo>
                    <a:pt x="1735836" y="4191000"/>
                  </a:lnTo>
                  <a:lnTo>
                    <a:pt x="1735836" y="4241292"/>
                  </a:lnTo>
                  <a:lnTo>
                    <a:pt x="1740408" y="4244340"/>
                  </a:lnTo>
                  <a:lnTo>
                    <a:pt x="1748028" y="4244340"/>
                  </a:lnTo>
                  <a:lnTo>
                    <a:pt x="1751076" y="4241292"/>
                  </a:lnTo>
                  <a:lnTo>
                    <a:pt x="1751076" y="4191000"/>
                  </a:lnTo>
                  <a:close/>
                </a:path>
                <a:path w="2184400" h="5782310">
                  <a:moveTo>
                    <a:pt x="1751076" y="4108704"/>
                  </a:moveTo>
                  <a:lnTo>
                    <a:pt x="1748028" y="4105656"/>
                  </a:lnTo>
                  <a:lnTo>
                    <a:pt x="1740408" y="4105656"/>
                  </a:lnTo>
                  <a:lnTo>
                    <a:pt x="1735836" y="4108704"/>
                  </a:lnTo>
                  <a:lnTo>
                    <a:pt x="1735836" y="4157472"/>
                  </a:lnTo>
                  <a:lnTo>
                    <a:pt x="1740408" y="4160520"/>
                  </a:lnTo>
                  <a:lnTo>
                    <a:pt x="1748028" y="4160520"/>
                  </a:lnTo>
                  <a:lnTo>
                    <a:pt x="1751076" y="4157472"/>
                  </a:lnTo>
                  <a:lnTo>
                    <a:pt x="1751076" y="4108704"/>
                  </a:lnTo>
                  <a:close/>
                </a:path>
                <a:path w="2184400" h="5782310">
                  <a:moveTo>
                    <a:pt x="1751076" y="4026408"/>
                  </a:moveTo>
                  <a:lnTo>
                    <a:pt x="1748028" y="4023360"/>
                  </a:lnTo>
                  <a:lnTo>
                    <a:pt x="1740408" y="4023360"/>
                  </a:lnTo>
                  <a:lnTo>
                    <a:pt x="1735836" y="4026408"/>
                  </a:lnTo>
                  <a:lnTo>
                    <a:pt x="1735836" y="4075176"/>
                  </a:lnTo>
                  <a:lnTo>
                    <a:pt x="1740408" y="4078224"/>
                  </a:lnTo>
                  <a:lnTo>
                    <a:pt x="1748028" y="4078224"/>
                  </a:lnTo>
                  <a:lnTo>
                    <a:pt x="1751076" y="4075176"/>
                  </a:lnTo>
                  <a:lnTo>
                    <a:pt x="1751076" y="4026408"/>
                  </a:lnTo>
                  <a:close/>
                </a:path>
                <a:path w="2184400" h="5782310">
                  <a:moveTo>
                    <a:pt x="1751076" y="3944112"/>
                  </a:moveTo>
                  <a:lnTo>
                    <a:pt x="1748028" y="3941064"/>
                  </a:lnTo>
                  <a:lnTo>
                    <a:pt x="1740408" y="3941064"/>
                  </a:lnTo>
                  <a:lnTo>
                    <a:pt x="1735836" y="3944112"/>
                  </a:lnTo>
                  <a:lnTo>
                    <a:pt x="1735836" y="3992880"/>
                  </a:lnTo>
                  <a:lnTo>
                    <a:pt x="1740408" y="3995928"/>
                  </a:lnTo>
                  <a:lnTo>
                    <a:pt x="1748028" y="3995928"/>
                  </a:lnTo>
                  <a:lnTo>
                    <a:pt x="1751076" y="3992880"/>
                  </a:lnTo>
                  <a:lnTo>
                    <a:pt x="1751076" y="3944112"/>
                  </a:lnTo>
                  <a:close/>
                </a:path>
                <a:path w="2184400" h="5782310">
                  <a:moveTo>
                    <a:pt x="1751076" y="3860292"/>
                  </a:moveTo>
                  <a:lnTo>
                    <a:pt x="1748028" y="3857244"/>
                  </a:lnTo>
                  <a:lnTo>
                    <a:pt x="1740408" y="3857244"/>
                  </a:lnTo>
                  <a:lnTo>
                    <a:pt x="1735836" y="3860292"/>
                  </a:lnTo>
                  <a:lnTo>
                    <a:pt x="1735836" y="3909060"/>
                  </a:lnTo>
                  <a:lnTo>
                    <a:pt x="1740408" y="3912108"/>
                  </a:lnTo>
                  <a:lnTo>
                    <a:pt x="1748028" y="3912108"/>
                  </a:lnTo>
                  <a:lnTo>
                    <a:pt x="1751076" y="3909060"/>
                  </a:lnTo>
                  <a:lnTo>
                    <a:pt x="1751076" y="3860292"/>
                  </a:lnTo>
                  <a:close/>
                </a:path>
                <a:path w="2184400" h="5782310">
                  <a:moveTo>
                    <a:pt x="1751076" y="3777996"/>
                  </a:moveTo>
                  <a:lnTo>
                    <a:pt x="1748028" y="3774948"/>
                  </a:lnTo>
                  <a:lnTo>
                    <a:pt x="1740408" y="3774948"/>
                  </a:lnTo>
                  <a:lnTo>
                    <a:pt x="1735836" y="3777996"/>
                  </a:lnTo>
                  <a:lnTo>
                    <a:pt x="1735836" y="3826764"/>
                  </a:lnTo>
                  <a:lnTo>
                    <a:pt x="1740408" y="3829812"/>
                  </a:lnTo>
                  <a:lnTo>
                    <a:pt x="1748028" y="3829812"/>
                  </a:lnTo>
                  <a:lnTo>
                    <a:pt x="1751076" y="3826764"/>
                  </a:lnTo>
                  <a:lnTo>
                    <a:pt x="1751076" y="3777996"/>
                  </a:lnTo>
                  <a:close/>
                </a:path>
                <a:path w="2184400" h="5782310">
                  <a:moveTo>
                    <a:pt x="1751076" y="3695700"/>
                  </a:moveTo>
                  <a:lnTo>
                    <a:pt x="1748028" y="3692652"/>
                  </a:lnTo>
                  <a:lnTo>
                    <a:pt x="1740408" y="3692652"/>
                  </a:lnTo>
                  <a:lnTo>
                    <a:pt x="1735836" y="3695700"/>
                  </a:lnTo>
                  <a:lnTo>
                    <a:pt x="1735836" y="3744468"/>
                  </a:lnTo>
                  <a:lnTo>
                    <a:pt x="1740408" y="3747516"/>
                  </a:lnTo>
                  <a:lnTo>
                    <a:pt x="1748028" y="3747516"/>
                  </a:lnTo>
                  <a:lnTo>
                    <a:pt x="1751076" y="3744468"/>
                  </a:lnTo>
                  <a:lnTo>
                    <a:pt x="1751076" y="3695700"/>
                  </a:lnTo>
                  <a:close/>
                </a:path>
                <a:path w="2184400" h="5782310">
                  <a:moveTo>
                    <a:pt x="1751076" y="3611880"/>
                  </a:moveTo>
                  <a:lnTo>
                    <a:pt x="1748028" y="3608832"/>
                  </a:lnTo>
                  <a:lnTo>
                    <a:pt x="1740408" y="3608832"/>
                  </a:lnTo>
                  <a:lnTo>
                    <a:pt x="1735836" y="3611880"/>
                  </a:lnTo>
                  <a:lnTo>
                    <a:pt x="1735836" y="3662172"/>
                  </a:lnTo>
                  <a:lnTo>
                    <a:pt x="1740408" y="3665220"/>
                  </a:lnTo>
                  <a:lnTo>
                    <a:pt x="1748028" y="3665220"/>
                  </a:lnTo>
                  <a:lnTo>
                    <a:pt x="1751076" y="3662172"/>
                  </a:lnTo>
                  <a:lnTo>
                    <a:pt x="1751076" y="3611880"/>
                  </a:lnTo>
                  <a:close/>
                </a:path>
                <a:path w="2184400" h="5782310">
                  <a:moveTo>
                    <a:pt x="1751076" y="3529584"/>
                  </a:moveTo>
                  <a:lnTo>
                    <a:pt x="1748028" y="3526536"/>
                  </a:lnTo>
                  <a:lnTo>
                    <a:pt x="1740408" y="3526536"/>
                  </a:lnTo>
                  <a:lnTo>
                    <a:pt x="1735836" y="3529584"/>
                  </a:lnTo>
                  <a:lnTo>
                    <a:pt x="1735836" y="3578352"/>
                  </a:lnTo>
                  <a:lnTo>
                    <a:pt x="1740408" y="3581400"/>
                  </a:lnTo>
                  <a:lnTo>
                    <a:pt x="1748028" y="3581400"/>
                  </a:lnTo>
                  <a:lnTo>
                    <a:pt x="1751076" y="3578352"/>
                  </a:lnTo>
                  <a:lnTo>
                    <a:pt x="1751076" y="3529584"/>
                  </a:lnTo>
                  <a:close/>
                </a:path>
                <a:path w="2184400" h="5782310">
                  <a:moveTo>
                    <a:pt x="1751076" y="3447288"/>
                  </a:moveTo>
                  <a:lnTo>
                    <a:pt x="1748028" y="3444240"/>
                  </a:lnTo>
                  <a:lnTo>
                    <a:pt x="1740408" y="3444240"/>
                  </a:lnTo>
                  <a:lnTo>
                    <a:pt x="1735836" y="3447288"/>
                  </a:lnTo>
                  <a:lnTo>
                    <a:pt x="1735836" y="3496056"/>
                  </a:lnTo>
                  <a:lnTo>
                    <a:pt x="1740408" y="3499104"/>
                  </a:lnTo>
                  <a:lnTo>
                    <a:pt x="1748028" y="3499104"/>
                  </a:lnTo>
                  <a:lnTo>
                    <a:pt x="1751076" y="3496056"/>
                  </a:lnTo>
                  <a:lnTo>
                    <a:pt x="1751076" y="3447288"/>
                  </a:lnTo>
                  <a:close/>
                </a:path>
                <a:path w="2184400" h="5782310">
                  <a:moveTo>
                    <a:pt x="1751076" y="3364992"/>
                  </a:moveTo>
                  <a:lnTo>
                    <a:pt x="1748028" y="3361944"/>
                  </a:lnTo>
                  <a:lnTo>
                    <a:pt x="1740408" y="3361944"/>
                  </a:lnTo>
                  <a:lnTo>
                    <a:pt x="1735836" y="3364992"/>
                  </a:lnTo>
                  <a:lnTo>
                    <a:pt x="1735836" y="3413760"/>
                  </a:lnTo>
                  <a:lnTo>
                    <a:pt x="1740408" y="3416808"/>
                  </a:lnTo>
                  <a:lnTo>
                    <a:pt x="1748028" y="3416808"/>
                  </a:lnTo>
                  <a:lnTo>
                    <a:pt x="1751076" y="3413760"/>
                  </a:lnTo>
                  <a:lnTo>
                    <a:pt x="1751076" y="3364992"/>
                  </a:lnTo>
                  <a:close/>
                </a:path>
                <a:path w="2184400" h="5782310">
                  <a:moveTo>
                    <a:pt x="1751076" y="3281172"/>
                  </a:moveTo>
                  <a:lnTo>
                    <a:pt x="1748028" y="3278124"/>
                  </a:lnTo>
                  <a:lnTo>
                    <a:pt x="1740408" y="3278124"/>
                  </a:lnTo>
                  <a:lnTo>
                    <a:pt x="1735836" y="3281172"/>
                  </a:lnTo>
                  <a:lnTo>
                    <a:pt x="1735836" y="3329940"/>
                  </a:lnTo>
                  <a:lnTo>
                    <a:pt x="1740408" y="3332988"/>
                  </a:lnTo>
                  <a:lnTo>
                    <a:pt x="1748028" y="3332988"/>
                  </a:lnTo>
                  <a:lnTo>
                    <a:pt x="1751076" y="3329940"/>
                  </a:lnTo>
                  <a:lnTo>
                    <a:pt x="1751076" y="3281172"/>
                  </a:lnTo>
                  <a:close/>
                </a:path>
                <a:path w="2184400" h="5782310">
                  <a:moveTo>
                    <a:pt x="1751076" y="3198876"/>
                  </a:moveTo>
                  <a:lnTo>
                    <a:pt x="1748028" y="3195828"/>
                  </a:lnTo>
                  <a:lnTo>
                    <a:pt x="1740408" y="3195828"/>
                  </a:lnTo>
                  <a:lnTo>
                    <a:pt x="1735836" y="3198876"/>
                  </a:lnTo>
                  <a:lnTo>
                    <a:pt x="1735836" y="3247644"/>
                  </a:lnTo>
                  <a:lnTo>
                    <a:pt x="1740408" y="3250692"/>
                  </a:lnTo>
                  <a:lnTo>
                    <a:pt x="1748028" y="3250692"/>
                  </a:lnTo>
                  <a:lnTo>
                    <a:pt x="1751076" y="3247644"/>
                  </a:lnTo>
                  <a:lnTo>
                    <a:pt x="1751076" y="3198876"/>
                  </a:lnTo>
                  <a:close/>
                </a:path>
                <a:path w="2184400" h="5782310">
                  <a:moveTo>
                    <a:pt x="1751076" y="3116580"/>
                  </a:moveTo>
                  <a:lnTo>
                    <a:pt x="1748028" y="3113532"/>
                  </a:lnTo>
                  <a:lnTo>
                    <a:pt x="1740408" y="3113532"/>
                  </a:lnTo>
                  <a:lnTo>
                    <a:pt x="1735836" y="3116580"/>
                  </a:lnTo>
                  <a:lnTo>
                    <a:pt x="1735836" y="3165348"/>
                  </a:lnTo>
                  <a:lnTo>
                    <a:pt x="1740408" y="3168396"/>
                  </a:lnTo>
                  <a:lnTo>
                    <a:pt x="1748028" y="3168396"/>
                  </a:lnTo>
                  <a:lnTo>
                    <a:pt x="1751076" y="3165348"/>
                  </a:lnTo>
                  <a:lnTo>
                    <a:pt x="1751076" y="3116580"/>
                  </a:lnTo>
                  <a:close/>
                </a:path>
                <a:path w="2184400" h="5782310">
                  <a:moveTo>
                    <a:pt x="1751076" y="3032760"/>
                  </a:moveTo>
                  <a:lnTo>
                    <a:pt x="1748028" y="3029712"/>
                  </a:lnTo>
                  <a:lnTo>
                    <a:pt x="1740408" y="3029712"/>
                  </a:lnTo>
                  <a:lnTo>
                    <a:pt x="1735836" y="3032760"/>
                  </a:lnTo>
                  <a:lnTo>
                    <a:pt x="1735836" y="3083052"/>
                  </a:lnTo>
                  <a:lnTo>
                    <a:pt x="1740408" y="3086100"/>
                  </a:lnTo>
                  <a:lnTo>
                    <a:pt x="1748028" y="3086100"/>
                  </a:lnTo>
                  <a:lnTo>
                    <a:pt x="1751076" y="3083052"/>
                  </a:lnTo>
                  <a:lnTo>
                    <a:pt x="1751076" y="3032760"/>
                  </a:lnTo>
                  <a:close/>
                </a:path>
                <a:path w="2184400" h="5782310">
                  <a:moveTo>
                    <a:pt x="1751076" y="2950464"/>
                  </a:moveTo>
                  <a:lnTo>
                    <a:pt x="1748028" y="2947416"/>
                  </a:lnTo>
                  <a:lnTo>
                    <a:pt x="1740408" y="2947416"/>
                  </a:lnTo>
                  <a:lnTo>
                    <a:pt x="1735836" y="2950464"/>
                  </a:lnTo>
                  <a:lnTo>
                    <a:pt x="1735836" y="2999232"/>
                  </a:lnTo>
                  <a:lnTo>
                    <a:pt x="1740408" y="3002280"/>
                  </a:lnTo>
                  <a:lnTo>
                    <a:pt x="1748028" y="3002280"/>
                  </a:lnTo>
                  <a:lnTo>
                    <a:pt x="1751076" y="2999232"/>
                  </a:lnTo>
                  <a:lnTo>
                    <a:pt x="1751076" y="2950464"/>
                  </a:lnTo>
                  <a:close/>
                </a:path>
                <a:path w="2184400" h="5782310">
                  <a:moveTo>
                    <a:pt x="1751076" y="2868168"/>
                  </a:moveTo>
                  <a:lnTo>
                    <a:pt x="1748028" y="2865120"/>
                  </a:lnTo>
                  <a:lnTo>
                    <a:pt x="1740408" y="2865120"/>
                  </a:lnTo>
                  <a:lnTo>
                    <a:pt x="1735836" y="2868168"/>
                  </a:lnTo>
                  <a:lnTo>
                    <a:pt x="1735836" y="2916936"/>
                  </a:lnTo>
                  <a:lnTo>
                    <a:pt x="1740408" y="2919984"/>
                  </a:lnTo>
                  <a:lnTo>
                    <a:pt x="1748028" y="2919984"/>
                  </a:lnTo>
                  <a:lnTo>
                    <a:pt x="1751076" y="2916936"/>
                  </a:lnTo>
                  <a:lnTo>
                    <a:pt x="1751076" y="2868168"/>
                  </a:lnTo>
                  <a:close/>
                </a:path>
                <a:path w="2184400" h="5782310">
                  <a:moveTo>
                    <a:pt x="1751076" y="2785872"/>
                  </a:moveTo>
                  <a:lnTo>
                    <a:pt x="1748028" y="2782824"/>
                  </a:lnTo>
                  <a:lnTo>
                    <a:pt x="1740408" y="2782824"/>
                  </a:lnTo>
                  <a:lnTo>
                    <a:pt x="1735836" y="2785872"/>
                  </a:lnTo>
                  <a:lnTo>
                    <a:pt x="1735836" y="2834640"/>
                  </a:lnTo>
                  <a:lnTo>
                    <a:pt x="1740408" y="2837688"/>
                  </a:lnTo>
                  <a:lnTo>
                    <a:pt x="1748028" y="2837688"/>
                  </a:lnTo>
                  <a:lnTo>
                    <a:pt x="1751076" y="2834640"/>
                  </a:lnTo>
                  <a:lnTo>
                    <a:pt x="1751076" y="2785872"/>
                  </a:lnTo>
                  <a:close/>
                </a:path>
                <a:path w="2184400" h="5782310">
                  <a:moveTo>
                    <a:pt x="1751076" y="2702052"/>
                  </a:moveTo>
                  <a:lnTo>
                    <a:pt x="1748028" y="2699004"/>
                  </a:lnTo>
                  <a:lnTo>
                    <a:pt x="1740408" y="2699004"/>
                  </a:lnTo>
                  <a:lnTo>
                    <a:pt x="1735836" y="2702052"/>
                  </a:lnTo>
                  <a:lnTo>
                    <a:pt x="1735836" y="2750820"/>
                  </a:lnTo>
                  <a:lnTo>
                    <a:pt x="1740408" y="2753868"/>
                  </a:lnTo>
                  <a:lnTo>
                    <a:pt x="1748028" y="2753868"/>
                  </a:lnTo>
                  <a:lnTo>
                    <a:pt x="1751076" y="2750820"/>
                  </a:lnTo>
                  <a:lnTo>
                    <a:pt x="1751076" y="2702052"/>
                  </a:lnTo>
                  <a:close/>
                </a:path>
                <a:path w="2184400" h="5782310">
                  <a:moveTo>
                    <a:pt x="1751076" y="2619756"/>
                  </a:moveTo>
                  <a:lnTo>
                    <a:pt x="1748028" y="2616708"/>
                  </a:lnTo>
                  <a:lnTo>
                    <a:pt x="1740408" y="2616708"/>
                  </a:lnTo>
                  <a:lnTo>
                    <a:pt x="1735836" y="2619756"/>
                  </a:lnTo>
                  <a:lnTo>
                    <a:pt x="1735836" y="2668524"/>
                  </a:lnTo>
                  <a:lnTo>
                    <a:pt x="1740408" y="2671572"/>
                  </a:lnTo>
                  <a:lnTo>
                    <a:pt x="1748028" y="2671572"/>
                  </a:lnTo>
                  <a:lnTo>
                    <a:pt x="1751076" y="2668524"/>
                  </a:lnTo>
                  <a:lnTo>
                    <a:pt x="1751076" y="2619756"/>
                  </a:lnTo>
                  <a:close/>
                </a:path>
                <a:path w="2184400" h="5782310">
                  <a:moveTo>
                    <a:pt x="1751076" y="2537460"/>
                  </a:moveTo>
                  <a:lnTo>
                    <a:pt x="1748028" y="2534412"/>
                  </a:lnTo>
                  <a:lnTo>
                    <a:pt x="1740408" y="2534412"/>
                  </a:lnTo>
                  <a:lnTo>
                    <a:pt x="1735836" y="2537460"/>
                  </a:lnTo>
                  <a:lnTo>
                    <a:pt x="1735836" y="2586228"/>
                  </a:lnTo>
                  <a:lnTo>
                    <a:pt x="1740408" y="2589276"/>
                  </a:lnTo>
                  <a:lnTo>
                    <a:pt x="1748028" y="2589276"/>
                  </a:lnTo>
                  <a:lnTo>
                    <a:pt x="1751076" y="2586228"/>
                  </a:lnTo>
                  <a:lnTo>
                    <a:pt x="1751076" y="2537460"/>
                  </a:lnTo>
                  <a:close/>
                </a:path>
                <a:path w="2184400" h="5782310">
                  <a:moveTo>
                    <a:pt x="1751076" y="2453640"/>
                  </a:moveTo>
                  <a:lnTo>
                    <a:pt x="1748028" y="2450592"/>
                  </a:lnTo>
                  <a:lnTo>
                    <a:pt x="1740408" y="2450592"/>
                  </a:lnTo>
                  <a:lnTo>
                    <a:pt x="1735836" y="2453640"/>
                  </a:lnTo>
                  <a:lnTo>
                    <a:pt x="1735836" y="2503932"/>
                  </a:lnTo>
                  <a:lnTo>
                    <a:pt x="1740408" y="2506980"/>
                  </a:lnTo>
                  <a:lnTo>
                    <a:pt x="1748028" y="2506980"/>
                  </a:lnTo>
                  <a:lnTo>
                    <a:pt x="1751076" y="2503932"/>
                  </a:lnTo>
                  <a:lnTo>
                    <a:pt x="1751076" y="2453640"/>
                  </a:lnTo>
                  <a:close/>
                </a:path>
                <a:path w="2184400" h="5782310">
                  <a:moveTo>
                    <a:pt x="1751076" y="2371344"/>
                  </a:moveTo>
                  <a:lnTo>
                    <a:pt x="1748028" y="2368296"/>
                  </a:lnTo>
                  <a:lnTo>
                    <a:pt x="1740408" y="2368296"/>
                  </a:lnTo>
                  <a:lnTo>
                    <a:pt x="1735836" y="2371344"/>
                  </a:lnTo>
                  <a:lnTo>
                    <a:pt x="1735836" y="2420112"/>
                  </a:lnTo>
                  <a:lnTo>
                    <a:pt x="1740408" y="2423160"/>
                  </a:lnTo>
                  <a:lnTo>
                    <a:pt x="1748028" y="2423160"/>
                  </a:lnTo>
                  <a:lnTo>
                    <a:pt x="1751076" y="2420112"/>
                  </a:lnTo>
                  <a:lnTo>
                    <a:pt x="1751076" y="2371344"/>
                  </a:lnTo>
                  <a:close/>
                </a:path>
                <a:path w="2184400" h="5782310">
                  <a:moveTo>
                    <a:pt x="1751076" y="2289048"/>
                  </a:moveTo>
                  <a:lnTo>
                    <a:pt x="1748028" y="2286000"/>
                  </a:lnTo>
                  <a:lnTo>
                    <a:pt x="1740408" y="2286000"/>
                  </a:lnTo>
                  <a:lnTo>
                    <a:pt x="1735836" y="2289048"/>
                  </a:lnTo>
                  <a:lnTo>
                    <a:pt x="1735836" y="2337816"/>
                  </a:lnTo>
                  <a:lnTo>
                    <a:pt x="1740408" y="2340864"/>
                  </a:lnTo>
                  <a:lnTo>
                    <a:pt x="1748028" y="2340864"/>
                  </a:lnTo>
                  <a:lnTo>
                    <a:pt x="1751076" y="2337816"/>
                  </a:lnTo>
                  <a:lnTo>
                    <a:pt x="1751076" y="2289048"/>
                  </a:lnTo>
                  <a:close/>
                </a:path>
                <a:path w="2184400" h="5782310">
                  <a:moveTo>
                    <a:pt x="1751076" y="2206752"/>
                  </a:moveTo>
                  <a:lnTo>
                    <a:pt x="1748028" y="2203704"/>
                  </a:lnTo>
                  <a:lnTo>
                    <a:pt x="1740408" y="2203704"/>
                  </a:lnTo>
                  <a:lnTo>
                    <a:pt x="1735836" y="2206752"/>
                  </a:lnTo>
                  <a:lnTo>
                    <a:pt x="1735836" y="2255520"/>
                  </a:lnTo>
                  <a:lnTo>
                    <a:pt x="1740408" y="2258568"/>
                  </a:lnTo>
                  <a:lnTo>
                    <a:pt x="1748028" y="2258568"/>
                  </a:lnTo>
                  <a:lnTo>
                    <a:pt x="1751076" y="2255520"/>
                  </a:lnTo>
                  <a:lnTo>
                    <a:pt x="1751076" y="2206752"/>
                  </a:lnTo>
                  <a:close/>
                </a:path>
                <a:path w="2184400" h="5782310">
                  <a:moveTo>
                    <a:pt x="1751076" y="2122932"/>
                  </a:moveTo>
                  <a:lnTo>
                    <a:pt x="1748028" y="2119884"/>
                  </a:lnTo>
                  <a:lnTo>
                    <a:pt x="1740408" y="2119884"/>
                  </a:lnTo>
                  <a:lnTo>
                    <a:pt x="1735836" y="2122932"/>
                  </a:lnTo>
                  <a:lnTo>
                    <a:pt x="1735836" y="2171700"/>
                  </a:lnTo>
                  <a:lnTo>
                    <a:pt x="1740408" y="2174748"/>
                  </a:lnTo>
                  <a:lnTo>
                    <a:pt x="1748028" y="2174748"/>
                  </a:lnTo>
                  <a:lnTo>
                    <a:pt x="1751076" y="2171700"/>
                  </a:lnTo>
                  <a:lnTo>
                    <a:pt x="1751076" y="2122932"/>
                  </a:lnTo>
                  <a:close/>
                </a:path>
                <a:path w="2184400" h="5782310">
                  <a:moveTo>
                    <a:pt x="1751076" y="2040636"/>
                  </a:moveTo>
                  <a:lnTo>
                    <a:pt x="1748028" y="2037588"/>
                  </a:lnTo>
                  <a:lnTo>
                    <a:pt x="1740408" y="2037588"/>
                  </a:lnTo>
                  <a:lnTo>
                    <a:pt x="1735836" y="2040636"/>
                  </a:lnTo>
                  <a:lnTo>
                    <a:pt x="1735836" y="2089404"/>
                  </a:lnTo>
                  <a:lnTo>
                    <a:pt x="1740408" y="2092452"/>
                  </a:lnTo>
                  <a:lnTo>
                    <a:pt x="1748028" y="2092452"/>
                  </a:lnTo>
                  <a:lnTo>
                    <a:pt x="1751076" y="2089404"/>
                  </a:lnTo>
                  <a:lnTo>
                    <a:pt x="1751076" y="2040636"/>
                  </a:lnTo>
                  <a:close/>
                </a:path>
                <a:path w="2184400" h="5782310">
                  <a:moveTo>
                    <a:pt x="1751076" y="1958340"/>
                  </a:moveTo>
                  <a:lnTo>
                    <a:pt x="1748028" y="1955292"/>
                  </a:lnTo>
                  <a:lnTo>
                    <a:pt x="1740408" y="1955292"/>
                  </a:lnTo>
                  <a:lnTo>
                    <a:pt x="1735836" y="1958340"/>
                  </a:lnTo>
                  <a:lnTo>
                    <a:pt x="1735836" y="2007108"/>
                  </a:lnTo>
                  <a:lnTo>
                    <a:pt x="1740408" y="2010156"/>
                  </a:lnTo>
                  <a:lnTo>
                    <a:pt x="1748028" y="2010156"/>
                  </a:lnTo>
                  <a:lnTo>
                    <a:pt x="1751076" y="2007108"/>
                  </a:lnTo>
                  <a:lnTo>
                    <a:pt x="1751076" y="1958340"/>
                  </a:lnTo>
                  <a:close/>
                </a:path>
                <a:path w="2184400" h="5782310">
                  <a:moveTo>
                    <a:pt x="1751076" y="1874520"/>
                  </a:moveTo>
                  <a:lnTo>
                    <a:pt x="1748028" y="1871472"/>
                  </a:lnTo>
                  <a:lnTo>
                    <a:pt x="1740408" y="1871472"/>
                  </a:lnTo>
                  <a:lnTo>
                    <a:pt x="1735836" y="1874520"/>
                  </a:lnTo>
                  <a:lnTo>
                    <a:pt x="1735836" y="1924812"/>
                  </a:lnTo>
                  <a:lnTo>
                    <a:pt x="1740408" y="1927860"/>
                  </a:lnTo>
                  <a:lnTo>
                    <a:pt x="1748028" y="1927860"/>
                  </a:lnTo>
                  <a:lnTo>
                    <a:pt x="1751076" y="1924812"/>
                  </a:lnTo>
                  <a:lnTo>
                    <a:pt x="1751076" y="1874520"/>
                  </a:lnTo>
                  <a:close/>
                </a:path>
                <a:path w="2184400" h="5782310">
                  <a:moveTo>
                    <a:pt x="1751076" y="1792224"/>
                  </a:moveTo>
                  <a:lnTo>
                    <a:pt x="1748028" y="1789176"/>
                  </a:lnTo>
                  <a:lnTo>
                    <a:pt x="1740408" y="1789176"/>
                  </a:lnTo>
                  <a:lnTo>
                    <a:pt x="1735836" y="1792224"/>
                  </a:lnTo>
                  <a:lnTo>
                    <a:pt x="1735836" y="1840992"/>
                  </a:lnTo>
                  <a:lnTo>
                    <a:pt x="1740408" y="1844040"/>
                  </a:lnTo>
                  <a:lnTo>
                    <a:pt x="1748028" y="1844040"/>
                  </a:lnTo>
                  <a:lnTo>
                    <a:pt x="1751076" y="1840992"/>
                  </a:lnTo>
                  <a:lnTo>
                    <a:pt x="1751076" y="1792224"/>
                  </a:lnTo>
                  <a:close/>
                </a:path>
                <a:path w="2184400" h="5782310">
                  <a:moveTo>
                    <a:pt x="1751076" y="1709928"/>
                  </a:moveTo>
                  <a:lnTo>
                    <a:pt x="1748028" y="1706880"/>
                  </a:lnTo>
                  <a:lnTo>
                    <a:pt x="1740408" y="1706880"/>
                  </a:lnTo>
                  <a:lnTo>
                    <a:pt x="1735836" y="1709928"/>
                  </a:lnTo>
                  <a:lnTo>
                    <a:pt x="1735836" y="1758696"/>
                  </a:lnTo>
                  <a:lnTo>
                    <a:pt x="1740408" y="1761744"/>
                  </a:lnTo>
                  <a:lnTo>
                    <a:pt x="1748028" y="1761744"/>
                  </a:lnTo>
                  <a:lnTo>
                    <a:pt x="1751076" y="1758696"/>
                  </a:lnTo>
                  <a:lnTo>
                    <a:pt x="1751076" y="1709928"/>
                  </a:lnTo>
                  <a:close/>
                </a:path>
                <a:path w="2184400" h="5782310">
                  <a:moveTo>
                    <a:pt x="1751076" y="1627632"/>
                  </a:moveTo>
                  <a:lnTo>
                    <a:pt x="1748028" y="1624584"/>
                  </a:lnTo>
                  <a:lnTo>
                    <a:pt x="1740408" y="1624584"/>
                  </a:lnTo>
                  <a:lnTo>
                    <a:pt x="1735836" y="1627632"/>
                  </a:lnTo>
                  <a:lnTo>
                    <a:pt x="1735836" y="1676400"/>
                  </a:lnTo>
                  <a:lnTo>
                    <a:pt x="1740408" y="1679448"/>
                  </a:lnTo>
                  <a:lnTo>
                    <a:pt x="1748028" y="1679448"/>
                  </a:lnTo>
                  <a:lnTo>
                    <a:pt x="1751076" y="1676400"/>
                  </a:lnTo>
                  <a:lnTo>
                    <a:pt x="1751076" y="1627632"/>
                  </a:lnTo>
                  <a:close/>
                </a:path>
                <a:path w="2184400" h="5782310">
                  <a:moveTo>
                    <a:pt x="1751076" y="1543812"/>
                  </a:moveTo>
                  <a:lnTo>
                    <a:pt x="1748028" y="1540764"/>
                  </a:lnTo>
                  <a:lnTo>
                    <a:pt x="1740408" y="1540764"/>
                  </a:lnTo>
                  <a:lnTo>
                    <a:pt x="1735836" y="1543812"/>
                  </a:lnTo>
                  <a:lnTo>
                    <a:pt x="1735836" y="1592580"/>
                  </a:lnTo>
                  <a:lnTo>
                    <a:pt x="1740408" y="1595628"/>
                  </a:lnTo>
                  <a:lnTo>
                    <a:pt x="1748028" y="1595628"/>
                  </a:lnTo>
                  <a:lnTo>
                    <a:pt x="1751076" y="1592580"/>
                  </a:lnTo>
                  <a:lnTo>
                    <a:pt x="1751076" y="1543812"/>
                  </a:lnTo>
                  <a:close/>
                </a:path>
                <a:path w="2184400" h="5782310">
                  <a:moveTo>
                    <a:pt x="1751076" y="1461516"/>
                  </a:moveTo>
                  <a:lnTo>
                    <a:pt x="1748028" y="1458468"/>
                  </a:lnTo>
                  <a:lnTo>
                    <a:pt x="1740408" y="1458468"/>
                  </a:lnTo>
                  <a:lnTo>
                    <a:pt x="1735836" y="1461516"/>
                  </a:lnTo>
                  <a:lnTo>
                    <a:pt x="1735836" y="1510284"/>
                  </a:lnTo>
                  <a:lnTo>
                    <a:pt x="1740408" y="1513332"/>
                  </a:lnTo>
                  <a:lnTo>
                    <a:pt x="1748028" y="1513332"/>
                  </a:lnTo>
                  <a:lnTo>
                    <a:pt x="1751076" y="1510284"/>
                  </a:lnTo>
                  <a:lnTo>
                    <a:pt x="1751076" y="1461516"/>
                  </a:lnTo>
                  <a:close/>
                </a:path>
                <a:path w="2184400" h="5782310">
                  <a:moveTo>
                    <a:pt x="1751076" y="1379220"/>
                  </a:moveTo>
                  <a:lnTo>
                    <a:pt x="1748028" y="1376172"/>
                  </a:lnTo>
                  <a:lnTo>
                    <a:pt x="1740408" y="1376172"/>
                  </a:lnTo>
                  <a:lnTo>
                    <a:pt x="1735836" y="1379220"/>
                  </a:lnTo>
                  <a:lnTo>
                    <a:pt x="1735836" y="1427988"/>
                  </a:lnTo>
                  <a:lnTo>
                    <a:pt x="1740408" y="1431036"/>
                  </a:lnTo>
                  <a:lnTo>
                    <a:pt x="1748028" y="1431036"/>
                  </a:lnTo>
                  <a:lnTo>
                    <a:pt x="1751076" y="1427988"/>
                  </a:lnTo>
                  <a:lnTo>
                    <a:pt x="1751076" y="1379220"/>
                  </a:lnTo>
                  <a:close/>
                </a:path>
                <a:path w="2184400" h="5782310">
                  <a:moveTo>
                    <a:pt x="1751076" y="1295400"/>
                  </a:moveTo>
                  <a:lnTo>
                    <a:pt x="1748028" y="1292352"/>
                  </a:lnTo>
                  <a:lnTo>
                    <a:pt x="1740408" y="1292352"/>
                  </a:lnTo>
                  <a:lnTo>
                    <a:pt x="1735836" y="1295400"/>
                  </a:lnTo>
                  <a:lnTo>
                    <a:pt x="1735836" y="1345692"/>
                  </a:lnTo>
                  <a:lnTo>
                    <a:pt x="1740408" y="1348740"/>
                  </a:lnTo>
                  <a:lnTo>
                    <a:pt x="1748028" y="1348740"/>
                  </a:lnTo>
                  <a:lnTo>
                    <a:pt x="1751076" y="1345692"/>
                  </a:lnTo>
                  <a:lnTo>
                    <a:pt x="1751076" y="1295400"/>
                  </a:lnTo>
                  <a:close/>
                </a:path>
                <a:path w="2184400" h="5782310">
                  <a:moveTo>
                    <a:pt x="1751076" y="1213104"/>
                  </a:moveTo>
                  <a:lnTo>
                    <a:pt x="1748028" y="1210056"/>
                  </a:lnTo>
                  <a:lnTo>
                    <a:pt x="1740408" y="1210056"/>
                  </a:lnTo>
                  <a:lnTo>
                    <a:pt x="1735836" y="1213104"/>
                  </a:lnTo>
                  <a:lnTo>
                    <a:pt x="1735836" y="1261872"/>
                  </a:lnTo>
                  <a:lnTo>
                    <a:pt x="1740408" y="1264920"/>
                  </a:lnTo>
                  <a:lnTo>
                    <a:pt x="1748028" y="1264920"/>
                  </a:lnTo>
                  <a:lnTo>
                    <a:pt x="1751076" y="1261872"/>
                  </a:lnTo>
                  <a:lnTo>
                    <a:pt x="1751076" y="1213104"/>
                  </a:lnTo>
                  <a:close/>
                </a:path>
                <a:path w="2184400" h="5782310">
                  <a:moveTo>
                    <a:pt x="1751076" y="1130808"/>
                  </a:moveTo>
                  <a:lnTo>
                    <a:pt x="1748028" y="1127760"/>
                  </a:lnTo>
                  <a:lnTo>
                    <a:pt x="1740408" y="1127760"/>
                  </a:lnTo>
                  <a:lnTo>
                    <a:pt x="1735836" y="1130808"/>
                  </a:lnTo>
                  <a:lnTo>
                    <a:pt x="1735836" y="1179576"/>
                  </a:lnTo>
                  <a:lnTo>
                    <a:pt x="1740408" y="1182624"/>
                  </a:lnTo>
                  <a:lnTo>
                    <a:pt x="1748028" y="1182624"/>
                  </a:lnTo>
                  <a:lnTo>
                    <a:pt x="1751076" y="1179576"/>
                  </a:lnTo>
                  <a:lnTo>
                    <a:pt x="1751076" y="1130808"/>
                  </a:lnTo>
                  <a:close/>
                </a:path>
                <a:path w="2184400" h="5782310">
                  <a:moveTo>
                    <a:pt x="1751076" y="1048512"/>
                  </a:moveTo>
                  <a:lnTo>
                    <a:pt x="1748028" y="1045464"/>
                  </a:lnTo>
                  <a:lnTo>
                    <a:pt x="1740408" y="1045464"/>
                  </a:lnTo>
                  <a:lnTo>
                    <a:pt x="1735836" y="1048512"/>
                  </a:lnTo>
                  <a:lnTo>
                    <a:pt x="1735836" y="1097280"/>
                  </a:lnTo>
                  <a:lnTo>
                    <a:pt x="1740408" y="1100328"/>
                  </a:lnTo>
                  <a:lnTo>
                    <a:pt x="1748028" y="1100328"/>
                  </a:lnTo>
                  <a:lnTo>
                    <a:pt x="1751076" y="1097280"/>
                  </a:lnTo>
                  <a:lnTo>
                    <a:pt x="1751076" y="1048512"/>
                  </a:lnTo>
                  <a:close/>
                </a:path>
                <a:path w="2184400" h="5782310">
                  <a:moveTo>
                    <a:pt x="1751076" y="964692"/>
                  </a:moveTo>
                  <a:lnTo>
                    <a:pt x="1748028" y="961644"/>
                  </a:lnTo>
                  <a:lnTo>
                    <a:pt x="1740408" y="961644"/>
                  </a:lnTo>
                  <a:lnTo>
                    <a:pt x="1735836" y="964692"/>
                  </a:lnTo>
                  <a:lnTo>
                    <a:pt x="1735836" y="1013460"/>
                  </a:lnTo>
                  <a:lnTo>
                    <a:pt x="1740408" y="1016508"/>
                  </a:lnTo>
                  <a:lnTo>
                    <a:pt x="1748028" y="1016508"/>
                  </a:lnTo>
                  <a:lnTo>
                    <a:pt x="1751076" y="1013460"/>
                  </a:lnTo>
                  <a:lnTo>
                    <a:pt x="1751076" y="964692"/>
                  </a:lnTo>
                  <a:close/>
                </a:path>
                <a:path w="2184400" h="5782310">
                  <a:moveTo>
                    <a:pt x="1751076" y="882396"/>
                  </a:moveTo>
                  <a:lnTo>
                    <a:pt x="1748028" y="879348"/>
                  </a:lnTo>
                  <a:lnTo>
                    <a:pt x="1740408" y="879348"/>
                  </a:lnTo>
                  <a:lnTo>
                    <a:pt x="1735836" y="882396"/>
                  </a:lnTo>
                  <a:lnTo>
                    <a:pt x="1735836" y="931164"/>
                  </a:lnTo>
                  <a:lnTo>
                    <a:pt x="1740408" y="934212"/>
                  </a:lnTo>
                  <a:lnTo>
                    <a:pt x="1748028" y="934212"/>
                  </a:lnTo>
                  <a:lnTo>
                    <a:pt x="1751076" y="931164"/>
                  </a:lnTo>
                  <a:lnTo>
                    <a:pt x="1751076" y="882396"/>
                  </a:lnTo>
                  <a:close/>
                </a:path>
                <a:path w="2184400" h="5782310">
                  <a:moveTo>
                    <a:pt x="1751076" y="800100"/>
                  </a:moveTo>
                  <a:lnTo>
                    <a:pt x="1748028" y="797052"/>
                  </a:lnTo>
                  <a:lnTo>
                    <a:pt x="1740408" y="797052"/>
                  </a:lnTo>
                  <a:lnTo>
                    <a:pt x="1735836" y="800100"/>
                  </a:lnTo>
                  <a:lnTo>
                    <a:pt x="1735836" y="848868"/>
                  </a:lnTo>
                  <a:lnTo>
                    <a:pt x="1740408" y="851916"/>
                  </a:lnTo>
                  <a:lnTo>
                    <a:pt x="1748028" y="851916"/>
                  </a:lnTo>
                  <a:lnTo>
                    <a:pt x="1751076" y="848868"/>
                  </a:lnTo>
                  <a:lnTo>
                    <a:pt x="1751076" y="800100"/>
                  </a:lnTo>
                  <a:close/>
                </a:path>
                <a:path w="2184400" h="5782310">
                  <a:moveTo>
                    <a:pt x="1751076" y="716280"/>
                  </a:moveTo>
                  <a:lnTo>
                    <a:pt x="1748028" y="713232"/>
                  </a:lnTo>
                  <a:lnTo>
                    <a:pt x="1740408" y="713232"/>
                  </a:lnTo>
                  <a:lnTo>
                    <a:pt x="1735836" y="716280"/>
                  </a:lnTo>
                  <a:lnTo>
                    <a:pt x="1735836" y="766572"/>
                  </a:lnTo>
                  <a:lnTo>
                    <a:pt x="1740408" y="769620"/>
                  </a:lnTo>
                  <a:lnTo>
                    <a:pt x="1748028" y="769620"/>
                  </a:lnTo>
                  <a:lnTo>
                    <a:pt x="1751076" y="766572"/>
                  </a:lnTo>
                  <a:lnTo>
                    <a:pt x="1751076" y="716280"/>
                  </a:lnTo>
                  <a:close/>
                </a:path>
                <a:path w="2184400" h="5782310">
                  <a:moveTo>
                    <a:pt x="1751076" y="633984"/>
                  </a:moveTo>
                  <a:lnTo>
                    <a:pt x="1748028" y="630936"/>
                  </a:lnTo>
                  <a:lnTo>
                    <a:pt x="1740408" y="630936"/>
                  </a:lnTo>
                  <a:lnTo>
                    <a:pt x="1735836" y="633984"/>
                  </a:lnTo>
                  <a:lnTo>
                    <a:pt x="1735836" y="682752"/>
                  </a:lnTo>
                  <a:lnTo>
                    <a:pt x="1740408" y="685800"/>
                  </a:lnTo>
                  <a:lnTo>
                    <a:pt x="1748028" y="685800"/>
                  </a:lnTo>
                  <a:lnTo>
                    <a:pt x="1751076" y="682752"/>
                  </a:lnTo>
                  <a:lnTo>
                    <a:pt x="1751076" y="633984"/>
                  </a:lnTo>
                  <a:close/>
                </a:path>
                <a:path w="2184400" h="5782310">
                  <a:moveTo>
                    <a:pt x="1751076" y="551688"/>
                  </a:moveTo>
                  <a:lnTo>
                    <a:pt x="1748028" y="548640"/>
                  </a:lnTo>
                  <a:lnTo>
                    <a:pt x="1740408" y="548640"/>
                  </a:lnTo>
                  <a:lnTo>
                    <a:pt x="1735836" y="551688"/>
                  </a:lnTo>
                  <a:lnTo>
                    <a:pt x="1735836" y="600456"/>
                  </a:lnTo>
                  <a:lnTo>
                    <a:pt x="1740408" y="603504"/>
                  </a:lnTo>
                  <a:lnTo>
                    <a:pt x="1748028" y="603504"/>
                  </a:lnTo>
                  <a:lnTo>
                    <a:pt x="1751076" y="600456"/>
                  </a:lnTo>
                  <a:lnTo>
                    <a:pt x="1751076" y="551688"/>
                  </a:lnTo>
                  <a:close/>
                </a:path>
                <a:path w="2184400" h="5782310">
                  <a:moveTo>
                    <a:pt x="1751076" y="469392"/>
                  </a:moveTo>
                  <a:lnTo>
                    <a:pt x="1748028" y="466344"/>
                  </a:lnTo>
                  <a:lnTo>
                    <a:pt x="1740408" y="466344"/>
                  </a:lnTo>
                  <a:lnTo>
                    <a:pt x="1735836" y="469392"/>
                  </a:lnTo>
                  <a:lnTo>
                    <a:pt x="1735836" y="518160"/>
                  </a:lnTo>
                  <a:lnTo>
                    <a:pt x="1740408" y="521208"/>
                  </a:lnTo>
                  <a:lnTo>
                    <a:pt x="1748028" y="521208"/>
                  </a:lnTo>
                  <a:lnTo>
                    <a:pt x="1751076" y="518160"/>
                  </a:lnTo>
                  <a:lnTo>
                    <a:pt x="1751076" y="469392"/>
                  </a:lnTo>
                  <a:close/>
                </a:path>
                <a:path w="2184400" h="5782310">
                  <a:moveTo>
                    <a:pt x="1751076" y="385572"/>
                  </a:moveTo>
                  <a:lnTo>
                    <a:pt x="1748028" y="382524"/>
                  </a:lnTo>
                  <a:lnTo>
                    <a:pt x="1740408" y="382524"/>
                  </a:lnTo>
                  <a:lnTo>
                    <a:pt x="1735836" y="385572"/>
                  </a:lnTo>
                  <a:lnTo>
                    <a:pt x="1735836" y="434340"/>
                  </a:lnTo>
                  <a:lnTo>
                    <a:pt x="1740408" y="437388"/>
                  </a:lnTo>
                  <a:lnTo>
                    <a:pt x="1748028" y="437388"/>
                  </a:lnTo>
                  <a:lnTo>
                    <a:pt x="1751076" y="434340"/>
                  </a:lnTo>
                  <a:lnTo>
                    <a:pt x="1751076" y="385572"/>
                  </a:lnTo>
                  <a:close/>
                </a:path>
                <a:path w="2184400" h="5782310">
                  <a:moveTo>
                    <a:pt x="1751076" y="303276"/>
                  </a:moveTo>
                  <a:lnTo>
                    <a:pt x="1748028" y="300228"/>
                  </a:lnTo>
                  <a:lnTo>
                    <a:pt x="1740408" y="300228"/>
                  </a:lnTo>
                  <a:lnTo>
                    <a:pt x="1735836" y="303276"/>
                  </a:lnTo>
                  <a:lnTo>
                    <a:pt x="1735836" y="352044"/>
                  </a:lnTo>
                  <a:lnTo>
                    <a:pt x="1740408" y="355092"/>
                  </a:lnTo>
                  <a:lnTo>
                    <a:pt x="1748028" y="355092"/>
                  </a:lnTo>
                  <a:lnTo>
                    <a:pt x="1751076" y="352044"/>
                  </a:lnTo>
                  <a:lnTo>
                    <a:pt x="1751076" y="303276"/>
                  </a:lnTo>
                  <a:close/>
                </a:path>
                <a:path w="2184400" h="5782310">
                  <a:moveTo>
                    <a:pt x="1751076" y="220980"/>
                  </a:moveTo>
                  <a:lnTo>
                    <a:pt x="1748028" y="217932"/>
                  </a:lnTo>
                  <a:lnTo>
                    <a:pt x="1740408" y="217932"/>
                  </a:lnTo>
                  <a:lnTo>
                    <a:pt x="1735836" y="220980"/>
                  </a:lnTo>
                  <a:lnTo>
                    <a:pt x="1735836" y="269748"/>
                  </a:lnTo>
                  <a:lnTo>
                    <a:pt x="1740408" y="272796"/>
                  </a:lnTo>
                  <a:lnTo>
                    <a:pt x="1748028" y="272796"/>
                  </a:lnTo>
                  <a:lnTo>
                    <a:pt x="1751076" y="269748"/>
                  </a:lnTo>
                  <a:lnTo>
                    <a:pt x="1751076" y="220980"/>
                  </a:lnTo>
                  <a:close/>
                </a:path>
                <a:path w="2184400" h="5782310">
                  <a:moveTo>
                    <a:pt x="1751076" y="137160"/>
                  </a:moveTo>
                  <a:lnTo>
                    <a:pt x="1748028" y="134112"/>
                  </a:lnTo>
                  <a:lnTo>
                    <a:pt x="1740408" y="134112"/>
                  </a:lnTo>
                  <a:lnTo>
                    <a:pt x="1735836" y="137160"/>
                  </a:lnTo>
                  <a:lnTo>
                    <a:pt x="1735836" y="187452"/>
                  </a:lnTo>
                  <a:lnTo>
                    <a:pt x="1740408" y="190500"/>
                  </a:lnTo>
                  <a:lnTo>
                    <a:pt x="1748028" y="190500"/>
                  </a:lnTo>
                  <a:lnTo>
                    <a:pt x="1751076" y="187452"/>
                  </a:lnTo>
                  <a:lnTo>
                    <a:pt x="1751076" y="137160"/>
                  </a:lnTo>
                  <a:close/>
                </a:path>
                <a:path w="2184400" h="5782310">
                  <a:moveTo>
                    <a:pt x="1967484" y="5266944"/>
                  </a:moveTo>
                  <a:lnTo>
                    <a:pt x="1964436" y="5263896"/>
                  </a:lnTo>
                  <a:lnTo>
                    <a:pt x="1956816" y="5263896"/>
                  </a:lnTo>
                  <a:lnTo>
                    <a:pt x="1953768" y="5266944"/>
                  </a:lnTo>
                  <a:lnTo>
                    <a:pt x="1953768" y="5291328"/>
                  </a:lnTo>
                  <a:lnTo>
                    <a:pt x="1956816" y="5294376"/>
                  </a:lnTo>
                  <a:lnTo>
                    <a:pt x="1964436" y="5294376"/>
                  </a:lnTo>
                  <a:lnTo>
                    <a:pt x="1967484" y="5291328"/>
                  </a:lnTo>
                  <a:lnTo>
                    <a:pt x="1967484" y="5266944"/>
                  </a:lnTo>
                  <a:close/>
                </a:path>
                <a:path w="2184400" h="5782310">
                  <a:moveTo>
                    <a:pt x="1967484" y="5184648"/>
                  </a:moveTo>
                  <a:lnTo>
                    <a:pt x="1964436" y="5181600"/>
                  </a:lnTo>
                  <a:lnTo>
                    <a:pt x="1956816" y="5181600"/>
                  </a:lnTo>
                  <a:lnTo>
                    <a:pt x="1953768" y="5184648"/>
                  </a:lnTo>
                  <a:lnTo>
                    <a:pt x="1953768" y="5233416"/>
                  </a:lnTo>
                  <a:lnTo>
                    <a:pt x="1956816" y="5236464"/>
                  </a:lnTo>
                  <a:lnTo>
                    <a:pt x="1964436" y="5236464"/>
                  </a:lnTo>
                  <a:lnTo>
                    <a:pt x="1967484" y="5233416"/>
                  </a:lnTo>
                  <a:lnTo>
                    <a:pt x="1967484" y="5184648"/>
                  </a:lnTo>
                  <a:close/>
                </a:path>
                <a:path w="2184400" h="5782310">
                  <a:moveTo>
                    <a:pt x="1967484" y="5102352"/>
                  </a:moveTo>
                  <a:lnTo>
                    <a:pt x="1964436" y="5099304"/>
                  </a:lnTo>
                  <a:lnTo>
                    <a:pt x="1956816" y="5099304"/>
                  </a:lnTo>
                  <a:lnTo>
                    <a:pt x="1953768" y="5102352"/>
                  </a:lnTo>
                  <a:lnTo>
                    <a:pt x="1953768" y="5151120"/>
                  </a:lnTo>
                  <a:lnTo>
                    <a:pt x="1956816" y="5154168"/>
                  </a:lnTo>
                  <a:lnTo>
                    <a:pt x="1964436" y="5154168"/>
                  </a:lnTo>
                  <a:lnTo>
                    <a:pt x="1967484" y="5151120"/>
                  </a:lnTo>
                  <a:lnTo>
                    <a:pt x="1967484" y="5102352"/>
                  </a:lnTo>
                  <a:close/>
                </a:path>
                <a:path w="2184400" h="5782310">
                  <a:moveTo>
                    <a:pt x="1967484" y="5018532"/>
                  </a:moveTo>
                  <a:lnTo>
                    <a:pt x="1964436" y="5015484"/>
                  </a:lnTo>
                  <a:lnTo>
                    <a:pt x="1956816" y="5015484"/>
                  </a:lnTo>
                  <a:lnTo>
                    <a:pt x="1953768" y="5018532"/>
                  </a:lnTo>
                  <a:lnTo>
                    <a:pt x="1953768" y="5067300"/>
                  </a:lnTo>
                  <a:lnTo>
                    <a:pt x="1956816" y="5070348"/>
                  </a:lnTo>
                  <a:lnTo>
                    <a:pt x="1964436" y="5070348"/>
                  </a:lnTo>
                  <a:lnTo>
                    <a:pt x="1967484" y="5067300"/>
                  </a:lnTo>
                  <a:lnTo>
                    <a:pt x="1967484" y="5018532"/>
                  </a:lnTo>
                  <a:close/>
                </a:path>
                <a:path w="2184400" h="5782310">
                  <a:moveTo>
                    <a:pt x="1967484" y="4936236"/>
                  </a:moveTo>
                  <a:lnTo>
                    <a:pt x="1964436" y="4933188"/>
                  </a:lnTo>
                  <a:lnTo>
                    <a:pt x="1956816" y="4933188"/>
                  </a:lnTo>
                  <a:lnTo>
                    <a:pt x="1953768" y="4936236"/>
                  </a:lnTo>
                  <a:lnTo>
                    <a:pt x="1953768" y="4985004"/>
                  </a:lnTo>
                  <a:lnTo>
                    <a:pt x="1956816" y="4988052"/>
                  </a:lnTo>
                  <a:lnTo>
                    <a:pt x="1964436" y="4988052"/>
                  </a:lnTo>
                  <a:lnTo>
                    <a:pt x="1967484" y="4985004"/>
                  </a:lnTo>
                  <a:lnTo>
                    <a:pt x="1967484" y="4936236"/>
                  </a:lnTo>
                  <a:close/>
                </a:path>
                <a:path w="2184400" h="5782310">
                  <a:moveTo>
                    <a:pt x="1967484" y="4853940"/>
                  </a:moveTo>
                  <a:lnTo>
                    <a:pt x="1964436" y="4850892"/>
                  </a:lnTo>
                  <a:lnTo>
                    <a:pt x="1956816" y="4850892"/>
                  </a:lnTo>
                  <a:lnTo>
                    <a:pt x="1953768" y="4853940"/>
                  </a:lnTo>
                  <a:lnTo>
                    <a:pt x="1953768" y="4902708"/>
                  </a:lnTo>
                  <a:lnTo>
                    <a:pt x="1956816" y="4905756"/>
                  </a:lnTo>
                  <a:lnTo>
                    <a:pt x="1964436" y="4905756"/>
                  </a:lnTo>
                  <a:lnTo>
                    <a:pt x="1967484" y="4902708"/>
                  </a:lnTo>
                  <a:lnTo>
                    <a:pt x="1967484" y="4853940"/>
                  </a:lnTo>
                  <a:close/>
                </a:path>
                <a:path w="2184400" h="5782310">
                  <a:moveTo>
                    <a:pt x="1967484" y="4770120"/>
                  </a:moveTo>
                  <a:lnTo>
                    <a:pt x="1964436" y="4767072"/>
                  </a:lnTo>
                  <a:lnTo>
                    <a:pt x="1956816" y="4767072"/>
                  </a:lnTo>
                  <a:lnTo>
                    <a:pt x="1953768" y="4770120"/>
                  </a:lnTo>
                  <a:lnTo>
                    <a:pt x="1953768" y="4820412"/>
                  </a:lnTo>
                  <a:lnTo>
                    <a:pt x="1956816" y="4823460"/>
                  </a:lnTo>
                  <a:lnTo>
                    <a:pt x="1964436" y="4823460"/>
                  </a:lnTo>
                  <a:lnTo>
                    <a:pt x="1967484" y="4820412"/>
                  </a:lnTo>
                  <a:lnTo>
                    <a:pt x="1967484" y="4770120"/>
                  </a:lnTo>
                  <a:close/>
                </a:path>
                <a:path w="2184400" h="5782310">
                  <a:moveTo>
                    <a:pt x="1967484" y="4687824"/>
                  </a:moveTo>
                  <a:lnTo>
                    <a:pt x="1964436" y="4684776"/>
                  </a:lnTo>
                  <a:lnTo>
                    <a:pt x="1956816" y="4684776"/>
                  </a:lnTo>
                  <a:lnTo>
                    <a:pt x="1953768" y="4687824"/>
                  </a:lnTo>
                  <a:lnTo>
                    <a:pt x="1953768" y="4736592"/>
                  </a:lnTo>
                  <a:lnTo>
                    <a:pt x="1956816" y="4739640"/>
                  </a:lnTo>
                  <a:lnTo>
                    <a:pt x="1964436" y="4739640"/>
                  </a:lnTo>
                  <a:lnTo>
                    <a:pt x="1967484" y="4736592"/>
                  </a:lnTo>
                  <a:lnTo>
                    <a:pt x="1967484" y="4687824"/>
                  </a:lnTo>
                  <a:close/>
                </a:path>
                <a:path w="2184400" h="5782310">
                  <a:moveTo>
                    <a:pt x="1967484" y="4605528"/>
                  </a:moveTo>
                  <a:lnTo>
                    <a:pt x="1964436" y="4602480"/>
                  </a:lnTo>
                  <a:lnTo>
                    <a:pt x="1956816" y="4602480"/>
                  </a:lnTo>
                  <a:lnTo>
                    <a:pt x="1953768" y="4605528"/>
                  </a:lnTo>
                  <a:lnTo>
                    <a:pt x="1953768" y="4654308"/>
                  </a:lnTo>
                  <a:lnTo>
                    <a:pt x="1956816" y="4657344"/>
                  </a:lnTo>
                  <a:lnTo>
                    <a:pt x="1964436" y="4657344"/>
                  </a:lnTo>
                  <a:lnTo>
                    <a:pt x="1967484" y="4654308"/>
                  </a:lnTo>
                  <a:lnTo>
                    <a:pt x="1967484" y="4605528"/>
                  </a:lnTo>
                  <a:close/>
                </a:path>
                <a:path w="2184400" h="5782310">
                  <a:moveTo>
                    <a:pt x="1967484" y="4523232"/>
                  </a:moveTo>
                  <a:lnTo>
                    <a:pt x="1964436" y="4520184"/>
                  </a:lnTo>
                  <a:lnTo>
                    <a:pt x="1956816" y="4520184"/>
                  </a:lnTo>
                  <a:lnTo>
                    <a:pt x="1953768" y="4523232"/>
                  </a:lnTo>
                  <a:lnTo>
                    <a:pt x="1953768" y="4572000"/>
                  </a:lnTo>
                  <a:lnTo>
                    <a:pt x="1956816" y="4575048"/>
                  </a:lnTo>
                  <a:lnTo>
                    <a:pt x="1964436" y="4575048"/>
                  </a:lnTo>
                  <a:lnTo>
                    <a:pt x="1967484" y="4572000"/>
                  </a:lnTo>
                  <a:lnTo>
                    <a:pt x="1967484" y="4523232"/>
                  </a:lnTo>
                  <a:close/>
                </a:path>
                <a:path w="2184400" h="5782310">
                  <a:moveTo>
                    <a:pt x="1967484" y="4439412"/>
                  </a:moveTo>
                  <a:lnTo>
                    <a:pt x="1964436" y="4436364"/>
                  </a:lnTo>
                  <a:lnTo>
                    <a:pt x="1956816" y="4436364"/>
                  </a:lnTo>
                  <a:lnTo>
                    <a:pt x="1953768" y="4439412"/>
                  </a:lnTo>
                  <a:lnTo>
                    <a:pt x="1953768" y="4488180"/>
                  </a:lnTo>
                  <a:lnTo>
                    <a:pt x="1956816" y="4491228"/>
                  </a:lnTo>
                  <a:lnTo>
                    <a:pt x="1964436" y="4491228"/>
                  </a:lnTo>
                  <a:lnTo>
                    <a:pt x="1967484" y="4488180"/>
                  </a:lnTo>
                  <a:lnTo>
                    <a:pt x="1967484" y="4439412"/>
                  </a:lnTo>
                  <a:close/>
                </a:path>
                <a:path w="2184400" h="5782310">
                  <a:moveTo>
                    <a:pt x="1967484" y="4357116"/>
                  </a:moveTo>
                  <a:lnTo>
                    <a:pt x="1964436" y="4354068"/>
                  </a:lnTo>
                  <a:lnTo>
                    <a:pt x="1956816" y="4354068"/>
                  </a:lnTo>
                  <a:lnTo>
                    <a:pt x="1953768" y="4357116"/>
                  </a:lnTo>
                  <a:lnTo>
                    <a:pt x="1953768" y="4405884"/>
                  </a:lnTo>
                  <a:lnTo>
                    <a:pt x="1956816" y="4408932"/>
                  </a:lnTo>
                  <a:lnTo>
                    <a:pt x="1964436" y="4408932"/>
                  </a:lnTo>
                  <a:lnTo>
                    <a:pt x="1967484" y="4405884"/>
                  </a:lnTo>
                  <a:lnTo>
                    <a:pt x="1967484" y="4357116"/>
                  </a:lnTo>
                  <a:close/>
                </a:path>
                <a:path w="2184400" h="5782310">
                  <a:moveTo>
                    <a:pt x="1967484" y="4274820"/>
                  </a:moveTo>
                  <a:lnTo>
                    <a:pt x="1964436" y="4271772"/>
                  </a:lnTo>
                  <a:lnTo>
                    <a:pt x="1956816" y="4271772"/>
                  </a:lnTo>
                  <a:lnTo>
                    <a:pt x="1953768" y="4274820"/>
                  </a:lnTo>
                  <a:lnTo>
                    <a:pt x="1953768" y="4323588"/>
                  </a:lnTo>
                  <a:lnTo>
                    <a:pt x="1956816" y="4326636"/>
                  </a:lnTo>
                  <a:lnTo>
                    <a:pt x="1964436" y="4326636"/>
                  </a:lnTo>
                  <a:lnTo>
                    <a:pt x="1967484" y="4323588"/>
                  </a:lnTo>
                  <a:lnTo>
                    <a:pt x="1967484" y="4274820"/>
                  </a:lnTo>
                  <a:close/>
                </a:path>
                <a:path w="2184400" h="5782310">
                  <a:moveTo>
                    <a:pt x="1967484" y="4191000"/>
                  </a:moveTo>
                  <a:lnTo>
                    <a:pt x="1964436" y="4187952"/>
                  </a:lnTo>
                  <a:lnTo>
                    <a:pt x="1956816" y="4187952"/>
                  </a:lnTo>
                  <a:lnTo>
                    <a:pt x="1953768" y="4191000"/>
                  </a:lnTo>
                  <a:lnTo>
                    <a:pt x="1953768" y="4241292"/>
                  </a:lnTo>
                  <a:lnTo>
                    <a:pt x="1956816" y="4244340"/>
                  </a:lnTo>
                  <a:lnTo>
                    <a:pt x="1964436" y="4244340"/>
                  </a:lnTo>
                  <a:lnTo>
                    <a:pt x="1967484" y="4241292"/>
                  </a:lnTo>
                  <a:lnTo>
                    <a:pt x="1967484" y="4191000"/>
                  </a:lnTo>
                  <a:close/>
                </a:path>
                <a:path w="2184400" h="5782310">
                  <a:moveTo>
                    <a:pt x="1967484" y="4108704"/>
                  </a:moveTo>
                  <a:lnTo>
                    <a:pt x="1964436" y="4105656"/>
                  </a:lnTo>
                  <a:lnTo>
                    <a:pt x="1956816" y="4105656"/>
                  </a:lnTo>
                  <a:lnTo>
                    <a:pt x="1953768" y="4108704"/>
                  </a:lnTo>
                  <a:lnTo>
                    <a:pt x="1953768" y="4157472"/>
                  </a:lnTo>
                  <a:lnTo>
                    <a:pt x="1956816" y="4160520"/>
                  </a:lnTo>
                  <a:lnTo>
                    <a:pt x="1964436" y="4160520"/>
                  </a:lnTo>
                  <a:lnTo>
                    <a:pt x="1967484" y="4157472"/>
                  </a:lnTo>
                  <a:lnTo>
                    <a:pt x="1967484" y="4108704"/>
                  </a:lnTo>
                  <a:close/>
                </a:path>
                <a:path w="2184400" h="5782310">
                  <a:moveTo>
                    <a:pt x="1967484" y="4026408"/>
                  </a:moveTo>
                  <a:lnTo>
                    <a:pt x="1964436" y="4023360"/>
                  </a:lnTo>
                  <a:lnTo>
                    <a:pt x="1956816" y="4023360"/>
                  </a:lnTo>
                  <a:lnTo>
                    <a:pt x="1953768" y="4026408"/>
                  </a:lnTo>
                  <a:lnTo>
                    <a:pt x="1953768" y="4075176"/>
                  </a:lnTo>
                  <a:lnTo>
                    <a:pt x="1956816" y="4078224"/>
                  </a:lnTo>
                  <a:lnTo>
                    <a:pt x="1964436" y="4078224"/>
                  </a:lnTo>
                  <a:lnTo>
                    <a:pt x="1967484" y="4075176"/>
                  </a:lnTo>
                  <a:lnTo>
                    <a:pt x="1967484" y="4026408"/>
                  </a:lnTo>
                  <a:close/>
                </a:path>
                <a:path w="2184400" h="5782310">
                  <a:moveTo>
                    <a:pt x="1967484" y="3944112"/>
                  </a:moveTo>
                  <a:lnTo>
                    <a:pt x="1964436" y="3941064"/>
                  </a:lnTo>
                  <a:lnTo>
                    <a:pt x="1956816" y="3941064"/>
                  </a:lnTo>
                  <a:lnTo>
                    <a:pt x="1953768" y="3944112"/>
                  </a:lnTo>
                  <a:lnTo>
                    <a:pt x="1953768" y="3992880"/>
                  </a:lnTo>
                  <a:lnTo>
                    <a:pt x="1956816" y="3995928"/>
                  </a:lnTo>
                  <a:lnTo>
                    <a:pt x="1964436" y="3995928"/>
                  </a:lnTo>
                  <a:lnTo>
                    <a:pt x="1967484" y="3992880"/>
                  </a:lnTo>
                  <a:lnTo>
                    <a:pt x="1967484" y="3944112"/>
                  </a:lnTo>
                  <a:close/>
                </a:path>
                <a:path w="2184400" h="5782310">
                  <a:moveTo>
                    <a:pt x="1967484" y="3860292"/>
                  </a:moveTo>
                  <a:lnTo>
                    <a:pt x="1964436" y="3857244"/>
                  </a:lnTo>
                  <a:lnTo>
                    <a:pt x="1956816" y="3857244"/>
                  </a:lnTo>
                  <a:lnTo>
                    <a:pt x="1953768" y="3860292"/>
                  </a:lnTo>
                  <a:lnTo>
                    <a:pt x="1953768" y="3909060"/>
                  </a:lnTo>
                  <a:lnTo>
                    <a:pt x="1956816" y="3912108"/>
                  </a:lnTo>
                  <a:lnTo>
                    <a:pt x="1964436" y="3912108"/>
                  </a:lnTo>
                  <a:lnTo>
                    <a:pt x="1967484" y="3909060"/>
                  </a:lnTo>
                  <a:lnTo>
                    <a:pt x="1967484" y="3860292"/>
                  </a:lnTo>
                  <a:close/>
                </a:path>
                <a:path w="2184400" h="5782310">
                  <a:moveTo>
                    <a:pt x="1967484" y="3777996"/>
                  </a:moveTo>
                  <a:lnTo>
                    <a:pt x="1964436" y="3774948"/>
                  </a:lnTo>
                  <a:lnTo>
                    <a:pt x="1956816" y="3774948"/>
                  </a:lnTo>
                  <a:lnTo>
                    <a:pt x="1953768" y="3777996"/>
                  </a:lnTo>
                  <a:lnTo>
                    <a:pt x="1953768" y="3826764"/>
                  </a:lnTo>
                  <a:lnTo>
                    <a:pt x="1956816" y="3829812"/>
                  </a:lnTo>
                  <a:lnTo>
                    <a:pt x="1964436" y="3829812"/>
                  </a:lnTo>
                  <a:lnTo>
                    <a:pt x="1967484" y="3826764"/>
                  </a:lnTo>
                  <a:lnTo>
                    <a:pt x="1967484" y="3777996"/>
                  </a:lnTo>
                  <a:close/>
                </a:path>
                <a:path w="2184400" h="5782310">
                  <a:moveTo>
                    <a:pt x="1967484" y="3695700"/>
                  </a:moveTo>
                  <a:lnTo>
                    <a:pt x="1964436" y="3692652"/>
                  </a:lnTo>
                  <a:lnTo>
                    <a:pt x="1956816" y="3692652"/>
                  </a:lnTo>
                  <a:lnTo>
                    <a:pt x="1953768" y="3695700"/>
                  </a:lnTo>
                  <a:lnTo>
                    <a:pt x="1953768" y="3744468"/>
                  </a:lnTo>
                  <a:lnTo>
                    <a:pt x="1956816" y="3747516"/>
                  </a:lnTo>
                  <a:lnTo>
                    <a:pt x="1964436" y="3747516"/>
                  </a:lnTo>
                  <a:lnTo>
                    <a:pt x="1967484" y="3744468"/>
                  </a:lnTo>
                  <a:lnTo>
                    <a:pt x="1967484" y="3695700"/>
                  </a:lnTo>
                  <a:close/>
                </a:path>
                <a:path w="2184400" h="5782310">
                  <a:moveTo>
                    <a:pt x="1967484" y="3611880"/>
                  </a:moveTo>
                  <a:lnTo>
                    <a:pt x="1964436" y="3608832"/>
                  </a:lnTo>
                  <a:lnTo>
                    <a:pt x="1956816" y="3608832"/>
                  </a:lnTo>
                  <a:lnTo>
                    <a:pt x="1953768" y="3611880"/>
                  </a:lnTo>
                  <a:lnTo>
                    <a:pt x="1953768" y="3662172"/>
                  </a:lnTo>
                  <a:lnTo>
                    <a:pt x="1956816" y="3665220"/>
                  </a:lnTo>
                  <a:lnTo>
                    <a:pt x="1964436" y="3665220"/>
                  </a:lnTo>
                  <a:lnTo>
                    <a:pt x="1967484" y="3662172"/>
                  </a:lnTo>
                  <a:lnTo>
                    <a:pt x="1967484" y="3611880"/>
                  </a:lnTo>
                  <a:close/>
                </a:path>
                <a:path w="2184400" h="5782310">
                  <a:moveTo>
                    <a:pt x="1967484" y="3529584"/>
                  </a:moveTo>
                  <a:lnTo>
                    <a:pt x="1964436" y="3526536"/>
                  </a:lnTo>
                  <a:lnTo>
                    <a:pt x="1956816" y="3526536"/>
                  </a:lnTo>
                  <a:lnTo>
                    <a:pt x="1953768" y="3529584"/>
                  </a:lnTo>
                  <a:lnTo>
                    <a:pt x="1953768" y="3578352"/>
                  </a:lnTo>
                  <a:lnTo>
                    <a:pt x="1956816" y="3581400"/>
                  </a:lnTo>
                  <a:lnTo>
                    <a:pt x="1964436" y="3581400"/>
                  </a:lnTo>
                  <a:lnTo>
                    <a:pt x="1967484" y="3578352"/>
                  </a:lnTo>
                  <a:lnTo>
                    <a:pt x="1967484" y="3529584"/>
                  </a:lnTo>
                  <a:close/>
                </a:path>
                <a:path w="2184400" h="5782310">
                  <a:moveTo>
                    <a:pt x="1967484" y="3447288"/>
                  </a:moveTo>
                  <a:lnTo>
                    <a:pt x="1964436" y="3444240"/>
                  </a:lnTo>
                  <a:lnTo>
                    <a:pt x="1956816" y="3444240"/>
                  </a:lnTo>
                  <a:lnTo>
                    <a:pt x="1953768" y="3447288"/>
                  </a:lnTo>
                  <a:lnTo>
                    <a:pt x="1953768" y="3496056"/>
                  </a:lnTo>
                  <a:lnTo>
                    <a:pt x="1956816" y="3499104"/>
                  </a:lnTo>
                  <a:lnTo>
                    <a:pt x="1964436" y="3499104"/>
                  </a:lnTo>
                  <a:lnTo>
                    <a:pt x="1967484" y="3496056"/>
                  </a:lnTo>
                  <a:lnTo>
                    <a:pt x="1967484" y="3447288"/>
                  </a:lnTo>
                  <a:close/>
                </a:path>
                <a:path w="2184400" h="5782310">
                  <a:moveTo>
                    <a:pt x="1967484" y="3364992"/>
                  </a:moveTo>
                  <a:lnTo>
                    <a:pt x="1964436" y="3361944"/>
                  </a:lnTo>
                  <a:lnTo>
                    <a:pt x="1956816" y="3361944"/>
                  </a:lnTo>
                  <a:lnTo>
                    <a:pt x="1953768" y="3364992"/>
                  </a:lnTo>
                  <a:lnTo>
                    <a:pt x="1953768" y="3413760"/>
                  </a:lnTo>
                  <a:lnTo>
                    <a:pt x="1956816" y="3416808"/>
                  </a:lnTo>
                  <a:lnTo>
                    <a:pt x="1964436" y="3416808"/>
                  </a:lnTo>
                  <a:lnTo>
                    <a:pt x="1967484" y="3413760"/>
                  </a:lnTo>
                  <a:lnTo>
                    <a:pt x="1967484" y="3364992"/>
                  </a:lnTo>
                  <a:close/>
                </a:path>
                <a:path w="2184400" h="5782310">
                  <a:moveTo>
                    <a:pt x="1967484" y="3281172"/>
                  </a:moveTo>
                  <a:lnTo>
                    <a:pt x="1964436" y="3278124"/>
                  </a:lnTo>
                  <a:lnTo>
                    <a:pt x="1956816" y="3278124"/>
                  </a:lnTo>
                  <a:lnTo>
                    <a:pt x="1953768" y="3281172"/>
                  </a:lnTo>
                  <a:lnTo>
                    <a:pt x="1953768" y="3329940"/>
                  </a:lnTo>
                  <a:lnTo>
                    <a:pt x="1956816" y="3332988"/>
                  </a:lnTo>
                  <a:lnTo>
                    <a:pt x="1964436" y="3332988"/>
                  </a:lnTo>
                  <a:lnTo>
                    <a:pt x="1967484" y="3329940"/>
                  </a:lnTo>
                  <a:lnTo>
                    <a:pt x="1967484" y="3281172"/>
                  </a:lnTo>
                  <a:close/>
                </a:path>
                <a:path w="2184400" h="5782310">
                  <a:moveTo>
                    <a:pt x="1967484" y="3198876"/>
                  </a:moveTo>
                  <a:lnTo>
                    <a:pt x="1964436" y="3195828"/>
                  </a:lnTo>
                  <a:lnTo>
                    <a:pt x="1956816" y="3195828"/>
                  </a:lnTo>
                  <a:lnTo>
                    <a:pt x="1953768" y="3198876"/>
                  </a:lnTo>
                  <a:lnTo>
                    <a:pt x="1953768" y="3247644"/>
                  </a:lnTo>
                  <a:lnTo>
                    <a:pt x="1956816" y="3250692"/>
                  </a:lnTo>
                  <a:lnTo>
                    <a:pt x="1964436" y="3250692"/>
                  </a:lnTo>
                  <a:lnTo>
                    <a:pt x="1967484" y="3247644"/>
                  </a:lnTo>
                  <a:lnTo>
                    <a:pt x="1967484" y="3198876"/>
                  </a:lnTo>
                  <a:close/>
                </a:path>
                <a:path w="2184400" h="5782310">
                  <a:moveTo>
                    <a:pt x="1967484" y="3116580"/>
                  </a:moveTo>
                  <a:lnTo>
                    <a:pt x="1964436" y="3113532"/>
                  </a:lnTo>
                  <a:lnTo>
                    <a:pt x="1956816" y="3113532"/>
                  </a:lnTo>
                  <a:lnTo>
                    <a:pt x="1953768" y="3116580"/>
                  </a:lnTo>
                  <a:lnTo>
                    <a:pt x="1953768" y="3165348"/>
                  </a:lnTo>
                  <a:lnTo>
                    <a:pt x="1956816" y="3168396"/>
                  </a:lnTo>
                  <a:lnTo>
                    <a:pt x="1964436" y="3168396"/>
                  </a:lnTo>
                  <a:lnTo>
                    <a:pt x="1967484" y="3165348"/>
                  </a:lnTo>
                  <a:lnTo>
                    <a:pt x="1967484" y="3116580"/>
                  </a:lnTo>
                  <a:close/>
                </a:path>
                <a:path w="2184400" h="5782310">
                  <a:moveTo>
                    <a:pt x="1967484" y="3032760"/>
                  </a:moveTo>
                  <a:lnTo>
                    <a:pt x="1964436" y="3029712"/>
                  </a:lnTo>
                  <a:lnTo>
                    <a:pt x="1956816" y="3029712"/>
                  </a:lnTo>
                  <a:lnTo>
                    <a:pt x="1953768" y="3032760"/>
                  </a:lnTo>
                  <a:lnTo>
                    <a:pt x="1953768" y="3083052"/>
                  </a:lnTo>
                  <a:lnTo>
                    <a:pt x="1956816" y="3086100"/>
                  </a:lnTo>
                  <a:lnTo>
                    <a:pt x="1964436" y="3086100"/>
                  </a:lnTo>
                  <a:lnTo>
                    <a:pt x="1967484" y="3083052"/>
                  </a:lnTo>
                  <a:lnTo>
                    <a:pt x="1967484" y="3032760"/>
                  </a:lnTo>
                  <a:close/>
                </a:path>
                <a:path w="2184400" h="5782310">
                  <a:moveTo>
                    <a:pt x="1967484" y="2950464"/>
                  </a:moveTo>
                  <a:lnTo>
                    <a:pt x="1964436" y="2947416"/>
                  </a:lnTo>
                  <a:lnTo>
                    <a:pt x="1956816" y="2947416"/>
                  </a:lnTo>
                  <a:lnTo>
                    <a:pt x="1953768" y="2950464"/>
                  </a:lnTo>
                  <a:lnTo>
                    <a:pt x="1953768" y="2999232"/>
                  </a:lnTo>
                  <a:lnTo>
                    <a:pt x="1956816" y="3002280"/>
                  </a:lnTo>
                  <a:lnTo>
                    <a:pt x="1964436" y="3002280"/>
                  </a:lnTo>
                  <a:lnTo>
                    <a:pt x="1967484" y="2999232"/>
                  </a:lnTo>
                  <a:lnTo>
                    <a:pt x="1967484" y="2950464"/>
                  </a:lnTo>
                  <a:close/>
                </a:path>
                <a:path w="2184400" h="5782310">
                  <a:moveTo>
                    <a:pt x="1967484" y="2868168"/>
                  </a:moveTo>
                  <a:lnTo>
                    <a:pt x="1964436" y="2865120"/>
                  </a:lnTo>
                  <a:lnTo>
                    <a:pt x="1956816" y="2865120"/>
                  </a:lnTo>
                  <a:lnTo>
                    <a:pt x="1953768" y="2868168"/>
                  </a:lnTo>
                  <a:lnTo>
                    <a:pt x="1953768" y="2916936"/>
                  </a:lnTo>
                  <a:lnTo>
                    <a:pt x="1956816" y="2919984"/>
                  </a:lnTo>
                  <a:lnTo>
                    <a:pt x="1964436" y="2919984"/>
                  </a:lnTo>
                  <a:lnTo>
                    <a:pt x="1967484" y="2916936"/>
                  </a:lnTo>
                  <a:lnTo>
                    <a:pt x="1967484" y="2868168"/>
                  </a:lnTo>
                  <a:close/>
                </a:path>
                <a:path w="2184400" h="5782310">
                  <a:moveTo>
                    <a:pt x="1967484" y="2785872"/>
                  </a:moveTo>
                  <a:lnTo>
                    <a:pt x="1964436" y="2782824"/>
                  </a:lnTo>
                  <a:lnTo>
                    <a:pt x="1956816" y="2782824"/>
                  </a:lnTo>
                  <a:lnTo>
                    <a:pt x="1953768" y="2785872"/>
                  </a:lnTo>
                  <a:lnTo>
                    <a:pt x="1953768" y="2834640"/>
                  </a:lnTo>
                  <a:lnTo>
                    <a:pt x="1956816" y="2837688"/>
                  </a:lnTo>
                  <a:lnTo>
                    <a:pt x="1964436" y="2837688"/>
                  </a:lnTo>
                  <a:lnTo>
                    <a:pt x="1967484" y="2834640"/>
                  </a:lnTo>
                  <a:lnTo>
                    <a:pt x="1967484" y="2785872"/>
                  </a:lnTo>
                  <a:close/>
                </a:path>
                <a:path w="2184400" h="5782310">
                  <a:moveTo>
                    <a:pt x="1967484" y="2702052"/>
                  </a:moveTo>
                  <a:lnTo>
                    <a:pt x="1964436" y="2699004"/>
                  </a:lnTo>
                  <a:lnTo>
                    <a:pt x="1956816" y="2699004"/>
                  </a:lnTo>
                  <a:lnTo>
                    <a:pt x="1953768" y="2702052"/>
                  </a:lnTo>
                  <a:lnTo>
                    <a:pt x="1953768" y="2750820"/>
                  </a:lnTo>
                  <a:lnTo>
                    <a:pt x="1956816" y="2753868"/>
                  </a:lnTo>
                  <a:lnTo>
                    <a:pt x="1964436" y="2753868"/>
                  </a:lnTo>
                  <a:lnTo>
                    <a:pt x="1967484" y="2750820"/>
                  </a:lnTo>
                  <a:lnTo>
                    <a:pt x="1967484" y="2702052"/>
                  </a:lnTo>
                  <a:close/>
                </a:path>
                <a:path w="2184400" h="5782310">
                  <a:moveTo>
                    <a:pt x="1967484" y="2619756"/>
                  </a:moveTo>
                  <a:lnTo>
                    <a:pt x="1964436" y="2616708"/>
                  </a:lnTo>
                  <a:lnTo>
                    <a:pt x="1956816" y="2616708"/>
                  </a:lnTo>
                  <a:lnTo>
                    <a:pt x="1953768" y="2619756"/>
                  </a:lnTo>
                  <a:lnTo>
                    <a:pt x="1953768" y="2668524"/>
                  </a:lnTo>
                  <a:lnTo>
                    <a:pt x="1956816" y="2671572"/>
                  </a:lnTo>
                  <a:lnTo>
                    <a:pt x="1964436" y="2671572"/>
                  </a:lnTo>
                  <a:lnTo>
                    <a:pt x="1967484" y="2668524"/>
                  </a:lnTo>
                  <a:lnTo>
                    <a:pt x="1967484" y="2619756"/>
                  </a:lnTo>
                  <a:close/>
                </a:path>
                <a:path w="2184400" h="5782310">
                  <a:moveTo>
                    <a:pt x="1967484" y="2537460"/>
                  </a:moveTo>
                  <a:lnTo>
                    <a:pt x="1964436" y="2534412"/>
                  </a:lnTo>
                  <a:lnTo>
                    <a:pt x="1956816" y="2534412"/>
                  </a:lnTo>
                  <a:lnTo>
                    <a:pt x="1953768" y="2537460"/>
                  </a:lnTo>
                  <a:lnTo>
                    <a:pt x="1953768" y="2586228"/>
                  </a:lnTo>
                  <a:lnTo>
                    <a:pt x="1956816" y="2589276"/>
                  </a:lnTo>
                  <a:lnTo>
                    <a:pt x="1964436" y="2589276"/>
                  </a:lnTo>
                  <a:lnTo>
                    <a:pt x="1967484" y="2586228"/>
                  </a:lnTo>
                  <a:lnTo>
                    <a:pt x="1967484" y="2537460"/>
                  </a:lnTo>
                  <a:close/>
                </a:path>
                <a:path w="2184400" h="5782310">
                  <a:moveTo>
                    <a:pt x="1967484" y="2453640"/>
                  </a:moveTo>
                  <a:lnTo>
                    <a:pt x="1964436" y="2450592"/>
                  </a:lnTo>
                  <a:lnTo>
                    <a:pt x="1956816" y="2450592"/>
                  </a:lnTo>
                  <a:lnTo>
                    <a:pt x="1953768" y="2453640"/>
                  </a:lnTo>
                  <a:lnTo>
                    <a:pt x="1953768" y="2503932"/>
                  </a:lnTo>
                  <a:lnTo>
                    <a:pt x="1956816" y="2506980"/>
                  </a:lnTo>
                  <a:lnTo>
                    <a:pt x="1964436" y="2506980"/>
                  </a:lnTo>
                  <a:lnTo>
                    <a:pt x="1967484" y="2503932"/>
                  </a:lnTo>
                  <a:lnTo>
                    <a:pt x="1967484" y="2453640"/>
                  </a:lnTo>
                  <a:close/>
                </a:path>
                <a:path w="2184400" h="5782310">
                  <a:moveTo>
                    <a:pt x="1967484" y="2371344"/>
                  </a:moveTo>
                  <a:lnTo>
                    <a:pt x="1964436" y="2368296"/>
                  </a:lnTo>
                  <a:lnTo>
                    <a:pt x="1956816" y="2368296"/>
                  </a:lnTo>
                  <a:lnTo>
                    <a:pt x="1953768" y="2371344"/>
                  </a:lnTo>
                  <a:lnTo>
                    <a:pt x="1953768" y="2420112"/>
                  </a:lnTo>
                  <a:lnTo>
                    <a:pt x="1956816" y="2423160"/>
                  </a:lnTo>
                  <a:lnTo>
                    <a:pt x="1964436" y="2423160"/>
                  </a:lnTo>
                  <a:lnTo>
                    <a:pt x="1967484" y="2420112"/>
                  </a:lnTo>
                  <a:lnTo>
                    <a:pt x="1967484" y="2371344"/>
                  </a:lnTo>
                  <a:close/>
                </a:path>
                <a:path w="2184400" h="5782310">
                  <a:moveTo>
                    <a:pt x="1967484" y="2289048"/>
                  </a:moveTo>
                  <a:lnTo>
                    <a:pt x="1964436" y="2286000"/>
                  </a:lnTo>
                  <a:lnTo>
                    <a:pt x="1956816" y="2286000"/>
                  </a:lnTo>
                  <a:lnTo>
                    <a:pt x="1953768" y="2289048"/>
                  </a:lnTo>
                  <a:lnTo>
                    <a:pt x="1953768" y="2337816"/>
                  </a:lnTo>
                  <a:lnTo>
                    <a:pt x="1956816" y="2340864"/>
                  </a:lnTo>
                  <a:lnTo>
                    <a:pt x="1964436" y="2340864"/>
                  </a:lnTo>
                  <a:lnTo>
                    <a:pt x="1967484" y="2337816"/>
                  </a:lnTo>
                  <a:lnTo>
                    <a:pt x="1967484" y="2289048"/>
                  </a:lnTo>
                  <a:close/>
                </a:path>
                <a:path w="2184400" h="5782310">
                  <a:moveTo>
                    <a:pt x="1967484" y="2206752"/>
                  </a:moveTo>
                  <a:lnTo>
                    <a:pt x="1964436" y="2203704"/>
                  </a:lnTo>
                  <a:lnTo>
                    <a:pt x="1956816" y="2203704"/>
                  </a:lnTo>
                  <a:lnTo>
                    <a:pt x="1953768" y="2206752"/>
                  </a:lnTo>
                  <a:lnTo>
                    <a:pt x="1953768" y="2255520"/>
                  </a:lnTo>
                  <a:lnTo>
                    <a:pt x="1956816" y="2258568"/>
                  </a:lnTo>
                  <a:lnTo>
                    <a:pt x="1964436" y="2258568"/>
                  </a:lnTo>
                  <a:lnTo>
                    <a:pt x="1967484" y="2255520"/>
                  </a:lnTo>
                  <a:lnTo>
                    <a:pt x="1967484" y="2206752"/>
                  </a:lnTo>
                  <a:close/>
                </a:path>
                <a:path w="2184400" h="5782310">
                  <a:moveTo>
                    <a:pt x="1967484" y="2122932"/>
                  </a:moveTo>
                  <a:lnTo>
                    <a:pt x="1964436" y="2119884"/>
                  </a:lnTo>
                  <a:lnTo>
                    <a:pt x="1956816" y="2119884"/>
                  </a:lnTo>
                  <a:lnTo>
                    <a:pt x="1953768" y="2122932"/>
                  </a:lnTo>
                  <a:lnTo>
                    <a:pt x="1953768" y="2171700"/>
                  </a:lnTo>
                  <a:lnTo>
                    <a:pt x="1956816" y="2174748"/>
                  </a:lnTo>
                  <a:lnTo>
                    <a:pt x="1964436" y="2174748"/>
                  </a:lnTo>
                  <a:lnTo>
                    <a:pt x="1967484" y="2171700"/>
                  </a:lnTo>
                  <a:lnTo>
                    <a:pt x="1967484" y="2122932"/>
                  </a:lnTo>
                  <a:close/>
                </a:path>
                <a:path w="2184400" h="5782310">
                  <a:moveTo>
                    <a:pt x="1967484" y="2040636"/>
                  </a:moveTo>
                  <a:lnTo>
                    <a:pt x="1964436" y="2037588"/>
                  </a:lnTo>
                  <a:lnTo>
                    <a:pt x="1956816" y="2037588"/>
                  </a:lnTo>
                  <a:lnTo>
                    <a:pt x="1953768" y="2040636"/>
                  </a:lnTo>
                  <a:lnTo>
                    <a:pt x="1953768" y="2089404"/>
                  </a:lnTo>
                  <a:lnTo>
                    <a:pt x="1956816" y="2092452"/>
                  </a:lnTo>
                  <a:lnTo>
                    <a:pt x="1964436" y="2092452"/>
                  </a:lnTo>
                  <a:lnTo>
                    <a:pt x="1967484" y="2089404"/>
                  </a:lnTo>
                  <a:lnTo>
                    <a:pt x="1967484" y="2040636"/>
                  </a:lnTo>
                  <a:close/>
                </a:path>
                <a:path w="2184400" h="5782310">
                  <a:moveTo>
                    <a:pt x="1967484" y="1958340"/>
                  </a:moveTo>
                  <a:lnTo>
                    <a:pt x="1964436" y="1955292"/>
                  </a:lnTo>
                  <a:lnTo>
                    <a:pt x="1956816" y="1955292"/>
                  </a:lnTo>
                  <a:lnTo>
                    <a:pt x="1953768" y="1958340"/>
                  </a:lnTo>
                  <a:lnTo>
                    <a:pt x="1953768" y="2007108"/>
                  </a:lnTo>
                  <a:lnTo>
                    <a:pt x="1956816" y="2010156"/>
                  </a:lnTo>
                  <a:lnTo>
                    <a:pt x="1964436" y="2010156"/>
                  </a:lnTo>
                  <a:lnTo>
                    <a:pt x="1967484" y="2007108"/>
                  </a:lnTo>
                  <a:lnTo>
                    <a:pt x="1967484" y="1958340"/>
                  </a:lnTo>
                  <a:close/>
                </a:path>
                <a:path w="2184400" h="5782310">
                  <a:moveTo>
                    <a:pt x="1967484" y="1874520"/>
                  </a:moveTo>
                  <a:lnTo>
                    <a:pt x="1964436" y="1871472"/>
                  </a:lnTo>
                  <a:lnTo>
                    <a:pt x="1956816" y="1871472"/>
                  </a:lnTo>
                  <a:lnTo>
                    <a:pt x="1953768" y="1874520"/>
                  </a:lnTo>
                  <a:lnTo>
                    <a:pt x="1953768" y="1924812"/>
                  </a:lnTo>
                  <a:lnTo>
                    <a:pt x="1956816" y="1927860"/>
                  </a:lnTo>
                  <a:lnTo>
                    <a:pt x="1964436" y="1927860"/>
                  </a:lnTo>
                  <a:lnTo>
                    <a:pt x="1967484" y="1924812"/>
                  </a:lnTo>
                  <a:lnTo>
                    <a:pt x="1967484" y="1874520"/>
                  </a:lnTo>
                  <a:close/>
                </a:path>
                <a:path w="2184400" h="5782310">
                  <a:moveTo>
                    <a:pt x="1967484" y="1792224"/>
                  </a:moveTo>
                  <a:lnTo>
                    <a:pt x="1964436" y="1789176"/>
                  </a:lnTo>
                  <a:lnTo>
                    <a:pt x="1956816" y="1789176"/>
                  </a:lnTo>
                  <a:lnTo>
                    <a:pt x="1953768" y="1792224"/>
                  </a:lnTo>
                  <a:lnTo>
                    <a:pt x="1953768" y="1840992"/>
                  </a:lnTo>
                  <a:lnTo>
                    <a:pt x="1956816" y="1844040"/>
                  </a:lnTo>
                  <a:lnTo>
                    <a:pt x="1964436" y="1844040"/>
                  </a:lnTo>
                  <a:lnTo>
                    <a:pt x="1967484" y="1840992"/>
                  </a:lnTo>
                  <a:lnTo>
                    <a:pt x="1967484" y="1792224"/>
                  </a:lnTo>
                  <a:close/>
                </a:path>
                <a:path w="2184400" h="5782310">
                  <a:moveTo>
                    <a:pt x="1967484" y="1709928"/>
                  </a:moveTo>
                  <a:lnTo>
                    <a:pt x="1964436" y="1706880"/>
                  </a:lnTo>
                  <a:lnTo>
                    <a:pt x="1956816" y="1706880"/>
                  </a:lnTo>
                  <a:lnTo>
                    <a:pt x="1953768" y="1709928"/>
                  </a:lnTo>
                  <a:lnTo>
                    <a:pt x="1953768" y="1758696"/>
                  </a:lnTo>
                  <a:lnTo>
                    <a:pt x="1956816" y="1761744"/>
                  </a:lnTo>
                  <a:lnTo>
                    <a:pt x="1964436" y="1761744"/>
                  </a:lnTo>
                  <a:lnTo>
                    <a:pt x="1967484" y="1758696"/>
                  </a:lnTo>
                  <a:lnTo>
                    <a:pt x="1967484" y="1709928"/>
                  </a:lnTo>
                  <a:close/>
                </a:path>
                <a:path w="2184400" h="5782310">
                  <a:moveTo>
                    <a:pt x="1967484" y="1627632"/>
                  </a:moveTo>
                  <a:lnTo>
                    <a:pt x="1964436" y="1624584"/>
                  </a:lnTo>
                  <a:lnTo>
                    <a:pt x="1956816" y="1624584"/>
                  </a:lnTo>
                  <a:lnTo>
                    <a:pt x="1953768" y="1627632"/>
                  </a:lnTo>
                  <a:lnTo>
                    <a:pt x="1953768" y="1676400"/>
                  </a:lnTo>
                  <a:lnTo>
                    <a:pt x="1956816" y="1679448"/>
                  </a:lnTo>
                  <a:lnTo>
                    <a:pt x="1964436" y="1679448"/>
                  </a:lnTo>
                  <a:lnTo>
                    <a:pt x="1967484" y="1676400"/>
                  </a:lnTo>
                  <a:lnTo>
                    <a:pt x="1967484" y="1627632"/>
                  </a:lnTo>
                  <a:close/>
                </a:path>
                <a:path w="2184400" h="5782310">
                  <a:moveTo>
                    <a:pt x="1967484" y="1543812"/>
                  </a:moveTo>
                  <a:lnTo>
                    <a:pt x="1964436" y="1540764"/>
                  </a:lnTo>
                  <a:lnTo>
                    <a:pt x="1956816" y="1540764"/>
                  </a:lnTo>
                  <a:lnTo>
                    <a:pt x="1953768" y="1543812"/>
                  </a:lnTo>
                  <a:lnTo>
                    <a:pt x="1953768" y="1592580"/>
                  </a:lnTo>
                  <a:lnTo>
                    <a:pt x="1956816" y="1595628"/>
                  </a:lnTo>
                  <a:lnTo>
                    <a:pt x="1964436" y="1595628"/>
                  </a:lnTo>
                  <a:lnTo>
                    <a:pt x="1967484" y="1592580"/>
                  </a:lnTo>
                  <a:lnTo>
                    <a:pt x="1967484" y="1543812"/>
                  </a:lnTo>
                  <a:close/>
                </a:path>
                <a:path w="2184400" h="5782310">
                  <a:moveTo>
                    <a:pt x="1967484" y="1461516"/>
                  </a:moveTo>
                  <a:lnTo>
                    <a:pt x="1964436" y="1458468"/>
                  </a:lnTo>
                  <a:lnTo>
                    <a:pt x="1956816" y="1458468"/>
                  </a:lnTo>
                  <a:lnTo>
                    <a:pt x="1953768" y="1461516"/>
                  </a:lnTo>
                  <a:lnTo>
                    <a:pt x="1953768" y="1510284"/>
                  </a:lnTo>
                  <a:lnTo>
                    <a:pt x="1956816" y="1513332"/>
                  </a:lnTo>
                  <a:lnTo>
                    <a:pt x="1964436" y="1513332"/>
                  </a:lnTo>
                  <a:lnTo>
                    <a:pt x="1967484" y="1510284"/>
                  </a:lnTo>
                  <a:lnTo>
                    <a:pt x="1967484" y="1461516"/>
                  </a:lnTo>
                  <a:close/>
                </a:path>
                <a:path w="2184400" h="5782310">
                  <a:moveTo>
                    <a:pt x="1967484" y="1379220"/>
                  </a:moveTo>
                  <a:lnTo>
                    <a:pt x="1964436" y="1376172"/>
                  </a:lnTo>
                  <a:lnTo>
                    <a:pt x="1956816" y="1376172"/>
                  </a:lnTo>
                  <a:lnTo>
                    <a:pt x="1953768" y="1379220"/>
                  </a:lnTo>
                  <a:lnTo>
                    <a:pt x="1953768" y="1427988"/>
                  </a:lnTo>
                  <a:lnTo>
                    <a:pt x="1956816" y="1431036"/>
                  </a:lnTo>
                  <a:lnTo>
                    <a:pt x="1964436" y="1431036"/>
                  </a:lnTo>
                  <a:lnTo>
                    <a:pt x="1967484" y="1427988"/>
                  </a:lnTo>
                  <a:lnTo>
                    <a:pt x="1967484" y="1379220"/>
                  </a:lnTo>
                  <a:close/>
                </a:path>
                <a:path w="2184400" h="5782310">
                  <a:moveTo>
                    <a:pt x="1967484" y="1295400"/>
                  </a:moveTo>
                  <a:lnTo>
                    <a:pt x="1964436" y="1292352"/>
                  </a:lnTo>
                  <a:lnTo>
                    <a:pt x="1956816" y="1292352"/>
                  </a:lnTo>
                  <a:lnTo>
                    <a:pt x="1953768" y="1295400"/>
                  </a:lnTo>
                  <a:lnTo>
                    <a:pt x="1953768" y="1345692"/>
                  </a:lnTo>
                  <a:lnTo>
                    <a:pt x="1956816" y="1348740"/>
                  </a:lnTo>
                  <a:lnTo>
                    <a:pt x="1964436" y="1348740"/>
                  </a:lnTo>
                  <a:lnTo>
                    <a:pt x="1967484" y="1345692"/>
                  </a:lnTo>
                  <a:lnTo>
                    <a:pt x="1967484" y="1295400"/>
                  </a:lnTo>
                  <a:close/>
                </a:path>
                <a:path w="2184400" h="5782310">
                  <a:moveTo>
                    <a:pt x="1967484" y="1213104"/>
                  </a:moveTo>
                  <a:lnTo>
                    <a:pt x="1964436" y="1210056"/>
                  </a:lnTo>
                  <a:lnTo>
                    <a:pt x="1956816" y="1210056"/>
                  </a:lnTo>
                  <a:lnTo>
                    <a:pt x="1953768" y="1213104"/>
                  </a:lnTo>
                  <a:lnTo>
                    <a:pt x="1953768" y="1261872"/>
                  </a:lnTo>
                  <a:lnTo>
                    <a:pt x="1956816" y="1264920"/>
                  </a:lnTo>
                  <a:lnTo>
                    <a:pt x="1964436" y="1264920"/>
                  </a:lnTo>
                  <a:lnTo>
                    <a:pt x="1967484" y="1261872"/>
                  </a:lnTo>
                  <a:lnTo>
                    <a:pt x="1967484" y="1213104"/>
                  </a:lnTo>
                  <a:close/>
                </a:path>
                <a:path w="2184400" h="5782310">
                  <a:moveTo>
                    <a:pt x="1967484" y="1130808"/>
                  </a:moveTo>
                  <a:lnTo>
                    <a:pt x="1964436" y="1127760"/>
                  </a:lnTo>
                  <a:lnTo>
                    <a:pt x="1956816" y="1127760"/>
                  </a:lnTo>
                  <a:lnTo>
                    <a:pt x="1953768" y="1130808"/>
                  </a:lnTo>
                  <a:lnTo>
                    <a:pt x="1953768" y="1179576"/>
                  </a:lnTo>
                  <a:lnTo>
                    <a:pt x="1956816" y="1182624"/>
                  </a:lnTo>
                  <a:lnTo>
                    <a:pt x="1964436" y="1182624"/>
                  </a:lnTo>
                  <a:lnTo>
                    <a:pt x="1967484" y="1179576"/>
                  </a:lnTo>
                  <a:lnTo>
                    <a:pt x="1967484" y="1130808"/>
                  </a:lnTo>
                  <a:close/>
                </a:path>
                <a:path w="2184400" h="5782310">
                  <a:moveTo>
                    <a:pt x="1967484" y="1048512"/>
                  </a:moveTo>
                  <a:lnTo>
                    <a:pt x="1964436" y="1045464"/>
                  </a:lnTo>
                  <a:lnTo>
                    <a:pt x="1956816" y="1045464"/>
                  </a:lnTo>
                  <a:lnTo>
                    <a:pt x="1953768" y="1048512"/>
                  </a:lnTo>
                  <a:lnTo>
                    <a:pt x="1953768" y="1097280"/>
                  </a:lnTo>
                  <a:lnTo>
                    <a:pt x="1956816" y="1100328"/>
                  </a:lnTo>
                  <a:lnTo>
                    <a:pt x="1964436" y="1100328"/>
                  </a:lnTo>
                  <a:lnTo>
                    <a:pt x="1967484" y="1097280"/>
                  </a:lnTo>
                  <a:lnTo>
                    <a:pt x="1967484" y="1048512"/>
                  </a:lnTo>
                  <a:close/>
                </a:path>
                <a:path w="2184400" h="5782310">
                  <a:moveTo>
                    <a:pt x="1967484" y="964692"/>
                  </a:moveTo>
                  <a:lnTo>
                    <a:pt x="1964436" y="961644"/>
                  </a:lnTo>
                  <a:lnTo>
                    <a:pt x="1956816" y="961644"/>
                  </a:lnTo>
                  <a:lnTo>
                    <a:pt x="1953768" y="964692"/>
                  </a:lnTo>
                  <a:lnTo>
                    <a:pt x="1953768" y="1013460"/>
                  </a:lnTo>
                  <a:lnTo>
                    <a:pt x="1956816" y="1016508"/>
                  </a:lnTo>
                  <a:lnTo>
                    <a:pt x="1964436" y="1016508"/>
                  </a:lnTo>
                  <a:lnTo>
                    <a:pt x="1967484" y="1013460"/>
                  </a:lnTo>
                  <a:lnTo>
                    <a:pt x="1967484" y="964692"/>
                  </a:lnTo>
                  <a:close/>
                </a:path>
                <a:path w="2184400" h="5782310">
                  <a:moveTo>
                    <a:pt x="1967484" y="882396"/>
                  </a:moveTo>
                  <a:lnTo>
                    <a:pt x="1964436" y="879348"/>
                  </a:lnTo>
                  <a:lnTo>
                    <a:pt x="1956816" y="879348"/>
                  </a:lnTo>
                  <a:lnTo>
                    <a:pt x="1953768" y="882396"/>
                  </a:lnTo>
                  <a:lnTo>
                    <a:pt x="1953768" y="931164"/>
                  </a:lnTo>
                  <a:lnTo>
                    <a:pt x="1956816" y="934212"/>
                  </a:lnTo>
                  <a:lnTo>
                    <a:pt x="1964436" y="934212"/>
                  </a:lnTo>
                  <a:lnTo>
                    <a:pt x="1967484" y="931164"/>
                  </a:lnTo>
                  <a:lnTo>
                    <a:pt x="1967484" y="882396"/>
                  </a:lnTo>
                  <a:close/>
                </a:path>
                <a:path w="2184400" h="5782310">
                  <a:moveTo>
                    <a:pt x="1967484" y="800100"/>
                  </a:moveTo>
                  <a:lnTo>
                    <a:pt x="1964436" y="797052"/>
                  </a:lnTo>
                  <a:lnTo>
                    <a:pt x="1956816" y="797052"/>
                  </a:lnTo>
                  <a:lnTo>
                    <a:pt x="1953768" y="800100"/>
                  </a:lnTo>
                  <a:lnTo>
                    <a:pt x="1953768" y="848868"/>
                  </a:lnTo>
                  <a:lnTo>
                    <a:pt x="1956816" y="851916"/>
                  </a:lnTo>
                  <a:lnTo>
                    <a:pt x="1964436" y="851916"/>
                  </a:lnTo>
                  <a:lnTo>
                    <a:pt x="1967484" y="848868"/>
                  </a:lnTo>
                  <a:lnTo>
                    <a:pt x="1967484" y="800100"/>
                  </a:lnTo>
                  <a:close/>
                </a:path>
                <a:path w="2184400" h="5782310">
                  <a:moveTo>
                    <a:pt x="1967484" y="716280"/>
                  </a:moveTo>
                  <a:lnTo>
                    <a:pt x="1964436" y="713232"/>
                  </a:lnTo>
                  <a:lnTo>
                    <a:pt x="1956816" y="713232"/>
                  </a:lnTo>
                  <a:lnTo>
                    <a:pt x="1953768" y="716280"/>
                  </a:lnTo>
                  <a:lnTo>
                    <a:pt x="1953768" y="766572"/>
                  </a:lnTo>
                  <a:lnTo>
                    <a:pt x="1956816" y="769620"/>
                  </a:lnTo>
                  <a:lnTo>
                    <a:pt x="1964436" y="769620"/>
                  </a:lnTo>
                  <a:lnTo>
                    <a:pt x="1967484" y="766572"/>
                  </a:lnTo>
                  <a:lnTo>
                    <a:pt x="1967484" y="716280"/>
                  </a:lnTo>
                  <a:close/>
                </a:path>
                <a:path w="2184400" h="5782310">
                  <a:moveTo>
                    <a:pt x="1967484" y="633984"/>
                  </a:moveTo>
                  <a:lnTo>
                    <a:pt x="1964436" y="630936"/>
                  </a:lnTo>
                  <a:lnTo>
                    <a:pt x="1956816" y="630936"/>
                  </a:lnTo>
                  <a:lnTo>
                    <a:pt x="1953768" y="633984"/>
                  </a:lnTo>
                  <a:lnTo>
                    <a:pt x="1953768" y="682752"/>
                  </a:lnTo>
                  <a:lnTo>
                    <a:pt x="1956816" y="685800"/>
                  </a:lnTo>
                  <a:lnTo>
                    <a:pt x="1964436" y="685800"/>
                  </a:lnTo>
                  <a:lnTo>
                    <a:pt x="1967484" y="682752"/>
                  </a:lnTo>
                  <a:lnTo>
                    <a:pt x="1967484" y="633984"/>
                  </a:lnTo>
                  <a:close/>
                </a:path>
                <a:path w="2184400" h="5782310">
                  <a:moveTo>
                    <a:pt x="1967484" y="551688"/>
                  </a:moveTo>
                  <a:lnTo>
                    <a:pt x="1964436" y="548640"/>
                  </a:lnTo>
                  <a:lnTo>
                    <a:pt x="1956816" y="548640"/>
                  </a:lnTo>
                  <a:lnTo>
                    <a:pt x="1953768" y="551688"/>
                  </a:lnTo>
                  <a:lnTo>
                    <a:pt x="1953768" y="600456"/>
                  </a:lnTo>
                  <a:lnTo>
                    <a:pt x="1956816" y="603504"/>
                  </a:lnTo>
                  <a:lnTo>
                    <a:pt x="1964436" y="603504"/>
                  </a:lnTo>
                  <a:lnTo>
                    <a:pt x="1967484" y="600456"/>
                  </a:lnTo>
                  <a:lnTo>
                    <a:pt x="1967484" y="551688"/>
                  </a:lnTo>
                  <a:close/>
                </a:path>
                <a:path w="2184400" h="5782310">
                  <a:moveTo>
                    <a:pt x="1967484" y="469392"/>
                  </a:moveTo>
                  <a:lnTo>
                    <a:pt x="1964436" y="466344"/>
                  </a:lnTo>
                  <a:lnTo>
                    <a:pt x="1956816" y="466344"/>
                  </a:lnTo>
                  <a:lnTo>
                    <a:pt x="1953768" y="469392"/>
                  </a:lnTo>
                  <a:lnTo>
                    <a:pt x="1953768" y="518160"/>
                  </a:lnTo>
                  <a:lnTo>
                    <a:pt x="1956816" y="521208"/>
                  </a:lnTo>
                  <a:lnTo>
                    <a:pt x="1964436" y="521208"/>
                  </a:lnTo>
                  <a:lnTo>
                    <a:pt x="1967484" y="518160"/>
                  </a:lnTo>
                  <a:lnTo>
                    <a:pt x="1967484" y="469392"/>
                  </a:lnTo>
                  <a:close/>
                </a:path>
                <a:path w="2184400" h="5782310">
                  <a:moveTo>
                    <a:pt x="1967484" y="385572"/>
                  </a:moveTo>
                  <a:lnTo>
                    <a:pt x="1964436" y="382524"/>
                  </a:lnTo>
                  <a:lnTo>
                    <a:pt x="1956816" y="382524"/>
                  </a:lnTo>
                  <a:lnTo>
                    <a:pt x="1953768" y="385572"/>
                  </a:lnTo>
                  <a:lnTo>
                    <a:pt x="1953768" y="434340"/>
                  </a:lnTo>
                  <a:lnTo>
                    <a:pt x="1956816" y="437388"/>
                  </a:lnTo>
                  <a:lnTo>
                    <a:pt x="1964436" y="437388"/>
                  </a:lnTo>
                  <a:lnTo>
                    <a:pt x="1967484" y="434340"/>
                  </a:lnTo>
                  <a:lnTo>
                    <a:pt x="1967484" y="385572"/>
                  </a:lnTo>
                  <a:close/>
                </a:path>
                <a:path w="2184400" h="5782310">
                  <a:moveTo>
                    <a:pt x="1967484" y="303276"/>
                  </a:moveTo>
                  <a:lnTo>
                    <a:pt x="1964436" y="300228"/>
                  </a:lnTo>
                  <a:lnTo>
                    <a:pt x="1956816" y="300228"/>
                  </a:lnTo>
                  <a:lnTo>
                    <a:pt x="1953768" y="303276"/>
                  </a:lnTo>
                  <a:lnTo>
                    <a:pt x="1953768" y="352044"/>
                  </a:lnTo>
                  <a:lnTo>
                    <a:pt x="1956816" y="355092"/>
                  </a:lnTo>
                  <a:lnTo>
                    <a:pt x="1964436" y="355092"/>
                  </a:lnTo>
                  <a:lnTo>
                    <a:pt x="1967484" y="352044"/>
                  </a:lnTo>
                  <a:lnTo>
                    <a:pt x="1967484" y="303276"/>
                  </a:lnTo>
                  <a:close/>
                </a:path>
                <a:path w="2184400" h="5782310">
                  <a:moveTo>
                    <a:pt x="1967484" y="220980"/>
                  </a:moveTo>
                  <a:lnTo>
                    <a:pt x="1964436" y="217932"/>
                  </a:lnTo>
                  <a:lnTo>
                    <a:pt x="1956816" y="217932"/>
                  </a:lnTo>
                  <a:lnTo>
                    <a:pt x="1953768" y="220980"/>
                  </a:lnTo>
                  <a:lnTo>
                    <a:pt x="1953768" y="269748"/>
                  </a:lnTo>
                  <a:lnTo>
                    <a:pt x="1956816" y="272796"/>
                  </a:lnTo>
                  <a:lnTo>
                    <a:pt x="1964436" y="272796"/>
                  </a:lnTo>
                  <a:lnTo>
                    <a:pt x="1967484" y="269748"/>
                  </a:lnTo>
                  <a:lnTo>
                    <a:pt x="1967484" y="220980"/>
                  </a:lnTo>
                  <a:close/>
                </a:path>
                <a:path w="2184400" h="5782310">
                  <a:moveTo>
                    <a:pt x="1967484" y="137160"/>
                  </a:moveTo>
                  <a:lnTo>
                    <a:pt x="1964436" y="134112"/>
                  </a:lnTo>
                  <a:lnTo>
                    <a:pt x="1956816" y="134112"/>
                  </a:lnTo>
                  <a:lnTo>
                    <a:pt x="1953768" y="137160"/>
                  </a:lnTo>
                  <a:lnTo>
                    <a:pt x="1953768" y="187452"/>
                  </a:lnTo>
                  <a:lnTo>
                    <a:pt x="1956816" y="190500"/>
                  </a:lnTo>
                  <a:lnTo>
                    <a:pt x="1964436" y="190500"/>
                  </a:lnTo>
                  <a:lnTo>
                    <a:pt x="1967484" y="187452"/>
                  </a:lnTo>
                  <a:lnTo>
                    <a:pt x="1967484" y="137160"/>
                  </a:lnTo>
                  <a:close/>
                </a:path>
                <a:path w="2184400" h="5782310">
                  <a:moveTo>
                    <a:pt x="2183892" y="5266944"/>
                  </a:moveTo>
                  <a:lnTo>
                    <a:pt x="2180844" y="5263896"/>
                  </a:lnTo>
                  <a:lnTo>
                    <a:pt x="2173224" y="5263896"/>
                  </a:lnTo>
                  <a:lnTo>
                    <a:pt x="2170176" y="5266944"/>
                  </a:lnTo>
                  <a:lnTo>
                    <a:pt x="2170176" y="5291328"/>
                  </a:lnTo>
                  <a:lnTo>
                    <a:pt x="2173224" y="5294376"/>
                  </a:lnTo>
                  <a:lnTo>
                    <a:pt x="2180844" y="5294376"/>
                  </a:lnTo>
                  <a:lnTo>
                    <a:pt x="2183892" y="5291328"/>
                  </a:lnTo>
                  <a:lnTo>
                    <a:pt x="2183892" y="5266944"/>
                  </a:lnTo>
                  <a:close/>
                </a:path>
                <a:path w="2184400" h="5782310">
                  <a:moveTo>
                    <a:pt x="2183892" y="5184648"/>
                  </a:moveTo>
                  <a:lnTo>
                    <a:pt x="2180844" y="5181600"/>
                  </a:lnTo>
                  <a:lnTo>
                    <a:pt x="2173224" y="5181600"/>
                  </a:lnTo>
                  <a:lnTo>
                    <a:pt x="2170176" y="5184648"/>
                  </a:lnTo>
                  <a:lnTo>
                    <a:pt x="2170176" y="5233416"/>
                  </a:lnTo>
                  <a:lnTo>
                    <a:pt x="2173224" y="5236464"/>
                  </a:lnTo>
                  <a:lnTo>
                    <a:pt x="2180844" y="5236464"/>
                  </a:lnTo>
                  <a:lnTo>
                    <a:pt x="2183892" y="5233416"/>
                  </a:lnTo>
                  <a:lnTo>
                    <a:pt x="2183892" y="5184648"/>
                  </a:lnTo>
                  <a:close/>
                </a:path>
                <a:path w="2184400" h="5782310">
                  <a:moveTo>
                    <a:pt x="2183892" y="5102352"/>
                  </a:moveTo>
                  <a:lnTo>
                    <a:pt x="2180844" y="5099304"/>
                  </a:lnTo>
                  <a:lnTo>
                    <a:pt x="2173224" y="5099304"/>
                  </a:lnTo>
                  <a:lnTo>
                    <a:pt x="2170176" y="5102352"/>
                  </a:lnTo>
                  <a:lnTo>
                    <a:pt x="2170176" y="5151120"/>
                  </a:lnTo>
                  <a:lnTo>
                    <a:pt x="2173224" y="5154168"/>
                  </a:lnTo>
                  <a:lnTo>
                    <a:pt x="2180844" y="5154168"/>
                  </a:lnTo>
                  <a:lnTo>
                    <a:pt x="2183892" y="5151120"/>
                  </a:lnTo>
                  <a:lnTo>
                    <a:pt x="2183892" y="5102352"/>
                  </a:lnTo>
                  <a:close/>
                </a:path>
                <a:path w="2184400" h="5782310">
                  <a:moveTo>
                    <a:pt x="2183892" y="5018532"/>
                  </a:moveTo>
                  <a:lnTo>
                    <a:pt x="2180844" y="5015484"/>
                  </a:lnTo>
                  <a:lnTo>
                    <a:pt x="2173224" y="5015484"/>
                  </a:lnTo>
                  <a:lnTo>
                    <a:pt x="2170176" y="5018532"/>
                  </a:lnTo>
                  <a:lnTo>
                    <a:pt x="2170176" y="5067300"/>
                  </a:lnTo>
                  <a:lnTo>
                    <a:pt x="2173224" y="5070348"/>
                  </a:lnTo>
                  <a:lnTo>
                    <a:pt x="2180844" y="5070348"/>
                  </a:lnTo>
                  <a:lnTo>
                    <a:pt x="2183892" y="5067300"/>
                  </a:lnTo>
                  <a:lnTo>
                    <a:pt x="2183892" y="5018532"/>
                  </a:lnTo>
                  <a:close/>
                </a:path>
                <a:path w="2184400" h="5782310">
                  <a:moveTo>
                    <a:pt x="2183892" y="4936236"/>
                  </a:moveTo>
                  <a:lnTo>
                    <a:pt x="2180844" y="4933188"/>
                  </a:lnTo>
                  <a:lnTo>
                    <a:pt x="2173224" y="4933188"/>
                  </a:lnTo>
                  <a:lnTo>
                    <a:pt x="2170176" y="4936236"/>
                  </a:lnTo>
                  <a:lnTo>
                    <a:pt x="2170176" y="4985004"/>
                  </a:lnTo>
                  <a:lnTo>
                    <a:pt x="2173224" y="4988052"/>
                  </a:lnTo>
                  <a:lnTo>
                    <a:pt x="2180844" y="4988052"/>
                  </a:lnTo>
                  <a:lnTo>
                    <a:pt x="2183892" y="4985004"/>
                  </a:lnTo>
                  <a:lnTo>
                    <a:pt x="2183892" y="4936236"/>
                  </a:lnTo>
                  <a:close/>
                </a:path>
                <a:path w="2184400" h="5782310">
                  <a:moveTo>
                    <a:pt x="2183892" y="4853940"/>
                  </a:moveTo>
                  <a:lnTo>
                    <a:pt x="2180844" y="4850892"/>
                  </a:lnTo>
                  <a:lnTo>
                    <a:pt x="2173224" y="4850892"/>
                  </a:lnTo>
                  <a:lnTo>
                    <a:pt x="2170176" y="4853940"/>
                  </a:lnTo>
                  <a:lnTo>
                    <a:pt x="2170176" y="4902708"/>
                  </a:lnTo>
                  <a:lnTo>
                    <a:pt x="2173224" y="4905756"/>
                  </a:lnTo>
                  <a:lnTo>
                    <a:pt x="2180844" y="4905756"/>
                  </a:lnTo>
                  <a:lnTo>
                    <a:pt x="2183892" y="4902708"/>
                  </a:lnTo>
                  <a:lnTo>
                    <a:pt x="2183892" y="4853940"/>
                  </a:lnTo>
                  <a:close/>
                </a:path>
                <a:path w="2184400" h="5782310">
                  <a:moveTo>
                    <a:pt x="2183892" y="4770120"/>
                  </a:moveTo>
                  <a:lnTo>
                    <a:pt x="2180844" y="4767072"/>
                  </a:lnTo>
                  <a:lnTo>
                    <a:pt x="2173224" y="4767072"/>
                  </a:lnTo>
                  <a:lnTo>
                    <a:pt x="2170176" y="4770120"/>
                  </a:lnTo>
                  <a:lnTo>
                    <a:pt x="2170176" y="4820412"/>
                  </a:lnTo>
                  <a:lnTo>
                    <a:pt x="2173224" y="4823460"/>
                  </a:lnTo>
                  <a:lnTo>
                    <a:pt x="2180844" y="4823460"/>
                  </a:lnTo>
                  <a:lnTo>
                    <a:pt x="2183892" y="4820412"/>
                  </a:lnTo>
                  <a:lnTo>
                    <a:pt x="2183892" y="4770120"/>
                  </a:lnTo>
                  <a:close/>
                </a:path>
                <a:path w="2184400" h="5782310">
                  <a:moveTo>
                    <a:pt x="2183892" y="4687824"/>
                  </a:moveTo>
                  <a:lnTo>
                    <a:pt x="2180844" y="4684776"/>
                  </a:lnTo>
                  <a:lnTo>
                    <a:pt x="2173224" y="4684776"/>
                  </a:lnTo>
                  <a:lnTo>
                    <a:pt x="2170176" y="4687824"/>
                  </a:lnTo>
                  <a:lnTo>
                    <a:pt x="2170176" y="4736592"/>
                  </a:lnTo>
                  <a:lnTo>
                    <a:pt x="2173224" y="4739640"/>
                  </a:lnTo>
                  <a:lnTo>
                    <a:pt x="2180844" y="4739640"/>
                  </a:lnTo>
                  <a:lnTo>
                    <a:pt x="2183892" y="4736592"/>
                  </a:lnTo>
                  <a:lnTo>
                    <a:pt x="2183892" y="4687824"/>
                  </a:lnTo>
                  <a:close/>
                </a:path>
                <a:path w="2184400" h="5782310">
                  <a:moveTo>
                    <a:pt x="2183892" y="4605528"/>
                  </a:moveTo>
                  <a:lnTo>
                    <a:pt x="2180844" y="4602480"/>
                  </a:lnTo>
                  <a:lnTo>
                    <a:pt x="2173224" y="4602480"/>
                  </a:lnTo>
                  <a:lnTo>
                    <a:pt x="2170176" y="4605528"/>
                  </a:lnTo>
                  <a:lnTo>
                    <a:pt x="2170176" y="4654308"/>
                  </a:lnTo>
                  <a:lnTo>
                    <a:pt x="2173224" y="4657344"/>
                  </a:lnTo>
                  <a:lnTo>
                    <a:pt x="2180844" y="4657344"/>
                  </a:lnTo>
                  <a:lnTo>
                    <a:pt x="2183892" y="4654308"/>
                  </a:lnTo>
                  <a:lnTo>
                    <a:pt x="2183892" y="4605528"/>
                  </a:lnTo>
                  <a:close/>
                </a:path>
                <a:path w="2184400" h="5782310">
                  <a:moveTo>
                    <a:pt x="2183892" y="4523232"/>
                  </a:moveTo>
                  <a:lnTo>
                    <a:pt x="2180844" y="4520184"/>
                  </a:lnTo>
                  <a:lnTo>
                    <a:pt x="2173224" y="4520184"/>
                  </a:lnTo>
                  <a:lnTo>
                    <a:pt x="2170176" y="4523232"/>
                  </a:lnTo>
                  <a:lnTo>
                    <a:pt x="2170176" y="4572000"/>
                  </a:lnTo>
                  <a:lnTo>
                    <a:pt x="2173224" y="4575048"/>
                  </a:lnTo>
                  <a:lnTo>
                    <a:pt x="2180844" y="4575048"/>
                  </a:lnTo>
                  <a:lnTo>
                    <a:pt x="2183892" y="4572000"/>
                  </a:lnTo>
                  <a:lnTo>
                    <a:pt x="2183892" y="4523232"/>
                  </a:lnTo>
                  <a:close/>
                </a:path>
                <a:path w="2184400" h="5782310">
                  <a:moveTo>
                    <a:pt x="2183892" y="4439412"/>
                  </a:moveTo>
                  <a:lnTo>
                    <a:pt x="2180844" y="4436364"/>
                  </a:lnTo>
                  <a:lnTo>
                    <a:pt x="2173224" y="4436364"/>
                  </a:lnTo>
                  <a:lnTo>
                    <a:pt x="2170176" y="4439412"/>
                  </a:lnTo>
                  <a:lnTo>
                    <a:pt x="2170176" y="4488180"/>
                  </a:lnTo>
                  <a:lnTo>
                    <a:pt x="2173224" y="4491228"/>
                  </a:lnTo>
                  <a:lnTo>
                    <a:pt x="2180844" y="4491228"/>
                  </a:lnTo>
                  <a:lnTo>
                    <a:pt x="2183892" y="4488180"/>
                  </a:lnTo>
                  <a:lnTo>
                    <a:pt x="2183892" y="4439412"/>
                  </a:lnTo>
                  <a:close/>
                </a:path>
                <a:path w="2184400" h="5782310">
                  <a:moveTo>
                    <a:pt x="2183892" y="4357116"/>
                  </a:moveTo>
                  <a:lnTo>
                    <a:pt x="2180844" y="4354068"/>
                  </a:lnTo>
                  <a:lnTo>
                    <a:pt x="2173224" y="4354068"/>
                  </a:lnTo>
                  <a:lnTo>
                    <a:pt x="2170176" y="4357116"/>
                  </a:lnTo>
                  <a:lnTo>
                    <a:pt x="2170176" y="4405884"/>
                  </a:lnTo>
                  <a:lnTo>
                    <a:pt x="2173224" y="4408932"/>
                  </a:lnTo>
                  <a:lnTo>
                    <a:pt x="2180844" y="4408932"/>
                  </a:lnTo>
                  <a:lnTo>
                    <a:pt x="2183892" y="4405884"/>
                  </a:lnTo>
                  <a:lnTo>
                    <a:pt x="2183892" y="4357116"/>
                  </a:lnTo>
                  <a:close/>
                </a:path>
                <a:path w="2184400" h="5782310">
                  <a:moveTo>
                    <a:pt x="2183892" y="4274820"/>
                  </a:moveTo>
                  <a:lnTo>
                    <a:pt x="2180844" y="4271772"/>
                  </a:lnTo>
                  <a:lnTo>
                    <a:pt x="2173224" y="4271772"/>
                  </a:lnTo>
                  <a:lnTo>
                    <a:pt x="2170176" y="4274820"/>
                  </a:lnTo>
                  <a:lnTo>
                    <a:pt x="2170176" y="4323588"/>
                  </a:lnTo>
                  <a:lnTo>
                    <a:pt x="2173224" y="4326636"/>
                  </a:lnTo>
                  <a:lnTo>
                    <a:pt x="2180844" y="4326636"/>
                  </a:lnTo>
                  <a:lnTo>
                    <a:pt x="2183892" y="4323588"/>
                  </a:lnTo>
                  <a:lnTo>
                    <a:pt x="2183892" y="4274820"/>
                  </a:lnTo>
                  <a:close/>
                </a:path>
                <a:path w="2184400" h="5782310">
                  <a:moveTo>
                    <a:pt x="2183892" y="4191000"/>
                  </a:moveTo>
                  <a:lnTo>
                    <a:pt x="2180844" y="4187952"/>
                  </a:lnTo>
                  <a:lnTo>
                    <a:pt x="2173224" y="4187952"/>
                  </a:lnTo>
                  <a:lnTo>
                    <a:pt x="2170176" y="4191000"/>
                  </a:lnTo>
                  <a:lnTo>
                    <a:pt x="2170176" y="4241292"/>
                  </a:lnTo>
                  <a:lnTo>
                    <a:pt x="2173224" y="4244340"/>
                  </a:lnTo>
                  <a:lnTo>
                    <a:pt x="2180844" y="4244340"/>
                  </a:lnTo>
                  <a:lnTo>
                    <a:pt x="2183892" y="4241292"/>
                  </a:lnTo>
                  <a:lnTo>
                    <a:pt x="2183892" y="4191000"/>
                  </a:lnTo>
                  <a:close/>
                </a:path>
                <a:path w="2184400" h="5782310">
                  <a:moveTo>
                    <a:pt x="2183892" y="4108704"/>
                  </a:moveTo>
                  <a:lnTo>
                    <a:pt x="2180844" y="4105656"/>
                  </a:lnTo>
                  <a:lnTo>
                    <a:pt x="2173224" y="4105656"/>
                  </a:lnTo>
                  <a:lnTo>
                    <a:pt x="2170176" y="4108704"/>
                  </a:lnTo>
                  <a:lnTo>
                    <a:pt x="2170176" y="4157472"/>
                  </a:lnTo>
                  <a:lnTo>
                    <a:pt x="2173224" y="4160520"/>
                  </a:lnTo>
                  <a:lnTo>
                    <a:pt x="2180844" y="4160520"/>
                  </a:lnTo>
                  <a:lnTo>
                    <a:pt x="2183892" y="4157472"/>
                  </a:lnTo>
                  <a:lnTo>
                    <a:pt x="2183892" y="4108704"/>
                  </a:lnTo>
                  <a:close/>
                </a:path>
                <a:path w="2184400" h="5782310">
                  <a:moveTo>
                    <a:pt x="2183892" y="4026408"/>
                  </a:moveTo>
                  <a:lnTo>
                    <a:pt x="2180844" y="4023360"/>
                  </a:lnTo>
                  <a:lnTo>
                    <a:pt x="2173224" y="4023360"/>
                  </a:lnTo>
                  <a:lnTo>
                    <a:pt x="2170176" y="4026408"/>
                  </a:lnTo>
                  <a:lnTo>
                    <a:pt x="2170176" y="4075176"/>
                  </a:lnTo>
                  <a:lnTo>
                    <a:pt x="2173224" y="4078224"/>
                  </a:lnTo>
                  <a:lnTo>
                    <a:pt x="2180844" y="4078224"/>
                  </a:lnTo>
                  <a:lnTo>
                    <a:pt x="2183892" y="4075176"/>
                  </a:lnTo>
                  <a:lnTo>
                    <a:pt x="2183892" y="4026408"/>
                  </a:lnTo>
                  <a:close/>
                </a:path>
                <a:path w="2184400" h="5782310">
                  <a:moveTo>
                    <a:pt x="2183892" y="3944112"/>
                  </a:moveTo>
                  <a:lnTo>
                    <a:pt x="2180844" y="3941064"/>
                  </a:lnTo>
                  <a:lnTo>
                    <a:pt x="2173224" y="3941064"/>
                  </a:lnTo>
                  <a:lnTo>
                    <a:pt x="2170176" y="3944112"/>
                  </a:lnTo>
                  <a:lnTo>
                    <a:pt x="2170176" y="3992880"/>
                  </a:lnTo>
                  <a:lnTo>
                    <a:pt x="2173224" y="3995928"/>
                  </a:lnTo>
                  <a:lnTo>
                    <a:pt x="2180844" y="3995928"/>
                  </a:lnTo>
                  <a:lnTo>
                    <a:pt x="2183892" y="3992880"/>
                  </a:lnTo>
                  <a:lnTo>
                    <a:pt x="2183892" y="3944112"/>
                  </a:lnTo>
                  <a:close/>
                </a:path>
                <a:path w="2184400" h="5782310">
                  <a:moveTo>
                    <a:pt x="2183892" y="3860292"/>
                  </a:moveTo>
                  <a:lnTo>
                    <a:pt x="2180844" y="3857244"/>
                  </a:lnTo>
                  <a:lnTo>
                    <a:pt x="2173224" y="3857244"/>
                  </a:lnTo>
                  <a:lnTo>
                    <a:pt x="2170176" y="3860292"/>
                  </a:lnTo>
                  <a:lnTo>
                    <a:pt x="2170176" y="3909060"/>
                  </a:lnTo>
                  <a:lnTo>
                    <a:pt x="2173224" y="3912108"/>
                  </a:lnTo>
                  <a:lnTo>
                    <a:pt x="2180844" y="3912108"/>
                  </a:lnTo>
                  <a:lnTo>
                    <a:pt x="2183892" y="3909060"/>
                  </a:lnTo>
                  <a:lnTo>
                    <a:pt x="2183892" y="3860292"/>
                  </a:lnTo>
                  <a:close/>
                </a:path>
                <a:path w="2184400" h="5782310">
                  <a:moveTo>
                    <a:pt x="2183892" y="3777996"/>
                  </a:moveTo>
                  <a:lnTo>
                    <a:pt x="2180844" y="3774948"/>
                  </a:lnTo>
                  <a:lnTo>
                    <a:pt x="2173224" y="3774948"/>
                  </a:lnTo>
                  <a:lnTo>
                    <a:pt x="2170176" y="3777996"/>
                  </a:lnTo>
                  <a:lnTo>
                    <a:pt x="2170176" y="3826764"/>
                  </a:lnTo>
                  <a:lnTo>
                    <a:pt x="2173224" y="3829812"/>
                  </a:lnTo>
                  <a:lnTo>
                    <a:pt x="2180844" y="3829812"/>
                  </a:lnTo>
                  <a:lnTo>
                    <a:pt x="2183892" y="3826764"/>
                  </a:lnTo>
                  <a:lnTo>
                    <a:pt x="2183892" y="3777996"/>
                  </a:lnTo>
                  <a:close/>
                </a:path>
                <a:path w="2184400" h="5782310">
                  <a:moveTo>
                    <a:pt x="2183892" y="3695700"/>
                  </a:moveTo>
                  <a:lnTo>
                    <a:pt x="2180844" y="3692652"/>
                  </a:lnTo>
                  <a:lnTo>
                    <a:pt x="2173224" y="3692652"/>
                  </a:lnTo>
                  <a:lnTo>
                    <a:pt x="2170176" y="3695700"/>
                  </a:lnTo>
                  <a:lnTo>
                    <a:pt x="2170176" y="3744468"/>
                  </a:lnTo>
                  <a:lnTo>
                    <a:pt x="2173224" y="3747516"/>
                  </a:lnTo>
                  <a:lnTo>
                    <a:pt x="2180844" y="3747516"/>
                  </a:lnTo>
                  <a:lnTo>
                    <a:pt x="2183892" y="3744468"/>
                  </a:lnTo>
                  <a:lnTo>
                    <a:pt x="2183892" y="3695700"/>
                  </a:lnTo>
                  <a:close/>
                </a:path>
                <a:path w="2184400" h="5782310">
                  <a:moveTo>
                    <a:pt x="2183892" y="3611880"/>
                  </a:moveTo>
                  <a:lnTo>
                    <a:pt x="2180844" y="3608832"/>
                  </a:lnTo>
                  <a:lnTo>
                    <a:pt x="2173224" y="3608832"/>
                  </a:lnTo>
                  <a:lnTo>
                    <a:pt x="2170176" y="3611880"/>
                  </a:lnTo>
                  <a:lnTo>
                    <a:pt x="2170176" y="3662172"/>
                  </a:lnTo>
                  <a:lnTo>
                    <a:pt x="2173224" y="3665220"/>
                  </a:lnTo>
                  <a:lnTo>
                    <a:pt x="2180844" y="3665220"/>
                  </a:lnTo>
                  <a:lnTo>
                    <a:pt x="2183892" y="3662172"/>
                  </a:lnTo>
                  <a:lnTo>
                    <a:pt x="2183892" y="3611880"/>
                  </a:lnTo>
                  <a:close/>
                </a:path>
                <a:path w="2184400" h="5782310">
                  <a:moveTo>
                    <a:pt x="2183892" y="3529584"/>
                  </a:moveTo>
                  <a:lnTo>
                    <a:pt x="2180844" y="3526536"/>
                  </a:lnTo>
                  <a:lnTo>
                    <a:pt x="2173224" y="3526536"/>
                  </a:lnTo>
                  <a:lnTo>
                    <a:pt x="2170176" y="3529584"/>
                  </a:lnTo>
                  <a:lnTo>
                    <a:pt x="2170176" y="3578352"/>
                  </a:lnTo>
                  <a:lnTo>
                    <a:pt x="2173224" y="3581400"/>
                  </a:lnTo>
                  <a:lnTo>
                    <a:pt x="2180844" y="3581400"/>
                  </a:lnTo>
                  <a:lnTo>
                    <a:pt x="2183892" y="3578352"/>
                  </a:lnTo>
                  <a:lnTo>
                    <a:pt x="2183892" y="3529584"/>
                  </a:lnTo>
                  <a:close/>
                </a:path>
                <a:path w="2184400" h="5782310">
                  <a:moveTo>
                    <a:pt x="2183892" y="3447288"/>
                  </a:moveTo>
                  <a:lnTo>
                    <a:pt x="2180844" y="3444240"/>
                  </a:lnTo>
                  <a:lnTo>
                    <a:pt x="2173224" y="3444240"/>
                  </a:lnTo>
                  <a:lnTo>
                    <a:pt x="2170176" y="3447288"/>
                  </a:lnTo>
                  <a:lnTo>
                    <a:pt x="2170176" y="3496056"/>
                  </a:lnTo>
                  <a:lnTo>
                    <a:pt x="2173224" y="3499104"/>
                  </a:lnTo>
                  <a:lnTo>
                    <a:pt x="2180844" y="3499104"/>
                  </a:lnTo>
                  <a:lnTo>
                    <a:pt x="2183892" y="3496056"/>
                  </a:lnTo>
                  <a:lnTo>
                    <a:pt x="2183892" y="3447288"/>
                  </a:lnTo>
                  <a:close/>
                </a:path>
                <a:path w="2184400" h="5782310">
                  <a:moveTo>
                    <a:pt x="2183892" y="3364992"/>
                  </a:moveTo>
                  <a:lnTo>
                    <a:pt x="2180844" y="3361944"/>
                  </a:lnTo>
                  <a:lnTo>
                    <a:pt x="2173224" y="3361944"/>
                  </a:lnTo>
                  <a:lnTo>
                    <a:pt x="2170176" y="3364992"/>
                  </a:lnTo>
                  <a:lnTo>
                    <a:pt x="2170176" y="3413760"/>
                  </a:lnTo>
                  <a:lnTo>
                    <a:pt x="2173224" y="3416808"/>
                  </a:lnTo>
                  <a:lnTo>
                    <a:pt x="2180844" y="3416808"/>
                  </a:lnTo>
                  <a:lnTo>
                    <a:pt x="2183892" y="3413760"/>
                  </a:lnTo>
                  <a:lnTo>
                    <a:pt x="2183892" y="3364992"/>
                  </a:lnTo>
                  <a:close/>
                </a:path>
                <a:path w="2184400" h="5782310">
                  <a:moveTo>
                    <a:pt x="2183892" y="3281172"/>
                  </a:moveTo>
                  <a:lnTo>
                    <a:pt x="2180844" y="3278124"/>
                  </a:lnTo>
                  <a:lnTo>
                    <a:pt x="2173224" y="3278124"/>
                  </a:lnTo>
                  <a:lnTo>
                    <a:pt x="2170176" y="3281172"/>
                  </a:lnTo>
                  <a:lnTo>
                    <a:pt x="2170176" y="3329940"/>
                  </a:lnTo>
                  <a:lnTo>
                    <a:pt x="2173224" y="3332988"/>
                  </a:lnTo>
                  <a:lnTo>
                    <a:pt x="2180844" y="3332988"/>
                  </a:lnTo>
                  <a:lnTo>
                    <a:pt x="2183892" y="3329940"/>
                  </a:lnTo>
                  <a:lnTo>
                    <a:pt x="2183892" y="3281172"/>
                  </a:lnTo>
                  <a:close/>
                </a:path>
                <a:path w="2184400" h="5782310">
                  <a:moveTo>
                    <a:pt x="2183892" y="3198876"/>
                  </a:moveTo>
                  <a:lnTo>
                    <a:pt x="2180844" y="3195828"/>
                  </a:lnTo>
                  <a:lnTo>
                    <a:pt x="2173224" y="3195828"/>
                  </a:lnTo>
                  <a:lnTo>
                    <a:pt x="2170176" y="3198876"/>
                  </a:lnTo>
                  <a:lnTo>
                    <a:pt x="2170176" y="3247644"/>
                  </a:lnTo>
                  <a:lnTo>
                    <a:pt x="2173224" y="3250692"/>
                  </a:lnTo>
                  <a:lnTo>
                    <a:pt x="2180844" y="3250692"/>
                  </a:lnTo>
                  <a:lnTo>
                    <a:pt x="2183892" y="3247644"/>
                  </a:lnTo>
                  <a:lnTo>
                    <a:pt x="2183892" y="3198876"/>
                  </a:lnTo>
                  <a:close/>
                </a:path>
                <a:path w="2184400" h="5782310">
                  <a:moveTo>
                    <a:pt x="2183892" y="3116580"/>
                  </a:moveTo>
                  <a:lnTo>
                    <a:pt x="2180844" y="3113532"/>
                  </a:lnTo>
                  <a:lnTo>
                    <a:pt x="2173224" y="3113532"/>
                  </a:lnTo>
                  <a:lnTo>
                    <a:pt x="2170176" y="3116580"/>
                  </a:lnTo>
                  <a:lnTo>
                    <a:pt x="2170176" y="3165348"/>
                  </a:lnTo>
                  <a:lnTo>
                    <a:pt x="2173224" y="3168396"/>
                  </a:lnTo>
                  <a:lnTo>
                    <a:pt x="2180844" y="3168396"/>
                  </a:lnTo>
                  <a:lnTo>
                    <a:pt x="2183892" y="3165348"/>
                  </a:lnTo>
                  <a:lnTo>
                    <a:pt x="2183892" y="3116580"/>
                  </a:lnTo>
                  <a:close/>
                </a:path>
                <a:path w="2184400" h="5782310">
                  <a:moveTo>
                    <a:pt x="2183892" y="3032760"/>
                  </a:moveTo>
                  <a:lnTo>
                    <a:pt x="2180844" y="3029712"/>
                  </a:lnTo>
                  <a:lnTo>
                    <a:pt x="2173224" y="3029712"/>
                  </a:lnTo>
                  <a:lnTo>
                    <a:pt x="2170176" y="3032760"/>
                  </a:lnTo>
                  <a:lnTo>
                    <a:pt x="2170176" y="3083052"/>
                  </a:lnTo>
                  <a:lnTo>
                    <a:pt x="2173224" y="3086100"/>
                  </a:lnTo>
                  <a:lnTo>
                    <a:pt x="2180844" y="3086100"/>
                  </a:lnTo>
                  <a:lnTo>
                    <a:pt x="2183892" y="3083052"/>
                  </a:lnTo>
                  <a:lnTo>
                    <a:pt x="2183892" y="3032760"/>
                  </a:lnTo>
                  <a:close/>
                </a:path>
                <a:path w="2184400" h="5782310">
                  <a:moveTo>
                    <a:pt x="2183892" y="2950464"/>
                  </a:moveTo>
                  <a:lnTo>
                    <a:pt x="2180844" y="2947416"/>
                  </a:lnTo>
                  <a:lnTo>
                    <a:pt x="2173224" y="2947416"/>
                  </a:lnTo>
                  <a:lnTo>
                    <a:pt x="2170176" y="2950464"/>
                  </a:lnTo>
                  <a:lnTo>
                    <a:pt x="2170176" y="2999232"/>
                  </a:lnTo>
                  <a:lnTo>
                    <a:pt x="2173224" y="3002280"/>
                  </a:lnTo>
                  <a:lnTo>
                    <a:pt x="2180844" y="3002280"/>
                  </a:lnTo>
                  <a:lnTo>
                    <a:pt x="2183892" y="2999232"/>
                  </a:lnTo>
                  <a:lnTo>
                    <a:pt x="2183892" y="2950464"/>
                  </a:lnTo>
                  <a:close/>
                </a:path>
                <a:path w="2184400" h="5782310">
                  <a:moveTo>
                    <a:pt x="2183892" y="2868168"/>
                  </a:moveTo>
                  <a:lnTo>
                    <a:pt x="2180844" y="2865120"/>
                  </a:lnTo>
                  <a:lnTo>
                    <a:pt x="2173224" y="2865120"/>
                  </a:lnTo>
                  <a:lnTo>
                    <a:pt x="2170176" y="2868168"/>
                  </a:lnTo>
                  <a:lnTo>
                    <a:pt x="2170176" y="2916936"/>
                  </a:lnTo>
                  <a:lnTo>
                    <a:pt x="2173224" y="2919984"/>
                  </a:lnTo>
                  <a:lnTo>
                    <a:pt x="2180844" y="2919984"/>
                  </a:lnTo>
                  <a:lnTo>
                    <a:pt x="2183892" y="2916936"/>
                  </a:lnTo>
                  <a:lnTo>
                    <a:pt x="2183892" y="2868168"/>
                  </a:lnTo>
                  <a:close/>
                </a:path>
                <a:path w="2184400" h="5782310">
                  <a:moveTo>
                    <a:pt x="2183892" y="2785872"/>
                  </a:moveTo>
                  <a:lnTo>
                    <a:pt x="2180844" y="2782824"/>
                  </a:lnTo>
                  <a:lnTo>
                    <a:pt x="2173224" y="2782824"/>
                  </a:lnTo>
                  <a:lnTo>
                    <a:pt x="2170176" y="2785872"/>
                  </a:lnTo>
                  <a:lnTo>
                    <a:pt x="2170176" y="2834640"/>
                  </a:lnTo>
                  <a:lnTo>
                    <a:pt x="2173224" y="2837688"/>
                  </a:lnTo>
                  <a:lnTo>
                    <a:pt x="2180844" y="2837688"/>
                  </a:lnTo>
                  <a:lnTo>
                    <a:pt x="2183892" y="2834640"/>
                  </a:lnTo>
                  <a:lnTo>
                    <a:pt x="2183892" y="2785872"/>
                  </a:lnTo>
                  <a:close/>
                </a:path>
                <a:path w="2184400" h="5782310">
                  <a:moveTo>
                    <a:pt x="2183892" y="2702052"/>
                  </a:moveTo>
                  <a:lnTo>
                    <a:pt x="2180844" y="2699004"/>
                  </a:lnTo>
                  <a:lnTo>
                    <a:pt x="2173224" y="2699004"/>
                  </a:lnTo>
                  <a:lnTo>
                    <a:pt x="2170176" y="2702052"/>
                  </a:lnTo>
                  <a:lnTo>
                    <a:pt x="2170176" y="2750820"/>
                  </a:lnTo>
                  <a:lnTo>
                    <a:pt x="2173224" y="2753868"/>
                  </a:lnTo>
                  <a:lnTo>
                    <a:pt x="2180844" y="2753868"/>
                  </a:lnTo>
                  <a:lnTo>
                    <a:pt x="2183892" y="2750820"/>
                  </a:lnTo>
                  <a:lnTo>
                    <a:pt x="2183892" y="2702052"/>
                  </a:lnTo>
                  <a:close/>
                </a:path>
                <a:path w="2184400" h="5782310">
                  <a:moveTo>
                    <a:pt x="2183892" y="2619756"/>
                  </a:moveTo>
                  <a:lnTo>
                    <a:pt x="2180844" y="2616708"/>
                  </a:lnTo>
                  <a:lnTo>
                    <a:pt x="2173224" y="2616708"/>
                  </a:lnTo>
                  <a:lnTo>
                    <a:pt x="2170176" y="2619756"/>
                  </a:lnTo>
                  <a:lnTo>
                    <a:pt x="2170176" y="2668524"/>
                  </a:lnTo>
                  <a:lnTo>
                    <a:pt x="2173224" y="2671572"/>
                  </a:lnTo>
                  <a:lnTo>
                    <a:pt x="2180844" y="2671572"/>
                  </a:lnTo>
                  <a:lnTo>
                    <a:pt x="2183892" y="2668524"/>
                  </a:lnTo>
                  <a:lnTo>
                    <a:pt x="2183892" y="2619756"/>
                  </a:lnTo>
                  <a:close/>
                </a:path>
                <a:path w="2184400" h="5782310">
                  <a:moveTo>
                    <a:pt x="2183892" y="2537460"/>
                  </a:moveTo>
                  <a:lnTo>
                    <a:pt x="2180844" y="2534412"/>
                  </a:lnTo>
                  <a:lnTo>
                    <a:pt x="2173224" y="2534412"/>
                  </a:lnTo>
                  <a:lnTo>
                    <a:pt x="2170176" y="2537460"/>
                  </a:lnTo>
                  <a:lnTo>
                    <a:pt x="2170176" y="2586228"/>
                  </a:lnTo>
                  <a:lnTo>
                    <a:pt x="2173224" y="2589276"/>
                  </a:lnTo>
                  <a:lnTo>
                    <a:pt x="2180844" y="2589276"/>
                  </a:lnTo>
                  <a:lnTo>
                    <a:pt x="2183892" y="2586228"/>
                  </a:lnTo>
                  <a:lnTo>
                    <a:pt x="2183892" y="2537460"/>
                  </a:lnTo>
                  <a:close/>
                </a:path>
                <a:path w="2184400" h="5782310">
                  <a:moveTo>
                    <a:pt x="2183892" y="2453640"/>
                  </a:moveTo>
                  <a:lnTo>
                    <a:pt x="2180844" y="2450592"/>
                  </a:lnTo>
                  <a:lnTo>
                    <a:pt x="2173224" y="2450592"/>
                  </a:lnTo>
                  <a:lnTo>
                    <a:pt x="2170176" y="2453640"/>
                  </a:lnTo>
                  <a:lnTo>
                    <a:pt x="2170176" y="2503932"/>
                  </a:lnTo>
                  <a:lnTo>
                    <a:pt x="2173224" y="2506980"/>
                  </a:lnTo>
                  <a:lnTo>
                    <a:pt x="2180844" y="2506980"/>
                  </a:lnTo>
                  <a:lnTo>
                    <a:pt x="2183892" y="2503932"/>
                  </a:lnTo>
                  <a:lnTo>
                    <a:pt x="2183892" y="2453640"/>
                  </a:lnTo>
                  <a:close/>
                </a:path>
                <a:path w="2184400" h="5782310">
                  <a:moveTo>
                    <a:pt x="2183892" y="2371344"/>
                  </a:moveTo>
                  <a:lnTo>
                    <a:pt x="2180844" y="2368296"/>
                  </a:lnTo>
                  <a:lnTo>
                    <a:pt x="2173224" y="2368296"/>
                  </a:lnTo>
                  <a:lnTo>
                    <a:pt x="2170176" y="2371344"/>
                  </a:lnTo>
                  <a:lnTo>
                    <a:pt x="2170176" y="2420112"/>
                  </a:lnTo>
                  <a:lnTo>
                    <a:pt x="2173224" y="2423160"/>
                  </a:lnTo>
                  <a:lnTo>
                    <a:pt x="2180844" y="2423160"/>
                  </a:lnTo>
                  <a:lnTo>
                    <a:pt x="2183892" y="2420112"/>
                  </a:lnTo>
                  <a:lnTo>
                    <a:pt x="2183892" y="2371344"/>
                  </a:lnTo>
                  <a:close/>
                </a:path>
                <a:path w="2184400" h="5782310">
                  <a:moveTo>
                    <a:pt x="2183892" y="2289048"/>
                  </a:moveTo>
                  <a:lnTo>
                    <a:pt x="2180844" y="2286000"/>
                  </a:lnTo>
                  <a:lnTo>
                    <a:pt x="2173224" y="2286000"/>
                  </a:lnTo>
                  <a:lnTo>
                    <a:pt x="2170176" y="2289048"/>
                  </a:lnTo>
                  <a:lnTo>
                    <a:pt x="2170176" y="2337816"/>
                  </a:lnTo>
                  <a:lnTo>
                    <a:pt x="2173224" y="2340864"/>
                  </a:lnTo>
                  <a:lnTo>
                    <a:pt x="2180844" y="2340864"/>
                  </a:lnTo>
                  <a:lnTo>
                    <a:pt x="2183892" y="2337816"/>
                  </a:lnTo>
                  <a:lnTo>
                    <a:pt x="2183892" y="2289048"/>
                  </a:lnTo>
                  <a:close/>
                </a:path>
                <a:path w="2184400" h="5782310">
                  <a:moveTo>
                    <a:pt x="2183892" y="2206752"/>
                  </a:moveTo>
                  <a:lnTo>
                    <a:pt x="2180844" y="2203704"/>
                  </a:lnTo>
                  <a:lnTo>
                    <a:pt x="2173224" y="2203704"/>
                  </a:lnTo>
                  <a:lnTo>
                    <a:pt x="2170176" y="2206752"/>
                  </a:lnTo>
                  <a:lnTo>
                    <a:pt x="2170176" y="2255520"/>
                  </a:lnTo>
                  <a:lnTo>
                    <a:pt x="2173224" y="2258568"/>
                  </a:lnTo>
                  <a:lnTo>
                    <a:pt x="2180844" y="2258568"/>
                  </a:lnTo>
                  <a:lnTo>
                    <a:pt x="2183892" y="2255520"/>
                  </a:lnTo>
                  <a:lnTo>
                    <a:pt x="2183892" y="2206752"/>
                  </a:lnTo>
                  <a:close/>
                </a:path>
                <a:path w="2184400" h="5782310">
                  <a:moveTo>
                    <a:pt x="2183892" y="2122932"/>
                  </a:moveTo>
                  <a:lnTo>
                    <a:pt x="2180844" y="2119884"/>
                  </a:lnTo>
                  <a:lnTo>
                    <a:pt x="2173224" y="2119884"/>
                  </a:lnTo>
                  <a:lnTo>
                    <a:pt x="2170176" y="2122932"/>
                  </a:lnTo>
                  <a:lnTo>
                    <a:pt x="2170176" y="2171700"/>
                  </a:lnTo>
                  <a:lnTo>
                    <a:pt x="2173224" y="2174748"/>
                  </a:lnTo>
                  <a:lnTo>
                    <a:pt x="2180844" y="2174748"/>
                  </a:lnTo>
                  <a:lnTo>
                    <a:pt x="2183892" y="2171700"/>
                  </a:lnTo>
                  <a:lnTo>
                    <a:pt x="2183892" y="2122932"/>
                  </a:lnTo>
                  <a:close/>
                </a:path>
                <a:path w="2184400" h="5782310">
                  <a:moveTo>
                    <a:pt x="2183892" y="2040636"/>
                  </a:moveTo>
                  <a:lnTo>
                    <a:pt x="2180844" y="2037588"/>
                  </a:lnTo>
                  <a:lnTo>
                    <a:pt x="2173224" y="2037588"/>
                  </a:lnTo>
                  <a:lnTo>
                    <a:pt x="2170176" y="2040636"/>
                  </a:lnTo>
                  <a:lnTo>
                    <a:pt x="2170176" y="2089404"/>
                  </a:lnTo>
                  <a:lnTo>
                    <a:pt x="2173224" y="2092452"/>
                  </a:lnTo>
                  <a:lnTo>
                    <a:pt x="2180844" y="2092452"/>
                  </a:lnTo>
                  <a:lnTo>
                    <a:pt x="2183892" y="2089404"/>
                  </a:lnTo>
                  <a:lnTo>
                    <a:pt x="2183892" y="2040636"/>
                  </a:lnTo>
                  <a:close/>
                </a:path>
                <a:path w="2184400" h="5782310">
                  <a:moveTo>
                    <a:pt x="2183892" y="1958340"/>
                  </a:moveTo>
                  <a:lnTo>
                    <a:pt x="2180844" y="1955292"/>
                  </a:lnTo>
                  <a:lnTo>
                    <a:pt x="2173224" y="1955292"/>
                  </a:lnTo>
                  <a:lnTo>
                    <a:pt x="2170176" y="1958340"/>
                  </a:lnTo>
                  <a:lnTo>
                    <a:pt x="2170176" y="2007108"/>
                  </a:lnTo>
                  <a:lnTo>
                    <a:pt x="2173224" y="2010156"/>
                  </a:lnTo>
                  <a:lnTo>
                    <a:pt x="2180844" y="2010156"/>
                  </a:lnTo>
                  <a:lnTo>
                    <a:pt x="2183892" y="2007108"/>
                  </a:lnTo>
                  <a:lnTo>
                    <a:pt x="2183892" y="1958340"/>
                  </a:lnTo>
                  <a:close/>
                </a:path>
                <a:path w="2184400" h="5782310">
                  <a:moveTo>
                    <a:pt x="2183892" y="1874520"/>
                  </a:moveTo>
                  <a:lnTo>
                    <a:pt x="2180844" y="1871472"/>
                  </a:lnTo>
                  <a:lnTo>
                    <a:pt x="2173224" y="1871472"/>
                  </a:lnTo>
                  <a:lnTo>
                    <a:pt x="2170176" y="1874520"/>
                  </a:lnTo>
                  <a:lnTo>
                    <a:pt x="2170176" y="1924812"/>
                  </a:lnTo>
                  <a:lnTo>
                    <a:pt x="2173224" y="1927860"/>
                  </a:lnTo>
                  <a:lnTo>
                    <a:pt x="2180844" y="1927860"/>
                  </a:lnTo>
                  <a:lnTo>
                    <a:pt x="2183892" y="1924812"/>
                  </a:lnTo>
                  <a:lnTo>
                    <a:pt x="2183892" y="1874520"/>
                  </a:lnTo>
                  <a:close/>
                </a:path>
                <a:path w="2184400" h="5782310">
                  <a:moveTo>
                    <a:pt x="2183892" y="1792224"/>
                  </a:moveTo>
                  <a:lnTo>
                    <a:pt x="2180844" y="1789176"/>
                  </a:lnTo>
                  <a:lnTo>
                    <a:pt x="2173224" y="1789176"/>
                  </a:lnTo>
                  <a:lnTo>
                    <a:pt x="2170176" y="1792224"/>
                  </a:lnTo>
                  <a:lnTo>
                    <a:pt x="2170176" y="1840992"/>
                  </a:lnTo>
                  <a:lnTo>
                    <a:pt x="2173224" y="1844040"/>
                  </a:lnTo>
                  <a:lnTo>
                    <a:pt x="2180844" y="1844040"/>
                  </a:lnTo>
                  <a:lnTo>
                    <a:pt x="2183892" y="1840992"/>
                  </a:lnTo>
                  <a:lnTo>
                    <a:pt x="2183892" y="1792224"/>
                  </a:lnTo>
                  <a:close/>
                </a:path>
                <a:path w="2184400" h="5782310">
                  <a:moveTo>
                    <a:pt x="2183892" y="1709928"/>
                  </a:moveTo>
                  <a:lnTo>
                    <a:pt x="2180844" y="1706880"/>
                  </a:lnTo>
                  <a:lnTo>
                    <a:pt x="2173224" y="1706880"/>
                  </a:lnTo>
                  <a:lnTo>
                    <a:pt x="2170176" y="1709928"/>
                  </a:lnTo>
                  <a:lnTo>
                    <a:pt x="2170176" y="1758696"/>
                  </a:lnTo>
                  <a:lnTo>
                    <a:pt x="2173224" y="1761744"/>
                  </a:lnTo>
                  <a:lnTo>
                    <a:pt x="2180844" y="1761744"/>
                  </a:lnTo>
                  <a:lnTo>
                    <a:pt x="2183892" y="1758696"/>
                  </a:lnTo>
                  <a:lnTo>
                    <a:pt x="2183892" y="1709928"/>
                  </a:lnTo>
                  <a:close/>
                </a:path>
                <a:path w="2184400" h="5782310">
                  <a:moveTo>
                    <a:pt x="2183892" y="1627632"/>
                  </a:moveTo>
                  <a:lnTo>
                    <a:pt x="2180844" y="1624584"/>
                  </a:lnTo>
                  <a:lnTo>
                    <a:pt x="2173224" y="1624584"/>
                  </a:lnTo>
                  <a:lnTo>
                    <a:pt x="2170176" y="1627632"/>
                  </a:lnTo>
                  <a:lnTo>
                    <a:pt x="2170176" y="1676400"/>
                  </a:lnTo>
                  <a:lnTo>
                    <a:pt x="2173224" y="1679448"/>
                  </a:lnTo>
                  <a:lnTo>
                    <a:pt x="2180844" y="1679448"/>
                  </a:lnTo>
                  <a:lnTo>
                    <a:pt x="2183892" y="1676400"/>
                  </a:lnTo>
                  <a:lnTo>
                    <a:pt x="2183892" y="1627632"/>
                  </a:lnTo>
                  <a:close/>
                </a:path>
                <a:path w="2184400" h="5782310">
                  <a:moveTo>
                    <a:pt x="2183892" y="1543812"/>
                  </a:moveTo>
                  <a:lnTo>
                    <a:pt x="2180844" y="1540764"/>
                  </a:lnTo>
                  <a:lnTo>
                    <a:pt x="2173224" y="1540764"/>
                  </a:lnTo>
                  <a:lnTo>
                    <a:pt x="2170176" y="1543812"/>
                  </a:lnTo>
                  <a:lnTo>
                    <a:pt x="2170176" y="1592580"/>
                  </a:lnTo>
                  <a:lnTo>
                    <a:pt x="2173224" y="1595628"/>
                  </a:lnTo>
                  <a:lnTo>
                    <a:pt x="2180844" y="1595628"/>
                  </a:lnTo>
                  <a:lnTo>
                    <a:pt x="2183892" y="1592580"/>
                  </a:lnTo>
                  <a:lnTo>
                    <a:pt x="2183892" y="1543812"/>
                  </a:lnTo>
                  <a:close/>
                </a:path>
                <a:path w="2184400" h="5782310">
                  <a:moveTo>
                    <a:pt x="2183892" y="1461516"/>
                  </a:moveTo>
                  <a:lnTo>
                    <a:pt x="2180844" y="1458468"/>
                  </a:lnTo>
                  <a:lnTo>
                    <a:pt x="2173224" y="1458468"/>
                  </a:lnTo>
                  <a:lnTo>
                    <a:pt x="2170176" y="1461516"/>
                  </a:lnTo>
                  <a:lnTo>
                    <a:pt x="2170176" y="1510284"/>
                  </a:lnTo>
                  <a:lnTo>
                    <a:pt x="2173224" y="1513332"/>
                  </a:lnTo>
                  <a:lnTo>
                    <a:pt x="2180844" y="1513332"/>
                  </a:lnTo>
                  <a:lnTo>
                    <a:pt x="2183892" y="1510284"/>
                  </a:lnTo>
                  <a:lnTo>
                    <a:pt x="2183892" y="1461516"/>
                  </a:lnTo>
                  <a:close/>
                </a:path>
                <a:path w="2184400" h="5782310">
                  <a:moveTo>
                    <a:pt x="2183892" y="1379220"/>
                  </a:moveTo>
                  <a:lnTo>
                    <a:pt x="2180844" y="1376172"/>
                  </a:lnTo>
                  <a:lnTo>
                    <a:pt x="2173224" y="1376172"/>
                  </a:lnTo>
                  <a:lnTo>
                    <a:pt x="2170176" y="1379220"/>
                  </a:lnTo>
                  <a:lnTo>
                    <a:pt x="2170176" y="1427988"/>
                  </a:lnTo>
                  <a:lnTo>
                    <a:pt x="2173224" y="1431036"/>
                  </a:lnTo>
                  <a:lnTo>
                    <a:pt x="2180844" y="1431036"/>
                  </a:lnTo>
                  <a:lnTo>
                    <a:pt x="2183892" y="1427988"/>
                  </a:lnTo>
                  <a:lnTo>
                    <a:pt x="2183892" y="1379220"/>
                  </a:lnTo>
                  <a:close/>
                </a:path>
                <a:path w="2184400" h="5782310">
                  <a:moveTo>
                    <a:pt x="2183892" y="1295400"/>
                  </a:moveTo>
                  <a:lnTo>
                    <a:pt x="2180844" y="1292352"/>
                  </a:lnTo>
                  <a:lnTo>
                    <a:pt x="2173224" y="1292352"/>
                  </a:lnTo>
                  <a:lnTo>
                    <a:pt x="2170176" y="1295400"/>
                  </a:lnTo>
                  <a:lnTo>
                    <a:pt x="2170176" y="1345692"/>
                  </a:lnTo>
                  <a:lnTo>
                    <a:pt x="2173224" y="1348740"/>
                  </a:lnTo>
                  <a:lnTo>
                    <a:pt x="2180844" y="1348740"/>
                  </a:lnTo>
                  <a:lnTo>
                    <a:pt x="2183892" y="1345692"/>
                  </a:lnTo>
                  <a:lnTo>
                    <a:pt x="2183892" y="1295400"/>
                  </a:lnTo>
                  <a:close/>
                </a:path>
                <a:path w="2184400" h="5782310">
                  <a:moveTo>
                    <a:pt x="2183892" y="1213104"/>
                  </a:moveTo>
                  <a:lnTo>
                    <a:pt x="2180844" y="1210056"/>
                  </a:lnTo>
                  <a:lnTo>
                    <a:pt x="2173224" y="1210056"/>
                  </a:lnTo>
                  <a:lnTo>
                    <a:pt x="2170176" y="1213104"/>
                  </a:lnTo>
                  <a:lnTo>
                    <a:pt x="2170176" y="1261872"/>
                  </a:lnTo>
                  <a:lnTo>
                    <a:pt x="2173224" y="1264920"/>
                  </a:lnTo>
                  <a:lnTo>
                    <a:pt x="2180844" y="1264920"/>
                  </a:lnTo>
                  <a:lnTo>
                    <a:pt x="2183892" y="1261872"/>
                  </a:lnTo>
                  <a:lnTo>
                    <a:pt x="2183892" y="1213104"/>
                  </a:lnTo>
                  <a:close/>
                </a:path>
                <a:path w="2184400" h="5782310">
                  <a:moveTo>
                    <a:pt x="2183892" y="1130808"/>
                  </a:moveTo>
                  <a:lnTo>
                    <a:pt x="2180844" y="1127760"/>
                  </a:lnTo>
                  <a:lnTo>
                    <a:pt x="2173224" y="1127760"/>
                  </a:lnTo>
                  <a:lnTo>
                    <a:pt x="2170176" y="1130808"/>
                  </a:lnTo>
                  <a:lnTo>
                    <a:pt x="2170176" y="1179576"/>
                  </a:lnTo>
                  <a:lnTo>
                    <a:pt x="2173224" y="1182624"/>
                  </a:lnTo>
                  <a:lnTo>
                    <a:pt x="2180844" y="1182624"/>
                  </a:lnTo>
                  <a:lnTo>
                    <a:pt x="2183892" y="1179576"/>
                  </a:lnTo>
                  <a:lnTo>
                    <a:pt x="2183892" y="1130808"/>
                  </a:lnTo>
                  <a:close/>
                </a:path>
                <a:path w="2184400" h="5782310">
                  <a:moveTo>
                    <a:pt x="2183892" y="1048512"/>
                  </a:moveTo>
                  <a:lnTo>
                    <a:pt x="2180844" y="1045464"/>
                  </a:lnTo>
                  <a:lnTo>
                    <a:pt x="2173224" y="1045464"/>
                  </a:lnTo>
                  <a:lnTo>
                    <a:pt x="2170176" y="1048512"/>
                  </a:lnTo>
                  <a:lnTo>
                    <a:pt x="2170176" y="1097280"/>
                  </a:lnTo>
                  <a:lnTo>
                    <a:pt x="2173224" y="1100328"/>
                  </a:lnTo>
                  <a:lnTo>
                    <a:pt x="2180844" y="1100328"/>
                  </a:lnTo>
                  <a:lnTo>
                    <a:pt x="2183892" y="1097280"/>
                  </a:lnTo>
                  <a:lnTo>
                    <a:pt x="2183892" y="1048512"/>
                  </a:lnTo>
                  <a:close/>
                </a:path>
                <a:path w="2184400" h="5782310">
                  <a:moveTo>
                    <a:pt x="2183892" y="964692"/>
                  </a:moveTo>
                  <a:lnTo>
                    <a:pt x="2180844" y="961644"/>
                  </a:lnTo>
                  <a:lnTo>
                    <a:pt x="2173224" y="961644"/>
                  </a:lnTo>
                  <a:lnTo>
                    <a:pt x="2170176" y="964692"/>
                  </a:lnTo>
                  <a:lnTo>
                    <a:pt x="2170176" y="1013460"/>
                  </a:lnTo>
                  <a:lnTo>
                    <a:pt x="2173224" y="1016508"/>
                  </a:lnTo>
                  <a:lnTo>
                    <a:pt x="2180844" y="1016508"/>
                  </a:lnTo>
                  <a:lnTo>
                    <a:pt x="2183892" y="1013460"/>
                  </a:lnTo>
                  <a:lnTo>
                    <a:pt x="2183892" y="964692"/>
                  </a:lnTo>
                  <a:close/>
                </a:path>
                <a:path w="2184400" h="5782310">
                  <a:moveTo>
                    <a:pt x="2183892" y="882396"/>
                  </a:moveTo>
                  <a:lnTo>
                    <a:pt x="2180844" y="879348"/>
                  </a:lnTo>
                  <a:lnTo>
                    <a:pt x="2173224" y="879348"/>
                  </a:lnTo>
                  <a:lnTo>
                    <a:pt x="2170176" y="882396"/>
                  </a:lnTo>
                  <a:lnTo>
                    <a:pt x="2170176" y="931164"/>
                  </a:lnTo>
                  <a:lnTo>
                    <a:pt x="2173224" y="934212"/>
                  </a:lnTo>
                  <a:lnTo>
                    <a:pt x="2180844" y="934212"/>
                  </a:lnTo>
                  <a:lnTo>
                    <a:pt x="2183892" y="931164"/>
                  </a:lnTo>
                  <a:lnTo>
                    <a:pt x="2183892" y="882396"/>
                  </a:lnTo>
                  <a:close/>
                </a:path>
                <a:path w="2184400" h="5782310">
                  <a:moveTo>
                    <a:pt x="2183892" y="800100"/>
                  </a:moveTo>
                  <a:lnTo>
                    <a:pt x="2180844" y="797052"/>
                  </a:lnTo>
                  <a:lnTo>
                    <a:pt x="2173224" y="797052"/>
                  </a:lnTo>
                  <a:lnTo>
                    <a:pt x="2170176" y="800100"/>
                  </a:lnTo>
                  <a:lnTo>
                    <a:pt x="2170176" y="848868"/>
                  </a:lnTo>
                  <a:lnTo>
                    <a:pt x="2173224" y="851916"/>
                  </a:lnTo>
                  <a:lnTo>
                    <a:pt x="2180844" y="851916"/>
                  </a:lnTo>
                  <a:lnTo>
                    <a:pt x="2183892" y="848868"/>
                  </a:lnTo>
                  <a:lnTo>
                    <a:pt x="2183892" y="800100"/>
                  </a:lnTo>
                  <a:close/>
                </a:path>
                <a:path w="2184400" h="5782310">
                  <a:moveTo>
                    <a:pt x="2183892" y="716280"/>
                  </a:moveTo>
                  <a:lnTo>
                    <a:pt x="2180844" y="713232"/>
                  </a:lnTo>
                  <a:lnTo>
                    <a:pt x="2173224" y="713232"/>
                  </a:lnTo>
                  <a:lnTo>
                    <a:pt x="2170176" y="716280"/>
                  </a:lnTo>
                  <a:lnTo>
                    <a:pt x="2170176" y="766572"/>
                  </a:lnTo>
                  <a:lnTo>
                    <a:pt x="2173224" y="769620"/>
                  </a:lnTo>
                  <a:lnTo>
                    <a:pt x="2180844" y="769620"/>
                  </a:lnTo>
                  <a:lnTo>
                    <a:pt x="2183892" y="766572"/>
                  </a:lnTo>
                  <a:lnTo>
                    <a:pt x="2183892" y="716280"/>
                  </a:lnTo>
                  <a:close/>
                </a:path>
                <a:path w="2184400" h="5782310">
                  <a:moveTo>
                    <a:pt x="2183892" y="633984"/>
                  </a:moveTo>
                  <a:lnTo>
                    <a:pt x="2180844" y="630936"/>
                  </a:lnTo>
                  <a:lnTo>
                    <a:pt x="2173224" y="630936"/>
                  </a:lnTo>
                  <a:lnTo>
                    <a:pt x="2170176" y="633984"/>
                  </a:lnTo>
                  <a:lnTo>
                    <a:pt x="2170176" y="682752"/>
                  </a:lnTo>
                  <a:lnTo>
                    <a:pt x="2173224" y="685800"/>
                  </a:lnTo>
                  <a:lnTo>
                    <a:pt x="2180844" y="685800"/>
                  </a:lnTo>
                  <a:lnTo>
                    <a:pt x="2183892" y="682752"/>
                  </a:lnTo>
                  <a:lnTo>
                    <a:pt x="2183892" y="633984"/>
                  </a:lnTo>
                  <a:close/>
                </a:path>
                <a:path w="2184400" h="5782310">
                  <a:moveTo>
                    <a:pt x="2183892" y="551688"/>
                  </a:moveTo>
                  <a:lnTo>
                    <a:pt x="2180844" y="548640"/>
                  </a:lnTo>
                  <a:lnTo>
                    <a:pt x="2173224" y="548640"/>
                  </a:lnTo>
                  <a:lnTo>
                    <a:pt x="2170176" y="551688"/>
                  </a:lnTo>
                  <a:lnTo>
                    <a:pt x="2170176" y="600456"/>
                  </a:lnTo>
                  <a:lnTo>
                    <a:pt x="2173224" y="603504"/>
                  </a:lnTo>
                  <a:lnTo>
                    <a:pt x="2180844" y="603504"/>
                  </a:lnTo>
                  <a:lnTo>
                    <a:pt x="2183892" y="600456"/>
                  </a:lnTo>
                  <a:lnTo>
                    <a:pt x="2183892" y="551688"/>
                  </a:lnTo>
                  <a:close/>
                </a:path>
                <a:path w="2184400" h="5782310">
                  <a:moveTo>
                    <a:pt x="2183892" y="469392"/>
                  </a:moveTo>
                  <a:lnTo>
                    <a:pt x="2180844" y="466344"/>
                  </a:lnTo>
                  <a:lnTo>
                    <a:pt x="2173224" y="466344"/>
                  </a:lnTo>
                  <a:lnTo>
                    <a:pt x="2170176" y="469392"/>
                  </a:lnTo>
                  <a:lnTo>
                    <a:pt x="2170176" y="518160"/>
                  </a:lnTo>
                  <a:lnTo>
                    <a:pt x="2173224" y="521208"/>
                  </a:lnTo>
                  <a:lnTo>
                    <a:pt x="2180844" y="521208"/>
                  </a:lnTo>
                  <a:lnTo>
                    <a:pt x="2183892" y="518160"/>
                  </a:lnTo>
                  <a:lnTo>
                    <a:pt x="2183892" y="469392"/>
                  </a:lnTo>
                  <a:close/>
                </a:path>
                <a:path w="2184400" h="5782310">
                  <a:moveTo>
                    <a:pt x="2183892" y="385572"/>
                  </a:moveTo>
                  <a:lnTo>
                    <a:pt x="2180844" y="382524"/>
                  </a:lnTo>
                  <a:lnTo>
                    <a:pt x="2173224" y="382524"/>
                  </a:lnTo>
                  <a:lnTo>
                    <a:pt x="2170176" y="385572"/>
                  </a:lnTo>
                  <a:lnTo>
                    <a:pt x="2170176" y="434340"/>
                  </a:lnTo>
                  <a:lnTo>
                    <a:pt x="2173224" y="437388"/>
                  </a:lnTo>
                  <a:lnTo>
                    <a:pt x="2180844" y="437388"/>
                  </a:lnTo>
                  <a:lnTo>
                    <a:pt x="2183892" y="434340"/>
                  </a:lnTo>
                  <a:lnTo>
                    <a:pt x="2183892" y="385572"/>
                  </a:lnTo>
                  <a:close/>
                </a:path>
                <a:path w="2184400" h="5782310">
                  <a:moveTo>
                    <a:pt x="2183892" y="303276"/>
                  </a:moveTo>
                  <a:lnTo>
                    <a:pt x="2180844" y="300228"/>
                  </a:lnTo>
                  <a:lnTo>
                    <a:pt x="2173224" y="300228"/>
                  </a:lnTo>
                  <a:lnTo>
                    <a:pt x="2170176" y="303276"/>
                  </a:lnTo>
                  <a:lnTo>
                    <a:pt x="2170176" y="352044"/>
                  </a:lnTo>
                  <a:lnTo>
                    <a:pt x="2173224" y="355092"/>
                  </a:lnTo>
                  <a:lnTo>
                    <a:pt x="2180844" y="355092"/>
                  </a:lnTo>
                  <a:lnTo>
                    <a:pt x="2183892" y="352044"/>
                  </a:lnTo>
                  <a:lnTo>
                    <a:pt x="2183892" y="303276"/>
                  </a:lnTo>
                  <a:close/>
                </a:path>
                <a:path w="2184400" h="5782310">
                  <a:moveTo>
                    <a:pt x="2183892" y="220980"/>
                  </a:moveTo>
                  <a:lnTo>
                    <a:pt x="2180844" y="217932"/>
                  </a:lnTo>
                  <a:lnTo>
                    <a:pt x="2173224" y="217932"/>
                  </a:lnTo>
                  <a:lnTo>
                    <a:pt x="2170176" y="220980"/>
                  </a:lnTo>
                  <a:lnTo>
                    <a:pt x="2170176" y="269748"/>
                  </a:lnTo>
                  <a:lnTo>
                    <a:pt x="2173224" y="272796"/>
                  </a:lnTo>
                  <a:lnTo>
                    <a:pt x="2180844" y="272796"/>
                  </a:lnTo>
                  <a:lnTo>
                    <a:pt x="2183892" y="269748"/>
                  </a:lnTo>
                  <a:lnTo>
                    <a:pt x="2183892" y="220980"/>
                  </a:lnTo>
                  <a:close/>
                </a:path>
                <a:path w="2184400" h="5782310">
                  <a:moveTo>
                    <a:pt x="2183892" y="137160"/>
                  </a:moveTo>
                  <a:lnTo>
                    <a:pt x="2180844" y="134112"/>
                  </a:lnTo>
                  <a:lnTo>
                    <a:pt x="2173224" y="134112"/>
                  </a:lnTo>
                  <a:lnTo>
                    <a:pt x="2170176" y="137160"/>
                  </a:lnTo>
                  <a:lnTo>
                    <a:pt x="2170176" y="187452"/>
                  </a:lnTo>
                  <a:lnTo>
                    <a:pt x="2173224" y="190500"/>
                  </a:lnTo>
                  <a:lnTo>
                    <a:pt x="2180844" y="190500"/>
                  </a:lnTo>
                  <a:lnTo>
                    <a:pt x="2183892" y="187452"/>
                  </a:lnTo>
                  <a:lnTo>
                    <a:pt x="2183892" y="137160"/>
                  </a:lnTo>
                  <a:close/>
                </a:path>
              </a:pathLst>
            </a:custGeom>
            <a:solidFill>
              <a:srgbClr val="9A9A9A"/>
            </a:solidFill>
          </p:spPr>
          <p:txBody>
            <a:bodyPr wrap="square" lIns="0" tIns="0" rIns="0" bIns="0" rtlCol="0"/>
            <a:lstStyle/>
            <a:p>
              <a:endParaRPr/>
            </a:p>
          </p:txBody>
        </p:sp>
        <p:sp>
          <p:nvSpPr>
            <p:cNvPr id="4" name="object 4"/>
            <p:cNvSpPr/>
            <p:nvPr/>
          </p:nvSpPr>
          <p:spPr>
            <a:xfrm>
              <a:off x="5337047" y="394715"/>
              <a:ext cx="2712720" cy="6065520"/>
            </a:xfrm>
            <a:custGeom>
              <a:avLst/>
              <a:gdLst/>
              <a:ahLst/>
              <a:cxnLst/>
              <a:rect l="l" t="t" r="r" b="b"/>
              <a:pathLst>
                <a:path w="2712720" h="6065520">
                  <a:moveTo>
                    <a:pt x="0" y="2356103"/>
                  </a:moveTo>
                  <a:lnTo>
                    <a:pt x="2712719" y="2356103"/>
                  </a:lnTo>
                </a:path>
                <a:path w="2712720" h="6065520">
                  <a:moveTo>
                    <a:pt x="0" y="1543811"/>
                  </a:moveTo>
                  <a:lnTo>
                    <a:pt x="2712719" y="1543811"/>
                  </a:lnTo>
                </a:path>
                <a:path w="2712720" h="6065520">
                  <a:moveTo>
                    <a:pt x="0" y="1949195"/>
                  </a:moveTo>
                  <a:lnTo>
                    <a:pt x="2712719" y="1949195"/>
                  </a:lnTo>
                </a:path>
                <a:path w="2712720" h="6065520">
                  <a:moveTo>
                    <a:pt x="0" y="1136903"/>
                  </a:moveTo>
                  <a:lnTo>
                    <a:pt x="2712719" y="1136903"/>
                  </a:lnTo>
                </a:path>
                <a:path w="2712720" h="6065520">
                  <a:moveTo>
                    <a:pt x="0" y="0"/>
                  </a:moveTo>
                  <a:lnTo>
                    <a:pt x="0" y="6065519"/>
                  </a:lnTo>
                </a:path>
                <a:path w="2712720" h="6065520">
                  <a:moveTo>
                    <a:pt x="0" y="324611"/>
                  </a:moveTo>
                  <a:lnTo>
                    <a:pt x="2712719" y="324611"/>
                  </a:lnTo>
                </a:path>
              </a:pathLst>
            </a:custGeom>
            <a:ln w="13715">
              <a:solidFill>
                <a:srgbClr val="666666"/>
              </a:solidFill>
            </a:ln>
          </p:spPr>
          <p:txBody>
            <a:bodyPr wrap="square" lIns="0" tIns="0" rIns="0" bIns="0" rtlCol="0"/>
            <a:lstStyle/>
            <a:p>
              <a:endParaRPr/>
            </a:p>
          </p:txBody>
        </p:sp>
        <p:sp>
          <p:nvSpPr>
            <p:cNvPr id="5" name="object 5"/>
            <p:cNvSpPr/>
            <p:nvPr/>
          </p:nvSpPr>
          <p:spPr>
            <a:xfrm>
              <a:off x="5547359" y="577595"/>
              <a:ext cx="13970" cy="5267325"/>
            </a:xfrm>
            <a:custGeom>
              <a:avLst/>
              <a:gdLst/>
              <a:ahLst/>
              <a:cxnLst/>
              <a:rect l="l" t="t" r="r" b="b"/>
              <a:pathLst>
                <a:path w="13970" h="5267325">
                  <a:moveTo>
                    <a:pt x="10667" y="0"/>
                  </a:moveTo>
                  <a:lnTo>
                    <a:pt x="3048" y="0"/>
                  </a:lnTo>
                  <a:lnTo>
                    <a:pt x="0" y="3048"/>
                  </a:lnTo>
                  <a:lnTo>
                    <a:pt x="0" y="51815"/>
                  </a:lnTo>
                  <a:lnTo>
                    <a:pt x="3048" y="54863"/>
                  </a:lnTo>
                  <a:lnTo>
                    <a:pt x="10667" y="54863"/>
                  </a:lnTo>
                  <a:lnTo>
                    <a:pt x="13715" y="51815"/>
                  </a:lnTo>
                  <a:lnTo>
                    <a:pt x="13715" y="3048"/>
                  </a:lnTo>
                  <a:lnTo>
                    <a:pt x="10667" y="0"/>
                  </a:lnTo>
                  <a:close/>
                </a:path>
                <a:path w="13970" h="5267325">
                  <a:moveTo>
                    <a:pt x="10667" y="82295"/>
                  </a:moveTo>
                  <a:lnTo>
                    <a:pt x="3048" y="82295"/>
                  </a:lnTo>
                  <a:lnTo>
                    <a:pt x="0" y="85343"/>
                  </a:lnTo>
                  <a:lnTo>
                    <a:pt x="0" y="134112"/>
                  </a:lnTo>
                  <a:lnTo>
                    <a:pt x="3048" y="137159"/>
                  </a:lnTo>
                  <a:lnTo>
                    <a:pt x="10667" y="137159"/>
                  </a:lnTo>
                  <a:lnTo>
                    <a:pt x="13715" y="134112"/>
                  </a:lnTo>
                  <a:lnTo>
                    <a:pt x="13715" y="85343"/>
                  </a:lnTo>
                  <a:lnTo>
                    <a:pt x="10667" y="82295"/>
                  </a:lnTo>
                  <a:close/>
                </a:path>
                <a:path w="13970" h="5267325">
                  <a:moveTo>
                    <a:pt x="10667" y="164591"/>
                  </a:moveTo>
                  <a:lnTo>
                    <a:pt x="3048" y="164591"/>
                  </a:lnTo>
                  <a:lnTo>
                    <a:pt x="0" y="167639"/>
                  </a:lnTo>
                  <a:lnTo>
                    <a:pt x="0" y="216407"/>
                  </a:lnTo>
                  <a:lnTo>
                    <a:pt x="3048" y="219455"/>
                  </a:lnTo>
                  <a:lnTo>
                    <a:pt x="10667" y="219455"/>
                  </a:lnTo>
                  <a:lnTo>
                    <a:pt x="13715" y="216407"/>
                  </a:lnTo>
                  <a:lnTo>
                    <a:pt x="13715" y="167639"/>
                  </a:lnTo>
                  <a:lnTo>
                    <a:pt x="10667" y="164591"/>
                  </a:lnTo>
                  <a:close/>
                </a:path>
                <a:path w="13970" h="5267325">
                  <a:moveTo>
                    <a:pt x="10667" y="246887"/>
                  </a:moveTo>
                  <a:lnTo>
                    <a:pt x="3048" y="246887"/>
                  </a:lnTo>
                  <a:lnTo>
                    <a:pt x="0" y="249936"/>
                  </a:lnTo>
                  <a:lnTo>
                    <a:pt x="0" y="300227"/>
                  </a:lnTo>
                  <a:lnTo>
                    <a:pt x="3048" y="303275"/>
                  </a:lnTo>
                  <a:lnTo>
                    <a:pt x="10667" y="303275"/>
                  </a:lnTo>
                  <a:lnTo>
                    <a:pt x="13715" y="300227"/>
                  </a:lnTo>
                  <a:lnTo>
                    <a:pt x="13715" y="249936"/>
                  </a:lnTo>
                  <a:lnTo>
                    <a:pt x="10667" y="246887"/>
                  </a:lnTo>
                  <a:close/>
                </a:path>
                <a:path w="13970" h="5267325">
                  <a:moveTo>
                    <a:pt x="10667" y="330707"/>
                  </a:moveTo>
                  <a:lnTo>
                    <a:pt x="3048" y="330707"/>
                  </a:lnTo>
                  <a:lnTo>
                    <a:pt x="0" y="333755"/>
                  </a:lnTo>
                  <a:lnTo>
                    <a:pt x="0" y="382524"/>
                  </a:lnTo>
                  <a:lnTo>
                    <a:pt x="3048" y="385571"/>
                  </a:lnTo>
                  <a:lnTo>
                    <a:pt x="10667" y="385571"/>
                  </a:lnTo>
                  <a:lnTo>
                    <a:pt x="13715" y="382524"/>
                  </a:lnTo>
                  <a:lnTo>
                    <a:pt x="13715" y="333755"/>
                  </a:lnTo>
                  <a:lnTo>
                    <a:pt x="10667" y="330707"/>
                  </a:lnTo>
                  <a:close/>
                </a:path>
                <a:path w="13970" h="5267325">
                  <a:moveTo>
                    <a:pt x="10667" y="413003"/>
                  </a:moveTo>
                  <a:lnTo>
                    <a:pt x="3048" y="413003"/>
                  </a:lnTo>
                  <a:lnTo>
                    <a:pt x="0" y="416051"/>
                  </a:lnTo>
                  <a:lnTo>
                    <a:pt x="0" y="464819"/>
                  </a:lnTo>
                  <a:lnTo>
                    <a:pt x="3048" y="467867"/>
                  </a:lnTo>
                  <a:lnTo>
                    <a:pt x="10667" y="467867"/>
                  </a:lnTo>
                  <a:lnTo>
                    <a:pt x="13715" y="464819"/>
                  </a:lnTo>
                  <a:lnTo>
                    <a:pt x="13715" y="416051"/>
                  </a:lnTo>
                  <a:lnTo>
                    <a:pt x="10667" y="413003"/>
                  </a:lnTo>
                  <a:close/>
                </a:path>
                <a:path w="13970" h="5267325">
                  <a:moveTo>
                    <a:pt x="10667" y="495300"/>
                  </a:moveTo>
                  <a:lnTo>
                    <a:pt x="3048" y="495300"/>
                  </a:lnTo>
                  <a:lnTo>
                    <a:pt x="0" y="498348"/>
                  </a:lnTo>
                  <a:lnTo>
                    <a:pt x="0" y="547115"/>
                  </a:lnTo>
                  <a:lnTo>
                    <a:pt x="3048" y="550163"/>
                  </a:lnTo>
                  <a:lnTo>
                    <a:pt x="10667" y="550163"/>
                  </a:lnTo>
                  <a:lnTo>
                    <a:pt x="13715" y="547115"/>
                  </a:lnTo>
                  <a:lnTo>
                    <a:pt x="13715" y="498348"/>
                  </a:lnTo>
                  <a:lnTo>
                    <a:pt x="10667" y="495300"/>
                  </a:lnTo>
                  <a:close/>
                </a:path>
                <a:path w="13970" h="5267325">
                  <a:moveTo>
                    <a:pt x="10667" y="579119"/>
                  </a:moveTo>
                  <a:lnTo>
                    <a:pt x="3048" y="579119"/>
                  </a:lnTo>
                  <a:lnTo>
                    <a:pt x="0" y="582167"/>
                  </a:lnTo>
                  <a:lnTo>
                    <a:pt x="0" y="630936"/>
                  </a:lnTo>
                  <a:lnTo>
                    <a:pt x="3048" y="633983"/>
                  </a:lnTo>
                  <a:lnTo>
                    <a:pt x="10667" y="633983"/>
                  </a:lnTo>
                  <a:lnTo>
                    <a:pt x="13715" y="630936"/>
                  </a:lnTo>
                  <a:lnTo>
                    <a:pt x="13715" y="582167"/>
                  </a:lnTo>
                  <a:lnTo>
                    <a:pt x="10667" y="579119"/>
                  </a:lnTo>
                  <a:close/>
                </a:path>
                <a:path w="13970" h="5267325">
                  <a:moveTo>
                    <a:pt x="10667" y="661415"/>
                  </a:moveTo>
                  <a:lnTo>
                    <a:pt x="3048" y="661415"/>
                  </a:lnTo>
                  <a:lnTo>
                    <a:pt x="0" y="664463"/>
                  </a:lnTo>
                  <a:lnTo>
                    <a:pt x="0" y="713231"/>
                  </a:lnTo>
                  <a:lnTo>
                    <a:pt x="3048" y="716279"/>
                  </a:lnTo>
                  <a:lnTo>
                    <a:pt x="10667" y="716279"/>
                  </a:lnTo>
                  <a:lnTo>
                    <a:pt x="13715" y="713231"/>
                  </a:lnTo>
                  <a:lnTo>
                    <a:pt x="13715" y="664463"/>
                  </a:lnTo>
                  <a:lnTo>
                    <a:pt x="10667" y="661415"/>
                  </a:lnTo>
                  <a:close/>
                </a:path>
                <a:path w="13970" h="5267325">
                  <a:moveTo>
                    <a:pt x="10667" y="743712"/>
                  </a:moveTo>
                  <a:lnTo>
                    <a:pt x="3048" y="743712"/>
                  </a:lnTo>
                  <a:lnTo>
                    <a:pt x="0" y="746759"/>
                  </a:lnTo>
                  <a:lnTo>
                    <a:pt x="0" y="795527"/>
                  </a:lnTo>
                  <a:lnTo>
                    <a:pt x="3048" y="798576"/>
                  </a:lnTo>
                  <a:lnTo>
                    <a:pt x="10667" y="798576"/>
                  </a:lnTo>
                  <a:lnTo>
                    <a:pt x="13715" y="795527"/>
                  </a:lnTo>
                  <a:lnTo>
                    <a:pt x="13715" y="746759"/>
                  </a:lnTo>
                  <a:lnTo>
                    <a:pt x="10667" y="743712"/>
                  </a:lnTo>
                  <a:close/>
                </a:path>
                <a:path w="13970" h="5267325">
                  <a:moveTo>
                    <a:pt x="10667" y="826007"/>
                  </a:moveTo>
                  <a:lnTo>
                    <a:pt x="3048" y="826007"/>
                  </a:lnTo>
                  <a:lnTo>
                    <a:pt x="0" y="829055"/>
                  </a:lnTo>
                  <a:lnTo>
                    <a:pt x="0" y="879348"/>
                  </a:lnTo>
                  <a:lnTo>
                    <a:pt x="3048" y="882395"/>
                  </a:lnTo>
                  <a:lnTo>
                    <a:pt x="10667" y="882395"/>
                  </a:lnTo>
                  <a:lnTo>
                    <a:pt x="13715" y="879348"/>
                  </a:lnTo>
                  <a:lnTo>
                    <a:pt x="13715" y="829055"/>
                  </a:lnTo>
                  <a:lnTo>
                    <a:pt x="10667" y="826007"/>
                  </a:lnTo>
                  <a:close/>
                </a:path>
                <a:path w="13970" h="5267325">
                  <a:moveTo>
                    <a:pt x="10667" y="909827"/>
                  </a:moveTo>
                  <a:lnTo>
                    <a:pt x="3048" y="909827"/>
                  </a:lnTo>
                  <a:lnTo>
                    <a:pt x="0" y="912876"/>
                  </a:lnTo>
                  <a:lnTo>
                    <a:pt x="0" y="961643"/>
                  </a:lnTo>
                  <a:lnTo>
                    <a:pt x="3048" y="964691"/>
                  </a:lnTo>
                  <a:lnTo>
                    <a:pt x="10667" y="964691"/>
                  </a:lnTo>
                  <a:lnTo>
                    <a:pt x="13715" y="961643"/>
                  </a:lnTo>
                  <a:lnTo>
                    <a:pt x="13715" y="912876"/>
                  </a:lnTo>
                  <a:lnTo>
                    <a:pt x="10667" y="909827"/>
                  </a:lnTo>
                  <a:close/>
                </a:path>
                <a:path w="13970" h="5267325">
                  <a:moveTo>
                    <a:pt x="10667" y="992124"/>
                  </a:moveTo>
                  <a:lnTo>
                    <a:pt x="3048" y="992124"/>
                  </a:lnTo>
                  <a:lnTo>
                    <a:pt x="0" y="995171"/>
                  </a:lnTo>
                  <a:lnTo>
                    <a:pt x="0" y="1043939"/>
                  </a:lnTo>
                  <a:lnTo>
                    <a:pt x="3048" y="1046988"/>
                  </a:lnTo>
                  <a:lnTo>
                    <a:pt x="10667" y="1046988"/>
                  </a:lnTo>
                  <a:lnTo>
                    <a:pt x="13715" y="1043939"/>
                  </a:lnTo>
                  <a:lnTo>
                    <a:pt x="13715" y="995171"/>
                  </a:lnTo>
                  <a:lnTo>
                    <a:pt x="10667" y="992124"/>
                  </a:lnTo>
                  <a:close/>
                </a:path>
                <a:path w="13970" h="5267325">
                  <a:moveTo>
                    <a:pt x="10667" y="1074419"/>
                  </a:moveTo>
                  <a:lnTo>
                    <a:pt x="3048" y="1074419"/>
                  </a:lnTo>
                  <a:lnTo>
                    <a:pt x="0" y="1077467"/>
                  </a:lnTo>
                  <a:lnTo>
                    <a:pt x="0" y="1126236"/>
                  </a:lnTo>
                  <a:lnTo>
                    <a:pt x="3048" y="1129283"/>
                  </a:lnTo>
                  <a:lnTo>
                    <a:pt x="10667" y="1129283"/>
                  </a:lnTo>
                  <a:lnTo>
                    <a:pt x="13715" y="1126236"/>
                  </a:lnTo>
                  <a:lnTo>
                    <a:pt x="13715" y="1077467"/>
                  </a:lnTo>
                  <a:lnTo>
                    <a:pt x="10667" y="1074419"/>
                  </a:lnTo>
                  <a:close/>
                </a:path>
                <a:path w="13970" h="5267325">
                  <a:moveTo>
                    <a:pt x="10667" y="1158239"/>
                  </a:moveTo>
                  <a:lnTo>
                    <a:pt x="3048" y="1158239"/>
                  </a:lnTo>
                  <a:lnTo>
                    <a:pt x="0" y="1161288"/>
                  </a:lnTo>
                  <a:lnTo>
                    <a:pt x="0" y="1210055"/>
                  </a:lnTo>
                  <a:lnTo>
                    <a:pt x="3048" y="1213103"/>
                  </a:lnTo>
                  <a:lnTo>
                    <a:pt x="10667" y="1213103"/>
                  </a:lnTo>
                  <a:lnTo>
                    <a:pt x="13715" y="1210055"/>
                  </a:lnTo>
                  <a:lnTo>
                    <a:pt x="13715" y="1161288"/>
                  </a:lnTo>
                  <a:lnTo>
                    <a:pt x="10667" y="1158239"/>
                  </a:lnTo>
                  <a:close/>
                </a:path>
                <a:path w="13970" h="5267325">
                  <a:moveTo>
                    <a:pt x="10667" y="1240536"/>
                  </a:moveTo>
                  <a:lnTo>
                    <a:pt x="3048" y="1240536"/>
                  </a:lnTo>
                  <a:lnTo>
                    <a:pt x="0" y="1243583"/>
                  </a:lnTo>
                  <a:lnTo>
                    <a:pt x="0" y="1292352"/>
                  </a:lnTo>
                  <a:lnTo>
                    <a:pt x="3048" y="1295400"/>
                  </a:lnTo>
                  <a:lnTo>
                    <a:pt x="10667" y="1295400"/>
                  </a:lnTo>
                  <a:lnTo>
                    <a:pt x="13715" y="1292352"/>
                  </a:lnTo>
                  <a:lnTo>
                    <a:pt x="13715" y="1243583"/>
                  </a:lnTo>
                  <a:lnTo>
                    <a:pt x="10667" y="1240536"/>
                  </a:lnTo>
                  <a:close/>
                </a:path>
                <a:path w="13970" h="5267325">
                  <a:moveTo>
                    <a:pt x="10667" y="1322831"/>
                  </a:moveTo>
                  <a:lnTo>
                    <a:pt x="3048" y="1322831"/>
                  </a:lnTo>
                  <a:lnTo>
                    <a:pt x="0" y="1325879"/>
                  </a:lnTo>
                  <a:lnTo>
                    <a:pt x="0" y="1374648"/>
                  </a:lnTo>
                  <a:lnTo>
                    <a:pt x="3048" y="1377695"/>
                  </a:lnTo>
                  <a:lnTo>
                    <a:pt x="10667" y="1377695"/>
                  </a:lnTo>
                  <a:lnTo>
                    <a:pt x="13715" y="1374648"/>
                  </a:lnTo>
                  <a:lnTo>
                    <a:pt x="13715" y="1325879"/>
                  </a:lnTo>
                  <a:lnTo>
                    <a:pt x="10667" y="1322831"/>
                  </a:lnTo>
                  <a:close/>
                </a:path>
                <a:path w="13970" h="5267325">
                  <a:moveTo>
                    <a:pt x="10667" y="1405127"/>
                  </a:moveTo>
                  <a:lnTo>
                    <a:pt x="3048" y="1405127"/>
                  </a:lnTo>
                  <a:lnTo>
                    <a:pt x="0" y="1408176"/>
                  </a:lnTo>
                  <a:lnTo>
                    <a:pt x="0" y="1458467"/>
                  </a:lnTo>
                  <a:lnTo>
                    <a:pt x="3048" y="1461515"/>
                  </a:lnTo>
                  <a:lnTo>
                    <a:pt x="10667" y="1461515"/>
                  </a:lnTo>
                  <a:lnTo>
                    <a:pt x="13715" y="1458467"/>
                  </a:lnTo>
                  <a:lnTo>
                    <a:pt x="13715" y="1408176"/>
                  </a:lnTo>
                  <a:lnTo>
                    <a:pt x="10667" y="1405127"/>
                  </a:lnTo>
                  <a:close/>
                </a:path>
                <a:path w="13970" h="5267325">
                  <a:moveTo>
                    <a:pt x="10667" y="1488948"/>
                  </a:moveTo>
                  <a:lnTo>
                    <a:pt x="3048" y="1488948"/>
                  </a:lnTo>
                  <a:lnTo>
                    <a:pt x="0" y="1491995"/>
                  </a:lnTo>
                  <a:lnTo>
                    <a:pt x="0" y="1540764"/>
                  </a:lnTo>
                  <a:lnTo>
                    <a:pt x="3048" y="1543812"/>
                  </a:lnTo>
                  <a:lnTo>
                    <a:pt x="10667" y="1543812"/>
                  </a:lnTo>
                  <a:lnTo>
                    <a:pt x="13715" y="1540764"/>
                  </a:lnTo>
                  <a:lnTo>
                    <a:pt x="13715" y="1491995"/>
                  </a:lnTo>
                  <a:lnTo>
                    <a:pt x="10667" y="1488948"/>
                  </a:lnTo>
                  <a:close/>
                </a:path>
                <a:path w="13970" h="5267325">
                  <a:moveTo>
                    <a:pt x="10667" y="1571243"/>
                  </a:moveTo>
                  <a:lnTo>
                    <a:pt x="3048" y="1571243"/>
                  </a:lnTo>
                  <a:lnTo>
                    <a:pt x="0" y="1574291"/>
                  </a:lnTo>
                  <a:lnTo>
                    <a:pt x="0" y="1623059"/>
                  </a:lnTo>
                  <a:lnTo>
                    <a:pt x="3048" y="1626107"/>
                  </a:lnTo>
                  <a:lnTo>
                    <a:pt x="10667" y="1626107"/>
                  </a:lnTo>
                  <a:lnTo>
                    <a:pt x="13715" y="1623059"/>
                  </a:lnTo>
                  <a:lnTo>
                    <a:pt x="13715" y="1574291"/>
                  </a:lnTo>
                  <a:lnTo>
                    <a:pt x="10667" y="1571243"/>
                  </a:lnTo>
                  <a:close/>
                </a:path>
                <a:path w="13970" h="5267325">
                  <a:moveTo>
                    <a:pt x="10667" y="1653539"/>
                  </a:moveTo>
                  <a:lnTo>
                    <a:pt x="3048" y="1653539"/>
                  </a:lnTo>
                  <a:lnTo>
                    <a:pt x="0" y="1656588"/>
                  </a:lnTo>
                  <a:lnTo>
                    <a:pt x="0" y="1705355"/>
                  </a:lnTo>
                  <a:lnTo>
                    <a:pt x="3048" y="1708403"/>
                  </a:lnTo>
                  <a:lnTo>
                    <a:pt x="10667" y="1708403"/>
                  </a:lnTo>
                  <a:lnTo>
                    <a:pt x="13715" y="1705355"/>
                  </a:lnTo>
                  <a:lnTo>
                    <a:pt x="13715" y="1656588"/>
                  </a:lnTo>
                  <a:lnTo>
                    <a:pt x="10667" y="1653539"/>
                  </a:lnTo>
                  <a:close/>
                </a:path>
                <a:path w="13970" h="5267325">
                  <a:moveTo>
                    <a:pt x="10667" y="1737359"/>
                  </a:moveTo>
                  <a:lnTo>
                    <a:pt x="3048" y="1737359"/>
                  </a:lnTo>
                  <a:lnTo>
                    <a:pt x="0" y="1740407"/>
                  </a:lnTo>
                  <a:lnTo>
                    <a:pt x="0" y="1789176"/>
                  </a:lnTo>
                  <a:lnTo>
                    <a:pt x="3048" y="1792224"/>
                  </a:lnTo>
                  <a:lnTo>
                    <a:pt x="10667" y="1792224"/>
                  </a:lnTo>
                  <a:lnTo>
                    <a:pt x="13715" y="1789176"/>
                  </a:lnTo>
                  <a:lnTo>
                    <a:pt x="13715" y="1740407"/>
                  </a:lnTo>
                  <a:lnTo>
                    <a:pt x="10667" y="1737359"/>
                  </a:lnTo>
                  <a:close/>
                </a:path>
                <a:path w="13970" h="5267325">
                  <a:moveTo>
                    <a:pt x="10667" y="1819655"/>
                  </a:moveTo>
                  <a:lnTo>
                    <a:pt x="3048" y="1819655"/>
                  </a:lnTo>
                  <a:lnTo>
                    <a:pt x="0" y="1822703"/>
                  </a:lnTo>
                  <a:lnTo>
                    <a:pt x="0" y="1871471"/>
                  </a:lnTo>
                  <a:lnTo>
                    <a:pt x="3048" y="1874519"/>
                  </a:lnTo>
                  <a:lnTo>
                    <a:pt x="10667" y="1874519"/>
                  </a:lnTo>
                  <a:lnTo>
                    <a:pt x="13715" y="1871471"/>
                  </a:lnTo>
                  <a:lnTo>
                    <a:pt x="13715" y="1822703"/>
                  </a:lnTo>
                  <a:lnTo>
                    <a:pt x="10667" y="1819655"/>
                  </a:lnTo>
                  <a:close/>
                </a:path>
                <a:path w="13970" h="5267325">
                  <a:moveTo>
                    <a:pt x="10667" y="1901952"/>
                  </a:moveTo>
                  <a:lnTo>
                    <a:pt x="3048" y="1901952"/>
                  </a:lnTo>
                  <a:lnTo>
                    <a:pt x="0" y="1905000"/>
                  </a:lnTo>
                  <a:lnTo>
                    <a:pt x="0" y="1953767"/>
                  </a:lnTo>
                  <a:lnTo>
                    <a:pt x="3048" y="1956815"/>
                  </a:lnTo>
                  <a:lnTo>
                    <a:pt x="10667" y="1956815"/>
                  </a:lnTo>
                  <a:lnTo>
                    <a:pt x="13715" y="1953767"/>
                  </a:lnTo>
                  <a:lnTo>
                    <a:pt x="13715" y="1905000"/>
                  </a:lnTo>
                  <a:lnTo>
                    <a:pt x="10667" y="1901952"/>
                  </a:lnTo>
                  <a:close/>
                </a:path>
                <a:path w="13970" h="5267325">
                  <a:moveTo>
                    <a:pt x="10667" y="1984248"/>
                  </a:moveTo>
                  <a:lnTo>
                    <a:pt x="3048" y="1984248"/>
                  </a:lnTo>
                  <a:lnTo>
                    <a:pt x="0" y="1987295"/>
                  </a:lnTo>
                  <a:lnTo>
                    <a:pt x="0" y="2037588"/>
                  </a:lnTo>
                  <a:lnTo>
                    <a:pt x="3048" y="2040636"/>
                  </a:lnTo>
                  <a:lnTo>
                    <a:pt x="10667" y="2040636"/>
                  </a:lnTo>
                  <a:lnTo>
                    <a:pt x="13715" y="2037588"/>
                  </a:lnTo>
                  <a:lnTo>
                    <a:pt x="13715" y="1987295"/>
                  </a:lnTo>
                  <a:lnTo>
                    <a:pt x="10667" y="1984248"/>
                  </a:lnTo>
                  <a:close/>
                </a:path>
                <a:path w="13970" h="5267325">
                  <a:moveTo>
                    <a:pt x="10667" y="2068067"/>
                  </a:moveTo>
                  <a:lnTo>
                    <a:pt x="3048" y="2068067"/>
                  </a:lnTo>
                  <a:lnTo>
                    <a:pt x="0" y="2071115"/>
                  </a:lnTo>
                  <a:lnTo>
                    <a:pt x="0" y="2119883"/>
                  </a:lnTo>
                  <a:lnTo>
                    <a:pt x="3048" y="2122931"/>
                  </a:lnTo>
                  <a:lnTo>
                    <a:pt x="10667" y="2122931"/>
                  </a:lnTo>
                  <a:lnTo>
                    <a:pt x="13715" y="2119883"/>
                  </a:lnTo>
                  <a:lnTo>
                    <a:pt x="13715" y="2071115"/>
                  </a:lnTo>
                  <a:lnTo>
                    <a:pt x="10667" y="2068067"/>
                  </a:lnTo>
                  <a:close/>
                </a:path>
                <a:path w="13970" h="5267325">
                  <a:moveTo>
                    <a:pt x="10667" y="2150364"/>
                  </a:moveTo>
                  <a:lnTo>
                    <a:pt x="3048" y="2150364"/>
                  </a:lnTo>
                  <a:lnTo>
                    <a:pt x="0" y="2153412"/>
                  </a:lnTo>
                  <a:lnTo>
                    <a:pt x="0" y="2202179"/>
                  </a:lnTo>
                  <a:lnTo>
                    <a:pt x="3048" y="2205228"/>
                  </a:lnTo>
                  <a:lnTo>
                    <a:pt x="10667" y="2205228"/>
                  </a:lnTo>
                  <a:lnTo>
                    <a:pt x="13715" y="2202179"/>
                  </a:lnTo>
                  <a:lnTo>
                    <a:pt x="13715" y="2153412"/>
                  </a:lnTo>
                  <a:lnTo>
                    <a:pt x="10667" y="2150364"/>
                  </a:lnTo>
                  <a:close/>
                </a:path>
                <a:path w="13970" h="5267325">
                  <a:moveTo>
                    <a:pt x="10667" y="2232659"/>
                  </a:moveTo>
                  <a:lnTo>
                    <a:pt x="3048" y="2232659"/>
                  </a:lnTo>
                  <a:lnTo>
                    <a:pt x="0" y="2235707"/>
                  </a:lnTo>
                  <a:lnTo>
                    <a:pt x="0" y="2284476"/>
                  </a:lnTo>
                  <a:lnTo>
                    <a:pt x="3048" y="2287524"/>
                  </a:lnTo>
                  <a:lnTo>
                    <a:pt x="10667" y="2287524"/>
                  </a:lnTo>
                  <a:lnTo>
                    <a:pt x="13715" y="2284476"/>
                  </a:lnTo>
                  <a:lnTo>
                    <a:pt x="13715" y="2235707"/>
                  </a:lnTo>
                  <a:lnTo>
                    <a:pt x="10667" y="2232659"/>
                  </a:lnTo>
                  <a:close/>
                </a:path>
                <a:path w="13970" h="5267325">
                  <a:moveTo>
                    <a:pt x="10667" y="2316479"/>
                  </a:moveTo>
                  <a:lnTo>
                    <a:pt x="3048" y="2316479"/>
                  </a:lnTo>
                  <a:lnTo>
                    <a:pt x="0" y="2319528"/>
                  </a:lnTo>
                  <a:lnTo>
                    <a:pt x="0" y="2368295"/>
                  </a:lnTo>
                  <a:lnTo>
                    <a:pt x="3048" y="2371343"/>
                  </a:lnTo>
                  <a:lnTo>
                    <a:pt x="10667" y="2371343"/>
                  </a:lnTo>
                  <a:lnTo>
                    <a:pt x="13715" y="2368295"/>
                  </a:lnTo>
                  <a:lnTo>
                    <a:pt x="13715" y="2319528"/>
                  </a:lnTo>
                  <a:lnTo>
                    <a:pt x="10667" y="2316479"/>
                  </a:lnTo>
                  <a:close/>
                </a:path>
                <a:path w="13970" h="5267325">
                  <a:moveTo>
                    <a:pt x="10667" y="2398776"/>
                  </a:moveTo>
                  <a:lnTo>
                    <a:pt x="3048" y="2398776"/>
                  </a:lnTo>
                  <a:lnTo>
                    <a:pt x="0" y="2401824"/>
                  </a:lnTo>
                  <a:lnTo>
                    <a:pt x="0" y="2450591"/>
                  </a:lnTo>
                  <a:lnTo>
                    <a:pt x="3048" y="2453640"/>
                  </a:lnTo>
                  <a:lnTo>
                    <a:pt x="10667" y="2453640"/>
                  </a:lnTo>
                  <a:lnTo>
                    <a:pt x="13715" y="2450591"/>
                  </a:lnTo>
                  <a:lnTo>
                    <a:pt x="13715" y="2401824"/>
                  </a:lnTo>
                  <a:lnTo>
                    <a:pt x="10667" y="2398776"/>
                  </a:lnTo>
                  <a:close/>
                </a:path>
                <a:path w="13970" h="5267325">
                  <a:moveTo>
                    <a:pt x="10667" y="2481071"/>
                  </a:moveTo>
                  <a:lnTo>
                    <a:pt x="3048" y="2481071"/>
                  </a:lnTo>
                  <a:lnTo>
                    <a:pt x="0" y="2484119"/>
                  </a:lnTo>
                  <a:lnTo>
                    <a:pt x="0" y="2532888"/>
                  </a:lnTo>
                  <a:lnTo>
                    <a:pt x="3048" y="2535936"/>
                  </a:lnTo>
                  <a:lnTo>
                    <a:pt x="10667" y="2535936"/>
                  </a:lnTo>
                  <a:lnTo>
                    <a:pt x="13715" y="2532888"/>
                  </a:lnTo>
                  <a:lnTo>
                    <a:pt x="13715" y="2484119"/>
                  </a:lnTo>
                  <a:lnTo>
                    <a:pt x="10667" y="2481071"/>
                  </a:lnTo>
                  <a:close/>
                </a:path>
                <a:path w="13970" h="5267325">
                  <a:moveTo>
                    <a:pt x="10667" y="2563367"/>
                  </a:moveTo>
                  <a:lnTo>
                    <a:pt x="3048" y="2563367"/>
                  </a:lnTo>
                  <a:lnTo>
                    <a:pt x="0" y="2566416"/>
                  </a:lnTo>
                  <a:lnTo>
                    <a:pt x="0" y="2616707"/>
                  </a:lnTo>
                  <a:lnTo>
                    <a:pt x="3048" y="2619755"/>
                  </a:lnTo>
                  <a:lnTo>
                    <a:pt x="10667" y="2619755"/>
                  </a:lnTo>
                  <a:lnTo>
                    <a:pt x="13715" y="2616707"/>
                  </a:lnTo>
                  <a:lnTo>
                    <a:pt x="13715" y="2566416"/>
                  </a:lnTo>
                  <a:lnTo>
                    <a:pt x="10667" y="2563367"/>
                  </a:lnTo>
                  <a:close/>
                </a:path>
                <a:path w="13970" h="5267325">
                  <a:moveTo>
                    <a:pt x="10667" y="2647188"/>
                  </a:moveTo>
                  <a:lnTo>
                    <a:pt x="3048" y="2647188"/>
                  </a:lnTo>
                  <a:lnTo>
                    <a:pt x="0" y="2650236"/>
                  </a:lnTo>
                  <a:lnTo>
                    <a:pt x="0" y="2699004"/>
                  </a:lnTo>
                  <a:lnTo>
                    <a:pt x="3048" y="2702052"/>
                  </a:lnTo>
                  <a:lnTo>
                    <a:pt x="10667" y="2702052"/>
                  </a:lnTo>
                  <a:lnTo>
                    <a:pt x="13715" y="2699004"/>
                  </a:lnTo>
                  <a:lnTo>
                    <a:pt x="13715" y="2650236"/>
                  </a:lnTo>
                  <a:lnTo>
                    <a:pt x="10667" y="2647188"/>
                  </a:lnTo>
                  <a:close/>
                </a:path>
                <a:path w="13970" h="5267325">
                  <a:moveTo>
                    <a:pt x="10667" y="2729483"/>
                  </a:moveTo>
                  <a:lnTo>
                    <a:pt x="3048" y="2729483"/>
                  </a:lnTo>
                  <a:lnTo>
                    <a:pt x="0" y="2732531"/>
                  </a:lnTo>
                  <a:lnTo>
                    <a:pt x="0" y="2781300"/>
                  </a:lnTo>
                  <a:lnTo>
                    <a:pt x="3048" y="2784348"/>
                  </a:lnTo>
                  <a:lnTo>
                    <a:pt x="10667" y="2784348"/>
                  </a:lnTo>
                  <a:lnTo>
                    <a:pt x="13715" y="2781300"/>
                  </a:lnTo>
                  <a:lnTo>
                    <a:pt x="13715" y="2732531"/>
                  </a:lnTo>
                  <a:lnTo>
                    <a:pt x="10667" y="2729483"/>
                  </a:lnTo>
                  <a:close/>
                </a:path>
                <a:path w="13970" h="5267325">
                  <a:moveTo>
                    <a:pt x="10667" y="2811779"/>
                  </a:moveTo>
                  <a:lnTo>
                    <a:pt x="3048" y="2811779"/>
                  </a:lnTo>
                  <a:lnTo>
                    <a:pt x="0" y="2814828"/>
                  </a:lnTo>
                  <a:lnTo>
                    <a:pt x="0" y="2863595"/>
                  </a:lnTo>
                  <a:lnTo>
                    <a:pt x="3048" y="2866643"/>
                  </a:lnTo>
                  <a:lnTo>
                    <a:pt x="10667" y="2866643"/>
                  </a:lnTo>
                  <a:lnTo>
                    <a:pt x="13715" y="2863595"/>
                  </a:lnTo>
                  <a:lnTo>
                    <a:pt x="13715" y="2814828"/>
                  </a:lnTo>
                  <a:lnTo>
                    <a:pt x="10667" y="2811779"/>
                  </a:lnTo>
                  <a:close/>
                </a:path>
                <a:path w="13970" h="5267325">
                  <a:moveTo>
                    <a:pt x="10667" y="2895600"/>
                  </a:moveTo>
                  <a:lnTo>
                    <a:pt x="3048" y="2895600"/>
                  </a:lnTo>
                  <a:lnTo>
                    <a:pt x="0" y="2898648"/>
                  </a:lnTo>
                  <a:lnTo>
                    <a:pt x="0" y="2947416"/>
                  </a:lnTo>
                  <a:lnTo>
                    <a:pt x="3048" y="2950464"/>
                  </a:lnTo>
                  <a:lnTo>
                    <a:pt x="10667" y="2950464"/>
                  </a:lnTo>
                  <a:lnTo>
                    <a:pt x="13715" y="2947416"/>
                  </a:lnTo>
                  <a:lnTo>
                    <a:pt x="13715" y="2898648"/>
                  </a:lnTo>
                  <a:lnTo>
                    <a:pt x="10667" y="2895600"/>
                  </a:lnTo>
                  <a:close/>
                </a:path>
                <a:path w="13970" h="5267325">
                  <a:moveTo>
                    <a:pt x="10667" y="2977895"/>
                  </a:moveTo>
                  <a:lnTo>
                    <a:pt x="3048" y="2977895"/>
                  </a:lnTo>
                  <a:lnTo>
                    <a:pt x="0" y="2980943"/>
                  </a:lnTo>
                  <a:lnTo>
                    <a:pt x="0" y="3029711"/>
                  </a:lnTo>
                  <a:lnTo>
                    <a:pt x="3048" y="3032760"/>
                  </a:lnTo>
                  <a:lnTo>
                    <a:pt x="10667" y="3032760"/>
                  </a:lnTo>
                  <a:lnTo>
                    <a:pt x="13715" y="3029711"/>
                  </a:lnTo>
                  <a:lnTo>
                    <a:pt x="13715" y="2980943"/>
                  </a:lnTo>
                  <a:lnTo>
                    <a:pt x="10667" y="2977895"/>
                  </a:lnTo>
                  <a:close/>
                </a:path>
                <a:path w="13970" h="5267325">
                  <a:moveTo>
                    <a:pt x="10667" y="3060191"/>
                  </a:moveTo>
                  <a:lnTo>
                    <a:pt x="3048" y="3060191"/>
                  </a:lnTo>
                  <a:lnTo>
                    <a:pt x="0" y="3063240"/>
                  </a:lnTo>
                  <a:lnTo>
                    <a:pt x="0" y="3112008"/>
                  </a:lnTo>
                  <a:lnTo>
                    <a:pt x="3048" y="3115055"/>
                  </a:lnTo>
                  <a:lnTo>
                    <a:pt x="10667" y="3115055"/>
                  </a:lnTo>
                  <a:lnTo>
                    <a:pt x="13715" y="3112008"/>
                  </a:lnTo>
                  <a:lnTo>
                    <a:pt x="13715" y="3063240"/>
                  </a:lnTo>
                  <a:lnTo>
                    <a:pt x="10667" y="3060191"/>
                  </a:lnTo>
                  <a:close/>
                </a:path>
                <a:path w="13970" h="5267325">
                  <a:moveTo>
                    <a:pt x="10667" y="3142487"/>
                  </a:moveTo>
                  <a:lnTo>
                    <a:pt x="3048" y="3142487"/>
                  </a:lnTo>
                  <a:lnTo>
                    <a:pt x="0" y="3145535"/>
                  </a:lnTo>
                  <a:lnTo>
                    <a:pt x="0" y="3195828"/>
                  </a:lnTo>
                  <a:lnTo>
                    <a:pt x="3048" y="3198876"/>
                  </a:lnTo>
                  <a:lnTo>
                    <a:pt x="10667" y="3198876"/>
                  </a:lnTo>
                  <a:lnTo>
                    <a:pt x="13715" y="3195828"/>
                  </a:lnTo>
                  <a:lnTo>
                    <a:pt x="13715" y="3145535"/>
                  </a:lnTo>
                  <a:lnTo>
                    <a:pt x="10667" y="3142487"/>
                  </a:lnTo>
                  <a:close/>
                </a:path>
                <a:path w="13970" h="5267325">
                  <a:moveTo>
                    <a:pt x="10667" y="3226308"/>
                  </a:moveTo>
                  <a:lnTo>
                    <a:pt x="3048" y="3226308"/>
                  </a:lnTo>
                  <a:lnTo>
                    <a:pt x="0" y="3229355"/>
                  </a:lnTo>
                  <a:lnTo>
                    <a:pt x="0" y="3278124"/>
                  </a:lnTo>
                  <a:lnTo>
                    <a:pt x="3048" y="3281172"/>
                  </a:lnTo>
                  <a:lnTo>
                    <a:pt x="10667" y="3281172"/>
                  </a:lnTo>
                  <a:lnTo>
                    <a:pt x="13715" y="3278124"/>
                  </a:lnTo>
                  <a:lnTo>
                    <a:pt x="13715" y="3229355"/>
                  </a:lnTo>
                  <a:lnTo>
                    <a:pt x="10667" y="3226308"/>
                  </a:lnTo>
                  <a:close/>
                </a:path>
                <a:path w="13970" h="5267325">
                  <a:moveTo>
                    <a:pt x="10667" y="3308604"/>
                  </a:moveTo>
                  <a:lnTo>
                    <a:pt x="3048" y="3308604"/>
                  </a:lnTo>
                  <a:lnTo>
                    <a:pt x="0" y="3311652"/>
                  </a:lnTo>
                  <a:lnTo>
                    <a:pt x="0" y="3360420"/>
                  </a:lnTo>
                  <a:lnTo>
                    <a:pt x="3048" y="3363467"/>
                  </a:lnTo>
                  <a:lnTo>
                    <a:pt x="10667" y="3363467"/>
                  </a:lnTo>
                  <a:lnTo>
                    <a:pt x="13715" y="3360420"/>
                  </a:lnTo>
                  <a:lnTo>
                    <a:pt x="13715" y="3311652"/>
                  </a:lnTo>
                  <a:lnTo>
                    <a:pt x="10667" y="3308604"/>
                  </a:lnTo>
                  <a:close/>
                </a:path>
                <a:path w="13970" h="5267325">
                  <a:moveTo>
                    <a:pt x="10667" y="3390900"/>
                  </a:moveTo>
                  <a:lnTo>
                    <a:pt x="3048" y="3390900"/>
                  </a:lnTo>
                  <a:lnTo>
                    <a:pt x="0" y="3393948"/>
                  </a:lnTo>
                  <a:lnTo>
                    <a:pt x="0" y="3442716"/>
                  </a:lnTo>
                  <a:lnTo>
                    <a:pt x="3048" y="3445764"/>
                  </a:lnTo>
                  <a:lnTo>
                    <a:pt x="10667" y="3445764"/>
                  </a:lnTo>
                  <a:lnTo>
                    <a:pt x="13715" y="3442716"/>
                  </a:lnTo>
                  <a:lnTo>
                    <a:pt x="13715" y="3393948"/>
                  </a:lnTo>
                  <a:lnTo>
                    <a:pt x="10667" y="3390900"/>
                  </a:lnTo>
                  <a:close/>
                </a:path>
                <a:path w="13970" h="5267325">
                  <a:moveTo>
                    <a:pt x="10667" y="3474720"/>
                  </a:moveTo>
                  <a:lnTo>
                    <a:pt x="3048" y="3474720"/>
                  </a:lnTo>
                  <a:lnTo>
                    <a:pt x="0" y="3477767"/>
                  </a:lnTo>
                  <a:lnTo>
                    <a:pt x="0" y="3526535"/>
                  </a:lnTo>
                  <a:lnTo>
                    <a:pt x="3048" y="3529583"/>
                  </a:lnTo>
                  <a:lnTo>
                    <a:pt x="10667" y="3529583"/>
                  </a:lnTo>
                  <a:lnTo>
                    <a:pt x="13715" y="3526535"/>
                  </a:lnTo>
                  <a:lnTo>
                    <a:pt x="13715" y="3477767"/>
                  </a:lnTo>
                  <a:lnTo>
                    <a:pt x="10667" y="3474720"/>
                  </a:lnTo>
                  <a:close/>
                </a:path>
                <a:path w="13970" h="5267325">
                  <a:moveTo>
                    <a:pt x="10667" y="3557016"/>
                  </a:moveTo>
                  <a:lnTo>
                    <a:pt x="3048" y="3557016"/>
                  </a:lnTo>
                  <a:lnTo>
                    <a:pt x="0" y="3560064"/>
                  </a:lnTo>
                  <a:lnTo>
                    <a:pt x="0" y="3608831"/>
                  </a:lnTo>
                  <a:lnTo>
                    <a:pt x="3048" y="3611879"/>
                  </a:lnTo>
                  <a:lnTo>
                    <a:pt x="10667" y="3611879"/>
                  </a:lnTo>
                  <a:lnTo>
                    <a:pt x="13715" y="3608831"/>
                  </a:lnTo>
                  <a:lnTo>
                    <a:pt x="13715" y="3560064"/>
                  </a:lnTo>
                  <a:lnTo>
                    <a:pt x="10667" y="3557016"/>
                  </a:lnTo>
                  <a:close/>
                </a:path>
                <a:path w="13970" h="5267325">
                  <a:moveTo>
                    <a:pt x="10667" y="3639311"/>
                  </a:moveTo>
                  <a:lnTo>
                    <a:pt x="3048" y="3639311"/>
                  </a:lnTo>
                  <a:lnTo>
                    <a:pt x="0" y="3642359"/>
                  </a:lnTo>
                  <a:lnTo>
                    <a:pt x="0" y="3691128"/>
                  </a:lnTo>
                  <a:lnTo>
                    <a:pt x="3048" y="3694176"/>
                  </a:lnTo>
                  <a:lnTo>
                    <a:pt x="10667" y="3694176"/>
                  </a:lnTo>
                  <a:lnTo>
                    <a:pt x="13715" y="3691128"/>
                  </a:lnTo>
                  <a:lnTo>
                    <a:pt x="13715" y="3642359"/>
                  </a:lnTo>
                  <a:lnTo>
                    <a:pt x="10667" y="3639311"/>
                  </a:lnTo>
                  <a:close/>
                </a:path>
                <a:path w="13970" h="5267325">
                  <a:moveTo>
                    <a:pt x="10667" y="3721607"/>
                  </a:moveTo>
                  <a:lnTo>
                    <a:pt x="3048" y="3721607"/>
                  </a:lnTo>
                  <a:lnTo>
                    <a:pt x="0" y="3724655"/>
                  </a:lnTo>
                  <a:lnTo>
                    <a:pt x="0" y="3774948"/>
                  </a:lnTo>
                  <a:lnTo>
                    <a:pt x="3048" y="3777996"/>
                  </a:lnTo>
                  <a:lnTo>
                    <a:pt x="10667" y="3777996"/>
                  </a:lnTo>
                  <a:lnTo>
                    <a:pt x="13715" y="3774948"/>
                  </a:lnTo>
                  <a:lnTo>
                    <a:pt x="13715" y="3724655"/>
                  </a:lnTo>
                  <a:lnTo>
                    <a:pt x="10667" y="3721607"/>
                  </a:lnTo>
                  <a:close/>
                </a:path>
                <a:path w="13970" h="5267325">
                  <a:moveTo>
                    <a:pt x="10667" y="3805428"/>
                  </a:moveTo>
                  <a:lnTo>
                    <a:pt x="3048" y="3805428"/>
                  </a:lnTo>
                  <a:lnTo>
                    <a:pt x="0" y="3808476"/>
                  </a:lnTo>
                  <a:lnTo>
                    <a:pt x="0" y="3857243"/>
                  </a:lnTo>
                  <a:lnTo>
                    <a:pt x="3048" y="3860291"/>
                  </a:lnTo>
                  <a:lnTo>
                    <a:pt x="10667" y="3860291"/>
                  </a:lnTo>
                  <a:lnTo>
                    <a:pt x="13715" y="3857243"/>
                  </a:lnTo>
                  <a:lnTo>
                    <a:pt x="13715" y="3808476"/>
                  </a:lnTo>
                  <a:lnTo>
                    <a:pt x="10667" y="3805428"/>
                  </a:lnTo>
                  <a:close/>
                </a:path>
                <a:path w="13970" h="5267325">
                  <a:moveTo>
                    <a:pt x="10667" y="3887724"/>
                  </a:moveTo>
                  <a:lnTo>
                    <a:pt x="3048" y="3887724"/>
                  </a:lnTo>
                  <a:lnTo>
                    <a:pt x="0" y="3890772"/>
                  </a:lnTo>
                  <a:lnTo>
                    <a:pt x="0" y="3939540"/>
                  </a:lnTo>
                  <a:lnTo>
                    <a:pt x="3048" y="3942587"/>
                  </a:lnTo>
                  <a:lnTo>
                    <a:pt x="10667" y="3942587"/>
                  </a:lnTo>
                  <a:lnTo>
                    <a:pt x="13715" y="3939540"/>
                  </a:lnTo>
                  <a:lnTo>
                    <a:pt x="13715" y="3890772"/>
                  </a:lnTo>
                  <a:lnTo>
                    <a:pt x="10667" y="3887724"/>
                  </a:lnTo>
                  <a:close/>
                </a:path>
                <a:path w="13970" h="5267325">
                  <a:moveTo>
                    <a:pt x="10667" y="3970020"/>
                  </a:moveTo>
                  <a:lnTo>
                    <a:pt x="3048" y="3970020"/>
                  </a:lnTo>
                  <a:lnTo>
                    <a:pt x="0" y="3973067"/>
                  </a:lnTo>
                  <a:lnTo>
                    <a:pt x="0" y="4021835"/>
                  </a:lnTo>
                  <a:lnTo>
                    <a:pt x="3048" y="4024883"/>
                  </a:lnTo>
                  <a:lnTo>
                    <a:pt x="10667" y="4024883"/>
                  </a:lnTo>
                  <a:lnTo>
                    <a:pt x="13715" y="4021835"/>
                  </a:lnTo>
                  <a:lnTo>
                    <a:pt x="13715" y="3973067"/>
                  </a:lnTo>
                  <a:lnTo>
                    <a:pt x="10667" y="3970020"/>
                  </a:lnTo>
                  <a:close/>
                </a:path>
                <a:path w="13970" h="5267325">
                  <a:moveTo>
                    <a:pt x="10667" y="4053840"/>
                  </a:moveTo>
                  <a:lnTo>
                    <a:pt x="3048" y="4053840"/>
                  </a:lnTo>
                  <a:lnTo>
                    <a:pt x="0" y="4056887"/>
                  </a:lnTo>
                  <a:lnTo>
                    <a:pt x="0" y="4105655"/>
                  </a:lnTo>
                  <a:lnTo>
                    <a:pt x="3048" y="4108704"/>
                  </a:lnTo>
                  <a:lnTo>
                    <a:pt x="10667" y="4108704"/>
                  </a:lnTo>
                  <a:lnTo>
                    <a:pt x="13715" y="4105655"/>
                  </a:lnTo>
                  <a:lnTo>
                    <a:pt x="13715" y="4056887"/>
                  </a:lnTo>
                  <a:lnTo>
                    <a:pt x="10667" y="4053840"/>
                  </a:lnTo>
                  <a:close/>
                </a:path>
                <a:path w="13970" h="5267325">
                  <a:moveTo>
                    <a:pt x="10667" y="4136135"/>
                  </a:moveTo>
                  <a:lnTo>
                    <a:pt x="3048" y="4136135"/>
                  </a:lnTo>
                  <a:lnTo>
                    <a:pt x="0" y="4139183"/>
                  </a:lnTo>
                  <a:lnTo>
                    <a:pt x="0" y="4187952"/>
                  </a:lnTo>
                  <a:lnTo>
                    <a:pt x="3048" y="4191000"/>
                  </a:lnTo>
                  <a:lnTo>
                    <a:pt x="10667" y="4191000"/>
                  </a:lnTo>
                  <a:lnTo>
                    <a:pt x="13715" y="4187952"/>
                  </a:lnTo>
                  <a:lnTo>
                    <a:pt x="13715" y="4139183"/>
                  </a:lnTo>
                  <a:lnTo>
                    <a:pt x="10667" y="4136135"/>
                  </a:lnTo>
                  <a:close/>
                </a:path>
                <a:path w="13970" h="5267325">
                  <a:moveTo>
                    <a:pt x="10667" y="4218432"/>
                  </a:moveTo>
                  <a:lnTo>
                    <a:pt x="3048" y="4218432"/>
                  </a:lnTo>
                  <a:lnTo>
                    <a:pt x="0" y="4221480"/>
                  </a:lnTo>
                  <a:lnTo>
                    <a:pt x="0" y="4270248"/>
                  </a:lnTo>
                  <a:lnTo>
                    <a:pt x="3048" y="4273296"/>
                  </a:lnTo>
                  <a:lnTo>
                    <a:pt x="10667" y="4273296"/>
                  </a:lnTo>
                  <a:lnTo>
                    <a:pt x="13715" y="4270248"/>
                  </a:lnTo>
                  <a:lnTo>
                    <a:pt x="13715" y="4221480"/>
                  </a:lnTo>
                  <a:lnTo>
                    <a:pt x="10667" y="4218432"/>
                  </a:lnTo>
                  <a:close/>
                </a:path>
                <a:path w="13970" h="5267325">
                  <a:moveTo>
                    <a:pt x="10667" y="4300728"/>
                  </a:moveTo>
                  <a:lnTo>
                    <a:pt x="3048" y="4300728"/>
                  </a:lnTo>
                  <a:lnTo>
                    <a:pt x="0" y="4303776"/>
                  </a:lnTo>
                  <a:lnTo>
                    <a:pt x="0" y="4354068"/>
                  </a:lnTo>
                  <a:lnTo>
                    <a:pt x="3048" y="4357116"/>
                  </a:lnTo>
                  <a:lnTo>
                    <a:pt x="10667" y="4357116"/>
                  </a:lnTo>
                  <a:lnTo>
                    <a:pt x="13715" y="4354068"/>
                  </a:lnTo>
                  <a:lnTo>
                    <a:pt x="13715" y="4303776"/>
                  </a:lnTo>
                  <a:lnTo>
                    <a:pt x="10667" y="4300728"/>
                  </a:lnTo>
                  <a:close/>
                </a:path>
                <a:path w="13970" h="5267325">
                  <a:moveTo>
                    <a:pt x="10667" y="4384548"/>
                  </a:moveTo>
                  <a:lnTo>
                    <a:pt x="3048" y="4384548"/>
                  </a:lnTo>
                  <a:lnTo>
                    <a:pt x="0" y="4387596"/>
                  </a:lnTo>
                  <a:lnTo>
                    <a:pt x="0" y="4436364"/>
                  </a:lnTo>
                  <a:lnTo>
                    <a:pt x="3048" y="4439411"/>
                  </a:lnTo>
                  <a:lnTo>
                    <a:pt x="10667" y="4439411"/>
                  </a:lnTo>
                  <a:lnTo>
                    <a:pt x="13715" y="4436364"/>
                  </a:lnTo>
                  <a:lnTo>
                    <a:pt x="13715" y="4387596"/>
                  </a:lnTo>
                  <a:lnTo>
                    <a:pt x="10667" y="4384548"/>
                  </a:lnTo>
                  <a:close/>
                </a:path>
                <a:path w="13970" h="5267325">
                  <a:moveTo>
                    <a:pt x="10667" y="4466844"/>
                  </a:moveTo>
                  <a:lnTo>
                    <a:pt x="3048" y="4466844"/>
                  </a:lnTo>
                  <a:lnTo>
                    <a:pt x="0" y="4469892"/>
                  </a:lnTo>
                  <a:lnTo>
                    <a:pt x="0" y="4518659"/>
                  </a:lnTo>
                  <a:lnTo>
                    <a:pt x="3048" y="4521708"/>
                  </a:lnTo>
                  <a:lnTo>
                    <a:pt x="10667" y="4521708"/>
                  </a:lnTo>
                  <a:lnTo>
                    <a:pt x="13715" y="4518659"/>
                  </a:lnTo>
                  <a:lnTo>
                    <a:pt x="13715" y="4469892"/>
                  </a:lnTo>
                  <a:lnTo>
                    <a:pt x="10667" y="4466844"/>
                  </a:lnTo>
                  <a:close/>
                </a:path>
                <a:path w="13970" h="5267325">
                  <a:moveTo>
                    <a:pt x="10667" y="4549140"/>
                  </a:moveTo>
                  <a:lnTo>
                    <a:pt x="3048" y="4549140"/>
                  </a:lnTo>
                  <a:lnTo>
                    <a:pt x="0" y="4552187"/>
                  </a:lnTo>
                  <a:lnTo>
                    <a:pt x="0" y="4600956"/>
                  </a:lnTo>
                  <a:lnTo>
                    <a:pt x="3048" y="4604004"/>
                  </a:lnTo>
                  <a:lnTo>
                    <a:pt x="10667" y="4604004"/>
                  </a:lnTo>
                  <a:lnTo>
                    <a:pt x="13715" y="4600956"/>
                  </a:lnTo>
                  <a:lnTo>
                    <a:pt x="13715" y="4552187"/>
                  </a:lnTo>
                  <a:lnTo>
                    <a:pt x="10667" y="4549140"/>
                  </a:lnTo>
                  <a:close/>
                </a:path>
                <a:path w="13970" h="5267325">
                  <a:moveTo>
                    <a:pt x="10667" y="4632959"/>
                  </a:moveTo>
                  <a:lnTo>
                    <a:pt x="3048" y="4632959"/>
                  </a:lnTo>
                  <a:lnTo>
                    <a:pt x="0" y="4636008"/>
                  </a:lnTo>
                  <a:lnTo>
                    <a:pt x="0" y="4684776"/>
                  </a:lnTo>
                  <a:lnTo>
                    <a:pt x="3048" y="4687824"/>
                  </a:lnTo>
                  <a:lnTo>
                    <a:pt x="10667" y="4687824"/>
                  </a:lnTo>
                  <a:lnTo>
                    <a:pt x="13715" y="4684776"/>
                  </a:lnTo>
                  <a:lnTo>
                    <a:pt x="13715" y="4636008"/>
                  </a:lnTo>
                  <a:lnTo>
                    <a:pt x="10667" y="4632959"/>
                  </a:lnTo>
                  <a:close/>
                </a:path>
                <a:path w="13970" h="5267325">
                  <a:moveTo>
                    <a:pt x="10667" y="4715256"/>
                  </a:moveTo>
                  <a:lnTo>
                    <a:pt x="3048" y="4715256"/>
                  </a:lnTo>
                  <a:lnTo>
                    <a:pt x="0" y="4718304"/>
                  </a:lnTo>
                  <a:lnTo>
                    <a:pt x="0" y="4767072"/>
                  </a:lnTo>
                  <a:lnTo>
                    <a:pt x="3048" y="4770120"/>
                  </a:lnTo>
                  <a:lnTo>
                    <a:pt x="10667" y="4770120"/>
                  </a:lnTo>
                  <a:lnTo>
                    <a:pt x="13715" y="4767072"/>
                  </a:lnTo>
                  <a:lnTo>
                    <a:pt x="13715" y="4718304"/>
                  </a:lnTo>
                  <a:lnTo>
                    <a:pt x="10667" y="4715256"/>
                  </a:lnTo>
                  <a:close/>
                </a:path>
                <a:path w="13970" h="5267325">
                  <a:moveTo>
                    <a:pt x="10667" y="4797552"/>
                  </a:moveTo>
                  <a:lnTo>
                    <a:pt x="3048" y="4797552"/>
                  </a:lnTo>
                  <a:lnTo>
                    <a:pt x="0" y="4800600"/>
                  </a:lnTo>
                  <a:lnTo>
                    <a:pt x="0" y="4849368"/>
                  </a:lnTo>
                  <a:lnTo>
                    <a:pt x="3048" y="4852416"/>
                  </a:lnTo>
                  <a:lnTo>
                    <a:pt x="10667" y="4852416"/>
                  </a:lnTo>
                  <a:lnTo>
                    <a:pt x="13715" y="4849368"/>
                  </a:lnTo>
                  <a:lnTo>
                    <a:pt x="13715" y="4800600"/>
                  </a:lnTo>
                  <a:lnTo>
                    <a:pt x="10667" y="4797552"/>
                  </a:lnTo>
                  <a:close/>
                </a:path>
                <a:path w="13970" h="5267325">
                  <a:moveTo>
                    <a:pt x="10667" y="4879848"/>
                  </a:moveTo>
                  <a:lnTo>
                    <a:pt x="3048" y="4879848"/>
                  </a:lnTo>
                  <a:lnTo>
                    <a:pt x="0" y="4882895"/>
                  </a:lnTo>
                  <a:lnTo>
                    <a:pt x="0" y="4933188"/>
                  </a:lnTo>
                  <a:lnTo>
                    <a:pt x="3048" y="4936235"/>
                  </a:lnTo>
                  <a:lnTo>
                    <a:pt x="10667" y="4936235"/>
                  </a:lnTo>
                  <a:lnTo>
                    <a:pt x="13715" y="4933188"/>
                  </a:lnTo>
                  <a:lnTo>
                    <a:pt x="13715" y="4882895"/>
                  </a:lnTo>
                  <a:lnTo>
                    <a:pt x="10667" y="4879848"/>
                  </a:lnTo>
                  <a:close/>
                </a:path>
                <a:path w="13970" h="5267325">
                  <a:moveTo>
                    <a:pt x="10667" y="4963668"/>
                  </a:moveTo>
                  <a:lnTo>
                    <a:pt x="3048" y="4963668"/>
                  </a:lnTo>
                  <a:lnTo>
                    <a:pt x="0" y="4966716"/>
                  </a:lnTo>
                  <a:lnTo>
                    <a:pt x="0" y="5015483"/>
                  </a:lnTo>
                  <a:lnTo>
                    <a:pt x="3048" y="5018532"/>
                  </a:lnTo>
                  <a:lnTo>
                    <a:pt x="10667" y="5018532"/>
                  </a:lnTo>
                  <a:lnTo>
                    <a:pt x="13715" y="5015483"/>
                  </a:lnTo>
                  <a:lnTo>
                    <a:pt x="13715" y="4966716"/>
                  </a:lnTo>
                  <a:lnTo>
                    <a:pt x="10667" y="4963668"/>
                  </a:lnTo>
                  <a:close/>
                </a:path>
                <a:path w="13970" h="5267325">
                  <a:moveTo>
                    <a:pt x="10667" y="5045964"/>
                  </a:moveTo>
                  <a:lnTo>
                    <a:pt x="3048" y="5045964"/>
                  </a:lnTo>
                  <a:lnTo>
                    <a:pt x="0" y="5049012"/>
                  </a:lnTo>
                  <a:lnTo>
                    <a:pt x="0" y="5097780"/>
                  </a:lnTo>
                  <a:lnTo>
                    <a:pt x="3048" y="5100828"/>
                  </a:lnTo>
                  <a:lnTo>
                    <a:pt x="10667" y="5100828"/>
                  </a:lnTo>
                  <a:lnTo>
                    <a:pt x="13715" y="5097780"/>
                  </a:lnTo>
                  <a:lnTo>
                    <a:pt x="13715" y="5049012"/>
                  </a:lnTo>
                  <a:lnTo>
                    <a:pt x="10667" y="5045964"/>
                  </a:lnTo>
                  <a:close/>
                </a:path>
                <a:path w="13970" h="5267325">
                  <a:moveTo>
                    <a:pt x="10667" y="5128259"/>
                  </a:moveTo>
                  <a:lnTo>
                    <a:pt x="3048" y="5128259"/>
                  </a:lnTo>
                  <a:lnTo>
                    <a:pt x="0" y="5131308"/>
                  </a:lnTo>
                  <a:lnTo>
                    <a:pt x="0" y="5180076"/>
                  </a:lnTo>
                  <a:lnTo>
                    <a:pt x="3048" y="5183124"/>
                  </a:lnTo>
                  <a:lnTo>
                    <a:pt x="10667" y="5183124"/>
                  </a:lnTo>
                  <a:lnTo>
                    <a:pt x="13715" y="5180076"/>
                  </a:lnTo>
                  <a:lnTo>
                    <a:pt x="13715" y="5131308"/>
                  </a:lnTo>
                  <a:lnTo>
                    <a:pt x="10667" y="5128259"/>
                  </a:lnTo>
                  <a:close/>
                </a:path>
                <a:path w="13970" h="5267325">
                  <a:moveTo>
                    <a:pt x="10667" y="5212080"/>
                  </a:moveTo>
                  <a:lnTo>
                    <a:pt x="3048" y="5212080"/>
                  </a:lnTo>
                  <a:lnTo>
                    <a:pt x="0" y="5215128"/>
                  </a:lnTo>
                  <a:lnTo>
                    <a:pt x="0" y="5263895"/>
                  </a:lnTo>
                  <a:lnTo>
                    <a:pt x="3048" y="5266944"/>
                  </a:lnTo>
                  <a:lnTo>
                    <a:pt x="10667" y="5266944"/>
                  </a:lnTo>
                  <a:lnTo>
                    <a:pt x="13715" y="5263895"/>
                  </a:lnTo>
                  <a:lnTo>
                    <a:pt x="13715" y="5215128"/>
                  </a:lnTo>
                  <a:lnTo>
                    <a:pt x="10667" y="5212080"/>
                  </a:lnTo>
                  <a:close/>
                </a:path>
              </a:pathLst>
            </a:custGeom>
            <a:solidFill>
              <a:srgbClr val="9A9A9A"/>
            </a:solidFill>
          </p:spPr>
          <p:txBody>
            <a:bodyPr wrap="square" lIns="0" tIns="0" rIns="0" bIns="0" rtlCol="0"/>
            <a:lstStyle/>
            <a:p>
              <a:endParaRPr/>
            </a:p>
          </p:txBody>
        </p:sp>
        <p:sp>
          <p:nvSpPr>
            <p:cNvPr id="6" name="object 6"/>
            <p:cNvSpPr/>
            <p:nvPr/>
          </p:nvSpPr>
          <p:spPr>
            <a:xfrm>
              <a:off x="4850891" y="3189732"/>
              <a:ext cx="152400" cy="164591"/>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991100" y="3320795"/>
              <a:ext cx="220979" cy="109727"/>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981955" y="534923"/>
              <a:ext cx="118872" cy="13716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5096255" y="643127"/>
              <a:ext cx="149351" cy="96012"/>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5337047" y="542543"/>
              <a:ext cx="2604770" cy="1801495"/>
            </a:xfrm>
            <a:custGeom>
              <a:avLst/>
              <a:gdLst/>
              <a:ahLst/>
              <a:cxnLst/>
              <a:rect l="l" t="t" r="r" b="b"/>
              <a:pathLst>
                <a:path w="2604770" h="1801495">
                  <a:moveTo>
                    <a:pt x="0" y="176783"/>
                  </a:moveTo>
                  <a:lnTo>
                    <a:pt x="0" y="0"/>
                  </a:lnTo>
                  <a:lnTo>
                    <a:pt x="650747" y="0"/>
                  </a:lnTo>
                  <a:lnTo>
                    <a:pt x="650747" y="176783"/>
                  </a:lnTo>
                </a:path>
                <a:path w="2604770" h="1801495">
                  <a:moveTo>
                    <a:pt x="216407" y="1627631"/>
                  </a:moveTo>
                  <a:lnTo>
                    <a:pt x="216407" y="1801367"/>
                  </a:lnTo>
                </a:path>
                <a:path w="2604770" h="1801495">
                  <a:moveTo>
                    <a:pt x="1301495" y="176783"/>
                  </a:moveTo>
                  <a:lnTo>
                    <a:pt x="1301495" y="0"/>
                  </a:lnTo>
                  <a:lnTo>
                    <a:pt x="1953767" y="0"/>
                  </a:lnTo>
                  <a:lnTo>
                    <a:pt x="1953767" y="176783"/>
                  </a:lnTo>
                </a:path>
                <a:path w="2604770" h="1801495">
                  <a:moveTo>
                    <a:pt x="650747" y="173735"/>
                  </a:moveTo>
                  <a:lnTo>
                    <a:pt x="1301495" y="173735"/>
                  </a:lnTo>
                </a:path>
                <a:path w="2604770" h="1801495">
                  <a:moveTo>
                    <a:pt x="1953767" y="173735"/>
                  </a:moveTo>
                  <a:lnTo>
                    <a:pt x="2604515" y="173735"/>
                  </a:lnTo>
                </a:path>
              </a:pathLst>
            </a:custGeom>
            <a:ln w="22859">
              <a:solidFill>
                <a:srgbClr val="800000"/>
              </a:solidFill>
            </a:ln>
          </p:spPr>
          <p:txBody>
            <a:bodyPr wrap="square" lIns="0" tIns="0" rIns="0" bIns="0" rtlCol="0"/>
            <a:lstStyle/>
            <a:p>
              <a:endParaRPr/>
            </a:p>
          </p:txBody>
        </p:sp>
        <p:sp>
          <p:nvSpPr>
            <p:cNvPr id="11" name="object 11"/>
            <p:cNvSpPr/>
            <p:nvPr/>
          </p:nvSpPr>
          <p:spPr>
            <a:xfrm>
              <a:off x="5553455" y="1124711"/>
              <a:ext cx="2496820" cy="0"/>
            </a:xfrm>
            <a:custGeom>
              <a:avLst/>
              <a:gdLst/>
              <a:ahLst/>
              <a:cxnLst/>
              <a:rect l="l" t="t" r="r" b="b"/>
              <a:pathLst>
                <a:path w="2496820">
                  <a:moveTo>
                    <a:pt x="0" y="0"/>
                  </a:moveTo>
                  <a:lnTo>
                    <a:pt x="2496311" y="0"/>
                  </a:lnTo>
                </a:path>
              </a:pathLst>
            </a:custGeom>
            <a:ln w="13715">
              <a:solidFill>
                <a:srgbClr val="666666"/>
              </a:solidFill>
            </a:ln>
          </p:spPr>
          <p:txBody>
            <a:bodyPr wrap="square" lIns="0" tIns="0" rIns="0" bIns="0" rtlCol="0"/>
            <a:lstStyle/>
            <a:p>
              <a:endParaRPr/>
            </a:p>
          </p:txBody>
        </p:sp>
        <p:sp>
          <p:nvSpPr>
            <p:cNvPr id="12" name="object 12"/>
            <p:cNvSpPr/>
            <p:nvPr/>
          </p:nvSpPr>
          <p:spPr>
            <a:xfrm>
              <a:off x="5337047" y="949451"/>
              <a:ext cx="2632075" cy="1801495"/>
            </a:xfrm>
            <a:custGeom>
              <a:avLst/>
              <a:gdLst/>
              <a:ahLst/>
              <a:cxnLst/>
              <a:rect l="l" t="t" r="r" b="b"/>
              <a:pathLst>
                <a:path w="2632075" h="1801495">
                  <a:moveTo>
                    <a:pt x="216407" y="175259"/>
                  </a:moveTo>
                  <a:lnTo>
                    <a:pt x="216407" y="0"/>
                  </a:lnTo>
                  <a:lnTo>
                    <a:pt x="868679" y="0"/>
                  </a:lnTo>
                  <a:lnTo>
                    <a:pt x="868679" y="175259"/>
                  </a:lnTo>
                </a:path>
                <a:path w="2632075" h="1801495">
                  <a:moveTo>
                    <a:pt x="1519427" y="175259"/>
                  </a:moveTo>
                  <a:lnTo>
                    <a:pt x="1519427" y="0"/>
                  </a:lnTo>
                  <a:lnTo>
                    <a:pt x="2170175" y="0"/>
                  </a:lnTo>
                  <a:lnTo>
                    <a:pt x="2170175" y="175259"/>
                  </a:lnTo>
                </a:path>
                <a:path w="2632075" h="1801495">
                  <a:moveTo>
                    <a:pt x="868679" y="173735"/>
                  </a:moveTo>
                  <a:lnTo>
                    <a:pt x="1519427" y="173735"/>
                  </a:lnTo>
                </a:path>
                <a:path w="2632075" h="1801495">
                  <a:moveTo>
                    <a:pt x="2170175" y="173735"/>
                  </a:moveTo>
                  <a:lnTo>
                    <a:pt x="2604515" y="173735"/>
                  </a:lnTo>
                </a:path>
                <a:path w="2632075" h="1801495">
                  <a:moveTo>
                    <a:pt x="0" y="175259"/>
                  </a:moveTo>
                  <a:lnTo>
                    <a:pt x="216407" y="175259"/>
                  </a:lnTo>
                </a:path>
                <a:path w="2632075" h="1801495">
                  <a:moveTo>
                    <a:pt x="434339" y="582167"/>
                  </a:moveTo>
                  <a:lnTo>
                    <a:pt x="434339" y="406907"/>
                  </a:lnTo>
                  <a:lnTo>
                    <a:pt x="1085087" y="406907"/>
                  </a:lnTo>
                  <a:lnTo>
                    <a:pt x="1085087" y="582167"/>
                  </a:lnTo>
                </a:path>
                <a:path w="2632075" h="1801495">
                  <a:moveTo>
                    <a:pt x="1735835" y="582167"/>
                  </a:moveTo>
                  <a:lnTo>
                    <a:pt x="1735835" y="406907"/>
                  </a:lnTo>
                  <a:lnTo>
                    <a:pt x="2386583" y="406907"/>
                  </a:lnTo>
                  <a:lnTo>
                    <a:pt x="2386583" y="582167"/>
                  </a:lnTo>
                </a:path>
                <a:path w="2632075" h="1801495">
                  <a:moveTo>
                    <a:pt x="1085087" y="579119"/>
                  </a:moveTo>
                  <a:lnTo>
                    <a:pt x="1735835" y="579119"/>
                  </a:lnTo>
                </a:path>
                <a:path w="2632075" h="1801495">
                  <a:moveTo>
                    <a:pt x="2386583" y="579119"/>
                  </a:moveTo>
                  <a:lnTo>
                    <a:pt x="2631947" y="579119"/>
                  </a:lnTo>
                </a:path>
                <a:path w="2632075" h="1801495">
                  <a:moveTo>
                    <a:pt x="0" y="582167"/>
                  </a:moveTo>
                  <a:lnTo>
                    <a:pt x="434339" y="582167"/>
                  </a:lnTo>
                </a:path>
                <a:path w="2632075" h="1801495">
                  <a:moveTo>
                    <a:pt x="650747" y="989075"/>
                  </a:moveTo>
                  <a:lnTo>
                    <a:pt x="650747" y="812291"/>
                  </a:lnTo>
                  <a:lnTo>
                    <a:pt x="1301495" y="812291"/>
                  </a:lnTo>
                  <a:lnTo>
                    <a:pt x="1301495" y="989075"/>
                  </a:lnTo>
                </a:path>
                <a:path w="2632075" h="1801495">
                  <a:moveTo>
                    <a:pt x="1953767" y="989075"/>
                  </a:moveTo>
                  <a:lnTo>
                    <a:pt x="1953767" y="812291"/>
                  </a:lnTo>
                  <a:lnTo>
                    <a:pt x="2604515" y="812291"/>
                  </a:lnTo>
                  <a:lnTo>
                    <a:pt x="2604515" y="989075"/>
                  </a:lnTo>
                </a:path>
                <a:path w="2632075" h="1801495">
                  <a:moveTo>
                    <a:pt x="1301495" y="986027"/>
                  </a:moveTo>
                  <a:lnTo>
                    <a:pt x="1953767" y="986027"/>
                  </a:lnTo>
                </a:path>
                <a:path w="2632075" h="1801495">
                  <a:moveTo>
                    <a:pt x="0" y="989075"/>
                  </a:moveTo>
                  <a:lnTo>
                    <a:pt x="650747" y="989075"/>
                  </a:lnTo>
                </a:path>
                <a:path w="2632075" h="1801495">
                  <a:moveTo>
                    <a:pt x="868679" y="1394459"/>
                  </a:moveTo>
                  <a:lnTo>
                    <a:pt x="868679" y="1219199"/>
                  </a:lnTo>
                  <a:lnTo>
                    <a:pt x="1519427" y="1219199"/>
                  </a:lnTo>
                  <a:lnTo>
                    <a:pt x="1519427" y="1394459"/>
                  </a:lnTo>
                </a:path>
                <a:path w="2632075" h="1801495">
                  <a:moveTo>
                    <a:pt x="1519427" y="1391411"/>
                  </a:moveTo>
                  <a:lnTo>
                    <a:pt x="2170175" y="1391411"/>
                  </a:lnTo>
                </a:path>
                <a:path w="2632075" h="1801495">
                  <a:moveTo>
                    <a:pt x="216407" y="1394459"/>
                  </a:moveTo>
                  <a:lnTo>
                    <a:pt x="868679" y="1394459"/>
                  </a:lnTo>
                </a:path>
                <a:path w="2632075" h="1801495">
                  <a:moveTo>
                    <a:pt x="0" y="1220723"/>
                  </a:moveTo>
                  <a:lnTo>
                    <a:pt x="216407" y="1220723"/>
                  </a:lnTo>
                </a:path>
                <a:path w="2632075" h="1801495">
                  <a:moveTo>
                    <a:pt x="434339" y="1627631"/>
                  </a:moveTo>
                  <a:lnTo>
                    <a:pt x="434339" y="1801367"/>
                  </a:lnTo>
                </a:path>
                <a:path w="2632075" h="1801495">
                  <a:moveTo>
                    <a:pt x="1085087" y="1801367"/>
                  </a:moveTo>
                  <a:lnTo>
                    <a:pt x="1085087" y="1624583"/>
                  </a:lnTo>
                  <a:lnTo>
                    <a:pt x="1735835" y="1624583"/>
                  </a:lnTo>
                  <a:lnTo>
                    <a:pt x="1735835" y="1801367"/>
                  </a:lnTo>
                </a:path>
                <a:path w="2632075" h="1801495">
                  <a:moveTo>
                    <a:pt x="1735835" y="1798319"/>
                  </a:moveTo>
                  <a:lnTo>
                    <a:pt x="2386583" y="1798319"/>
                  </a:lnTo>
                </a:path>
                <a:path w="2632075" h="1801495">
                  <a:moveTo>
                    <a:pt x="434339" y="1801367"/>
                  </a:moveTo>
                  <a:lnTo>
                    <a:pt x="1085087" y="1801367"/>
                  </a:lnTo>
                </a:path>
                <a:path w="2632075" h="1801495">
                  <a:moveTo>
                    <a:pt x="0" y="1627631"/>
                  </a:moveTo>
                  <a:lnTo>
                    <a:pt x="434339" y="1627631"/>
                  </a:lnTo>
                </a:path>
                <a:path w="2632075" h="1801495">
                  <a:moveTo>
                    <a:pt x="2386583" y="1621535"/>
                  </a:moveTo>
                  <a:lnTo>
                    <a:pt x="2386583" y="1795271"/>
                  </a:lnTo>
                </a:path>
                <a:path w="2632075" h="1801495">
                  <a:moveTo>
                    <a:pt x="2386583" y="1621535"/>
                  </a:moveTo>
                  <a:lnTo>
                    <a:pt x="2604515" y="1621535"/>
                  </a:lnTo>
                </a:path>
                <a:path w="2632075" h="1801495">
                  <a:moveTo>
                    <a:pt x="2170175" y="1231391"/>
                  </a:moveTo>
                  <a:lnTo>
                    <a:pt x="2170175" y="1389887"/>
                  </a:lnTo>
                </a:path>
                <a:path w="2632075" h="1801495">
                  <a:moveTo>
                    <a:pt x="2170175" y="1220723"/>
                  </a:moveTo>
                  <a:lnTo>
                    <a:pt x="2604515" y="1220723"/>
                  </a:lnTo>
                </a:path>
              </a:pathLst>
            </a:custGeom>
            <a:ln w="22859">
              <a:solidFill>
                <a:srgbClr val="800000"/>
              </a:solidFill>
            </a:ln>
          </p:spPr>
          <p:txBody>
            <a:bodyPr wrap="square" lIns="0" tIns="0" rIns="0" bIns="0" rtlCol="0"/>
            <a:lstStyle/>
            <a:p>
              <a:endParaRPr/>
            </a:p>
          </p:txBody>
        </p:sp>
        <p:sp>
          <p:nvSpPr>
            <p:cNvPr id="13" name="object 13"/>
            <p:cNvSpPr/>
            <p:nvPr/>
          </p:nvSpPr>
          <p:spPr>
            <a:xfrm>
              <a:off x="5337047" y="2967227"/>
              <a:ext cx="650875" cy="325120"/>
            </a:xfrm>
            <a:custGeom>
              <a:avLst/>
              <a:gdLst/>
              <a:ahLst/>
              <a:cxnLst/>
              <a:rect l="l" t="t" r="r" b="b"/>
              <a:pathLst>
                <a:path w="650875" h="325120">
                  <a:moveTo>
                    <a:pt x="0" y="324611"/>
                  </a:moveTo>
                  <a:lnTo>
                    <a:pt x="0" y="161543"/>
                  </a:lnTo>
                  <a:lnTo>
                    <a:pt x="216407" y="161543"/>
                  </a:lnTo>
                  <a:lnTo>
                    <a:pt x="216407" y="0"/>
                  </a:lnTo>
                  <a:lnTo>
                    <a:pt x="434339" y="0"/>
                  </a:lnTo>
                  <a:lnTo>
                    <a:pt x="434339" y="161543"/>
                  </a:lnTo>
                  <a:lnTo>
                    <a:pt x="650747" y="161543"/>
                  </a:lnTo>
                  <a:lnTo>
                    <a:pt x="650747" y="324611"/>
                  </a:lnTo>
                </a:path>
              </a:pathLst>
            </a:custGeom>
            <a:ln w="22859">
              <a:solidFill>
                <a:srgbClr val="FF0000"/>
              </a:solidFill>
            </a:ln>
          </p:spPr>
          <p:txBody>
            <a:bodyPr wrap="square" lIns="0" tIns="0" rIns="0" bIns="0" rtlCol="0"/>
            <a:lstStyle/>
            <a:p>
              <a:endParaRPr/>
            </a:p>
          </p:txBody>
        </p:sp>
        <p:sp>
          <p:nvSpPr>
            <p:cNvPr id="14" name="object 14"/>
            <p:cNvSpPr/>
            <p:nvPr/>
          </p:nvSpPr>
          <p:spPr>
            <a:xfrm>
              <a:off x="5337047" y="3291839"/>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15" name="object 15"/>
            <p:cNvSpPr/>
            <p:nvPr/>
          </p:nvSpPr>
          <p:spPr>
            <a:xfrm>
              <a:off x="5987795" y="2967227"/>
              <a:ext cx="1953895" cy="649605"/>
            </a:xfrm>
            <a:custGeom>
              <a:avLst/>
              <a:gdLst/>
              <a:ahLst/>
              <a:cxnLst/>
              <a:rect l="l" t="t" r="r" b="b"/>
              <a:pathLst>
                <a:path w="1953895" h="649604">
                  <a:moveTo>
                    <a:pt x="0" y="324611"/>
                  </a:moveTo>
                  <a:lnTo>
                    <a:pt x="0" y="487679"/>
                  </a:lnTo>
                  <a:lnTo>
                    <a:pt x="217931" y="487679"/>
                  </a:lnTo>
                  <a:lnTo>
                    <a:pt x="217931" y="649223"/>
                  </a:lnTo>
                  <a:lnTo>
                    <a:pt x="434339" y="649223"/>
                  </a:lnTo>
                  <a:lnTo>
                    <a:pt x="434339" y="487679"/>
                  </a:lnTo>
                  <a:lnTo>
                    <a:pt x="650747" y="487679"/>
                  </a:lnTo>
                  <a:lnTo>
                    <a:pt x="650747" y="324611"/>
                  </a:lnTo>
                </a:path>
                <a:path w="1953895" h="649604">
                  <a:moveTo>
                    <a:pt x="650747" y="324611"/>
                  </a:moveTo>
                  <a:lnTo>
                    <a:pt x="650747" y="161543"/>
                  </a:lnTo>
                  <a:lnTo>
                    <a:pt x="868679" y="161543"/>
                  </a:lnTo>
                  <a:lnTo>
                    <a:pt x="868679" y="0"/>
                  </a:lnTo>
                  <a:lnTo>
                    <a:pt x="1085087" y="0"/>
                  </a:lnTo>
                  <a:lnTo>
                    <a:pt x="1085087" y="161543"/>
                  </a:lnTo>
                  <a:lnTo>
                    <a:pt x="1303019" y="161543"/>
                  </a:lnTo>
                  <a:lnTo>
                    <a:pt x="1303019" y="324611"/>
                  </a:lnTo>
                </a:path>
                <a:path w="1953895" h="649604">
                  <a:moveTo>
                    <a:pt x="1303019" y="324611"/>
                  </a:moveTo>
                  <a:lnTo>
                    <a:pt x="1303019" y="487679"/>
                  </a:lnTo>
                  <a:lnTo>
                    <a:pt x="1519427" y="487679"/>
                  </a:lnTo>
                  <a:lnTo>
                    <a:pt x="1519427" y="649223"/>
                  </a:lnTo>
                  <a:lnTo>
                    <a:pt x="1735835" y="649223"/>
                  </a:lnTo>
                  <a:lnTo>
                    <a:pt x="1735835" y="487679"/>
                  </a:lnTo>
                  <a:lnTo>
                    <a:pt x="1953767" y="487679"/>
                  </a:lnTo>
                  <a:lnTo>
                    <a:pt x="1953767" y="324611"/>
                  </a:lnTo>
                </a:path>
              </a:pathLst>
            </a:custGeom>
            <a:ln w="22859">
              <a:solidFill>
                <a:srgbClr val="FF0000"/>
              </a:solidFill>
            </a:ln>
          </p:spPr>
          <p:txBody>
            <a:bodyPr wrap="square" lIns="0" tIns="0" rIns="0" bIns="0" rtlCol="0"/>
            <a:lstStyle/>
            <a:p>
              <a:endParaRPr/>
            </a:p>
          </p:txBody>
        </p:sp>
        <p:sp>
          <p:nvSpPr>
            <p:cNvPr id="16" name="object 16"/>
            <p:cNvSpPr/>
            <p:nvPr/>
          </p:nvSpPr>
          <p:spPr>
            <a:xfrm>
              <a:off x="5337047" y="4104132"/>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17" name="object 17"/>
            <p:cNvSpPr/>
            <p:nvPr/>
          </p:nvSpPr>
          <p:spPr>
            <a:xfrm>
              <a:off x="5337047" y="3779520"/>
              <a:ext cx="2604770" cy="649605"/>
            </a:xfrm>
            <a:custGeom>
              <a:avLst/>
              <a:gdLst/>
              <a:ahLst/>
              <a:cxnLst/>
              <a:rect l="l" t="t" r="r" b="b"/>
              <a:pathLst>
                <a:path w="2604770" h="649604">
                  <a:moveTo>
                    <a:pt x="434339" y="324611"/>
                  </a:moveTo>
                  <a:lnTo>
                    <a:pt x="434339" y="163067"/>
                  </a:lnTo>
                  <a:lnTo>
                    <a:pt x="650747" y="163067"/>
                  </a:lnTo>
                  <a:lnTo>
                    <a:pt x="650747" y="0"/>
                  </a:lnTo>
                  <a:lnTo>
                    <a:pt x="868679" y="0"/>
                  </a:lnTo>
                  <a:lnTo>
                    <a:pt x="868679" y="163067"/>
                  </a:lnTo>
                  <a:lnTo>
                    <a:pt x="1085087" y="163067"/>
                  </a:lnTo>
                  <a:lnTo>
                    <a:pt x="1085087" y="324611"/>
                  </a:lnTo>
                </a:path>
                <a:path w="2604770" h="649604">
                  <a:moveTo>
                    <a:pt x="1085087" y="324611"/>
                  </a:moveTo>
                  <a:lnTo>
                    <a:pt x="1085087" y="487679"/>
                  </a:lnTo>
                  <a:lnTo>
                    <a:pt x="1301495" y="487679"/>
                  </a:lnTo>
                  <a:lnTo>
                    <a:pt x="1301495" y="649223"/>
                  </a:lnTo>
                  <a:lnTo>
                    <a:pt x="1519427" y="649223"/>
                  </a:lnTo>
                  <a:lnTo>
                    <a:pt x="1519427" y="487679"/>
                  </a:lnTo>
                  <a:lnTo>
                    <a:pt x="1735835" y="487679"/>
                  </a:lnTo>
                  <a:lnTo>
                    <a:pt x="1735835" y="324611"/>
                  </a:lnTo>
                </a:path>
                <a:path w="2604770" h="649604">
                  <a:moveTo>
                    <a:pt x="434339" y="324611"/>
                  </a:moveTo>
                  <a:lnTo>
                    <a:pt x="434339" y="487679"/>
                  </a:lnTo>
                  <a:lnTo>
                    <a:pt x="216407" y="487679"/>
                  </a:lnTo>
                  <a:lnTo>
                    <a:pt x="216407" y="649223"/>
                  </a:lnTo>
                  <a:lnTo>
                    <a:pt x="0" y="649223"/>
                  </a:lnTo>
                  <a:lnTo>
                    <a:pt x="0" y="487679"/>
                  </a:lnTo>
                </a:path>
                <a:path w="2604770" h="649604">
                  <a:moveTo>
                    <a:pt x="1735835" y="324611"/>
                  </a:moveTo>
                  <a:lnTo>
                    <a:pt x="1735835" y="163067"/>
                  </a:lnTo>
                  <a:lnTo>
                    <a:pt x="1953767" y="163067"/>
                  </a:lnTo>
                  <a:lnTo>
                    <a:pt x="1953767" y="0"/>
                  </a:lnTo>
                  <a:lnTo>
                    <a:pt x="2170175" y="0"/>
                  </a:lnTo>
                  <a:lnTo>
                    <a:pt x="2170175" y="163067"/>
                  </a:lnTo>
                  <a:lnTo>
                    <a:pt x="2386583" y="163067"/>
                  </a:lnTo>
                  <a:lnTo>
                    <a:pt x="2386583" y="324611"/>
                  </a:lnTo>
                </a:path>
                <a:path w="2604770" h="649604">
                  <a:moveTo>
                    <a:pt x="2386583" y="324611"/>
                  </a:moveTo>
                  <a:lnTo>
                    <a:pt x="2386583" y="487679"/>
                  </a:lnTo>
                  <a:lnTo>
                    <a:pt x="2604515" y="487679"/>
                  </a:lnTo>
                  <a:lnTo>
                    <a:pt x="2604515" y="649223"/>
                  </a:lnTo>
                </a:path>
              </a:pathLst>
            </a:custGeom>
            <a:ln w="22859">
              <a:solidFill>
                <a:srgbClr val="008000"/>
              </a:solidFill>
            </a:ln>
          </p:spPr>
          <p:txBody>
            <a:bodyPr wrap="square" lIns="0" tIns="0" rIns="0" bIns="0" rtlCol="0"/>
            <a:lstStyle/>
            <a:p>
              <a:endParaRPr/>
            </a:p>
          </p:txBody>
        </p:sp>
        <p:sp>
          <p:nvSpPr>
            <p:cNvPr id="18" name="object 18"/>
            <p:cNvSpPr/>
            <p:nvPr/>
          </p:nvSpPr>
          <p:spPr>
            <a:xfrm>
              <a:off x="5337047" y="4916423"/>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19" name="object 19"/>
            <p:cNvSpPr/>
            <p:nvPr/>
          </p:nvSpPr>
          <p:spPr>
            <a:xfrm>
              <a:off x="5337047" y="4591811"/>
              <a:ext cx="2604770" cy="650875"/>
            </a:xfrm>
            <a:custGeom>
              <a:avLst/>
              <a:gdLst/>
              <a:ahLst/>
              <a:cxnLst/>
              <a:rect l="l" t="t" r="r" b="b"/>
              <a:pathLst>
                <a:path w="2604770" h="650875">
                  <a:moveTo>
                    <a:pt x="868679" y="324611"/>
                  </a:moveTo>
                  <a:lnTo>
                    <a:pt x="868679" y="163067"/>
                  </a:lnTo>
                  <a:lnTo>
                    <a:pt x="1085087" y="163067"/>
                  </a:lnTo>
                  <a:lnTo>
                    <a:pt x="1085087" y="0"/>
                  </a:lnTo>
                  <a:lnTo>
                    <a:pt x="1301495" y="0"/>
                  </a:lnTo>
                  <a:lnTo>
                    <a:pt x="1301495" y="163067"/>
                  </a:lnTo>
                  <a:lnTo>
                    <a:pt x="1519427" y="163067"/>
                  </a:lnTo>
                  <a:lnTo>
                    <a:pt x="1519427" y="324611"/>
                  </a:lnTo>
                </a:path>
                <a:path w="2604770" h="650875">
                  <a:moveTo>
                    <a:pt x="1519427" y="324611"/>
                  </a:moveTo>
                  <a:lnTo>
                    <a:pt x="1519427" y="487679"/>
                  </a:lnTo>
                  <a:lnTo>
                    <a:pt x="1735835" y="487679"/>
                  </a:lnTo>
                  <a:lnTo>
                    <a:pt x="1735835" y="650747"/>
                  </a:lnTo>
                  <a:lnTo>
                    <a:pt x="1953767" y="650747"/>
                  </a:lnTo>
                  <a:lnTo>
                    <a:pt x="1953767" y="487679"/>
                  </a:lnTo>
                  <a:lnTo>
                    <a:pt x="2170175" y="487679"/>
                  </a:lnTo>
                  <a:lnTo>
                    <a:pt x="2170175" y="324611"/>
                  </a:lnTo>
                </a:path>
                <a:path w="2604770" h="650875">
                  <a:moveTo>
                    <a:pt x="216407" y="324611"/>
                  </a:moveTo>
                  <a:lnTo>
                    <a:pt x="216407" y="487679"/>
                  </a:lnTo>
                  <a:lnTo>
                    <a:pt x="434339" y="487679"/>
                  </a:lnTo>
                  <a:lnTo>
                    <a:pt x="434339" y="650747"/>
                  </a:lnTo>
                  <a:lnTo>
                    <a:pt x="650747" y="650747"/>
                  </a:lnTo>
                  <a:lnTo>
                    <a:pt x="650747" y="487679"/>
                  </a:lnTo>
                  <a:lnTo>
                    <a:pt x="868679" y="487679"/>
                  </a:lnTo>
                  <a:lnTo>
                    <a:pt x="868679" y="324611"/>
                  </a:lnTo>
                </a:path>
                <a:path w="2604770" h="650875">
                  <a:moveTo>
                    <a:pt x="2170175" y="324611"/>
                  </a:moveTo>
                  <a:lnTo>
                    <a:pt x="2170175" y="163067"/>
                  </a:lnTo>
                  <a:lnTo>
                    <a:pt x="2386583" y="163067"/>
                  </a:lnTo>
                  <a:lnTo>
                    <a:pt x="2386583" y="0"/>
                  </a:lnTo>
                  <a:lnTo>
                    <a:pt x="2604515" y="0"/>
                  </a:lnTo>
                  <a:lnTo>
                    <a:pt x="2604515" y="163067"/>
                  </a:lnTo>
                </a:path>
                <a:path w="2604770" h="650875">
                  <a:moveTo>
                    <a:pt x="216407" y="324611"/>
                  </a:moveTo>
                  <a:lnTo>
                    <a:pt x="216407" y="163067"/>
                  </a:lnTo>
                  <a:lnTo>
                    <a:pt x="0" y="163067"/>
                  </a:lnTo>
                  <a:lnTo>
                    <a:pt x="0" y="0"/>
                  </a:lnTo>
                </a:path>
              </a:pathLst>
            </a:custGeom>
            <a:ln w="22859">
              <a:solidFill>
                <a:srgbClr val="000080"/>
              </a:solidFill>
            </a:ln>
          </p:spPr>
          <p:txBody>
            <a:bodyPr wrap="square" lIns="0" tIns="0" rIns="0" bIns="0" rtlCol="0"/>
            <a:lstStyle/>
            <a:p>
              <a:endParaRPr/>
            </a:p>
          </p:txBody>
        </p:sp>
        <p:sp>
          <p:nvSpPr>
            <p:cNvPr id="20" name="object 20"/>
            <p:cNvSpPr/>
            <p:nvPr/>
          </p:nvSpPr>
          <p:spPr>
            <a:xfrm>
              <a:off x="5337047" y="5864351"/>
              <a:ext cx="2712720" cy="0"/>
            </a:xfrm>
            <a:custGeom>
              <a:avLst/>
              <a:gdLst/>
              <a:ahLst/>
              <a:cxnLst/>
              <a:rect l="l" t="t" r="r" b="b"/>
              <a:pathLst>
                <a:path w="2712720">
                  <a:moveTo>
                    <a:pt x="0" y="0"/>
                  </a:moveTo>
                  <a:lnTo>
                    <a:pt x="2712719" y="0"/>
                  </a:lnTo>
                </a:path>
              </a:pathLst>
            </a:custGeom>
            <a:ln w="13715">
              <a:solidFill>
                <a:srgbClr val="666666"/>
              </a:solidFill>
            </a:ln>
          </p:spPr>
          <p:txBody>
            <a:bodyPr wrap="square" lIns="0" tIns="0" rIns="0" bIns="0" rtlCol="0"/>
            <a:lstStyle/>
            <a:p>
              <a:endParaRPr/>
            </a:p>
          </p:txBody>
        </p:sp>
        <p:sp>
          <p:nvSpPr>
            <p:cNvPr id="21" name="object 21"/>
            <p:cNvSpPr/>
            <p:nvPr/>
          </p:nvSpPr>
          <p:spPr>
            <a:xfrm>
              <a:off x="5337047" y="5376671"/>
              <a:ext cx="2604770" cy="975360"/>
            </a:xfrm>
            <a:custGeom>
              <a:avLst/>
              <a:gdLst/>
              <a:ahLst/>
              <a:cxnLst/>
              <a:rect l="l" t="t" r="r" b="b"/>
              <a:pathLst>
                <a:path w="2604770" h="975360">
                  <a:moveTo>
                    <a:pt x="0" y="487679"/>
                  </a:moveTo>
                  <a:lnTo>
                    <a:pt x="0" y="0"/>
                  </a:lnTo>
                  <a:lnTo>
                    <a:pt x="434339" y="0"/>
                  </a:lnTo>
                  <a:lnTo>
                    <a:pt x="434339" y="487679"/>
                  </a:lnTo>
                  <a:lnTo>
                    <a:pt x="650747" y="487679"/>
                  </a:lnTo>
                  <a:lnTo>
                    <a:pt x="650747" y="975359"/>
                  </a:lnTo>
                  <a:lnTo>
                    <a:pt x="1085087" y="975359"/>
                  </a:lnTo>
                  <a:lnTo>
                    <a:pt x="1085087" y="487679"/>
                  </a:lnTo>
                  <a:lnTo>
                    <a:pt x="1301495" y="487679"/>
                  </a:lnTo>
                  <a:lnTo>
                    <a:pt x="1301495" y="0"/>
                  </a:lnTo>
                  <a:lnTo>
                    <a:pt x="1735835" y="0"/>
                  </a:lnTo>
                  <a:lnTo>
                    <a:pt x="1735835" y="487679"/>
                  </a:lnTo>
                  <a:lnTo>
                    <a:pt x="1953767" y="487679"/>
                  </a:lnTo>
                  <a:lnTo>
                    <a:pt x="1953767" y="975359"/>
                  </a:lnTo>
                  <a:lnTo>
                    <a:pt x="2386583" y="975359"/>
                  </a:lnTo>
                  <a:lnTo>
                    <a:pt x="2386583" y="487679"/>
                  </a:lnTo>
                  <a:lnTo>
                    <a:pt x="2604515" y="487679"/>
                  </a:lnTo>
                </a:path>
              </a:pathLst>
            </a:custGeom>
            <a:ln w="22859">
              <a:solidFill>
                <a:srgbClr val="FF00FF"/>
              </a:solidFill>
            </a:ln>
          </p:spPr>
          <p:txBody>
            <a:bodyPr wrap="square" lIns="0" tIns="0" rIns="0" bIns="0" rtlCol="0"/>
            <a:lstStyle/>
            <a:p>
              <a:endParaRPr/>
            </a:p>
          </p:txBody>
        </p:sp>
        <p:sp>
          <p:nvSpPr>
            <p:cNvPr id="22" name="object 22"/>
            <p:cNvSpPr/>
            <p:nvPr/>
          </p:nvSpPr>
          <p:spPr>
            <a:xfrm>
              <a:off x="4981955" y="2574035"/>
              <a:ext cx="118872" cy="137160"/>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5096255" y="2680716"/>
              <a:ext cx="160020" cy="96012"/>
            </a:xfrm>
            <a:prstGeom prst="rect">
              <a:avLst/>
            </a:prstGeom>
            <a:blipFill>
              <a:blip r:embed="rId6" cstate="print"/>
              <a:stretch>
                <a:fillRect/>
              </a:stretch>
            </a:blipFill>
          </p:spPr>
          <p:txBody>
            <a:bodyPr wrap="square" lIns="0" tIns="0" rIns="0" bIns="0" rtlCol="0"/>
            <a:lstStyle/>
            <a:p>
              <a:endParaRPr/>
            </a:p>
          </p:txBody>
        </p:sp>
        <p:sp>
          <p:nvSpPr>
            <p:cNvPr id="24" name="object 24"/>
            <p:cNvSpPr/>
            <p:nvPr/>
          </p:nvSpPr>
          <p:spPr>
            <a:xfrm>
              <a:off x="4981955" y="2161032"/>
              <a:ext cx="118872" cy="137160"/>
            </a:xfrm>
            <a:prstGeom prst="rect">
              <a:avLst/>
            </a:prstGeom>
            <a:blipFill>
              <a:blip r:embed="rId4" cstate="print"/>
              <a:stretch>
                <a:fillRect/>
              </a:stretch>
            </a:blipFill>
          </p:spPr>
          <p:txBody>
            <a:bodyPr wrap="square" lIns="0" tIns="0" rIns="0" bIns="0" rtlCol="0"/>
            <a:lstStyle/>
            <a:p>
              <a:endParaRPr/>
            </a:p>
          </p:txBody>
        </p:sp>
        <p:sp>
          <p:nvSpPr>
            <p:cNvPr id="25" name="object 25"/>
            <p:cNvSpPr/>
            <p:nvPr/>
          </p:nvSpPr>
          <p:spPr>
            <a:xfrm>
              <a:off x="5096255" y="2267711"/>
              <a:ext cx="160020" cy="96012"/>
            </a:xfrm>
            <a:prstGeom prst="rect">
              <a:avLst/>
            </a:prstGeom>
            <a:blipFill>
              <a:blip r:embed="rId7" cstate="print"/>
              <a:stretch>
                <a:fillRect/>
              </a:stretch>
            </a:blipFill>
          </p:spPr>
          <p:txBody>
            <a:bodyPr wrap="square" lIns="0" tIns="0" rIns="0" bIns="0" rtlCol="0"/>
            <a:lstStyle/>
            <a:p>
              <a:endParaRPr/>
            </a:p>
          </p:txBody>
        </p:sp>
        <p:sp>
          <p:nvSpPr>
            <p:cNvPr id="26" name="object 26"/>
            <p:cNvSpPr/>
            <p:nvPr/>
          </p:nvSpPr>
          <p:spPr>
            <a:xfrm>
              <a:off x="4981955" y="1748027"/>
              <a:ext cx="118872" cy="137160"/>
            </a:xfrm>
            <a:prstGeom prst="rect">
              <a:avLst/>
            </a:prstGeom>
            <a:blipFill>
              <a:blip r:embed="rId4" cstate="print"/>
              <a:stretch>
                <a:fillRect/>
              </a:stretch>
            </a:blipFill>
          </p:spPr>
          <p:txBody>
            <a:bodyPr wrap="square" lIns="0" tIns="0" rIns="0" bIns="0" rtlCol="0"/>
            <a:lstStyle/>
            <a:p>
              <a:endParaRPr/>
            </a:p>
          </p:txBody>
        </p:sp>
        <p:sp>
          <p:nvSpPr>
            <p:cNvPr id="27" name="object 27"/>
            <p:cNvSpPr/>
            <p:nvPr/>
          </p:nvSpPr>
          <p:spPr>
            <a:xfrm>
              <a:off x="5096255" y="1854708"/>
              <a:ext cx="155448" cy="96012"/>
            </a:xfrm>
            <a:prstGeom prst="rect">
              <a:avLst/>
            </a:prstGeom>
            <a:blipFill>
              <a:blip r:embed="rId8" cstate="print"/>
              <a:stretch>
                <a:fillRect/>
              </a:stretch>
            </a:blipFill>
          </p:spPr>
          <p:txBody>
            <a:bodyPr wrap="square" lIns="0" tIns="0" rIns="0" bIns="0" rtlCol="0"/>
            <a:lstStyle/>
            <a:p>
              <a:endParaRPr/>
            </a:p>
          </p:txBody>
        </p:sp>
        <p:sp>
          <p:nvSpPr>
            <p:cNvPr id="28" name="object 28"/>
            <p:cNvSpPr/>
            <p:nvPr/>
          </p:nvSpPr>
          <p:spPr>
            <a:xfrm>
              <a:off x="5009388" y="947927"/>
              <a:ext cx="118872" cy="137160"/>
            </a:xfrm>
            <a:prstGeom prst="rect">
              <a:avLst/>
            </a:prstGeom>
            <a:blipFill>
              <a:blip r:embed="rId4" cstate="print"/>
              <a:stretch>
                <a:fillRect/>
              </a:stretch>
            </a:blipFill>
          </p:spPr>
          <p:txBody>
            <a:bodyPr wrap="square" lIns="0" tIns="0" rIns="0" bIns="0" rtlCol="0"/>
            <a:lstStyle/>
            <a:p>
              <a:endParaRPr/>
            </a:p>
          </p:txBody>
        </p:sp>
        <p:sp>
          <p:nvSpPr>
            <p:cNvPr id="29" name="object 29"/>
            <p:cNvSpPr/>
            <p:nvPr/>
          </p:nvSpPr>
          <p:spPr>
            <a:xfrm>
              <a:off x="5123688" y="1056131"/>
              <a:ext cx="158496" cy="96012"/>
            </a:xfrm>
            <a:prstGeom prst="rect">
              <a:avLst/>
            </a:prstGeom>
            <a:blipFill>
              <a:blip r:embed="rId9" cstate="print"/>
              <a:stretch>
                <a:fillRect/>
              </a:stretch>
            </a:blipFill>
          </p:spPr>
          <p:txBody>
            <a:bodyPr wrap="square" lIns="0" tIns="0" rIns="0" bIns="0" rtlCol="0"/>
            <a:lstStyle/>
            <a:p>
              <a:endParaRPr/>
            </a:p>
          </p:txBody>
        </p:sp>
        <p:sp>
          <p:nvSpPr>
            <p:cNvPr id="30" name="object 30"/>
            <p:cNvSpPr/>
            <p:nvPr/>
          </p:nvSpPr>
          <p:spPr>
            <a:xfrm>
              <a:off x="5009388" y="1313688"/>
              <a:ext cx="118872" cy="137160"/>
            </a:xfrm>
            <a:prstGeom prst="rect">
              <a:avLst/>
            </a:prstGeom>
            <a:blipFill>
              <a:blip r:embed="rId4" cstate="print"/>
              <a:stretch>
                <a:fillRect/>
              </a:stretch>
            </a:blipFill>
          </p:spPr>
          <p:txBody>
            <a:bodyPr wrap="square" lIns="0" tIns="0" rIns="0" bIns="0" rtlCol="0"/>
            <a:lstStyle/>
            <a:p>
              <a:endParaRPr/>
            </a:p>
          </p:txBody>
        </p:sp>
        <p:sp>
          <p:nvSpPr>
            <p:cNvPr id="31" name="object 31"/>
            <p:cNvSpPr/>
            <p:nvPr/>
          </p:nvSpPr>
          <p:spPr>
            <a:xfrm>
              <a:off x="5123688" y="1421891"/>
              <a:ext cx="158496" cy="96012"/>
            </a:xfrm>
            <a:prstGeom prst="rect">
              <a:avLst/>
            </a:prstGeom>
            <a:blipFill>
              <a:blip r:embed="rId10" cstate="print"/>
              <a:stretch>
                <a:fillRect/>
              </a:stretch>
            </a:blipFill>
          </p:spPr>
          <p:txBody>
            <a:bodyPr wrap="square" lIns="0" tIns="0" rIns="0" bIns="0" rtlCol="0"/>
            <a:lstStyle/>
            <a:p>
              <a:endParaRPr/>
            </a:p>
          </p:txBody>
        </p:sp>
        <p:sp>
          <p:nvSpPr>
            <p:cNvPr id="32" name="object 32"/>
            <p:cNvSpPr/>
            <p:nvPr/>
          </p:nvSpPr>
          <p:spPr>
            <a:xfrm>
              <a:off x="4832603" y="4786884"/>
              <a:ext cx="152400" cy="164592"/>
            </a:xfrm>
            <a:prstGeom prst="rect">
              <a:avLst/>
            </a:prstGeom>
            <a:blipFill>
              <a:blip r:embed="rId2" cstate="print"/>
              <a:stretch>
                <a:fillRect/>
              </a:stretch>
            </a:blipFill>
          </p:spPr>
          <p:txBody>
            <a:bodyPr wrap="square" lIns="0" tIns="0" rIns="0" bIns="0" rtlCol="0"/>
            <a:lstStyle/>
            <a:p>
              <a:endParaRPr/>
            </a:p>
          </p:txBody>
        </p:sp>
        <p:sp>
          <p:nvSpPr>
            <p:cNvPr id="33" name="object 33"/>
            <p:cNvSpPr/>
            <p:nvPr/>
          </p:nvSpPr>
          <p:spPr>
            <a:xfrm>
              <a:off x="4991100" y="4916423"/>
              <a:ext cx="211836" cy="112775"/>
            </a:xfrm>
            <a:prstGeom prst="rect">
              <a:avLst/>
            </a:prstGeom>
            <a:blipFill>
              <a:blip r:embed="rId11" cstate="print"/>
              <a:stretch>
                <a:fillRect/>
              </a:stretch>
            </a:blipFill>
          </p:spPr>
          <p:txBody>
            <a:bodyPr wrap="square" lIns="0" tIns="0" rIns="0" bIns="0" rtlCol="0"/>
            <a:lstStyle/>
            <a:p>
              <a:endParaRPr/>
            </a:p>
          </p:txBody>
        </p:sp>
        <p:sp>
          <p:nvSpPr>
            <p:cNvPr id="34" name="object 34"/>
            <p:cNvSpPr/>
            <p:nvPr/>
          </p:nvSpPr>
          <p:spPr>
            <a:xfrm>
              <a:off x="4837176" y="3974591"/>
              <a:ext cx="152400" cy="164592"/>
            </a:xfrm>
            <a:prstGeom prst="rect">
              <a:avLst/>
            </a:prstGeom>
            <a:blipFill>
              <a:blip r:embed="rId2" cstate="print"/>
              <a:stretch>
                <a:fillRect/>
              </a:stretch>
            </a:blipFill>
          </p:spPr>
          <p:txBody>
            <a:bodyPr wrap="square" lIns="0" tIns="0" rIns="0" bIns="0" rtlCol="0"/>
            <a:lstStyle/>
            <a:p>
              <a:endParaRPr/>
            </a:p>
          </p:txBody>
        </p:sp>
        <p:sp>
          <p:nvSpPr>
            <p:cNvPr id="35" name="object 35"/>
            <p:cNvSpPr/>
            <p:nvPr/>
          </p:nvSpPr>
          <p:spPr>
            <a:xfrm>
              <a:off x="4986528" y="4105655"/>
              <a:ext cx="211836" cy="109728"/>
            </a:xfrm>
            <a:prstGeom prst="rect">
              <a:avLst/>
            </a:prstGeom>
            <a:blipFill>
              <a:blip r:embed="rId12" cstate="print"/>
              <a:stretch>
                <a:fillRect/>
              </a:stretch>
            </a:blipFill>
          </p:spPr>
          <p:txBody>
            <a:bodyPr wrap="square" lIns="0" tIns="0" rIns="0" bIns="0" rtlCol="0"/>
            <a:lstStyle/>
            <a:p>
              <a:endParaRPr/>
            </a:p>
          </p:txBody>
        </p:sp>
        <p:sp>
          <p:nvSpPr>
            <p:cNvPr id="36" name="object 36"/>
            <p:cNvSpPr/>
            <p:nvPr/>
          </p:nvSpPr>
          <p:spPr>
            <a:xfrm>
              <a:off x="4855464" y="5708903"/>
              <a:ext cx="152400" cy="164591"/>
            </a:xfrm>
            <a:prstGeom prst="rect">
              <a:avLst/>
            </a:prstGeom>
            <a:blipFill>
              <a:blip r:embed="rId2" cstate="print"/>
              <a:stretch>
                <a:fillRect/>
              </a:stretch>
            </a:blipFill>
          </p:spPr>
          <p:txBody>
            <a:bodyPr wrap="square" lIns="0" tIns="0" rIns="0" bIns="0" rtlCol="0"/>
            <a:lstStyle/>
            <a:p>
              <a:endParaRPr/>
            </a:p>
          </p:txBody>
        </p:sp>
        <p:sp>
          <p:nvSpPr>
            <p:cNvPr id="37" name="object 37"/>
            <p:cNvSpPr/>
            <p:nvPr/>
          </p:nvSpPr>
          <p:spPr>
            <a:xfrm>
              <a:off x="4995671" y="5839967"/>
              <a:ext cx="204215" cy="109728"/>
            </a:xfrm>
            <a:prstGeom prst="rect">
              <a:avLst/>
            </a:prstGeom>
            <a:blipFill>
              <a:blip r:embed="rId13" cstate="print"/>
              <a:stretch>
                <a:fillRect/>
              </a:stretch>
            </a:blipFill>
          </p:spPr>
          <p:txBody>
            <a:bodyPr wrap="square" lIns="0" tIns="0" rIns="0" bIns="0" rtlCol="0"/>
            <a:lstStyle/>
            <a:p>
              <a:endParaRPr/>
            </a:p>
          </p:txBody>
        </p:sp>
        <p:sp>
          <p:nvSpPr>
            <p:cNvPr id="38" name="object 38"/>
            <p:cNvSpPr/>
            <p:nvPr/>
          </p:nvSpPr>
          <p:spPr>
            <a:xfrm>
              <a:off x="7094219" y="2961131"/>
              <a:ext cx="1172210" cy="498475"/>
            </a:xfrm>
            <a:custGeom>
              <a:avLst/>
              <a:gdLst/>
              <a:ahLst/>
              <a:cxnLst/>
              <a:rect l="l" t="t" r="r" b="b"/>
              <a:pathLst>
                <a:path w="1172209" h="498475">
                  <a:moveTo>
                    <a:pt x="0" y="0"/>
                  </a:moveTo>
                  <a:lnTo>
                    <a:pt x="1171955" y="0"/>
                  </a:lnTo>
                </a:path>
                <a:path w="1172209" h="498475">
                  <a:moveTo>
                    <a:pt x="987551" y="330707"/>
                  </a:moveTo>
                  <a:lnTo>
                    <a:pt x="1171955" y="330707"/>
                  </a:lnTo>
                </a:path>
                <a:path w="1172209" h="498475">
                  <a:moveTo>
                    <a:pt x="868679" y="498347"/>
                  </a:moveTo>
                  <a:lnTo>
                    <a:pt x="1171955" y="498347"/>
                  </a:lnTo>
                </a:path>
              </a:pathLst>
            </a:custGeom>
            <a:ln w="13715">
              <a:solidFill>
                <a:srgbClr val="666666"/>
              </a:solidFill>
            </a:ln>
          </p:spPr>
          <p:txBody>
            <a:bodyPr wrap="square" lIns="0" tIns="0" rIns="0" bIns="0" rtlCol="0"/>
            <a:lstStyle/>
            <a:p>
              <a:endParaRPr/>
            </a:p>
          </p:txBody>
        </p:sp>
        <p:sp>
          <p:nvSpPr>
            <p:cNvPr id="39" name="object 39"/>
            <p:cNvSpPr/>
            <p:nvPr/>
          </p:nvSpPr>
          <p:spPr>
            <a:xfrm>
              <a:off x="8298377" y="3761049"/>
              <a:ext cx="124460" cy="0"/>
            </a:xfrm>
            <a:custGeom>
              <a:avLst/>
              <a:gdLst/>
              <a:ahLst/>
              <a:cxnLst/>
              <a:rect l="l" t="t" r="r" b="b"/>
              <a:pathLst>
                <a:path w="124459">
                  <a:moveTo>
                    <a:pt x="0" y="0"/>
                  </a:moveTo>
                  <a:lnTo>
                    <a:pt x="124297" y="0"/>
                  </a:lnTo>
                </a:path>
              </a:pathLst>
            </a:custGeom>
            <a:ln w="9541">
              <a:solidFill>
                <a:srgbClr val="000000"/>
              </a:solidFill>
            </a:ln>
          </p:spPr>
          <p:txBody>
            <a:bodyPr wrap="square" lIns="0" tIns="0" rIns="0" bIns="0" rtlCol="0"/>
            <a:lstStyle/>
            <a:p>
              <a:endParaRPr/>
            </a:p>
          </p:txBody>
        </p:sp>
      </p:grpSp>
      <p:sp>
        <p:nvSpPr>
          <p:cNvPr id="40" name="object 40"/>
          <p:cNvSpPr txBox="1">
            <a:spLocks noGrp="1"/>
          </p:cNvSpPr>
          <p:nvPr>
            <p:ph type="title"/>
          </p:nvPr>
        </p:nvSpPr>
        <p:spPr>
          <a:xfrm>
            <a:off x="901700" y="445871"/>
            <a:ext cx="3441700" cy="979169"/>
          </a:xfrm>
          <a:prstGeom prst="rect">
            <a:avLst/>
          </a:prstGeom>
        </p:spPr>
        <p:txBody>
          <a:bodyPr vert="horz" wrap="square" lIns="0" tIns="12700" rIns="0" bIns="0" rtlCol="0">
            <a:spAutoFit/>
          </a:bodyPr>
          <a:lstStyle/>
          <a:p>
            <a:pPr marL="12700">
              <a:lnSpc>
                <a:spcPts val="4054"/>
              </a:lnSpc>
              <a:spcBef>
                <a:spcPts val="100"/>
              </a:spcBef>
              <a:tabLst>
                <a:tab pos="3156585" algn="l"/>
              </a:tabLst>
            </a:pPr>
            <a:r>
              <a:rPr sz="3600" u="sng" spc="-315" smtClean="0">
                <a:solidFill>
                  <a:srgbClr val="002060"/>
                </a:solidFill>
                <a:uFill>
                  <a:solidFill>
                    <a:srgbClr val="7F7F7F"/>
                  </a:solidFill>
                </a:uFill>
              </a:rPr>
              <a:t>3-</a:t>
            </a:r>
            <a:r>
              <a:rPr lang="en-US" sz="3600" u="sng" spc="-315" dirty="0" smtClean="0">
                <a:solidFill>
                  <a:srgbClr val="002060"/>
                </a:solidFill>
                <a:uFill>
                  <a:solidFill>
                    <a:srgbClr val="7F7F7F"/>
                  </a:solidFill>
                </a:uFill>
              </a:rPr>
              <a:t> </a:t>
            </a:r>
            <a:r>
              <a:rPr sz="3600" u="sng" spc="-315" smtClean="0">
                <a:solidFill>
                  <a:srgbClr val="002060"/>
                </a:solidFill>
                <a:uFill>
                  <a:solidFill>
                    <a:srgbClr val="7F7F7F"/>
                  </a:solidFill>
                </a:uFill>
              </a:rPr>
              <a:t>Phase</a:t>
            </a:r>
            <a:r>
              <a:rPr sz="3600" u="sng" spc="-509" smtClean="0">
                <a:solidFill>
                  <a:srgbClr val="002060"/>
                </a:solidFill>
                <a:uFill>
                  <a:solidFill>
                    <a:srgbClr val="7F7F7F"/>
                  </a:solidFill>
                </a:uFill>
              </a:rPr>
              <a:t> </a:t>
            </a:r>
            <a:r>
              <a:rPr sz="3600" u="sng" spc="-350" dirty="0">
                <a:solidFill>
                  <a:srgbClr val="002060"/>
                </a:solidFill>
                <a:uFill>
                  <a:solidFill>
                    <a:srgbClr val="7F7F7F"/>
                  </a:solidFill>
                </a:uFill>
              </a:rPr>
              <a:t>Inverter	</a:t>
            </a:r>
            <a:endParaRPr sz="3600"/>
          </a:p>
          <a:p>
            <a:pPr marL="12700">
              <a:lnSpc>
                <a:spcPts val="3454"/>
              </a:lnSpc>
            </a:pPr>
            <a:r>
              <a:rPr sz="3100" spc="-240" dirty="0">
                <a:solidFill>
                  <a:srgbClr val="C00000"/>
                </a:solidFill>
              </a:rPr>
              <a:t>180</a:t>
            </a:r>
            <a:r>
              <a:rPr sz="3100" spc="-240" dirty="0">
                <a:solidFill>
                  <a:srgbClr val="C00000"/>
                </a:solidFill>
                <a:latin typeface="Times New Roman"/>
                <a:cs typeface="Times New Roman"/>
              </a:rPr>
              <a:t>°</a:t>
            </a:r>
            <a:r>
              <a:rPr sz="3100" spc="-235" dirty="0">
                <a:solidFill>
                  <a:srgbClr val="C00000"/>
                </a:solidFill>
                <a:latin typeface="Times New Roman"/>
                <a:cs typeface="Times New Roman"/>
              </a:rPr>
              <a:t> </a:t>
            </a:r>
            <a:r>
              <a:rPr sz="3100" spc="-280" dirty="0">
                <a:solidFill>
                  <a:srgbClr val="C00000"/>
                </a:solidFill>
              </a:rPr>
              <a:t>conduction</a:t>
            </a:r>
            <a:endParaRPr sz="3100">
              <a:latin typeface="Times New Roman"/>
              <a:cs typeface="Times New Roman"/>
            </a:endParaRPr>
          </a:p>
        </p:txBody>
      </p:sp>
      <p:sp>
        <p:nvSpPr>
          <p:cNvPr id="88" name="object 88"/>
          <p:cNvSpPr txBox="1"/>
          <p:nvPr/>
        </p:nvSpPr>
        <p:spPr>
          <a:xfrm>
            <a:off x="8294573" y="3754856"/>
            <a:ext cx="140335" cy="299720"/>
          </a:xfrm>
          <a:prstGeom prst="rect">
            <a:avLst/>
          </a:prstGeom>
        </p:spPr>
        <p:txBody>
          <a:bodyPr vert="horz" wrap="square" lIns="0" tIns="12065" rIns="0" bIns="0" rtlCol="0">
            <a:spAutoFit/>
          </a:bodyPr>
          <a:lstStyle/>
          <a:p>
            <a:pPr marL="12700">
              <a:lnSpc>
                <a:spcPct val="100000"/>
              </a:lnSpc>
              <a:spcBef>
                <a:spcPts val="95"/>
              </a:spcBef>
            </a:pPr>
            <a:r>
              <a:rPr sz="1800" dirty="0">
                <a:latin typeface="Times New Roman"/>
                <a:cs typeface="Times New Roman"/>
              </a:rPr>
              <a:t>3</a:t>
            </a:r>
            <a:endParaRPr sz="1800">
              <a:latin typeface="Times New Roman"/>
              <a:cs typeface="Times New Roman"/>
            </a:endParaRPr>
          </a:p>
        </p:txBody>
      </p:sp>
      <p:sp>
        <p:nvSpPr>
          <p:cNvPr id="89" name="object 89"/>
          <p:cNvSpPr txBox="1"/>
          <p:nvPr/>
        </p:nvSpPr>
        <p:spPr>
          <a:xfrm>
            <a:off x="8264588" y="3634409"/>
            <a:ext cx="542925" cy="299720"/>
          </a:xfrm>
          <a:prstGeom prst="rect">
            <a:avLst/>
          </a:prstGeom>
        </p:spPr>
        <p:txBody>
          <a:bodyPr vert="horz" wrap="square" lIns="0" tIns="12065" rIns="0" bIns="0" rtlCol="0">
            <a:spAutoFit/>
          </a:bodyPr>
          <a:lstStyle/>
          <a:p>
            <a:pPr marL="38100">
              <a:lnSpc>
                <a:spcPct val="100000"/>
              </a:lnSpc>
              <a:spcBef>
                <a:spcPts val="95"/>
              </a:spcBef>
            </a:pPr>
            <a:r>
              <a:rPr sz="2700" baseline="47839" dirty="0">
                <a:latin typeface="Times New Roman"/>
                <a:cs typeface="Times New Roman"/>
              </a:rPr>
              <a:t>1</a:t>
            </a:r>
            <a:r>
              <a:rPr sz="2700" spc="-202" baseline="47839" dirty="0">
                <a:latin typeface="Times New Roman"/>
                <a:cs typeface="Times New Roman"/>
              </a:rPr>
              <a:t> </a:t>
            </a: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p:txBody>
      </p:sp>
      <p:grpSp>
        <p:nvGrpSpPr>
          <p:cNvPr id="90" name="object 90"/>
          <p:cNvGrpSpPr/>
          <p:nvPr/>
        </p:nvGrpSpPr>
        <p:grpSpPr>
          <a:xfrm>
            <a:off x="8147304" y="2687573"/>
            <a:ext cx="300990" cy="767715"/>
            <a:chOff x="8147304" y="2687573"/>
            <a:chExt cx="300990" cy="767715"/>
          </a:xfrm>
        </p:grpSpPr>
        <p:sp>
          <p:nvSpPr>
            <p:cNvPr id="91" name="object 91"/>
            <p:cNvSpPr/>
            <p:nvPr/>
          </p:nvSpPr>
          <p:spPr>
            <a:xfrm>
              <a:off x="8196072" y="2994659"/>
              <a:ext cx="0" cy="259079"/>
            </a:xfrm>
            <a:custGeom>
              <a:avLst/>
              <a:gdLst/>
              <a:ahLst/>
              <a:cxnLst/>
              <a:rect l="l" t="t" r="r" b="b"/>
              <a:pathLst>
                <a:path h="259079">
                  <a:moveTo>
                    <a:pt x="0" y="0"/>
                  </a:moveTo>
                  <a:lnTo>
                    <a:pt x="0" y="259079"/>
                  </a:lnTo>
                </a:path>
              </a:pathLst>
            </a:custGeom>
            <a:ln w="13715">
              <a:solidFill>
                <a:srgbClr val="666666"/>
              </a:solidFill>
            </a:ln>
          </p:spPr>
          <p:txBody>
            <a:bodyPr wrap="square" lIns="0" tIns="0" rIns="0" bIns="0" rtlCol="0"/>
            <a:lstStyle/>
            <a:p>
              <a:endParaRPr/>
            </a:p>
          </p:txBody>
        </p:sp>
        <p:sp>
          <p:nvSpPr>
            <p:cNvPr id="92" name="object 92"/>
            <p:cNvSpPr/>
            <p:nvPr/>
          </p:nvSpPr>
          <p:spPr>
            <a:xfrm>
              <a:off x="8147304" y="2956559"/>
              <a:ext cx="97790" cy="47625"/>
            </a:xfrm>
            <a:custGeom>
              <a:avLst/>
              <a:gdLst/>
              <a:ahLst/>
              <a:cxnLst/>
              <a:rect l="l" t="t" r="r" b="b"/>
              <a:pathLst>
                <a:path w="97790" h="47625">
                  <a:moveTo>
                    <a:pt x="48768" y="0"/>
                  </a:moveTo>
                  <a:lnTo>
                    <a:pt x="0" y="47243"/>
                  </a:lnTo>
                  <a:lnTo>
                    <a:pt x="97536" y="47243"/>
                  </a:lnTo>
                  <a:lnTo>
                    <a:pt x="48768" y="0"/>
                  </a:lnTo>
                  <a:close/>
                </a:path>
              </a:pathLst>
            </a:custGeom>
            <a:solidFill>
              <a:srgbClr val="666666"/>
            </a:solidFill>
          </p:spPr>
          <p:txBody>
            <a:bodyPr wrap="square" lIns="0" tIns="0" rIns="0" bIns="0" rtlCol="0"/>
            <a:lstStyle/>
            <a:p>
              <a:endParaRPr/>
            </a:p>
          </p:txBody>
        </p:sp>
        <p:sp>
          <p:nvSpPr>
            <p:cNvPr id="93" name="object 93"/>
            <p:cNvSpPr/>
            <p:nvPr/>
          </p:nvSpPr>
          <p:spPr>
            <a:xfrm>
              <a:off x="8147304" y="3243072"/>
              <a:ext cx="97536" cy="211836"/>
            </a:xfrm>
            <a:prstGeom prst="rect">
              <a:avLst/>
            </a:prstGeom>
            <a:blipFill>
              <a:blip r:embed="rId14" cstate="print"/>
              <a:stretch>
                <a:fillRect/>
              </a:stretch>
            </a:blipFill>
          </p:spPr>
          <p:txBody>
            <a:bodyPr wrap="square" lIns="0" tIns="0" rIns="0" bIns="0" rtlCol="0"/>
            <a:lstStyle/>
            <a:p>
              <a:endParaRPr/>
            </a:p>
          </p:txBody>
        </p:sp>
        <p:sp>
          <p:nvSpPr>
            <p:cNvPr id="94" name="object 94"/>
            <p:cNvSpPr/>
            <p:nvPr/>
          </p:nvSpPr>
          <p:spPr>
            <a:xfrm>
              <a:off x="8335716" y="2691383"/>
              <a:ext cx="108585" cy="0"/>
            </a:xfrm>
            <a:custGeom>
              <a:avLst/>
              <a:gdLst/>
              <a:ahLst/>
              <a:cxnLst/>
              <a:rect l="l" t="t" r="r" b="b"/>
              <a:pathLst>
                <a:path w="108584">
                  <a:moveTo>
                    <a:pt x="0" y="0"/>
                  </a:moveTo>
                  <a:lnTo>
                    <a:pt x="108295" y="0"/>
                  </a:lnTo>
                </a:path>
              </a:pathLst>
            </a:custGeom>
            <a:ln w="7473">
              <a:solidFill>
                <a:srgbClr val="000000"/>
              </a:solidFill>
            </a:ln>
          </p:spPr>
          <p:txBody>
            <a:bodyPr wrap="square" lIns="0" tIns="0" rIns="0" bIns="0" rtlCol="0"/>
            <a:lstStyle/>
            <a:p>
              <a:endParaRPr/>
            </a:p>
          </p:txBody>
        </p:sp>
      </p:grpSp>
      <p:sp>
        <p:nvSpPr>
          <p:cNvPr id="95" name="object 95"/>
          <p:cNvSpPr txBox="1"/>
          <p:nvPr/>
        </p:nvSpPr>
        <p:spPr>
          <a:xfrm>
            <a:off x="8335797" y="2683827"/>
            <a:ext cx="115570" cy="241300"/>
          </a:xfrm>
          <a:prstGeom prst="rect">
            <a:avLst/>
          </a:prstGeom>
        </p:spPr>
        <p:txBody>
          <a:bodyPr vert="horz" wrap="square" lIns="0" tIns="13970" rIns="0" bIns="0" rtlCol="0">
            <a:spAutoFit/>
          </a:bodyPr>
          <a:lstStyle/>
          <a:p>
            <a:pPr marL="12700">
              <a:lnSpc>
                <a:spcPct val="100000"/>
              </a:lnSpc>
              <a:spcBef>
                <a:spcPts val="110"/>
              </a:spcBef>
            </a:pPr>
            <a:r>
              <a:rPr sz="1400" spc="5" dirty="0">
                <a:latin typeface="Times New Roman"/>
                <a:cs typeface="Times New Roman"/>
              </a:rPr>
              <a:t>3</a:t>
            </a:r>
            <a:endParaRPr sz="1400">
              <a:latin typeface="Times New Roman"/>
              <a:cs typeface="Times New Roman"/>
            </a:endParaRPr>
          </a:p>
        </p:txBody>
      </p:sp>
      <p:sp>
        <p:nvSpPr>
          <p:cNvPr id="96" name="object 96"/>
          <p:cNvSpPr txBox="1"/>
          <p:nvPr/>
        </p:nvSpPr>
        <p:spPr>
          <a:xfrm>
            <a:off x="8310397" y="2589110"/>
            <a:ext cx="442595" cy="241300"/>
          </a:xfrm>
          <a:prstGeom prst="rect">
            <a:avLst/>
          </a:prstGeom>
        </p:spPr>
        <p:txBody>
          <a:bodyPr vert="horz" wrap="square" lIns="0" tIns="13970" rIns="0" bIns="0" rtlCol="0">
            <a:spAutoFit/>
          </a:bodyPr>
          <a:lstStyle/>
          <a:p>
            <a:pPr marL="38100">
              <a:lnSpc>
                <a:spcPct val="100000"/>
              </a:lnSpc>
              <a:spcBef>
                <a:spcPts val="110"/>
              </a:spcBef>
            </a:pPr>
            <a:r>
              <a:rPr sz="2100" spc="7" baseline="49603" dirty="0">
                <a:latin typeface="Times New Roman"/>
                <a:cs typeface="Times New Roman"/>
              </a:rPr>
              <a:t>2</a:t>
            </a:r>
            <a:r>
              <a:rPr sz="2100" spc="-135" baseline="49603" dirty="0">
                <a:latin typeface="Times New Roman"/>
                <a:cs typeface="Times New Roman"/>
              </a:rPr>
              <a:t> </a:t>
            </a:r>
            <a:r>
              <a:rPr sz="2100" i="1" spc="7" baseline="13888" dirty="0">
                <a:latin typeface="Times New Roman"/>
                <a:cs typeface="Times New Roman"/>
              </a:rPr>
              <a:t>E</a:t>
            </a:r>
            <a:r>
              <a:rPr sz="1050" i="1" spc="5" dirty="0">
                <a:latin typeface="Times New Roman"/>
                <a:cs typeface="Times New Roman"/>
              </a:rPr>
              <a:t>dc</a:t>
            </a:r>
            <a:endParaRPr sz="1050">
              <a:latin typeface="Times New Roman"/>
              <a:cs typeface="Times New Roman"/>
            </a:endParaRPr>
          </a:p>
        </p:txBody>
      </p:sp>
      <p:sp>
        <p:nvSpPr>
          <p:cNvPr id="97" name="object 97"/>
          <p:cNvSpPr/>
          <p:nvPr/>
        </p:nvSpPr>
        <p:spPr>
          <a:xfrm>
            <a:off x="8266176" y="2886455"/>
            <a:ext cx="271780" cy="704215"/>
          </a:xfrm>
          <a:custGeom>
            <a:avLst/>
            <a:gdLst/>
            <a:ahLst/>
            <a:cxnLst/>
            <a:rect l="l" t="t" r="r" b="b"/>
            <a:pathLst>
              <a:path w="271779" h="704214">
                <a:moveTo>
                  <a:pt x="271271" y="0"/>
                </a:moveTo>
                <a:lnTo>
                  <a:pt x="0" y="216407"/>
                </a:lnTo>
              </a:path>
              <a:path w="271779" h="704214">
                <a:moveTo>
                  <a:pt x="45719" y="118871"/>
                </a:moveTo>
                <a:lnTo>
                  <a:pt x="0" y="216407"/>
                </a:lnTo>
                <a:lnTo>
                  <a:pt x="106679" y="193547"/>
                </a:lnTo>
              </a:path>
              <a:path w="271779" h="704214">
                <a:moveTo>
                  <a:pt x="217931" y="704087"/>
                </a:moveTo>
                <a:lnTo>
                  <a:pt x="0" y="486155"/>
                </a:lnTo>
              </a:path>
              <a:path w="271779" h="704214">
                <a:moveTo>
                  <a:pt x="103631" y="521207"/>
                </a:moveTo>
                <a:lnTo>
                  <a:pt x="0" y="486155"/>
                </a:lnTo>
                <a:lnTo>
                  <a:pt x="35051" y="588263"/>
                </a:lnTo>
              </a:path>
            </a:pathLst>
          </a:custGeom>
          <a:ln w="13715">
            <a:solidFill>
              <a:srgbClr val="000000"/>
            </a:solidFill>
          </a:ln>
        </p:spPr>
        <p:txBody>
          <a:bodyPr wrap="square" lIns="0" tIns="0" rIns="0" bIns="0" rtlCol="0"/>
          <a:lstStyle/>
          <a:p>
            <a:endParaRPr/>
          </a:p>
        </p:txBody>
      </p:sp>
      <p:graphicFrame>
        <p:nvGraphicFramePr>
          <p:cNvPr id="98" name="object 98"/>
          <p:cNvGraphicFramePr>
            <a:graphicFrameLocks noGrp="1"/>
          </p:cNvGraphicFramePr>
          <p:nvPr>
            <p:extLst>
              <p:ext uri="{D42A27DB-BD31-4B8C-83A1-F6EECF244321}">
                <p14:modId xmlns:p14="http://schemas.microsoft.com/office/powerpoint/2010/main" val="3355763312"/>
              </p:ext>
            </p:extLst>
          </p:nvPr>
        </p:nvGraphicFramePr>
        <p:xfrm>
          <a:off x="467868" y="3668267"/>
          <a:ext cx="3842385" cy="2776214"/>
        </p:xfrm>
        <a:graphic>
          <a:graphicData uri="http://schemas.openxmlformats.org/drawingml/2006/table">
            <a:tbl>
              <a:tblPr firstRow="1" bandRow="1">
                <a:tableStyleId>{2D5ABB26-0587-4C30-8999-92F81FD0307C}</a:tableStyleId>
              </a:tblPr>
              <a:tblGrid>
                <a:gridCol w="1164590"/>
                <a:gridCol w="1153795"/>
                <a:gridCol w="1524000"/>
              </a:tblGrid>
              <a:tr h="579119">
                <a:tc>
                  <a:txBody>
                    <a:bodyPr/>
                    <a:lstStyle/>
                    <a:p>
                      <a:pPr algn="ctr">
                        <a:lnSpc>
                          <a:spcPct val="100000"/>
                        </a:lnSpc>
                        <a:spcBef>
                          <a:spcPts val="1220"/>
                        </a:spcBef>
                      </a:pPr>
                      <a:r>
                        <a:rPr sz="1600" b="1" spc="-15" dirty="0">
                          <a:solidFill>
                            <a:srgbClr val="FFFFFF"/>
                          </a:solidFill>
                          <a:latin typeface="Carlito"/>
                          <a:cs typeface="Carlito"/>
                        </a:rPr>
                        <a:t>Interval</a:t>
                      </a:r>
                      <a:endParaRPr sz="1600" dirty="0">
                        <a:latin typeface="Carlito"/>
                        <a:cs typeface="Carlito"/>
                      </a:endParaRPr>
                    </a:p>
                  </a:txBody>
                  <a:tcPr marL="0" marR="0" marT="1549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48312"/>
                    </a:solidFill>
                  </a:tcPr>
                </a:tc>
                <a:tc>
                  <a:txBody>
                    <a:bodyPr/>
                    <a:lstStyle/>
                    <a:p>
                      <a:pPr marL="294005" marR="181610" indent="-105410">
                        <a:lnSpc>
                          <a:spcPct val="100000"/>
                        </a:lnSpc>
                        <a:spcBef>
                          <a:spcPts val="260"/>
                        </a:spcBef>
                      </a:pPr>
                      <a:r>
                        <a:rPr sz="1600" b="1" spc="-10" dirty="0">
                          <a:solidFill>
                            <a:srgbClr val="FFFFFF"/>
                          </a:solidFill>
                          <a:latin typeface="Carlito"/>
                          <a:cs typeface="Carlito"/>
                        </a:rPr>
                        <a:t>I</a:t>
                      </a:r>
                      <a:r>
                        <a:rPr sz="1600" b="1" dirty="0">
                          <a:solidFill>
                            <a:srgbClr val="FFFFFF"/>
                          </a:solidFill>
                          <a:latin typeface="Carlito"/>
                          <a:cs typeface="Carlito"/>
                        </a:rPr>
                        <a:t>n</a:t>
                      </a:r>
                      <a:r>
                        <a:rPr sz="1600" b="1" spc="-15" dirty="0">
                          <a:solidFill>
                            <a:srgbClr val="FFFFFF"/>
                          </a:solidFill>
                          <a:latin typeface="Carlito"/>
                          <a:cs typeface="Carlito"/>
                        </a:rPr>
                        <a:t>c</a:t>
                      </a:r>
                      <a:r>
                        <a:rPr sz="1600" b="1" dirty="0">
                          <a:solidFill>
                            <a:srgbClr val="FFFFFF"/>
                          </a:solidFill>
                          <a:latin typeface="Carlito"/>
                          <a:cs typeface="Carlito"/>
                        </a:rPr>
                        <a:t>om</a:t>
                      </a:r>
                      <a:r>
                        <a:rPr sz="1600" b="1" spc="5" dirty="0">
                          <a:solidFill>
                            <a:srgbClr val="FFFFFF"/>
                          </a:solidFill>
                          <a:latin typeface="Carlito"/>
                          <a:cs typeface="Carlito"/>
                        </a:rPr>
                        <a:t>i</a:t>
                      </a:r>
                      <a:r>
                        <a:rPr sz="1600" b="1" dirty="0">
                          <a:solidFill>
                            <a:srgbClr val="FFFFFF"/>
                          </a:solidFill>
                          <a:latin typeface="Carlito"/>
                          <a:cs typeface="Carlito"/>
                        </a:rPr>
                        <a:t>ng  </a:t>
                      </a:r>
                      <a:r>
                        <a:rPr sz="1600" b="1" spc="-10" dirty="0">
                          <a:solidFill>
                            <a:srgbClr val="FFFFFF"/>
                          </a:solidFill>
                          <a:latin typeface="Carlito"/>
                          <a:cs typeface="Carlito"/>
                        </a:rPr>
                        <a:t>Device</a:t>
                      </a:r>
                      <a:endParaRPr sz="1600" dirty="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48312"/>
                    </a:solidFill>
                  </a:tcPr>
                </a:tc>
                <a:tc>
                  <a:txBody>
                    <a:bodyPr/>
                    <a:lstStyle/>
                    <a:p>
                      <a:pPr marL="438784" marR="279400" indent="-154305">
                        <a:lnSpc>
                          <a:spcPct val="100000"/>
                        </a:lnSpc>
                        <a:spcBef>
                          <a:spcPts val="260"/>
                        </a:spcBef>
                      </a:pPr>
                      <a:r>
                        <a:rPr sz="1600" b="1" spc="-5" dirty="0">
                          <a:solidFill>
                            <a:srgbClr val="FFFFFF"/>
                          </a:solidFill>
                          <a:latin typeface="Carlito"/>
                          <a:cs typeface="Carlito"/>
                        </a:rPr>
                        <a:t>Con</a:t>
                      </a:r>
                      <a:r>
                        <a:rPr sz="1600" b="1" spc="-10" dirty="0">
                          <a:solidFill>
                            <a:srgbClr val="FFFFFF"/>
                          </a:solidFill>
                          <a:latin typeface="Carlito"/>
                          <a:cs typeface="Carlito"/>
                        </a:rPr>
                        <a:t>d</a:t>
                      </a:r>
                      <a:r>
                        <a:rPr sz="1600" b="1" dirty="0">
                          <a:solidFill>
                            <a:srgbClr val="FFFFFF"/>
                          </a:solidFill>
                          <a:latin typeface="Carlito"/>
                          <a:cs typeface="Carlito"/>
                        </a:rPr>
                        <a:t>ucting  </a:t>
                      </a:r>
                      <a:r>
                        <a:rPr sz="1600" b="1" spc="-10" dirty="0">
                          <a:solidFill>
                            <a:srgbClr val="FFFFFF"/>
                          </a:solidFill>
                          <a:latin typeface="Carlito"/>
                          <a:cs typeface="Carlito"/>
                        </a:rPr>
                        <a:t>Devices</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48312"/>
                    </a:solidFill>
                  </a:tcPr>
                </a:tc>
              </a:tr>
              <a:tr h="335279">
                <a:tc>
                  <a:txBody>
                    <a:bodyPr/>
                    <a:lstStyle/>
                    <a:p>
                      <a:pPr algn="ctr">
                        <a:lnSpc>
                          <a:spcPct val="100000"/>
                        </a:lnSpc>
                        <a:spcBef>
                          <a:spcPts val="260"/>
                        </a:spcBef>
                      </a:pPr>
                      <a:r>
                        <a:rPr sz="1600" dirty="0">
                          <a:latin typeface="Carlito"/>
                          <a:cs typeface="Carlito"/>
                        </a:rPr>
                        <a:t>1</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5D9CC"/>
                    </a:solidFill>
                  </a:tcPr>
                </a:tc>
                <a:tc>
                  <a:txBody>
                    <a:bodyPr/>
                    <a:lstStyle/>
                    <a:p>
                      <a:pPr marR="471170" algn="r">
                        <a:lnSpc>
                          <a:spcPct val="100000"/>
                        </a:lnSpc>
                        <a:spcBef>
                          <a:spcPts val="260"/>
                        </a:spcBef>
                      </a:pPr>
                      <a:r>
                        <a:rPr sz="1600" spc="-5" dirty="0">
                          <a:latin typeface="Carlito"/>
                          <a:cs typeface="Carlito"/>
                        </a:rPr>
                        <a:t>S1</a:t>
                      </a:r>
                      <a:endParaRPr sz="1600" dirty="0">
                        <a:latin typeface="Carlito"/>
                        <a:cs typeface="Carlito"/>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5D9CC"/>
                    </a:solidFill>
                  </a:tcPr>
                </a:tc>
                <a:tc>
                  <a:txBody>
                    <a:bodyPr/>
                    <a:lstStyle/>
                    <a:p>
                      <a:pPr algn="ctr">
                        <a:lnSpc>
                          <a:spcPct val="100000"/>
                        </a:lnSpc>
                        <a:spcBef>
                          <a:spcPts val="260"/>
                        </a:spcBef>
                      </a:pPr>
                      <a:r>
                        <a:rPr sz="1600" spc="-10" dirty="0">
                          <a:latin typeface="Carlito"/>
                          <a:cs typeface="Carlito"/>
                        </a:rPr>
                        <a:t>5,6,1</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5D9CC"/>
                    </a:solidFill>
                  </a:tcPr>
                </a:tc>
              </a:tr>
              <a:tr h="335279">
                <a:tc>
                  <a:txBody>
                    <a:bodyPr/>
                    <a:lstStyle/>
                    <a:p>
                      <a:pPr algn="ctr">
                        <a:lnSpc>
                          <a:spcPct val="100000"/>
                        </a:lnSpc>
                        <a:spcBef>
                          <a:spcPts val="260"/>
                        </a:spcBef>
                      </a:pPr>
                      <a:r>
                        <a:rPr sz="1600" dirty="0">
                          <a:latin typeface="Carlito"/>
                          <a:cs typeface="Carlito"/>
                        </a:rPr>
                        <a:t>2</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marR="471170" algn="r">
                        <a:lnSpc>
                          <a:spcPct val="100000"/>
                        </a:lnSpc>
                        <a:spcBef>
                          <a:spcPts val="260"/>
                        </a:spcBef>
                      </a:pPr>
                      <a:r>
                        <a:rPr sz="1600" spc="-5" dirty="0" smtClean="0">
                          <a:latin typeface="Carlito"/>
                          <a:cs typeface="Carlito"/>
                        </a:rPr>
                        <a:t>S</a:t>
                      </a:r>
                      <a:r>
                        <a:rPr lang="en-IN" sz="1600" spc="-5" dirty="0" smtClean="0">
                          <a:latin typeface="Carlito"/>
                          <a:cs typeface="Carlito"/>
                        </a:rPr>
                        <a:t>2</a:t>
                      </a:r>
                      <a:endParaRPr sz="1600" dirty="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algn="ctr">
                        <a:lnSpc>
                          <a:spcPct val="100000"/>
                        </a:lnSpc>
                        <a:spcBef>
                          <a:spcPts val="260"/>
                        </a:spcBef>
                      </a:pPr>
                      <a:r>
                        <a:rPr sz="1600" spc="-10" dirty="0">
                          <a:latin typeface="Carlito"/>
                          <a:cs typeface="Carlito"/>
                        </a:rPr>
                        <a:t>6,1,2</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r>
              <a:tr h="335279">
                <a:tc>
                  <a:txBody>
                    <a:bodyPr/>
                    <a:lstStyle/>
                    <a:p>
                      <a:pPr algn="ctr">
                        <a:lnSpc>
                          <a:spcPct val="100000"/>
                        </a:lnSpc>
                        <a:spcBef>
                          <a:spcPts val="259"/>
                        </a:spcBef>
                      </a:pPr>
                      <a:r>
                        <a:rPr sz="1600" dirty="0">
                          <a:latin typeface="Carlito"/>
                          <a:cs typeface="Carlito"/>
                        </a:rPr>
                        <a:t>3</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c>
                  <a:txBody>
                    <a:bodyPr/>
                    <a:lstStyle/>
                    <a:p>
                      <a:pPr marR="471170" algn="r">
                        <a:lnSpc>
                          <a:spcPct val="100000"/>
                        </a:lnSpc>
                        <a:spcBef>
                          <a:spcPts val="259"/>
                        </a:spcBef>
                      </a:pPr>
                      <a:r>
                        <a:rPr sz="1600" spc="-5" dirty="0">
                          <a:latin typeface="Carlito"/>
                          <a:cs typeface="Carlito"/>
                        </a:rPr>
                        <a:t>S3</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c>
                  <a:txBody>
                    <a:bodyPr/>
                    <a:lstStyle/>
                    <a:p>
                      <a:pPr algn="ctr">
                        <a:lnSpc>
                          <a:spcPct val="100000"/>
                        </a:lnSpc>
                        <a:spcBef>
                          <a:spcPts val="259"/>
                        </a:spcBef>
                      </a:pPr>
                      <a:r>
                        <a:rPr sz="1600" spc="-10" dirty="0">
                          <a:latin typeface="Carlito"/>
                          <a:cs typeface="Carlito"/>
                        </a:rPr>
                        <a:t>1,2,3</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r>
              <a:tr h="335279">
                <a:tc>
                  <a:txBody>
                    <a:bodyPr/>
                    <a:lstStyle/>
                    <a:p>
                      <a:pPr algn="ctr">
                        <a:lnSpc>
                          <a:spcPct val="100000"/>
                        </a:lnSpc>
                        <a:spcBef>
                          <a:spcPts val="259"/>
                        </a:spcBef>
                      </a:pPr>
                      <a:r>
                        <a:rPr sz="1600" dirty="0">
                          <a:latin typeface="Carlito"/>
                          <a:cs typeface="Carlito"/>
                        </a:rPr>
                        <a:t>4</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marR="471170" algn="r">
                        <a:lnSpc>
                          <a:spcPct val="100000"/>
                        </a:lnSpc>
                        <a:spcBef>
                          <a:spcPts val="259"/>
                        </a:spcBef>
                      </a:pPr>
                      <a:r>
                        <a:rPr sz="1600" spc="-5" dirty="0">
                          <a:latin typeface="Carlito"/>
                          <a:cs typeface="Carlito"/>
                        </a:rPr>
                        <a:t>S4</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algn="ctr">
                        <a:lnSpc>
                          <a:spcPct val="100000"/>
                        </a:lnSpc>
                        <a:spcBef>
                          <a:spcPts val="259"/>
                        </a:spcBef>
                      </a:pPr>
                      <a:r>
                        <a:rPr sz="1600" spc="-10" dirty="0">
                          <a:latin typeface="Carlito"/>
                          <a:cs typeface="Carlito"/>
                        </a:rPr>
                        <a:t>2,3,4</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r>
              <a:tr h="335279">
                <a:tc>
                  <a:txBody>
                    <a:bodyPr/>
                    <a:lstStyle/>
                    <a:p>
                      <a:pPr algn="ctr">
                        <a:lnSpc>
                          <a:spcPct val="100000"/>
                        </a:lnSpc>
                        <a:spcBef>
                          <a:spcPts val="259"/>
                        </a:spcBef>
                      </a:pPr>
                      <a:r>
                        <a:rPr sz="1600" dirty="0">
                          <a:latin typeface="Carlito"/>
                          <a:cs typeface="Carlito"/>
                        </a:rPr>
                        <a:t>5</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c>
                  <a:txBody>
                    <a:bodyPr/>
                    <a:lstStyle/>
                    <a:p>
                      <a:pPr marR="471170" algn="r">
                        <a:lnSpc>
                          <a:spcPct val="100000"/>
                        </a:lnSpc>
                        <a:spcBef>
                          <a:spcPts val="259"/>
                        </a:spcBef>
                      </a:pPr>
                      <a:r>
                        <a:rPr sz="1600" spc="-5" dirty="0">
                          <a:latin typeface="Carlito"/>
                          <a:cs typeface="Carlito"/>
                        </a:rPr>
                        <a:t>S5</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c>
                  <a:txBody>
                    <a:bodyPr/>
                    <a:lstStyle/>
                    <a:p>
                      <a:pPr algn="ctr">
                        <a:lnSpc>
                          <a:spcPct val="100000"/>
                        </a:lnSpc>
                        <a:spcBef>
                          <a:spcPts val="259"/>
                        </a:spcBef>
                      </a:pPr>
                      <a:r>
                        <a:rPr sz="1600" spc="-10" dirty="0">
                          <a:latin typeface="Carlito"/>
                          <a:cs typeface="Carlito"/>
                        </a:rPr>
                        <a:t>3,4,5</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r>
              <a:tr h="335279">
                <a:tc>
                  <a:txBody>
                    <a:bodyPr/>
                    <a:lstStyle/>
                    <a:p>
                      <a:pPr algn="ctr">
                        <a:lnSpc>
                          <a:spcPct val="100000"/>
                        </a:lnSpc>
                        <a:spcBef>
                          <a:spcPts val="259"/>
                        </a:spcBef>
                      </a:pPr>
                      <a:r>
                        <a:rPr sz="1600" dirty="0">
                          <a:latin typeface="Carlito"/>
                          <a:cs typeface="Carlito"/>
                        </a:rPr>
                        <a:t>6</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marR="471170" algn="r">
                        <a:lnSpc>
                          <a:spcPct val="100000"/>
                        </a:lnSpc>
                        <a:spcBef>
                          <a:spcPts val="259"/>
                        </a:spcBef>
                      </a:pPr>
                      <a:r>
                        <a:rPr sz="1600" spc="-5" dirty="0">
                          <a:latin typeface="Carlito"/>
                          <a:cs typeface="Carlito"/>
                        </a:rPr>
                        <a:t>S6</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algn="ctr">
                        <a:lnSpc>
                          <a:spcPct val="100000"/>
                        </a:lnSpc>
                        <a:spcBef>
                          <a:spcPts val="259"/>
                        </a:spcBef>
                      </a:pPr>
                      <a:r>
                        <a:rPr sz="1600" spc="-10" dirty="0">
                          <a:latin typeface="Carlito"/>
                          <a:cs typeface="Carlito"/>
                        </a:rPr>
                        <a:t>4,5,6</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r>
            </a:tbl>
          </a:graphicData>
        </a:graphic>
      </p:graphicFrame>
      <p:pic>
        <p:nvPicPr>
          <p:cNvPr id="3074" name="Picture 2"/>
          <p:cNvPicPr>
            <a:picLocks noChangeAspect="1" noChangeArrowheads="1"/>
          </p:cNvPicPr>
          <p:nvPr/>
        </p:nvPicPr>
        <p:blipFill>
          <a:blip r:embed="rId15"/>
          <a:srcRect/>
          <a:stretch>
            <a:fillRect/>
          </a:stretch>
        </p:blipFill>
        <p:spPr bwMode="auto">
          <a:xfrm>
            <a:off x="228600" y="1447800"/>
            <a:ext cx="4246341" cy="190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6337300" cy="574040"/>
          </a:xfrm>
          <a:prstGeom prst="rect">
            <a:avLst/>
          </a:prstGeom>
        </p:spPr>
        <p:txBody>
          <a:bodyPr vert="horz" wrap="square" lIns="0" tIns="12700" rIns="0" bIns="0" rtlCol="0">
            <a:spAutoFit/>
          </a:bodyPr>
          <a:lstStyle/>
          <a:p>
            <a:pPr marL="12700">
              <a:lnSpc>
                <a:spcPct val="100000"/>
              </a:lnSpc>
              <a:spcBef>
                <a:spcPts val="100"/>
              </a:spcBef>
            </a:pPr>
            <a:r>
              <a:rPr sz="3600" spc="-360" dirty="0">
                <a:solidFill>
                  <a:srgbClr val="002060"/>
                </a:solidFill>
              </a:rPr>
              <a:t>Features </a:t>
            </a:r>
            <a:r>
              <a:rPr sz="3600" spc="-245" dirty="0">
                <a:solidFill>
                  <a:srgbClr val="002060"/>
                </a:solidFill>
              </a:rPr>
              <a:t>of </a:t>
            </a:r>
            <a:r>
              <a:rPr sz="3600" spc="-335" dirty="0">
                <a:solidFill>
                  <a:srgbClr val="002060"/>
                </a:solidFill>
              </a:rPr>
              <a:t>180 </a:t>
            </a:r>
            <a:r>
              <a:rPr sz="3600" spc="-325">
                <a:solidFill>
                  <a:srgbClr val="002060"/>
                </a:solidFill>
              </a:rPr>
              <a:t>degree</a:t>
            </a:r>
            <a:r>
              <a:rPr sz="3600" spc="-875">
                <a:solidFill>
                  <a:srgbClr val="002060"/>
                </a:solidFill>
              </a:rPr>
              <a:t> </a:t>
            </a:r>
            <a:r>
              <a:rPr lang="en-US" sz="3600" spc="-875" dirty="0" smtClean="0">
                <a:solidFill>
                  <a:srgbClr val="002060"/>
                </a:solidFill>
              </a:rPr>
              <a:t> </a:t>
            </a:r>
            <a:r>
              <a:rPr sz="3600" spc="-325" smtClean="0">
                <a:solidFill>
                  <a:srgbClr val="002060"/>
                </a:solidFill>
              </a:rPr>
              <a:t>conduction</a:t>
            </a:r>
            <a:endParaRPr sz="3600"/>
          </a:p>
        </p:txBody>
      </p:sp>
      <p:sp>
        <p:nvSpPr>
          <p:cNvPr id="4" name="object 4"/>
          <p:cNvSpPr txBox="1"/>
          <p:nvPr/>
        </p:nvSpPr>
        <p:spPr>
          <a:xfrm>
            <a:off x="901700" y="1620113"/>
            <a:ext cx="4726940" cy="2622550"/>
          </a:xfrm>
          <a:prstGeom prst="rect">
            <a:avLst/>
          </a:prstGeom>
        </p:spPr>
        <p:txBody>
          <a:bodyPr vert="horz" wrap="square" lIns="0" tIns="129539" rIns="0" bIns="0" rtlCol="0">
            <a:spAutoFit/>
          </a:bodyPr>
          <a:lstStyle/>
          <a:p>
            <a:pPr marL="370840" indent="-358140">
              <a:lnSpc>
                <a:spcPct val="100000"/>
              </a:lnSpc>
              <a:spcBef>
                <a:spcPts val="1019"/>
              </a:spcBef>
              <a:buClr>
                <a:srgbClr val="E48312"/>
              </a:buClr>
              <a:buSzPct val="75000"/>
              <a:buFont typeface="Wingdings"/>
              <a:buChar char=""/>
              <a:tabLst>
                <a:tab pos="370205" algn="l"/>
                <a:tab pos="370840" algn="l"/>
              </a:tabLst>
            </a:pPr>
            <a:r>
              <a:rPr sz="2000" dirty="0">
                <a:solidFill>
                  <a:srgbClr val="404040"/>
                </a:solidFill>
                <a:latin typeface="Carlito"/>
                <a:cs typeface="Carlito"/>
              </a:rPr>
              <a:t>Conduction </a:t>
            </a:r>
            <a:r>
              <a:rPr sz="2000" spc="-5" dirty="0">
                <a:solidFill>
                  <a:srgbClr val="404040"/>
                </a:solidFill>
                <a:latin typeface="Carlito"/>
                <a:cs typeface="Carlito"/>
              </a:rPr>
              <a:t>period </a:t>
            </a:r>
            <a:r>
              <a:rPr sz="2000" spc="-15" dirty="0">
                <a:solidFill>
                  <a:srgbClr val="404040"/>
                </a:solidFill>
                <a:latin typeface="Carlito"/>
                <a:cs typeface="Carlito"/>
              </a:rPr>
              <a:t>for </a:t>
            </a:r>
            <a:r>
              <a:rPr sz="2000" dirty="0">
                <a:solidFill>
                  <a:srgbClr val="404040"/>
                </a:solidFill>
                <a:latin typeface="Carlito"/>
                <a:cs typeface="Carlito"/>
              </a:rPr>
              <a:t>each </a:t>
            </a:r>
            <a:r>
              <a:rPr sz="2000" spc="-10" dirty="0">
                <a:solidFill>
                  <a:srgbClr val="404040"/>
                </a:solidFill>
                <a:latin typeface="Carlito"/>
                <a:cs typeface="Carlito"/>
              </a:rPr>
              <a:t>switch </a:t>
            </a:r>
            <a:r>
              <a:rPr sz="2000" spc="-5" dirty="0">
                <a:solidFill>
                  <a:srgbClr val="404040"/>
                </a:solidFill>
                <a:latin typeface="Carlito"/>
                <a:cs typeface="Carlito"/>
              </a:rPr>
              <a:t>is</a:t>
            </a:r>
            <a:r>
              <a:rPr sz="2000" spc="-45" dirty="0">
                <a:solidFill>
                  <a:srgbClr val="404040"/>
                </a:solidFill>
                <a:latin typeface="Carlito"/>
                <a:cs typeface="Carlito"/>
              </a:rPr>
              <a:t> </a:t>
            </a:r>
            <a:r>
              <a:rPr sz="2000" dirty="0">
                <a:solidFill>
                  <a:srgbClr val="404040"/>
                </a:solidFill>
                <a:latin typeface="Carlito"/>
                <a:cs typeface="Carlito"/>
              </a:rPr>
              <a:t>180</a:t>
            </a:r>
            <a:r>
              <a:rPr sz="2000" dirty="0">
                <a:solidFill>
                  <a:srgbClr val="404040"/>
                </a:solidFill>
                <a:latin typeface="Times New Roman"/>
                <a:cs typeface="Times New Roman"/>
              </a:rPr>
              <a:t>°</a:t>
            </a:r>
            <a:endParaRPr sz="2000">
              <a:latin typeface="Times New Roman"/>
              <a:cs typeface="Times New Roman"/>
            </a:endParaRPr>
          </a:p>
          <a:p>
            <a:pPr marL="370840" indent="-358140">
              <a:lnSpc>
                <a:spcPct val="100000"/>
              </a:lnSpc>
              <a:spcBef>
                <a:spcPts val="925"/>
              </a:spcBef>
              <a:buClr>
                <a:srgbClr val="E48312"/>
              </a:buClr>
              <a:buSzPct val="75000"/>
              <a:buFont typeface="Wingdings"/>
              <a:buChar char=""/>
              <a:tabLst>
                <a:tab pos="370205" algn="l"/>
                <a:tab pos="370840" algn="l"/>
              </a:tabLst>
            </a:pPr>
            <a:r>
              <a:rPr sz="2000" spc="-10" dirty="0">
                <a:solidFill>
                  <a:srgbClr val="404040"/>
                </a:solidFill>
                <a:latin typeface="Carlito"/>
                <a:cs typeface="Carlito"/>
              </a:rPr>
              <a:t>Three </a:t>
            </a:r>
            <a:r>
              <a:rPr sz="2000" spc="-5" dirty="0">
                <a:solidFill>
                  <a:srgbClr val="404040"/>
                </a:solidFill>
                <a:latin typeface="Carlito"/>
                <a:cs typeface="Carlito"/>
              </a:rPr>
              <a:t>switches conduct </a:t>
            </a:r>
            <a:r>
              <a:rPr sz="2000" spc="-15" dirty="0">
                <a:solidFill>
                  <a:srgbClr val="404040"/>
                </a:solidFill>
                <a:latin typeface="Carlito"/>
                <a:cs typeface="Carlito"/>
              </a:rPr>
              <a:t>at </a:t>
            </a:r>
            <a:r>
              <a:rPr sz="2000" dirty="0">
                <a:solidFill>
                  <a:srgbClr val="404040"/>
                </a:solidFill>
                <a:latin typeface="Carlito"/>
                <a:cs typeface="Carlito"/>
              </a:rPr>
              <a:t>a</a:t>
            </a:r>
            <a:r>
              <a:rPr sz="2000" spc="10" dirty="0">
                <a:solidFill>
                  <a:srgbClr val="404040"/>
                </a:solidFill>
                <a:latin typeface="Carlito"/>
                <a:cs typeface="Carlito"/>
              </a:rPr>
              <a:t> </a:t>
            </a:r>
            <a:r>
              <a:rPr sz="2000" spc="-5" dirty="0">
                <a:solidFill>
                  <a:srgbClr val="404040"/>
                </a:solidFill>
                <a:latin typeface="Carlito"/>
                <a:cs typeface="Carlito"/>
              </a:rPr>
              <a:t>time</a:t>
            </a:r>
            <a:endParaRPr sz="2000">
              <a:latin typeface="Carlito"/>
              <a:cs typeface="Carlito"/>
            </a:endParaRPr>
          </a:p>
          <a:p>
            <a:pPr marL="370840" marR="5080" indent="-358140">
              <a:lnSpc>
                <a:spcPct val="80000"/>
              </a:lnSpc>
              <a:spcBef>
                <a:spcPts val="1395"/>
              </a:spcBef>
              <a:buClr>
                <a:srgbClr val="E48312"/>
              </a:buClr>
              <a:buSzPct val="75000"/>
              <a:buFont typeface="Wingdings"/>
              <a:buChar char=""/>
              <a:tabLst>
                <a:tab pos="370205" algn="l"/>
                <a:tab pos="370840" algn="l"/>
              </a:tabLst>
            </a:pPr>
            <a:r>
              <a:rPr sz="2000" spc="-10" dirty="0">
                <a:solidFill>
                  <a:srgbClr val="404040"/>
                </a:solidFill>
                <a:latin typeface="Carlito"/>
                <a:cs typeface="Carlito"/>
              </a:rPr>
              <a:t>There </a:t>
            </a:r>
            <a:r>
              <a:rPr sz="2000" spc="-5" dirty="0">
                <a:solidFill>
                  <a:srgbClr val="404040"/>
                </a:solidFill>
                <a:latin typeface="Carlito"/>
                <a:cs typeface="Carlito"/>
              </a:rPr>
              <a:t>is possibility of </a:t>
            </a:r>
            <a:r>
              <a:rPr sz="2000" spc="-10" dirty="0">
                <a:solidFill>
                  <a:srgbClr val="404040"/>
                </a:solidFill>
                <a:latin typeface="Carlito"/>
                <a:cs typeface="Carlito"/>
              </a:rPr>
              <a:t>cross </a:t>
            </a:r>
            <a:r>
              <a:rPr sz="2000" dirty="0">
                <a:solidFill>
                  <a:srgbClr val="404040"/>
                </a:solidFill>
                <a:latin typeface="Carlito"/>
                <a:cs typeface="Carlito"/>
              </a:rPr>
              <a:t>conduction </a:t>
            </a:r>
            <a:r>
              <a:rPr sz="2000" spc="-5" dirty="0">
                <a:solidFill>
                  <a:srgbClr val="404040"/>
                </a:solidFill>
                <a:latin typeface="Carlito"/>
                <a:cs typeface="Carlito"/>
              </a:rPr>
              <a:t>if </a:t>
            </a:r>
            <a:r>
              <a:rPr sz="2000" dirty="0">
                <a:solidFill>
                  <a:srgbClr val="404040"/>
                </a:solidFill>
                <a:latin typeface="Carlito"/>
                <a:cs typeface="Carlito"/>
              </a:rPr>
              <a:t>a  </a:t>
            </a:r>
            <a:r>
              <a:rPr sz="2000" spc="-5" dirty="0">
                <a:solidFill>
                  <a:srgbClr val="404040"/>
                </a:solidFill>
                <a:latin typeface="Carlito"/>
                <a:cs typeface="Carlito"/>
              </a:rPr>
              <a:t>dead band </a:t>
            </a:r>
            <a:r>
              <a:rPr sz="2000" spc="-10" dirty="0">
                <a:solidFill>
                  <a:srgbClr val="404040"/>
                </a:solidFill>
                <a:latin typeface="Carlito"/>
                <a:cs typeface="Carlito"/>
              </a:rPr>
              <a:t>delay </a:t>
            </a:r>
            <a:r>
              <a:rPr sz="2000" spc="-5" dirty="0">
                <a:solidFill>
                  <a:srgbClr val="404040"/>
                </a:solidFill>
                <a:latin typeface="Carlito"/>
                <a:cs typeface="Carlito"/>
              </a:rPr>
              <a:t>is not </a:t>
            </a:r>
            <a:r>
              <a:rPr sz="2000" spc="-10" dirty="0">
                <a:solidFill>
                  <a:srgbClr val="404040"/>
                </a:solidFill>
                <a:latin typeface="Carlito"/>
                <a:cs typeface="Carlito"/>
              </a:rPr>
              <a:t>deliberately  </a:t>
            </a:r>
            <a:r>
              <a:rPr sz="2000" spc="-5" dirty="0">
                <a:solidFill>
                  <a:srgbClr val="404040"/>
                </a:solidFill>
                <a:latin typeface="Carlito"/>
                <a:cs typeface="Carlito"/>
              </a:rPr>
              <a:t>introduced.</a:t>
            </a:r>
            <a:endParaRPr sz="2000">
              <a:latin typeface="Carlito"/>
              <a:cs typeface="Carlito"/>
            </a:endParaRPr>
          </a:p>
          <a:p>
            <a:pPr marL="370840" indent="-358140">
              <a:lnSpc>
                <a:spcPct val="100000"/>
              </a:lnSpc>
              <a:spcBef>
                <a:spcPts val="919"/>
              </a:spcBef>
              <a:buClr>
                <a:srgbClr val="E48312"/>
              </a:buClr>
              <a:buSzPct val="75000"/>
              <a:buFont typeface="Wingdings"/>
              <a:buChar char=""/>
              <a:tabLst>
                <a:tab pos="370205" algn="l"/>
                <a:tab pos="370840" algn="l"/>
              </a:tabLst>
            </a:pPr>
            <a:r>
              <a:rPr sz="2000" dirty="0">
                <a:solidFill>
                  <a:srgbClr val="404040"/>
                </a:solidFill>
                <a:latin typeface="Carlito"/>
                <a:cs typeface="Carlito"/>
              </a:rPr>
              <a:t>Phase </a:t>
            </a:r>
            <a:r>
              <a:rPr sz="2000" spc="-10" dirty="0">
                <a:solidFill>
                  <a:srgbClr val="404040"/>
                </a:solidFill>
                <a:latin typeface="Carlito"/>
                <a:cs typeface="Carlito"/>
              </a:rPr>
              <a:t>voltages are </a:t>
            </a:r>
            <a:r>
              <a:rPr sz="2000" spc="-5" dirty="0">
                <a:solidFill>
                  <a:srgbClr val="404040"/>
                </a:solidFill>
                <a:latin typeface="Carlito"/>
                <a:cs typeface="Carlito"/>
              </a:rPr>
              <a:t>six </a:t>
            </a:r>
            <a:r>
              <a:rPr sz="2000" spc="-15" dirty="0">
                <a:solidFill>
                  <a:srgbClr val="404040"/>
                </a:solidFill>
                <a:latin typeface="Carlito"/>
                <a:cs typeface="Carlito"/>
              </a:rPr>
              <a:t>step</a:t>
            </a:r>
            <a:r>
              <a:rPr sz="2000" spc="30" dirty="0">
                <a:solidFill>
                  <a:srgbClr val="404040"/>
                </a:solidFill>
                <a:latin typeface="Carlito"/>
                <a:cs typeface="Carlito"/>
              </a:rPr>
              <a:t> </a:t>
            </a:r>
            <a:r>
              <a:rPr sz="2000" spc="-20" dirty="0">
                <a:solidFill>
                  <a:srgbClr val="404040"/>
                </a:solidFill>
                <a:latin typeface="Carlito"/>
                <a:cs typeface="Carlito"/>
              </a:rPr>
              <a:t>waves</a:t>
            </a:r>
            <a:endParaRPr sz="2000">
              <a:latin typeface="Carlito"/>
              <a:cs typeface="Carlito"/>
            </a:endParaRPr>
          </a:p>
          <a:p>
            <a:pPr marL="370840" indent="-358140">
              <a:lnSpc>
                <a:spcPct val="100000"/>
              </a:lnSpc>
              <a:spcBef>
                <a:spcPts val="925"/>
              </a:spcBef>
              <a:buClr>
                <a:srgbClr val="E48312"/>
              </a:buClr>
              <a:buSzPct val="75000"/>
              <a:buFont typeface="Wingdings"/>
              <a:buChar char=""/>
              <a:tabLst>
                <a:tab pos="370205" algn="l"/>
                <a:tab pos="370840" algn="l"/>
              </a:tabLst>
            </a:pPr>
            <a:r>
              <a:rPr sz="2000" spc="-5" dirty="0">
                <a:solidFill>
                  <a:srgbClr val="404040"/>
                </a:solidFill>
                <a:latin typeface="Carlito"/>
                <a:cs typeface="Carlito"/>
              </a:rPr>
              <a:t>Line </a:t>
            </a:r>
            <a:r>
              <a:rPr sz="2000" spc="-10" dirty="0">
                <a:solidFill>
                  <a:srgbClr val="404040"/>
                </a:solidFill>
                <a:latin typeface="Carlito"/>
                <a:cs typeface="Carlito"/>
              </a:rPr>
              <a:t>voltages are </a:t>
            </a:r>
            <a:r>
              <a:rPr sz="2000" dirty="0">
                <a:solidFill>
                  <a:srgbClr val="404040"/>
                </a:solidFill>
                <a:latin typeface="Carlito"/>
                <a:cs typeface="Carlito"/>
              </a:rPr>
              <a:t>quasi </a:t>
            </a:r>
            <a:r>
              <a:rPr sz="2000" spc="-5" dirty="0">
                <a:solidFill>
                  <a:srgbClr val="404040"/>
                </a:solidFill>
                <a:latin typeface="Carlito"/>
                <a:cs typeface="Carlito"/>
              </a:rPr>
              <a:t>square </a:t>
            </a:r>
            <a:r>
              <a:rPr sz="2000" spc="-20" dirty="0">
                <a:solidFill>
                  <a:srgbClr val="404040"/>
                </a:solidFill>
                <a:latin typeface="Carlito"/>
                <a:cs typeface="Carlito"/>
              </a:rPr>
              <a:t>waves</a:t>
            </a:r>
            <a:endParaRPr sz="2000">
              <a:latin typeface="Carlito"/>
              <a:cs typeface="Carlito"/>
            </a:endParaRPr>
          </a:p>
        </p:txBody>
      </p:sp>
      <p:grpSp>
        <p:nvGrpSpPr>
          <p:cNvPr id="5" name="object 5"/>
          <p:cNvGrpSpPr/>
          <p:nvPr/>
        </p:nvGrpSpPr>
        <p:grpSpPr>
          <a:xfrm>
            <a:off x="6676643" y="1223772"/>
            <a:ext cx="1706245" cy="5055235"/>
            <a:chOff x="6676643" y="1223772"/>
            <a:chExt cx="1706245" cy="5055235"/>
          </a:xfrm>
        </p:grpSpPr>
        <p:sp>
          <p:nvSpPr>
            <p:cNvPr id="6" name="object 6"/>
            <p:cNvSpPr/>
            <p:nvPr/>
          </p:nvSpPr>
          <p:spPr>
            <a:xfrm>
              <a:off x="7456931" y="1376171"/>
              <a:ext cx="916305" cy="4819015"/>
            </a:xfrm>
            <a:custGeom>
              <a:avLst/>
              <a:gdLst/>
              <a:ahLst/>
              <a:cxnLst/>
              <a:rect l="l" t="t" r="r" b="b"/>
              <a:pathLst>
                <a:path w="916304" h="4819015">
                  <a:moveTo>
                    <a:pt x="10668" y="4344924"/>
                  </a:moveTo>
                  <a:lnTo>
                    <a:pt x="9144" y="4343400"/>
                  </a:lnTo>
                  <a:lnTo>
                    <a:pt x="1524" y="4343400"/>
                  </a:lnTo>
                  <a:lnTo>
                    <a:pt x="0" y="4344924"/>
                  </a:lnTo>
                  <a:lnTo>
                    <a:pt x="0" y="4386072"/>
                  </a:lnTo>
                  <a:lnTo>
                    <a:pt x="1524" y="4389120"/>
                  </a:lnTo>
                  <a:lnTo>
                    <a:pt x="9144" y="4389120"/>
                  </a:lnTo>
                  <a:lnTo>
                    <a:pt x="10668" y="4386072"/>
                  </a:lnTo>
                  <a:lnTo>
                    <a:pt x="10668" y="4344924"/>
                  </a:lnTo>
                  <a:close/>
                </a:path>
                <a:path w="916304" h="4819015">
                  <a:moveTo>
                    <a:pt x="10668" y="4276344"/>
                  </a:moveTo>
                  <a:lnTo>
                    <a:pt x="9144" y="4274820"/>
                  </a:lnTo>
                  <a:lnTo>
                    <a:pt x="1524" y="4274820"/>
                  </a:lnTo>
                  <a:lnTo>
                    <a:pt x="0" y="4276344"/>
                  </a:lnTo>
                  <a:lnTo>
                    <a:pt x="0" y="4317492"/>
                  </a:lnTo>
                  <a:lnTo>
                    <a:pt x="1524" y="4320540"/>
                  </a:lnTo>
                  <a:lnTo>
                    <a:pt x="9144" y="4320540"/>
                  </a:lnTo>
                  <a:lnTo>
                    <a:pt x="10668" y="4317492"/>
                  </a:lnTo>
                  <a:lnTo>
                    <a:pt x="10668" y="4276344"/>
                  </a:lnTo>
                  <a:close/>
                </a:path>
                <a:path w="916304" h="4819015">
                  <a:moveTo>
                    <a:pt x="10668" y="4207764"/>
                  </a:moveTo>
                  <a:lnTo>
                    <a:pt x="9144" y="4204716"/>
                  </a:lnTo>
                  <a:lnTo>
                    <a:pt x="1524" y="4204716"/>
                  </a:lnTo>
                  <a:lnTo>
                    <a:pt x="0" y="4207764"/>
                  </a:lnTo>
                  <a:lnTo>
                    <a:pt x="0" y="4248912"/>
                  </a:lnTo>
                  <a:lnTo>
                    <a:pt x="1524" y="4250436"/>
                  </a:lnTo>
                  <a:lnTo>
                    <a:pt x="9144" y="4250436"/>
                  </a:lnTo>
                  <a:lnTo>
                    <a:pt x="10668" y="4248912"/>
                  </a:lnTo>
                  <a:lnTo>
                    <a:pt x="10668" y="4207764"/>
                  </a:lnTo>
                  <a:close/>
                </a:path>
                <a:path w="916304" h="4819015">
                  <a:moveTo>
                    <a:pt x="10668" y="4139184"/>
                  </a:moveTo>
                  <a:lnTo>
                    <a:pt x="9144" y="4136136"/>
                  </a:lnTo>
                  <a:lnTo>
                    <a:pt x="1524" y="4136136"/>
                  </a:lnTo>
                  <a:lnTo>
                    <a:pt x="0" y="4139184"/>
                  </a:lnTo>
                  <a:lnTo>
                    <a:pt x="0" y="4180332"/>
                  </a:lnTo>
                  <a:lnTo>
                    <a:pt x="1524" y="4181856"/>
                  </a:lnTo>
                  <a:lnTo>
                    <a:pt x="9144" y="4181856"/>
                  </a:lnTo>
                  <a:lnTo>
                    <a:pt x="10668" y="4180332"/>
                  </a:lnTo>
                  <a:lnTo>
                    <a:pt x="10668" y="4139184"/>
                  </a:lnTo>
                  <a:close/>
                </a:path>
                <a:path w="916304" h="4819015">
                  <a:moveTo>
                    <a:pt x="10668" y="4070604"/>
                  </a:moveTo>
                  <a:lnTo>
                    <a:pt x="9144" y="4067556"/>
                  </a:lnTo>
                  <a:lnTo>
                    <a:pt x="1524" y="4067556"/>
                  </a:lnTo>
                  <a:lnTo>
                    <a:pt x="0" y="4070604"/>
                  </a:lnTo>
                  <a:lnTo>
                    <a:pt x="0" y="4110228"/>
                  </a:lnTo>
                  <a:lnTo>
                    <a:pt x="1524" y="4113276"/>
                  </a:lnTo>
                  <a:lnTo>
                    <a:pt x="9144" y="4113276"/>
                  </a:lnTo>
                  <a:lnTo>
                    <a:pt x="10668" y="4110228"/>
                  </a:lnTo>
                  <a:lnTo>
                    <a:pt x="10668" y="4070604"/>
                  </a:lnTo>
                  <a:close/>
                </a:path>
                <a:path w="916304" h="4819015">
                  <a:moveTo>
                    <a:pt x="10668" y="4000500"/>
                  </a:moveTo>
                  <a:lnTo>
                    <a:pt x="9144" y="3998976"/>
                  </a:lnTo>
                  <a:lnTo>
                    <a:pt x="1524" y="3998976"/>
                  </a:lnTo>
                  <a:lnTo>
                    <a:pt x="0" y="4000500"/>
                  </a:lnTo>
                  <a:lnTo>
                    <a:pt x="0" y="4041648"/>
                  </a:lnTo>
                  <a:lnTo>
                    <a:pt x="1524" y="4044696"/>
                  </a:lnTo>
                  <a:lnTo>
                    <a:pt x="9144" y="4044696"/>
                  </a:lnTo>
                  <a:lnTo>
                    <a:pt x="10668" y="4041648"/>
                  </a:lnTo>
                  <a:lnTo>
                    <a:pt x="10668" y="4000500"/>
                  </a:lnTo>
                  <a:close/>
                </a:path>
                <a:path w="916304" h="4819015">
                  <a:moveTo>
                    <a:pt x="10668" y="3931920"/>
                  </a:moveTo>
                  <a:lnTo>
                    <a:pt x="9144" y="3928872"/>
                  </a:lnTo>
                  <a:lnTo>
                    <a:pt x="1524" y="3928872"/>
                  </a:lnTo>
                  <a:lnTo>
                    <a:pt x="0" y="3931920"/>
                  </a:lnTo>
                  <a:lnTo>
                    <a:pt x="0" y="3973068"/>
                  </a:lnTo>
                  <a:lnTo>
                    <a:pt x="1524" y="3976116"/>
                  </a:lnTo>
                  <a:lnTo>
                    <a:pt x="9144" y="3976116"/>
                  </a:lnTo>
                  <a:lnTo>
                    <a:pt x="10668" y="3973068"/>
                  </a:lnTo>
                  <a:lnTo>
                    <a:pt x="10668" y="3931920"/>
                  </a:lnTo>
                  <a:close/>
                </a:path>
                <a:path w="916304" h="4819015">
                  <a:moveTo>
                    <a:pt x="10668" y="3863340"/>
                  </a:moveTo>
                  <a:lnTo>
                    <a:pt x="9144" y="3860292"/>
                  </a:lnTo>
                  <a:lnTo>
                    <a:pt x="1524" y="3860292"/>
                  </a:lnTo>
                  <a:lnTo>
                    <a:pt x="0" y="3863340"/>
                  </a:lnTo>
                  <a:lnTo>
                    <a:pt x="0" y="3904488"/>
                  </a:lnTo>
                  <a:lnTo>
                    <a:pt x="1524" y="3906012"/>
                  </a:lnTo>
                  <a:lnTo>
                    <a:pt x="9144" y="3906012"/>
                  </a:lnTo>
                  <a:lnTo>
                    <a:pt x="10668" y="3904488"/>
                  </a:lnTo>
                  <a:lnTo>
                    <a:pt x="10668" y="3863340"/>
                  </a:lnTo>
                  <a:close/>
                </a:path>
                <a:path w="916304" h="4819015">
                  <a:moveTo>
                    <a:pt x="10668" y="3794760"/>
                  </a:moveTo>
                  <a:lnTo>
                    <a:pt x="9144" y="3791712"/>
                  </a:lnTo>
                  <a:lnTo>
                    <a:pt x="1524" y="3791712"/>
                  </a:lnTo>
                  <a:lnTo>
                    <a:pt x="0" y="3794760"/>
                  </a:lnTo>
                  <a:lnTo>
                    <a:pt x="0" y="3834384"/>
                  </a:lnTo>
                  <a:lnTo>
                    <a:pt x="1524" y="3837444"/>
                  </a:lnTo>
                  <a:lnTo>
                    <a:pt x="9144" y="3837444"/>
                  </a:lnTo>
                  <a:lnTo>
                    <a:pt x="10668" y="3834384"/>
                  </a:lnTo>
                  <a:lnTo>
                    <a:pt x="10668" y="3794760"/>
                  </a:lnTo>
                  <a:close/>
                </a:path>
                <a:path w="916304" h="4819015">
                  <a:moveTo>
                    <a:pt x="10668" y="3724656"/>
                  </a:moveTo>
                  <a:lnTo>
                    <a:pt x="9144" y="3723132"/>
                  </a:lnTo>
                  <a:lnTo>
                    <a:pt x="1524" y="3723132"/>
                  </a:lnTo>
                  <a:lnTo>
                    <a:pt x="0" y="3724656"/>
                  </a:lnTo>
                  <a:lnTo>
                    <a:pt x="0" y="3765804"/>
                  </a:lnTo>
                  <a:lnTo>
                    <a:pt x="1524" y="3768852"/>
                  </a:lnTo>
                  <a:lnTo>
                    <a:pt x="9144" y="3768852"/>
                  </a:lnTo>
                  <a:lnTo>
                    <a:pt x="10668" y="3765804"/>
                  </a:lnTo>
                  <a:lnTo>
                    <a:pt x="10668" y="3724656"/>
                  </a:lnTo>
                  <a:close/>
                </a:path>
                <a:path w="916304" h="4819015">
                  <a:moveTo>
                    <a:pt x="10668" y="3656076"/>
                  </a:moveTo>
                  <a:lnTo>
                    <a:pt x="9144" y="3653028"/>
                  </a:lnTo>
                  <a:lnTo>
                    <a:pt x="1524" y="3653028"/>
                  </a:lnTo>
                  <a:lnTo>
                    <a:pt x="0" y="3656076"/>
                  </a:lnTo>
                  <a:lnTo>
                    <a:pt x="0" y="3697224"/>
                  </a:lnTo>
                  <a:lnTo>
                    <a:pt x="1524" y="3700272"/>
                  </a:lnTo>
                  <a:lnTo>
                    <a:pt x="9144" y="3700272"/>
                  </a:lnTo>
                  <a:lnTo>
                    <a:pt x="10668" y="3697224"/>
                  </a:lnTo>
                  <a:lnTo>
                    <a:pt x="10668" y="3656076"/>
                  </a:lnTo>
                  <a:close/>
                </a:path>
                <a:path w="916304" h="4819015">
                  <a:moveTo>
                    <a:pt x="10668" y="3587496"/>
                  </a:moveTo>
                  <a:lnTo>
                    <a:pt x="9144" y="3584448"/>
                  </a:lnTo>
                  <a:lnTo>
                    <a:pt x="1524" y="3584448"/>
                  </a:lnTo>
                  <a:lnTo>
                    <a:pt x="0" y="3587496"/>
                  </a:lnTo>
                  <a:lnTo>
                    <a:pt x="0" y="3628644"/>
                  </a:lnTo>
                  <a:lnTo>
                    <a:pt x="1524" y="3630168"/>
                  </a:lnTo>
                  <a:lnTo>
                    <a:pt x="9144" y="3630168"/>
                  </a:lnTo>
                  <a:lnTo>
                    <a:pt x="10668" y="3628644"/>
                  </a:lnTo>
                  <a:lnTo>
                    <a:pt x="10668" y="3587496"/>
                  </a:lnTo>
                  <a:close/>
                </a:path>
                <a:path w="916304" h="4819015">
                  <a:moveTo>
                    <a:pt x="10668" y="3518916"/>
                  </a:moveTo>
                  <a:lnTo>
                    <a:pt x="9144" y="3515868"/>
                  </a:lnTo>
                  <a:lnTo>
                    <a:pt x="1524" y="3515868"/>
                  </a:lnTo>
                  <a:lnTo>
                    <a:pt x="0" y="3518916"/>
                  </a:lnTo>
                  <a:lnTo>
                    <a:pt x="0" y="3558540"/>
                  </a:lnTo>
                  <a:lnTo>
                    <a:pt x="1524" y="3561588"/>
                  </a:lnTo>
                  <a:lnTo>
                    <a:pt x="9144" y="3561588"/>
                  </a:lnTo>
                  <a:lnTo>
                    <a:pt x="10668" y="3558540"/>
                  </a:lnTo>
                  <a:lnTo>
                    <a:pt x="10668" y="3518916"/>
                  </a:lnTo>
                  <a:close/>
                </a:path>
                <a:path w="916304" h="4819015">
                  <a:moveTo>
                    <a:pt x="10668" y="3448812"/>
                  </a:moveTo>
                  <a:lnTo>
                    <a:pt x="9144" y="3447288"/>
                  </a:lnTo>
                  <a:lnTo>
                    <a:pt x="1524" y="3447288"/>
                  </a:lnTo>
                  <a:lnTo>
                    <a:pt x="0" y="3448812"/>
                  </a:lnTo>
                  <a:lnTo>
                    <a:pt x="0" y="3489960"/>
                  </a:lnTo>
                  <a:lnTo>
                    <a:pt x="1524" y="3493008"/>
                  </a:lnTo>
                  <a:lnTo>
                    <a:pt x="9144" y="3493008"/>
                  </a:lnTo>
                  <a:lnTo>
                    <a:pt x="10668" y="3489960"/>
                  </a:lnTo>
                  <a:lnTo>
                    <a:pt x="10668" y="3448812"/>
                  </a:lnTo>
                  <a:close/>
                </a:path>
                <a:path w="916304" h="4819015">
                  <a:moveTo>
                    <a:pt x="10668" y="3380232"/>
                  </a:moveTo>
                  <a:lnTo>
                    <a:pt x="9144" y="3378708"/>
                  </a:lnTo>
                  <a:lnTo>
                    <a:pt x="1524" y="3378708"/>
                  </a:lnTo>
                  <a:lnTo>
                    <a:pt x="0" y="3380232"/>
                  </a:lnTo>
                  <a:lnTo>
                    <a:pt x="0" y="3421380"/>
                  </a:lnTo>
                  <a:lnTo>
                    <a:pt x="1524" y="3424428"/>
                  </a:lnTo>
                  <a:lnTo>
                    <a:pt x="9144" y="3424428"/>
                  </a:lnTo>
                  <a:lnTo>
                    <a:pt x="10668" y="3421380"/>
                  </a:lnTo>
                  <a:lnTo>
                    <a:pt x="10668" y="3380232"/>
                  </a:lnTo>
                  <a:close/>
                </a:path>
                <a:path w="916304" h="4819015">
                  <a:moveTo>
                    <a:pt x="10668" y="3311652"/>
                  </a:moveTo>
                  <a:lnTo>
                    <a:pt x="9144" y="3308604"/>
                  </a:lnTo>
                  <a:lnTo>
                    <a:pt x="1524" y="3308604"/>
                  </a:lnTo>
                  <a:lnTo>
                    <a:pt x="0" y="3311652"/>
                  </a:lnTo>
                  <a:lnTo>
                    <a:pt x="0" y="3352800"/>
                  </a:lnTo>
                  <a:lnTo>
                    <a:pt x="1524" y="3354324"/>
                  </a:lnTo>
                  <a:lnTo>
                    <a:pt x="9144" y="3354324"/>
                  </a:lnTo>
                  <a:lnTo>
                    <a:pt x="10668" y="3352800"/>
                  </a:lnTo>
                  <a:lnTo>
                    <a:pt x="10668" y="3311652"/>
                  </a:lnTo>
                  <a:close/>
                </a:path>
                <a:path w="916304" h="4819015">
                  <a:moveTo>
                    <a:pt x="10668" y="3243072"/>
                  </a:moveTo>
                  <a:lnTo>
                    <a:pt x="9144" y="3240024"/>
                  </a:lnTo>
                  <a:lnTo>
                    <a:pt x="1524" y="3240024"/>
                  </a:lnTo>
                  <a:lnTo>
                    <a:pt x="0" y="3243072"/>
                  </a:lnTo>
                  <a:lnTo>
                    <a:pt x="0" y="3284220"/>
                  </a:lnTo>
                  <a:lnTo>
                    <a:pt x="1524" y="3285744"/>
                  </a:lnTo>
                  <a:lnTo>
                    <a:pt x="9144" y="3285744"/>
                  </a:lnTo>
                  <a:lnTo>
                    <a:pt x="10668" y="3284220"/>
                  </a:lnTo>
                  <a:lnTo>
                    <a:pt x="10668" y="3243072"/>
                  </a:lnTo>
                  <a:close/>
                </a:path>
                <a:path w="916304" h="4819015">
                  <a:moveTo>
                    <a:pt x="10668" y="3172968"/>
                  </a:moveTo>
                  <a:lnTo>
                    <a:pt x="9144" y="3171444"/>
                  </a:lnTo>
                  <a:lnTo>
                    <a:pt x="1524" y="3171444"/>
                  </a:lnTo>
                  <a:lnTo>
                    <a:pt x="0" y="3172968"/>
                  </a:lnTo>
                  <a:lnTo>
                    <a:pt x="0" y="3214116"/>
                  </a:lnTo>
                  <a:lnTo>
                    <a:pt x="1524" y="3217164"/>
                  </a:lnTo>
                  <a:lnTo>
                    <a:pt x="9144" y="3217164"/>
                  </a:lnTo>
                  <a:lnTo>
                    <a:pt x="10668" y="3214116"/>
                  </a:lnTo>
                  <a:lnTo>
                    <a:pt x="10668" y="3172968"/>
                  </a:lnTo>
                  <a:close/>
                </a:path>
                <a:path w="916304" h="4819015">
                  <a:moveTo>
                    <a:pt x="10668" y="3104388"/>
                  </a:moveTo>
                  <a:lnTo>
                    <a:pt x="9144" y="3102864"/>
                  </a:lnTo>
                  <a:lnTo>
                    <a:pt x="1524" y="3102864"/>
                  </a:lnTo>
                  <a:lnTo>
                    <a:pt x="0" y="3104388"/>
                  </a:lnTo>
                  <a:lnTo>
                    <a:pt x="0" y="3145536"/>
                  </a:lnTo>
                  <a:lnTo>
                    <a:pt x="1524" y="3148584"/>
                  </a:lnTo>
                  <a:lnTo>
                    <a:pt x="9144" y="3148584"/>
                  </a:lnTo>
                  <a:lnTo>
                    <a:pt x="10668" y="3145536"/>
                  </a:lnTo>
                  <a:lnTo>
                    <a:pt x="10668" y="3104388"/>
                  </a:lnTo>
                  <a:close/>
                </a:path>
                <a:path w="916304" h="4819015">
                  <a:moveTo>
                    <a:pt x="10668" y="3035808"/>
                  </a:moveTo>
                  <a:lnTo>
                    <a:pt x="9144" y="3032760"/>
                  </a:lnTo>
                  <a:lnTo>
                    <a:pt x="1524" y="3032760"/>
                  </a:lnTo>
                  <a:lnTo>
                    <a:pt x="0" y="3035808"/>
                  </a:lnTo>
                  <a:lnTo>
                    <a:pt x="0" y="3076956"/>
                  </a:lnTo>
                  <a:lnTo>
                    <a:pt x="1524" y="3078480"/>
                  </a:lnTo>
                  <a:lnTo>
                    <a:pt x="9144" y="3078480"/>
                  </a:lnTo>
                  <a:lnTo>
                    <a:pt x="10668" y="3076956"/>
                  </a:lnTo>
                  <a:lnTo>
                    <a:pt x="10668" y="3035808"/>
                  </a:lnTo>
                  <a:close/>
                </a:path>
                <a:path w="916304" h="4819015">
                  <a:moveTo>
                    <a:pt x="10668" y="2967228"/>
                  </a:moveTo>
                  <a:lnTo>
                    <a:pt x="9144" y="2964180"/>
                  </a:lnTo>
                  <a:lnTo>
                    <a:pt x="1524" y="2964180"/>
                  </a:lnTo>
                  <a:lnTo>
                    <a:pt x="0" y="2967228"/>
                  </a:lnTo>
                  <a:lnTo>
                    <a:pt x="0" y="3008376"/>
                  </a:lnTo>
                  <a:lnTo>
                    <a:pt x="1524" y="3009900"/>
                  </a:lnTo>
                  <a:lnTo>
                    <a:pt x="9144" y="3009900"/>
                  </a:lnTo>
                  <a:lnTo>
                    <a:pt x="10668" y="3008376"/>
                  </a:lnTo>
                  <a:lnTo>
                    <a:pt x="10668" y="2967228"/>
                  </a:lnTo>
                  <a:close/>
                </a:path>
                <a:path w="916304" h="4819015">
                  <a:moveTo>
                    <a:pt x="10668" y="2898648"/>
                  </a:moveTo>
                  <a:lnTo>
                    <a:pt x="9144" y="2895600"/>
                  </a:lnTo>
                  <a:lnTo>
                    <a:pt x="1524" y="2895600"/>
                  </a:lnTo>
                  <a:lnTo>
                    <a:pt x="0" y="2898648"/>
                  </a:lnTo>
                  <a:lnTo>
                    <a:pt x="0" y="2938272"/>
                  </a:lnTo>
                  <a:lnTo>
                    <a:pt x="1524" y="2941320"/>
                  </a:lnTo>
                  <a:lnTo>
                    <a:pt x="9144" y="2941320"/>
                  </a:lnTo>
                  <a:lnTo>
                    <a:pt x="10668" y="2938272"/>
                  </a:lnTo>
                  <a:lnTo>
                    <a:pt x="10668" y="2898648"/>
                  </a:lnTo>
                  <a:close/>
                </a:path>
                <a:path w="916304" h="4819015">
                  <a:moveTo>
                    <a:pt x="10668" y="2828544"/>
                  </a:moveTo>
                  <a:lnTo>
                    <a:pt x="9144" y="2827020"/>
                  </a:lnTo>
                  <a:lnTo>
                    <a:pt x="1524" y="2827020"/>
                  </a:lnTo>
                  <a:lnTo>
                    <a:pt x="0" y="2828544"/>
                  </a:lnTo>
                  <a:lnTo>
                    <a:pt x="0" y="2869692"/>
                  </a:lnTo>
                  <a:lnTo>
                    <a:pt x="1524" y="2872740"/>
                  </a:lnTo>
                  <a:lnTo>
                    <a:pt x="9144" y="2872740"/>
                  </a:lnTo>
                  <a:lnTo>
                    <a:pt x="10668" y="2869692"/>
                  </a:lnTo>
                  <a:lnTo>
                    <a:pt x="10668" y="2828544"/>
                  </a:lnTo>
                  <a:close/>
                </a:path>
                <a:path w="916304" h="4819015">
                  <a:moveTo>
                    <a:pt x="10668" y="2759964"/>
                  </a:moveTo>
                  <a:lnTo>
                    <a:pt x="9144" y="2756916"/>
                  </a:lnTo>
                  <a:lnTo>
                    <a:pt x="1524" y="2756916"/>
                  </a:lnTo>
                  <a:lnTo>
                    <a:pt x="0" y="2759964"/>
                  </a:lnTo>
                  <a:lnTo>
                    <a:pt x="0" y="2801112"/>
                  </a:lnTo>
                  <a:lnTo>
                    <a:pt x="1524" y="2804160"/>
                  </a:lnTo>
                  <a:lnTo>
                    <a:pt x="9144" y="2804160"/>
                  </a:lnTo>
                  <a:lnTo>
                    <a:pt x="10668" y="2801112"/>
                  </a:lnTo>
                  <a:lnTo>
                    <a:pt x="10668" y="2759964"/>
                  </a:lnTo>
                  <a:close/>
                </a:path>
                <a:path w="916304" h="4819015">
                  <a:moveTo>
                    <a:pt x="10668" y="2691384"/>
                  </a:moveTo>
                  <a:lnTo>
                    <a:pt x="9144" y="2688336"/>
                  </a:lnTo>
                  <a:lnTo>
                    <a:pt x="1524" y="2688336"/>
                  </a:lnTo>
                  <a:lnTo>
                    <a:pt x="0" y="2691384"/>
                  </a:lnTo>
                  <a:lnTo>
                    <a:pt x="0" y="2732532"/>
                  </a:lnTo>
                  <a:lnTo>
                    <a:pt x="1524" y="2734056"/>
                  </a:lnTo>
                  <a:lnTo>
                    <a:pt x="9144" y="2734056"/>
                  </a:lnTo>
                  <a:lnTo>
                    <a:pt x="10668" y="2732532"/>
                  </a:lnTo>
                  <a:lnTo>
                    <a:pt x="10668" y="2691384"/>
                  </a:lnTo>
                  <a:close/>
                </a:path>
                <a:path w="916304" h="4819015">
                  <a:moveTo>
                    <a:pt x="10668" y="2622804"/>
                  </a:moveTo>
                  <a:lnTo>
                    <a:pt x="9144" y="2619756"/>
                  </a:lnTo>
                  <a:lnTo>
                    <a:pt x="1524" y="2619756"/>
                  </a:lnTo>
                  <a:lnTo>
                    <a:pt x="0" y="2622804"/>
                  </a:lnTo>
                  <a:lnTo>
                    <a:pt x="0" y="2662428"/>
                  </a:lnTo>
                  <a:lnTo>
                    <a:pt x="1524" y="2665476"/>
                  </a:lnTo>
                  <a:lnTo>
                    <a:pt x="9144" y="2665476"/>
                  </a:lnTo>
                  <a:lnTo>
                    <a:pt x="10668" y="2662428"/>
                  </a:lnTo>
                  <a:lnTo>
                    <a:pt x="10668" y="2622804"/>
                  </a:lnTo>
                  <a:close/>
                </a:path>
                <a:path w="916304" h="4819015">
                  <a:moveTo>
                    <a:pt x="10668" y="2552700"/>
                  </a:moveTo>
                  <a:lnTo>
                    <a:pt x="9144" y="2551176"/>
                  </a:lnTo>
                  <a:lnTo>
                    <a:pt x="1524" y="2551176"/>
                  </a:lnTo>
                  <a:lnTo>
                    <a:pt x="0" y="2552700"/>
                  </a:lnTo>
                  <a:lnTo>
                    <a:pt x="0" y="2593848"/>
                  </a:lnTo>
                  <a:lnTo>
                    <a:pt x="1524" y="2596896"/>
                  </a:lnTo>
                  <a:lnTo>
                    <a:pt x="9144" y="2596896"/>
                  </a:lnTo>
                  <a:lnTo>
                    <a:pt x="10668" y="2593848"/>
                  </a:lnTo>
                  <a:lnTo>
                    <a:pt x="10668" y="2552700"/>
                  </a:lnTo>
                  <a:close/>
                </a:path>
                <a:path w="916304" h="4819015">
                  <a:moveTo>
                    <a:pt x="10668" y="2484120"/>
                  </a:moveTo>
                  <a:lnTo>
                    <a:pt x="9144" y="2481072"/>
                  </a:lnTo>
                  <a:lnTo>
                    <a:pt x="1524" y="2481072"/>
                  </a:lnTo>
                  <a:lnTo>
                    <a:pt x="0" y="2484120"/>
                  </a:lnTo>
                  <a:lnTo>
                    <a:pt x="0" y="2525268"/>
                  </a:lnTo>
                  <a:lnTo>
                    <a:pt x="1524" y="2528316"/>
                  </a:lnTo>
                  <a:lnTo>
                    <a:pt x="9144" y="2528316"/>
                  </a:lnTo>
                  <a:lnTo>
                    <a:pt x="10668" y="2525268"/>
                  </a:lnTo>
                  <a:lnTo>
                    <a:pt x="10668" y="2484120"/>
                  </a:lnTo>
                  <a:close/>
                </a:path>
                <a:path w="916304" h="4819015">
                  <a:moveTo>
                    <a:pt x="10668" y="2415540"/>
                  </a:moveTo>
                  <a:lnTo>
                    <a:pt x="9144" y="2412492"/>
                  </a:lnTo>
                  <a:lnTo>
                    <a:pt x="1524" y="2412492"/>
                  </a:lnTo>
                  <a:lnTo>
                    <a:pt x="0" y="2415540"/>
                  </a:lnTo>
                  <a:lnTo>
                    <a:pt x="0" y="2456688"/>
                  </a:lnTo>
                  <a:lnTo>
                    <a:pt x="1524" y="2458212"/>
                  </a:lnTo>
                  <a:lnTo>
                    <a:pt x="9144" y="2458212"/>
                  </a:lnTo>
                  <a:lnTo>
                    <a:pt x="10668" y="2456688"/>
                  </a:lnTo>
                  <a:lnTo>
                    <a:pt x="10668" y="2415540"/>
                  </a:lnTo>
                  <a:close/>
                </a:path>
                <a:path w="916304" h="4819015">
                  <a:moveTo>
                    <a:pt x="10668" y="2346960"/>
                  </a:moveTo>
                  <a:lnTo>
                    <a:pt x="9144" y="2343912"/>
                  </a:lnTo>
                  <a:lnTo>
                    <a:pt x="1524" y="2343912"/>
                  </a:lnTo>
                  <a:lnTo>
                    <a:pt x="0" y="2346960"/>
                  </a:lnTo>
                  <a:lnTo>
                    <a:pt x="0" y="2386584"/>
                  </a:lnTo>
                  <a:lnTo>
                    <a:pt x="1524" y="2389632"/>
                  </a:lnTo>
                  <a:lnTo>
                    <a:pt x="9144" y="2389632"/>
                  </a:lnTo>
                  <a:lnTo>
                    <a:pt x="10668" y="2386584"/>
                  </a:lnTo>
                  <a:lnTo>
                    <a:pt x="10668" y="2346960"/>
                  </a:lnTo>
                  <a:close/>
                </a:path>
                <a:path w="916304" h="4819015">
                  <a:moveTo>
                    <a:pt x="10668" y="2276856"/>
                  </a:moveTo>
                  <a:lnTo>
                    <a:pt x="9144" y="2275332"/>
                  </a:lnTo>
                  <a:lnTo>
                    <a:pt x="1524" y="2275332"/>
                  </a:lnTo>
                  <a:lnTo>
                    <a:pt x="0" y="2276856"/>
                  </a:lnTo>
                  <a:lnTo>
                    <a:pt x="0" y="2318004"/>
                  </a:lnTo>
                  <a:lnTo>
                    <a:pt x="1524" y="2321052"/>
                  </a:lnTo>
                  <a:lnTo>
                    <a:pt x="9144" y="2321052"/>
                  </a:lnTo>
                  <a:lnTo>
                    <a:pt x="10668" y="2318004"/>
                  </a:lnTo>
                  <a:lnTo>
                    <a:pt x="10668" y="2276856"/>
                  </a:lnTo>
                  <a:close/>
                </a:path>
                <a:path w="916304" h="4819015">
                  <a:moveTo>
                    <a:pt x="10668" y="2208276"/>
                  </a:moveTo>
                  <a:lnTo>
                    <a:pt x="9144" y="2205228"/>
                  </a:lnTo>
                  <a:lnTo>
                    <a:pt x="1524" y="2205228"/>
                  </a:lnTo>
                  <a:lnTo>
                    <a:pt x="0" y="2208276"/>
                  </a:lnTo>
                  <a:lnTo>
                    <a:pt x="0" y="2249424"/>
                  </a:lnTo>
                  <a:lnTo>
                    <a:pt x="1524" y="2252472"/>
                  </a:lnTo>
                  <a:lnTo>
                    <a:pt x="9144" y="2252472"/>
                  </a:lnTo>
                  <a:lnTo>
                    <a:pt x="10668" y="2249424"/>
                  </a:lnTo>
                  <a:lnTo>
                    <a:pt x="10668" y="2208276"/>
                  </a:lnTo>
                  <a:close/>
                </a:path>
                <a:path w="916304" h="4819015">
                  <a:moveTo>
                    <a:pt x="10668" y="2139696"/>
                  </a:moveTo>
                  <a:lnTo>
                    <a:pt x="9144" y="2136648"/>
                  </a:lnTo>
                  <a:lnTo>
                    <a:pt x="1524" y="2136648"/>
                  </a:lnTo>
                  <a:lnTo>
                    <a:pt x="0" y="2139696"/>
                  </a:lnTo>
                  <a:lnTo>
                    <a:pt x="0" y="2180844"/>
                  </a:lnTo>
                  <a:lnTo>
                    <a:pt x="1524" y="2182368"/>
                  </a:lnTo>
                  <a:lnTo>
                    <a:pt x="9144" y="2182368"/>
                  </a:lnTo>
                  <a:lnTo>
                    <a:pt x="10668" y="2180844"/>
                  </a:lnTo>
                  <a:lnTo>
                    <a:pt x="10668" y="2139696"/>
                  </a:lnTo>
                  <a:close/>
                </a:path>
                <a:path w="916304" h="4819015">
                  <a:moveTo>
                    <a:pt x="10668" y="2071116"/>
                  </a:moveTo>
                  <a:lnTo>
                    <a:pt x="9144" y="2068068"/>
                  </a:lnTo>
                  <a:lnTo>
                    <a:pt x="1524" y="2068068"/>
                  </a:lnTo>
                  <a:lnTo>
                    <a:pt x="0" y="2071116"/>
                  </a:lnTo>
                  <a:lnTo>
                    <a:pt x="0" y="2110740"/>
                  </a:lnTo>
                  <a:lnTo>
                    <a:pt x="1524" y="2113788"/>
                  </a:lnTo>
                  <a:lnTo>
                    <a:pt x="9144" y="2113788"/>
                  </a:lnTo>
                  <a:lnTo>
                    <a:pt x="10668" y="2110740"/>
                  </a:lnTo>
                  <a:lnTo>
                    <a:pt x="10668" y="2071116"/>
                  </a:lnTo>
                  <a:close/>
                </a:path>
                <a:path w="916304" h="4819015">
                  <a:moveTo>
                    <a:pt x="10668" y="2001012"/>
                  </a:moveTo>
                  <a:lnTo>
                    <a:pt x="9144" y="1999488"/>
                  </a:lnTo>
                  <a:lnTo>
                    <a:pt x="1524" y="1999488"/>
                  </a:lnTo>
                  <a:lnTo>
                    <a:pt x="0" y="2001012"/>
                  </a:lnTo>
                  <a:lnTo>
                    <a:pt x="0" y="2042160"/>
                  </a:lnTo>
                  <a:lnTo>
                    <a:pt x="1524" y="2045208"/>
                  </a:lnTo>
                  <a:lnTo>
                    <a:pt x="9144" y="2045208"/>
                  </a:lnTo>
                  <a:lnTo>
                    <a:pt x="10668" y="2042160"/>
                  </a:lnTo>
                  <a:lnTo>
                    <a:pt x="10668" y="2001012"/>
                  </a:lnTo>
                  <a:close/>
                </a:path>
                <a:path w="916304" h="4819015">
                  <a:moveTo>
                    <a:pt x="10668" y="1932432"/>
                  </a:moveTo>
                  <a:lnTo>
                    <a:pt x="9144" y="1930908"/>
                  </a:lnTo>
                  <a:lnTo>
                    <a:pt x="1524" y="1930908"/>
                  </a:lnTo>
                  <a:lnTo>
                    <a:pt x="0" y="1932432"/>
                  </a:lnTo>
                  <a:lnTo>
                    <a:pt x="0" y="1973580"/>
                  </a:lnTo>
                  <a:lnTo>
                    <a:pt x="1524" y="1976628"/>
                  </a:lnTo>
                  <a:lnTo>
                    <a:pt x="9144" y="1976628"/>
                  </a:lnTo>
                  <a:lnTo>
                    <a:pt x="10668" y="1973580"/>
                  </a:lnTo>
                  <a:lnTo>
                    <a:pt x="10668" y="1932432"/>
                  </a:lnTo>
                  <a:close/>
                </a:path>
                <a:path w="916304" h="4819015">
                  <a:moveTo>
                    <a:pt x="10668" y="1863852"/>
                  </a:moveTo>
                  <a:lnTo>
                    <a:pt x="9144" y="1860804"/>
                  </a:lnTo>
                  <a:lnTo>
                    <a:pt x="1524" y="1860804"/>
                  </a:lnTo>
                  <a:lnTo>
                    <a:pt x="0" y="1863852"/>
                  </a:lnTo>
                  <a:lnTo>
                    <a:pt x="0" y="1905000"/>
                  </a:lnTo>
                  <a:lnTo>
                    <a:pt x="1524" y="1906524"/>
                  </a:lnTo>
                  <a:lnTo>
                    <a:pt x="9144" y="1906524"/>
                  </a:lnTo>
                  <a:lnTo>
                    <a:pt x="10668" y="1905000"/>
                  </a:lnTo>
                  <a:lnTo>
                    <a:pt x="10668" y="1863852"/>
                  </a:lnTo>
                  <a:close/>
                </a:path>
                <a:path w="916304" h="4819015">
                  <a:moveTo>
                    <a:pt x="10668" y="1795272"/>
                  </a:moveTo>
                  <a:lnTo>
                    <a:pt x="9144" y="1792224"/>
                  </a:lnTo>
                  <a:lnTo>
                    <a:pt x="1524" y="1792224"/>
                  </a:lnTo>
                  <a:lnTo>
                    <a:pt x="0" y="1795272"/>
                  </a:lnTo>
                  <a:lnTo>
                    <a:pt x="0" y="1836420"/>
                  </a:lnTo>
                  <a:lnTo>
                    <a:pt x="1524" y="1837944"/>
                  </a:lnTo>
                  <a:lnTo>
                    <a:pt x="9144" y="1837944"/>
                  </a:lnTo>
                  <a:lnTo>
                    <a:pt x="10668" y="1836420"/>
                  </a:lnTo>
                  <a:lnTo>
                    <a:pt x="10668" y="1795272"/>
                  </a:lnTo>
                  <a:close/>
                </a:path>
                <a:path w="916304" h="4819015">
                  <a:moveTo>
                    <a:pt x="10668" y="1726692"/>
                  </a:moveTo>
                  <a:lnTo>
                    <a:pt x="9144" y="1723644"/>
                  </a:lnTo>
                  <a:lnTo>
                    <a:pt x="1524" y="1723644"/>
                  </a:lnTo>
                  <a:lnTo>
                    <a:pt x="0" y="1726692"/>
                  </a:lnTo>
                  <a:lnTo>
                    <a:pt x="0" y="1766316"/>
                  </a:lnTo>
                  <a:lnTo>
                    <a:pt x="1524" y="1769364"/>
                  </a:lnTo>
                  <a:lnTo>
                    <a:pt x="9144" y="1769364"/>
                  </a:lnTo>
                  <a:lnTo>
                    <a:pt x="10668" y="1766316"/>
                  </a:lnTo>
                  <a:lnTo>
                    <a:pt x="10668" y="1726692"/>
                  </a:lnTo>
                  <a:close/>
                </a:path>
                <a:path w="916304" h="4819015">
                  <a:moveTo>
                    <a:pt x="10668" y="1656588"/>
                  </a:moveTo>
                  <a:lnTo>
                    <a:pt x="9144" y="1655064"/>
                  </a:lnTo>
                  <a:lnTo>
                    <a:pt x="1524" y="1655064"/>
                  </a:lnTo>
                  <a:lnTo>
                    <a:pt x="0" y="1656588"/>
                  </a:lnTo>
                  <a:lnTo>
                    <a:pt x="0" y="1697736"/>
                  </a:lnTo>
                  <a:lnTo>
                    <a:pt x="1524" y="1700784"/>
                  </a:lnTo>
                  <a:lnTo>
                    <a:pt x="9144" y="1700784"/>
                  </a:lnTo>
                  <a:lnTo>
                    <a:pt x="10668" y="1697736"/>
                  </a:lnTo>
                  <a:lnTo>
                    <a:pt x="10668" y="1656588"/>
                  </a:lnTo>
                  <a:close/>
                </a:path>
                <a:path w="916304" h="4819015">
                  <a:moveTo>
                    <a:pt x="10668" y="1588008"/>
                  </a:moveTo>
                  <a:lnTo>
                    <a:pt x="9144" y="1584960"/>
                  </a:lnTo>
                  <a:lnTo>
                    <a:pt x="1524" y="1584960"/>
                  </a:lnTo>
                  <a:lnTo>
                    <a:pt x="0" y="1588008"/>
                  </a:lnTo>
                  <a:lnTo>
                    <a:pt x="0" y="1629156"/>
                  </a:lnTo>
                  <a:lnTo>
                    <a:pt x="1524" y="1632204"/>
                  </a:lnTo>
                  <a:lnTo>
                    <a:pt x="9144" y="1632204"/>
                  </a:lnTo>
                  <a:lnTo>
                    <a:pt x="10668" y="1629156"/>
                  </a:lnTo>
                  <a:lnTo>
                    <a:pt x="10668" y="1588008"/>
                  </a:lnTo>
                  <a:close/>
                </a:path>
                <a:path w="916304" h="4819015">
                  <a:moveTo>
                    <a:pt x="10668" y="1519428"/>
                  </a:moveTo>
                  <a:lnTo>
                    <a:pt x="9144" y="1516380"/>
                  </a:lnTo>
                  <a:lnTo>
                    <a:pt x="1524" y="1516380"/>
                  </a:lnTo>
                  <a:lnTo>
                    <a:pt x="0" y="1519428"/>
                  </a:lnTo>
                  <a:lnTo>
                    <a:pt x="0" y="1560576"/>
                  </a:lnTo>
                  <a:lnTo>
                    <a:pt x="1524" y="1562100"/>
                  </a:lnTo>
                  <a:lnTo>
                    <a:pt x="9144" y="1562100"/>
                  </a:lnTo>
                  <a:lnTo>
                    <a:pt x="10668" y="1560576"/>
                  </a:lnTo>
                  <a:lnTo>
                    <a:pt x="10668" y="1519428"/>
                  </a:lnTo>
                  <a:close/>
                </a:path>
                <a:path w="916304" h="4819015">
                  <a:moveTo>
                    <a:pt x="10668" y="1450848"/>
                  </a:moveTo>
                  <a:lnTo>
                    <a:pt x="9144" y="1447800"/>
                  </a:lnTo>
                  <a:lnTo>
                    <a:pt x="1524" y="1447800"/>
                  </a:lnTo>
                  <a:lnTo>
                    <a:pt x="0" y="1450848"/>
                  </a:lnTo>
                  <a:lnTo>
                    <a:pt x="0" y="1490472"/>
                  </a:lnTo>
                  <a:lnTo>
                    <a:pt x="1524" y="1493520"/>
                  </a:lnTo>
                  <a:lnTo>
                    <a:pt x="9144" y="1493520"/>
                  </a:lnTo>
                  <a:lnTo>
                    <a:pt x="10668" y="1490472"/>
                  </a:lnTo>
                  <a:lnTo>
                    <a:pt x="10668" y="1450848"/>
                  </a:lnTo>
                  <a:close/>
                </a:path>
                <a:path w="916304" h="4819015">
                  <a:moveTo>
                    <a:pt x="10668" y="1380744"/>
                  </a:moveTo>
                  <a:lnTo>
                    <a:pt x="9144" y="1379220"/>
                  </a:lnTo>
                  <a:lnTo>
                    <a:pt x="1524" y="1379220"/>
                  </a:lnTo>
                  <a:lnTo>
                    <a:pt x="0" y="1380744"/>
                  </a:lnTo>
                  <a:lnTo>
                    <a:pt x="0" y="1421892"/>
                  </a:lnTo>
                  <a:lnTo>
                    <a:pt x="1524" y="1424940"/>
                  </a:lnTo>
                  <a:lnTo>
                    <a:pt x="9144" y="1424940"/>
                  </a:lnTo>
                  <a:lnTo>
                    <a:pt x="10668" y="1421892"/>
                  </a:lnTo>
                  <a:lnTo>
                    <a:pt x="10668" y="1380744"/>
                  </a:lnTo>
                  <a:close/>
                </a:path>
                <a:path w="916304" h="4819015">
                  <a:moveTo>
                    <a:pt x="10668" y="1312164"/>
                  </a:moveTo>
                  <a:lnTo>
                    <a:pt x="9144" y="1309116"/>
                  </a:lnTo>
                  <a:lnTo>
                    <a:pt x="1524" y="1309116"/>
                  </a:lnTo>
                  <a:lnTo>
                    <a:pt x="0" y="1312164"/>
                  </a:lnTo>
                  <a:lnTo>
                    <a:pt x="0" y="1353312"/>
                  </a:lnTo>
                  <a:lnTo>
                    <a:pt x="1524" y="1356360"/>
                  </a:lnTo>
                  <a:lnTo>
                    <a:pt x="9144" y="1356360"/>
                  </a:lnTo>
                  <a:lnTo>
                    <a:pt x="10668" y="1353312"/>
                  </a:lnTo>
                  <a:lnTo>
                    <a:pt x="10668" y="1312164"/>
                  </a:lnTo>
                  <a:close/>
                </a:path>
                <a:path w="916304" h="4819015">
                  <a:moveTo>
                    <a:pt x="10668" y="1243584"/>
                  </a:moveTo>
                  <a:lnTo>
                    <a:pt x="9144" y="1240536"/>
                  </a:lnTo>
                  <a:lnTo>
                    <a:pt x="1524" y="1240536"/>
                  </a:lnTo>
                  <a:lnTo>
                    <a:pt x="0" y="1243584"/>
                  </a:lnTo>
                  <a:lnTo>
                    <a:pt x="0" y="1284732"/>
                  </a:lnTo>
                  <a:lnTo>
                    <a:pt x="1524" y="1286256"/>
                  </a:lnTo>
                  <a:lnTo>
                    <a:pt x="9144" y="1286256"/>
                  </a:lnTo>
                  <a:lnTo>
                    <a:pt x="10668" y="1284732"/>
                  </a:lnTo>
                  <a:lnTo>
                    <a:pt x="10668" y="1243584"/>
                  </a:lnTo>
                  <a:close/>
                </a:path>
                <a:path w="916304" h="4819015">
                  <a:moveTo>
                    <a:pt x="10668" y="1175004"/>
                  </a:moveTo>
                  <a:lnTo>
                    <a:pt x="9144" y="1171956"/>
                  </a:lnTo>
                  <a:lnTo>
                    <a:pt x="1524" y="1171956"/>
                  </a:lnTo>
                  <a:lnTo>
                    <a:pt x="0" y="1175004"/>
                  </a:lnTo>
                  <a:lnTo>
                    <a:pt x="0" y="1214628"/>
                  </a:lnTo>
                  <a:lnTo>
                    <a:pt x="1524" y="1217676"/>
                  </a:lnTo>
                  <a:lnTo>
                    <a:pt x="9144" y="1217676"/>
                  </a:lnTo>
                  <a:lnTo>
                    <a:pt x="10668" y="1214628"/>
                  </a:lnTo>
                  <a:lnTo>
                    <a:pt x="10668" y="1175004"/>
                  </a:lnTo>
                  <a:close/>
                </a:path>
                <a:path w="916304" h="4819015">
                  <a:moveTo>
                    <a:pt x="10668" y="1104900"/>
                  </a:moveTo>
                  <a:lnTo>
                    <a:pt x="9144" y="1103376"/>
                  </a:lnTo>
                  <a:lnTo>
                    <a:pt x="1524" y="1103376"/>
                  </a:lnTo>
                  <a:lnTo>
                    <a:pt x="0" y="1104900"/>
                  </a:lnTo>
                  <a:lnTo>
                    <a:pt x="0" y="1146048"/>
                  </a:lnTo>
                  <a:lnTo>
                    <a:pt x="1524" y="1149096"/>
                  </a:lnTo>
                  <a:lnTo>
                    <a:pt x="9144" y="1149096"/>
                  </a:lnTo>
                  <a:lnTo>
                    <a:pt x="10668" y="1146048"/>
                  </a:lnTo>
                  <a:lnTo>
                    <a:pt x="10668" y="1104900"/>
                  </a:lnTo>
                  <a:close/>
                </a:path>
                <a:path w="916304" h="4819015">
                  <a:moveTo>
                    <a:pt x="10668" y="1036320"/>
                  </a:moveTo>
                  <a:lnTo>
                    <a:pt x="9144" y="1033272"/>
                  </a:lnTo>
                  <a:lnTo>
                    <a:pt x="1524" y="1033272"/>
                  </a:lnTo>
                  <a:lnTo>
                    <a:pt x="0" y="1036320"/>
                  </a:lnTo>
                  <a:lnTo>
                    <a:pt x="0" y="1077468"/>
                  </a:lnTo>
                  <a:lnTo>
                    <a:pt x="1524" y="1080516"/>
                  </a:lnTo>
                  <a:lnTo>
                    <a:pt x="9144" y="1080516"/>
                  </a:lnTo>
                  <a:lnTo>
                    <a:pt x="10668" y="1077468"/>
                  </a:lnTo>
                  <a:lnTo>
                    <a:pt x="10668" y="1036320"/>
                  </a:lnTo>
                  <a:close/>
                </a:path>
                <a:path w="916304" h="4819015">
                  <a:moveTo>
                    <a:pt x="10668" y="967740"/>
                  </a:moveTo>
                  <a:lnTo>
                    <a:pt x="9144" y="964692"/>
                  </a:lnTo>
                  <a:lnTo>
                    <a:pt x="1524" y="964692"/>
                  </a:lnTo>
                  <a:lnTo>
                    <a:pt x="0" y="967740"/>
                  </a:lnTo>
                  <a:lnTo>
                    <a:pt x="0" y="1008888"/>
                  </a:lnTo>
                  <a:lnTo>
                    <a:pt x="1524" y="1010412"/>
                  </a:lnTo>
                  <a:lnTo>
                    <a:pt x="9144" y="1010412"/>
                  </a:lnTo>
                  <a:lnTo>
                    <a:pt x="10668" y="1008888"/>
                  </a:lnTo>
                  <a:lnTo>
                    <a:pt x="10668" y="967740"/>
                  </a:lnTo>
                  <a:close/>
                </a:path>
                <a:path w="916304" h="4819015">
                  <a:moveTo>
                    <a:pt x="10668" y="899160"/>
                  </a:moveTo>
                  <a:lnTo>
                    <a:pt x="9144" y="896112"/>
                  </a:lnTo>
                  <a:lnTo>
                    <a:pt x="1524" y="896112"/>
                  </a:lnTo>
                  <a:lnTo>
                    <a:pt x="0" y="899160"/>
                  </a:lnTo>
                  <a:lnTo>
                    <a:pt x="0" y="938784"/>
                  </a:lnTo>
                  <a:lnTo>
                    <a:pt x="1524" y="941832"/>
                  </a:lnTo>
                  <a:lnTo>
                    <a:pt x="9144" y="941832"/>
                  </a:lnTo>
                  <a:lnTo>
                    <a:pt x="10668" y="938784"/>
                  </a:lnTo>
                  <a:lnTo>
                    <a:pt x="10668" y="899160"/>
                  </a:lnTo>
                  <a:close/>
                </a:path>
                <a:path w="916304" h="4819015">
                  <a:moveTo>
                    <a:pt x="10668" y="829056"/>
                  </a:moveTo>
                  <a:lnTo>
                    <a:pt x="9144" y="827532"/>
                  </a:lnTo>
                  <a:lnTo>
                    <a:pt x="1524" y="827532"/>
                  </a:lnTo>
                  <a:lnTo>
                    <a:pt x="0" y="829056"/>
                  </a:lnTo>
                  <a:lnTo>
                    <a:pt x="0" y="870204"/>
                  </a:lnTo>
                  <a:lnTo>
                    <a:pt x="1524" y="873252"/>
                  </a:lnTo>
                  <a:lnTo>
                    <a:pt x="9144" y="873252"/>
                  </a:lnTo>
                  <a:lnTo>
                    <a:pt x="10668" y="870204"/>
                  </a:lnTo>
                  <a:lnTo>
                    <a:pt x="10668" y="829056"/>
                  </a:lnTo>
                  <a:close/>
                </a:path>
                <a:path w="916304" h="4819015">
                  <a:moveTo>
                    <a:pt x="10668" y="760476"/>
                  </a:moveTo>
                  <a:lnTo>
                    <a:pt x="9144" y="758952"/>
                  </a:lnTo>
                  <a:lnTo>
                    <a:pt x="1524" y="758952"/>
                  </a:lnTo>
                  <a:lnTo>
                    <a:pt x="0" y="760476"/>
                  </a:lnTo>
                  <a:lnTo>
                    <a:pt x="0" y="801624"/>
                  </a:lnTo>
                  <a:lnTo>
                    <a:pt x="1524" y="804672"/>
                  </a:lnTo>
                  <a:lnTo>
                    <a:pt x="9144" y="804672"/>
                  </a:lnTo>
                  <a:lnTo>
                    <a:pt x="10668" y="801624"/>
                  </a:lnTo>
                  <a:lnTo>
                    <a:pt x="10668" y="760476"/>
                  </a:lnTo>
                  <a:close/>
                </a:path>
                <a:path w="916304" h="4819015">
                  <a:moveTo>
                    <a:pt x="10668" y="691896"/>
                  </a:moveTo>
                  <a:lnTo>
                    <a:pt x="9144" y="688848"/>
                  </a:lnTo>
                  <a:lnTo>
                    <a:pt x="1524" y="688848"/>
                  </a:lnTo>
                  <a:lnTo>
                    <a:pt x="0" y="691896"/>
                  </a:lnTo>
                  <a:lnTo>
                    <a:pt x="0" y="733044"/>
                  </a:lnTo>
                  <a:lnTo>
                    <a:pt x="1524" y="734568"/>
                  </a:lnTo>
                  <a:lnTo>
                    <a:pt x="9144" y="734568"/>
                  </a:lnTo>
                  <a:lnTo>
                    <a:pt x="10668" y="733044"/>
                  </a:lnTo>
                  <a:lnTo>
                    <a:pt x="10668" y="691896"/>
                  </a:lnTo>
                  <a:close/>
                </a:path>
                <a:path w="916304" h="4819015">
                  <a:moveTo>
                    <a:pt x="10668" y="623316"/>
                  </a:moveTo>
                  <a:lnTo>
                    <a:pt x="9144" y="620268"/>
                  </a:lnTo>
                  <a:lnTo>
                    <a:pt x="1524" y="620268"/>
                  </a:lnTo>
                  <a:lnTo>
                    <a:pt x="0" y="623316"/>
                  </a:lnTo>
                  <a:lnTo>
                    <a:pt x="0" y="664464"/>
                  </a:lnTo>
                  <a:lnTo>
                    <a:pt x="1524" y="665988"/>
                  </a:lnTo>
                  <a:lnTo>
                    <a:pt x="9144" y="665988"/>
                  </a:lnTo>
                  <a:lnTo>
                    <a:pt x="10668" y="664464"/>
                  </a:lnTo>
                  <a:lnTo>
                    <a:pt x="10668" y="623316"/>
                  </a:lnTo>
                  <a:close/>
                </a:path>
                <a:path w="916304" h="4819015">
                  <a:moveTo>
                    <a:pt x="10668" y="554736"/>
                  </a:moveTo>
                  <a:lnTo>
                    <a:pt x="9144" y="551688"/>
                  </a:lnTo>
                  <a:lnTo>
                    <a:pt x="1524" y="551688"/>
                  </a:lnTo>
                  <a:lnTo>
                    <a:pt x="0" y="554736"/>
                  </a:lnTo>
                  <a:lnTo>
                    <a:pt x="0" y="594360"/>
                  </a:lnTo>
                  <a:lnTo>
                    <a:pt x="1524" y="597408"/>
                  </a:lnTo>
                  <a:lnTo>
                    <a:pt x="9144" y="597408"/>
                  </a:lnTo>
                  <a:lnTo>
                    <a:pt x="10668" y="594360"/>
                  </a:lnTo>
                  <a:lnTo>
                    <a:pt x="10668" y="554736"/>
                  </a:lnTo>
                  <a:close/>
                </a:path>
                <a:path w="916304" h="4819015">
                  <a:moveTo>
                    <a:pt x="10668" y="484632"/>
                  </a:moveTo>
                  <a:lnTo>
                    <a:pt x="9144" y="483108"/>
                  </a:lnTo>
                  <a:lnTo>
                    <a:pt x="1524" y="483108"/>
                  </a:lnTo>
                  <a:lnTo>
                    <a:pt x="0" y="484632"/>
                  </a:lnTo>
                  <a:lnTo>
                    <a:pt x="0" y="525780"/>
                  </a:lnTo>
                  <a:lnTo>
                    <a:pt x="1524" y="528828"/>
                  </a:lnTo>
                  <a:lnTo>
                    <a:pt x="9144" y="528828"/>
                  </a:lnTo>
                  <a:lnTo>
                    <a:pt x="10668" y="525780"/>
                  </a:lnTo>
                  <a:lnTo>
                    <a:pt x="10668" y="484632"/>
                  </a:lnTo>
                  <a:close/>
                </a:path>
                <a:path w="916304" h="4819015">
                  <a:moveTo>
                    <a:pt x="10668" y="416052"/>
                  </a:moveTo>
                  <a:lnTo>
                    <a:pt x="9144" y="413004"/>
                  </a:lnTo>
                  <a:lnTo>
                    <a:pt x="1524" y="413004"/>
                  </a:lnTo>
                  <a:lnTo>
                    <a:pt x="0" y="416052"/>
                  </a:lnTo>
                  <a:lnTo>
                    <a:pt x="0" y="457200"/>
                  </a:lnTo>
                  <a:lnTo>
                    <a:pt x="1524" y="460248"/>
                  </a:lnTo>
                  <a:lnTo>
                    <a:pt x="9144" y="460248"/>
                  </a:lnTo>
                  <a:lnTo>
                    <a:pt x="10668" y="457200"/>
                  </a:lnTo>
                  <a:lnTo>
                    <a:pt x="10668" y="416052"/>
                  </a:lnTo>
                  <a:close/>
                </a:path>
                <a:path w="916304" h="4819015">
                  <a:moveTo>
                    <a:pt x="10668" y="347472"/>
                  </a:moveTo>
                  <a:lnTo>
                    <a:pt x="9144" y="344424"/>
                  </a:lnTo>
                  <a:lnTo>
                    <a:pt x="1524" y="344424"/>
                  </a:lnTo>
                  <a:lnTo>
                    <a:pt x="0" y="347472"/>
                  </a:lnTo>
                  <a:lnTo>
                    <a:pt x="0" y="388620"/>
                  </a:lnTo>
                  <a:lnTo>
                    <a:pt x="1524" y="390144"/>
                  </a:lnTo>
                  <a:lnTo>
                    <a:pt x="9144" y="390144"/>
                  </a:lnTo>
                  <a:lnTo>
                    <a:pt x="10668" y="388620"/>
                  </a:lnTo>
                  <a:lnTo>
                    <a:pt x="10668" y="347472"/>
                  </a:lnTo>
                  <a:close/>
                </a:path>
                <a:path w="916304" h="4819015">
                  <a:moveTo>
                    <a:pt x="10668" y="278892"/>
                  </a:moveTo>
                  <a:lnTo>
                    <a:pt x="9144" y="275844"/>
                  </a:lnTo>
                  <a:lnTo>
                    <a:pt x="1524" y="275844"/>
                  </a:lnTo>
                  <a:lnTo>
                    <a:pt x="0" y="278892"/>
                  </a:lnTo>
                  <a:lnTo>
                    <a:pt x="0" y="318516"/>
                  </a:lnTo>
                  <a:lnTo>
                    <a:pt x="1524" y="321564"/>
                  </a:lnTo>
                  <a:lnTo>
                    <a:pt x="9144" y="321564"/>
                  </a:lnTo>
                  <a:lnTo>
                    <a:pt x="10668" y="318516"/>
                  </a:lnTo>
                  <a:lnTo>
                    <a:pt x="10668" y="278892"/>
                  </a:lnTo>
                  <a:close/>
                </a:path>
                <a:path w="916304" h="4819015">
                  <a:moveTo>
                    <a:pt x="10668" y="208788"/>
                  </a:moveTo>
                  <a:lnTo>
                    <a:pt x="9144" y="207264"/>
                  </a:lnTo>
                  <a:lnTo>
                    <a:pt x="1524" y="207264"/>
                  </a:lnTo>
                  <a:lnTo>
                    <a:pt x="0" y="208788"/>
                  </a:lnTo>
                  <a:lnTo>
                    <a:pt x="0" y="249936"/>
                  </a:lnTo>
                  <a:lnTo>
                    <a:pt x="1524" y="252984"/>
                  </a:lnTo>
                  <a:lnTo>
                    <a:pt x="9144" y="252984"/>
                  </a:lnTo>
                  <a:lnTo>
                    <a:pt x="10668" y="249936"/>
                  </a:lnTo>
                  <a:lnTo>
                    <a:pt x="10668" y="208788"/>
                  </a:lnTo>
                  <a:close/>
                </a:path>
                <a:path w="916304" h="4819015">
                  <a:moveTo>
                    <a:pt x="10668" y="140208"/>
                  </a:moveTo>
                  <a:lnTo>
                    <a:pt x="9144" y="137160"/>
                  </a:lnTo>
                  <a:lnTo>
                    <a:pt x="1524" y="137160"/>
                  </a:lnTo>
                  <a:lnTo>
                    <a:pt x="0" y="140208"/>
                  </a:lnTo>
                  <a:lnTo>
                    <a:pt x="0" y="181356"/>
                  </a:lnTo>
                  <a:lnTo>
                    <a:pt x="1524" y="184404"/>
                  </a:lnTo>
                  <a:lnTo>
                    <a:pt x="9144" y="184404"/>
                  </a:lnTo>
                  <a:lnTo>
                    <a:pt x="10668" y="181356"/>
                  </a:lnTo>
                  <a:lnTo>
                    <a:pt x="10668" y="140208"/>
                  </a:lnTo>
                  <a:close/>
                </a:path>
                <a:path w="916304" h="4819015">
                  <a:moveTo>
                    <a:pt x="10668" y="71628"/>
                  </a:moveTo>
                  <a:lnTo>
                    <a:pt x="9144" y="68580"/>
                  </a:lnTo>
                  <a:lnTo>
                    <a:pt x="1524" y="68580"/>
                  </a:lnTo>
                  <a:lnTo>
                    <a:pt x="0" y="71628"/>
                  </a:lnTo>
                  <a:lnTo>
                    <a:pt x="0" y="112776"/>
                  </a:lnTo>
                  <a:lnTo>
                    <a:pt x="1524" y="114300"/>
                  </a:lnTo>
                  <a:lnTo>
                    <a:pt x="9144" y="114300"/>
                  </a:lnTo>
                  <a:lnTo>
                    <a:pt x="10668" y="112776"/>
                  </a:lnTo>
                  <a:lnTo>
                    <a:pt x="10668" y="71628"/>
                  </a:lnTo>
                  <a:close/>
                </a:path>
                <a:path w="916304" h="4819015">
                  <a:moveTo>
                    <a:pt x="10668" y="3048"/>
                  </a:moveTo>
                  <a:lnTo>
                    <a:pt x="9144" y="0"/>
                  </a:lnTo>
                  <a:lnTo>
                    <a:pt x="1524" y="0"/>
                  </a:lnTo>
                  <a:lnTo>
                    <a:pt x="0" y="3048"/>
                  </a:lnTo>
                  <a:lnTo>
                    <a:pt x="0" y="42672"/>
                  </a:lnTo>
                  <a:lnTo>
                    <a:pt x="1524" y="45720"/>
                  </a:lnTo>
                  <a:lnTo>
                    <a:pt x="9144" y="45720"/>
                  </a:lnTo>
                  <a:lnTo>
                    <a:pt x="10668" y="42672"/>
                  </a:lnTo>
                  <a:lnTo>
                    <a:pt x="10668" y="3048"/>
                  </a:lnTo>
                  <a:close/>
                </a:path>
                <a:path w="916304" h="4819015">
                  <a:moveTo>
                    <a:pt x="192024" y="4389120"/>
                  </a:moveTo>
                  <a:lnTo>
                    <a:pt x="190500" y="4387596"/>
                  </a:lnTo>
                  <a:lnTo>
                    <a:pt x="182880" y="4387596"/>
                  </a:lnTo>
                  <a:lnTo>
                    <a:pt x="181356" y="4389120"/>
                  </a:lnTo>
                  <a:lnTo>
                    <a:pt x="181356" y="4408932"/>
                  </a:lnTo>
                  <a:lnTo>
                    <a:pt x="182880" y="4411980"/>
                  </a:lnTo>
                  <a:lnTo>
                    <a:pt x="190500" y="4411980"/>
                  </a:lnTo>
                  <a:lnTo>
                    <a:pt x="192024" y="4408932"/>
                  </a:lnTo>
                  <a:lnTo>
                    <a:pt x="192024" y="4389120"/>
                  </a:lnTo>
                  <a:close/>
                </a:path>
                <a:path w="916304" h="4819015">
                  <a:moveTo>
                    <a:pt x="192024" y="4320540"/>
                  </a:moveTo>
                  <a:lnTo>
                    <a:pt x="190500" y="4317492"/>
                  </a:lnTo>
                  <a:lnTo>
                    <a:pt x="182880" y="4317492"/>
                  </a:lnTo>
                  <a:lnTo>
                    <a:pt x="181356" y="4320540"/>
                  </a:lnTo>
                  <a:lnTo>
                    <a:pt x="181356" y="4361688"/>
                  </a:lnTo>
                  <a:lnTo>
                    <a:pt x="182880" y="4364736"/>
                  </a:lnTo>
                  <a:lnTo>
                    <a:pt x="190500" y="4364736"/>
                  </a:lnTo>
                  <a:lnTo>
                    <a:pt x="192024" y="4361688"/>
                  </a:lnTo>
                  <a:lnTo>
                    <a:pt x="192024" y="4320540"/>
                  </a:lnTo>
                  <a:close/>
                </a:path>
                <a:path w="916304" h="4819015">
                  <a:moveTo>
                    <a:pt x="192024" y="4251960"/>
                  </a:moveTo>
                  <a:lnTo>
                    <a:pt x="190500" y="4248912"/>
                  </a:lnTo>
                  <a:lnTo>
                    <a:pt x="182880" y="4248912"/>
                  </a:lnTo>
                  <a:lnTo>
                    <a:pt x="181356" y="4251960"/>
                  </a:lnTo>
                  <a:lnTo>
                    <a:pt x="181356" y="4293108"/>
                  </a:lnTo>
                  <a:lnTo>
                    <a:pt x="182880" y="4294632"/>
                  </a:lnTo>
                  <a:lnTo>
                    <a:pt x="190500" y="4294632"/>
                  </a:lnTo>
                  <a:lnTo>
                    <a:pt x="192024" y="4293108"/>
                  </a:lnTo>
                  <a:lnTo>
                    <a:pt x="192024" y="4251960"/>
                  </a:lnTo>
                  <a:close/>
                </a:path>
                <a:path w="916304" h="4819015">
                  <a:moveTo>
                    <a:pt x="192024" y="4183380"/>
                  </a:moveTo>
                  <a:lnTo>
                    <a:pt x="190500" y="4180332"/>
                  </a:lnTo>
                  <a:lnTo>
                    <a:pt x="182880" y="4180332"/>
                  </a:lnTo>
                  <a:lnTo>
                    <a:pt x="181356" y="4183380"/>
                  </a:lnTo>
                  <a:lnTo>
                    <a:pt x="181356" y="4223004"/>
                  </a:lnTo>
                  <a:lnTo>
                    <a:pt x="182880" y="4226052"/>
                  </a:lnTo>
                  <a:lnTo>
                    <a:pt x="190500" y="4226052"/>
                  </a:lnTo>
                  <a:lnTo>
                    <a:pt x="192024" y="4223004"/>
                  </a:lnTo>
                  <a:lnTo>
                    <a:pt x="192024" y="4183380"/>
                  </a:lnTo>
                  <a:close/>
                </a:path>
                <a:path w="916304" h="4819015">
                  <a:moveTo>
                    <a:pt x="192024" y="4113276"/>
                  </a:moveTo>
                  <a:lnTo>
                    <a:pt x="190500" y="4111752"/>
                  </a:lnTo>
                  <a:lnTo>
                    <a:pt x="182880" y="4111752"/>
                  </a:lnTo>
                  <a:lnTo>
                    <a:pt x="181356" y="4113276"/>
                  </a:lnTo>
                  <a:lnTo>
                    <a:pt x="181356" y="4154424"/>
                  </a:lnTo>
                  <a:lnTo>
                    <a:pt x="182880" y="4157472"/>
                  </a:lnTo>
                  <a:lnTo>
                    <a:pt x="190500" y="4157472"/>
                  </a:lnTo>
                  <a:lnTo>
                    <a:pt x="192024" y="4154424"/>
                  </a:lnTo>
                  <a:lnTo>
                    <a:pt x="192024" y="4113276"/>
                  </a:lnTo>
                  <a:close/>
                </a:path>
                <a:path w="916304" h="4819015">
                  <a:moveTo>
                    <a:pt x="192024" y="4044696"/>
                  </a:moveTo>
                  <a:lnTo>
                    <a:pt x="190500" y="4041648"/>
                  </a:lnTo>
                  <a:lnTo>
                    <a:pt x="182880" y="4041648"/>
                  </a:lnTo>
                  <a:lnTo>
                    <a:pt x="181356" y="4044696"/>
                  </a:lnTo>
                  <a:lnTo>
                    <a:pt x="181356" y="4085844"/>
                  </a:lnTo>
                  <a:lnTo>
                    <a:pt x="182880" y="4088892"/>
                  </a:lnTo>
                  <a:lnTo>
                    <a:pt x="190500" y="4088892"/>
                  </a:lnTo>
                  <a:lnTo>
                    <a:pt x="192024" y="4085844"/>
                  </a:lnTo>
                  <a:lnTo>
                    <a:pt x="192024" y="4044696"/>
                  </a:lnTo>
                  <a:close/>
                </a:path>
                <a:path w="916304" h="4819015">
                  <a:moveTo>
                    <a:pt x="192024" y="3976116"/>
                  </a:moveTo>
                  <a:lnTo>
                    <a:pt x="190500" y="3973068"/>
                  </a:lnTo>
                  <a:lnTo>
                    <a:pt x="182880" y="3973068"/>
                  </a:lnTo>
                  <a:lnTo>
                    <a:pt x="181356" y="3976116"/>
                  </a:lnTo>
                  <a:lnTo>
                    <a:pt x="181356" y="4017264"/>
                  </a:lnTo>
                  <a:lnTo>
                    <a:pt x="182880" y="4018788"/>
                  </a:lnTo>
                  <a:lnTo>
                    <a:pt x="190500" y="4018788"/>
                  </a:lnTo>
                  <a:lnTo>
                    <a:pt x="192024" y="4017264"/>
                  </a:lnTo>
                  <a:lnTo>
                    <a:pt x="192024" y="3976116"/>
                  </a:lnTo>
                  <a:close/>
                </a:path>
                <a:path w="916304" h="4819015">
                  <a:moveTo>
                    <a:pt x="192024" y="3907536"/>
                  </a:moveTo>
                  <a:lnTo>
                    <a:pt x="190500" y="3904488"/>
                  </a:lnTo>
                  <a:lnTo>
                    <a:pt x="182880" y="3904488"/>
                  </a:lnTo>
                  <a:lnTo>
                    <a:pt x="181356" y="3907536"/>
                  </a:lnTo>
                  <a:lnTo>
                    <a:pt x="181356" y="3947160"/>
                  </a:lnTo>
                  <a:lnTo>
                    <a:pt x="182880" y="3950208"/>
                  </a:lnTo>
                  <a:lnTo>
                    <a:pt x="190500" y="3950208"/>
                  </a:lnTo>
                  <a:lnTo>
                    <a:pt x="192024" y="3947160"/>
                  </a:lnTo>
                  <a:lnTo>
                    <a:pt x="192024" y="3907536"/>
                  </a:lnTo>
                  <a:close/>
                </a:path>
                <a:path w="916304" h="4819015">
                  <a:moveTo>
                    <a:pt x="192024" y="3837444"/>
                  </a:moveTo>
                  <a:lnTo>
                    <a:pt x="190500" y="3835908"/>
                  </a:lnTo>
                  <a:lnTo>
                    <a:pt x="182880" y="3835908"/>
                  </a:lnTo>
                  <a:lnTo>
                    <a:pt x="181356" y="3837444"/>
                  </a:lnTo>
                  <a:lnTo>
                    <a:pt x="181356" y="3878580"/>
                  </a:lnTo>
                  <a:lnTo>
                    <a:pt x="182880" y="3881628"/>
                  </a:lnTo>
                  <a:lnTo>
                    <a:pt x="190500" y="3881628"/>
                  </a:lnTo>
                  <a:lnTo>
                    <a:pt x="192024" y="3878580"/>
                  </a:lnTo>
                  <a:lnTo>
                    <a:pt x="192024" y="3837444"/>
                  </a:lnTo>
                  <a:close/>
                </a:path>
                <a:path w="916304" h="4819015">
                  <a:moveTo>
                    <a:pt x="192024" y="3768852"/>
                  </a:moveTo>
                  <a:lnTo>
                    <a:pt x="190500" y="3765804"/>
                  </a:lnTo>
                  <a:lnTo>
                    <a:pt x="182880" y="3765804"/>
                  </a:lnTo>
                  <a:lnTo>
                    <a:pt x="181356" y="3768852"/>
                  </a:lnTo>
                  <a:lnTo>
                    <a:pt x="181356" y="3810000"/>
                  </a:lnTo>
                  <a:lnTo>
                    <a:pt x="182880" y="3813048"/>
                  </a:lnTo>
                  <a:lnTo>
                    <a:pt x="190500" y="3813048"/>
                  </a:lnTo>
                  <a:lnTo>
                    <a:pt x="192024" y="3810000"/>
                  </a:lnTo>
                  <a:lnTo>
                    <a:pt x="192024" y="3768852"/>
                  </a:lnTo>
                  <a:close/>
                </a:path>
                <a:path w="916304" h="4819015">
                  <a:moveTo>
                    <a:pt x="192024" y="3700272"/>
                  </a:moveTo>
                  <a:lnTo>
                    <a:pt x="190500" y="3697224"/>
                  </a:lnTo>
                  <a:lnTo>
                    <a:pt x="182880" y="3697224"/>
                  </a:lnTo>
                  <a:lnTo>
                    <a:pt x="181356" y="3700272"/>
                  </a:lnTo>
                  <a:lnTo>
                    <a:pt x="181356" y="3741420"/>
                  </a:lnTo>
                  <a:lnTo>
                    <a:pt x="182880" y="3742944"/>
                  </a:lnTo>
                  <a:lnTo>
                    <a:pt x="190500" y="3742944"/>
                  </a:lnTo>
                  <a:lnTo>
                    <a:pt x="192024" y="3741420"/>
                  </a:lnTo>
                  <a:lnTo>
                    <a:pt x="192024" y="3700272"/>
                  </a:lnTo>
                  <a:close/>
                </a:path>
                <a:path w="916304" h="4819015">
                  <a:moveTo>
                    <a:pt x="192024" y="3631692"/>
                  </a:moveTo>
                  <a:lnTo>
                    <a:pt x="190500" y="3628644"/>
                  </a:lnTo>
                  <a:lnTo>
                    <a:pt x="182880" y="3628644"/>
                  </a:lnTo>
                  <a:lnTo>
                    <a:pt x="181356" y="3631692"/>
                  </a:lnTo>
                  <a:lnTo>
                    <a:pt x="181356" y="3671316"/>
                  </a:lnTo>
                  <a:lnTo>
                    <a:pt x="182880" y="3674364"/>
                  </a:lnTo>
                  <a:lnTo>
                    <a:pt x="190500" y="3674364"/>
                  </a:lnTo>
                  <a:lnTo>
                    <a:pt x="192024" y="3671316"/>
                  </a:lnTo>
                  <a:lnTo>
                    <a:pt x="192024" y="3631692"/>
                  </a:lnTo>
                  <a:close/>
                </a:path>
                <a:path w="916304" h="4819015">
                  <a:moveTo>
                    <a:pt x="192024" y="3561588"/>
                  </a:moveTo>
                  <a:lnTo>
                    <a:pt x="190500" y="3560064"/>
                  </a:lnTo>
                  <a:lnTo>
                    <a:pt x="182880" y="3560064"/>
                  </a:lnTo>
                  <a:lnTo>
                    <a:pt x="181356" y="3561588"/>
                  </a:lnTo>
                  <a:lnTo>
                    <a:pt x="181356" y="3602736"/>
                  </a:lnTo>
                  <a:lnTo>
                    <a:pt x="182880" y="3605784"/>
                  </a:lnTo>
                  <a:lnTo>
                    <a:pt x="190500" y="3605784"/>
                  </a:lnTo>
                  <a:lnTo>
                    <a:pt x="192024" y="3602736"/>
                  </a:lnTo>
                  <a:lnTo>
                    <a:pt x="192024" y="3561588"/>
                  </a:lnTo>
                  <a:close/>
                </a:path>
                <a:path w="916304" h="4819015">
                  <a:moveTo>
                    <a:pt x="192024" y="3493008"/>
                  </a:moveTo>
                  <a:lnTo>
                    <a:pt x="190500" y="3491484"/>
                  </a:lnTo>
                  <a:lnTo>
                    <a:pt x="182880" y="3491484"/>
                  </a:lnTo>
                  <a:lnTo>
                    <a:pt x="181356" y="3493008"/>
                  </a:lnTo>
                  <a:lnTo>
                    <a:pt x="181356" y="3534156"/>
                  </a:lnTo>
                  <a:lnTo>
                    <a:pt x="182880" y="3537204"/>
                  </a:lnTo>
                  <a:lnTo>
                    <a:pt x="190500" y="3537204"/>
                  </a:lnTo>
                  <a:lnTo>
                    <a:pt x="192024" y="3534156"/>
                  </a:lnTo>
                  <a:lnTo>
                    <a:pt x="192024" y="3493008"/>
                  </a:lnTo>
                  <a:close/>
                </a:path>
                <a:path w="916304" h="4819015">
                  <a:moveTo>
                    <a:pt x="192024" y="3424428"/>
                  </a:moveTo>
                  <a:lnTo>
                    <a:pt x="190500" y="3421380"/>
                  </a:lnTo>
                  <a:lnTo>
                    <a:pt x="182880" y="3421380"/>
                  </a:lnTo>
                  <a:lnTo>
                    <a:pt x="181356" y="3424428"/>
                  </a:lnTo>
                  <a:lnTo>
                    <a:pt x="181356" y="3465576"/>
                  </a:lnTo>
                  <a:lnTo>
                    <a:pt x="182880" y="3467100"/>
                  </a:lnTo>
                  <a:lnTo>
                    <a:pt x="190500" y="3467100"/>
                  </a:lnTo>
                  <a:lnTo>
                    <a:pt x="192024" y="3465576"/>
                  </a:lnTo>
                  <a:lnTo>
                    <a:pt x="192024" y="3424428"/>
                  </a:lnTo>
                  <a:close/>
                </a:path>
                <a:path w="916304" h="4819015">
                  <a:moveTo>
                    <a:pt x="192024" y="3355848"/>
                  </a:moveTo>
                  <a:lnTo>
                    <a:pt x="190500" y="3352800"/>
                  </a:lnTo>
                  <a:lnTo>
                    <a:pt x="182880" y="3352800"/>
                  </a:lnTo>
                  <a:lnTo>
                    <a:pt x="181356" y="3355848"/>
                  </a:lnTo>
                  <a:lnTo>
                    <a:pt x="181356" y="3396996"/>
                  </a:lnTo>
                  <a:lnTo>
                    <a:pt x="182880" y="3398520"/>
                  </a:lnTo>
                  <a:lnTo>
                    <a:pt x="190500" y="3398520"/>
                  </a:lnTo>
                  <a:lnTo>
                    <a:pt x="192024" y="3396996"/>
                  </a:lnTo>
                  <a:lnTo>
                    <a:pt x="192024" y="3355848"/>
                  </a:lnTo>
                  <a:close/>
                </a:path>
                <a:path w="916304" h="4819015">
                  <a:moveTo>
                    <a:pt x="192024" y="3287268"/>
                  </a:moveTo>
                  <a:lnTo>
                    <a:pt x="190500" y="3284220"/>
                  </a:lnTo>
                  <a:lnTo>
                    <a:pt x="182880" y="3284220"/>
                  </a:lnTo>
                  <a:lnTo>
                    <a:pt x="181356" y="3287268"/>
                  </a:lnTo>
                  <a:lnTo>
                    <a:pt x="181356" y="3326892"/>
                  </a:lnTo>
                  <a:lnTo>
                    <a:pt x="182880" y="3329940"/>
                  </a:lnTo>
                  <a:lnTo>
                    <a:pt x="190500" y="3329940"/>
                  </a:lnTo>
                  <a:lnTo>
                    <a:pt x="192024" y="3326892"/>
                  </a:lnTo>
                  <a:lnTo>
                    <a:pt x="192024" y="3287268"/>
                  </a:lnTo>
                  <a:close/>
                </a:path>
                <a:path w="916304" h="4819015">
                  <a:moveTo>
                    <a:pt x="192024" y="3217164"/>
                  </a:moveTo>
                  <a:lnTo>
                    <a:pt x="190500" y="3215640"/>
                  </a:lnTo>
                  <a:lnTo>
                    <a:pt x="182880" y="3215640"/>
                  </a:lnTo>
                  <a:lnTo>
                    <a:pt x="181356" y="3217164"/>
                  </a:lnTo>
                  <a:lnTo>
                    <a:pt x="181356" y="3258312"/>
                  </a:lnTo>
                  <a:lnTo>
                    <a:pt x="182880" y="3261360"/>
                  </a:lnTo>
                  <a:lnTo>
                    <a:pt x="190500" y="3261360"/>
                  </a:lnTo>
                  <a:lnTo>
                    <a:pt x="192024" y="3258312"/>
                  </a:lnTo>
                  <a:lnTo>
                    <a:pt x="192024" y="3217164"/>
                  </a:lnTo>
                  <a:close/>
                </a:path>
                <a:path w="916304" h="4819015">
                  <a:moveTo>
                    <a:pt x="192024" y="3148584"/>
                  </a:moveTo>
                  <a:lnTo>
                    <a:pt x="190500" y="3145536"/>
                  </a:lnTo>
                  <a:lnTo>
                    <a:pt x="182880" y="3145536"/>
                  </a:lnTo>
                  <a:lnTo>
                    <a:pt x="181356" y="3148584"/>
                  </a:lnTo>
                  <a:lnTo>
                    <a:pt x="181356" y="3189732"/>
                  </a:lnTo>
                  <a:lnTo>
                    <a:pt x="182880" y="3192780"/>
                  </a:lnTo>
                  <a:lnTo>
                    <a:pt x="190500" y="3192780"/>
                  </a:lnTo>
                  <a:lnTo>
                    <a:pt x="192024" y="3189732"/>
                  </a:lnTo>
                  <a:lnTo>
                    <a:pt x="192024" y="3148584"/>
                  </a:lnTo>
                  <a:close/>
                </a:path>
                <a:path w="916304" h="4819015">
                  <a:moveTo>
                    <a:pt x="192024" y="3080004"/>
                  </a:moveTo>
                  <a:lnTo>
                    <a:pt x="190500" y="3076956"/>
                  </a:lnTo>
                  <a:lnTo>
                    <a:pt x="182880" y="3076956"/>
                  </a:lnTo>
                  <a:lnTo>
                    <a:pt x="181356" y="3080004"/>
                  </a:lnTo>
                  <a:lnTo>
                    <a:pt x="181356" y="3121152"/>
                  </a:lnTo>
                  <a:lnTo>
                    <a:pt x="182880" y="3122676"/>
                  </a:lnTo>
                  <a:lnTo>
                    <a:pt x="190500" y="3122676"/>
                  </a:lnTo>
                  <a:lnTo>
                    <a:pt x="192024" y="3121152"/>
                  </a:lnTo>
                  <a:lnTo>
                    <a:pt x="192024" y="3080004"/>
                  </a:lnTo>
                  <a:close/>
                </a:path>
                <a:path w="916304" h="4819015">
                  <a:moveTo>
                    <a:pt x="192024" y="3011424"/>
                  </a:moveTo>
                  <a:lnTo>
                    <a:pt x="190500" y="3008376"/>
                  </a:lnTo>
                  <a:lnTo>
                    <a:pt x="182880" y="3008376"/>
                  </a:lnTo>
                  <a:lnTo>
                    <a:pt x="181356" y="3011424"/>
                  </a:lnTo>
                  <a:lnTo>
                    <a:pt x="181356" y="3051048"/>
                  </a:lnTo>
                  <a:lnTo>
                    <a:pt x="182880" y="3054096"/>
                  </a:lnTo>
                  <a:lnTo>
                    <a:pt x="190500" y="3054096"/>
                  </a:lnTo>
                  <a:lnTo>
                    <a:pt x="192024" y="3051048"/>
                  </a:lnTo>
                  <a:lnTo>
                    <a:pt x="192024" y="3011424"/>
                  </a:lnTo>
                  <a:close/>
                </a:path>
                <a:path w="916304" h="4819015">
                  <a:moveTo>
                    <a:pt x="192024" y="2941320"/>
                  </a:moveTo>
                  <a:lnTo>
                    <a:pt x="190500" y="2939796"/>
                  </a:lnTo>
                  <a:lnTo>
                    <a:pt x="182880" y="2939796"/>
                  </a:lnTo>
                  <a:lnTo>
                    <a:pt x="181356" y="2941320"/>
                  </a:lnTo>
                  <a:lnTo>
                    <a:pt x="181356" y="2982468"/>
                  </a:lnTo>
                  <a:lnTo>
                    <a:pt x="182880" y="2985516"/>
                  </a:lnTo>
                  <a:lnTo>
                    <a:pt x="190500" y="2985516"/>
                  </a:lnTo>
                  <a:lnTo>
                    <a:pt x="192024" y="2982468"/>
                  </a:lnTo>
                  <a:lnTo>
                    <a:pt x="192024" y="2941320"/>
                  </a:lnTo>
                  <a:close/>
                </a:path>
                <a:path w="916304" h="4819015">
                  <a:moveTo>
                    <a:pt x="192024" y="2872740"/>
                  </a:moveTo>
                  <a:lnTo>
                    <a:pt x="190500" y="2869692"/>
                  </a:lnTo>
                  <a:lnTo>
                    <a:pt x="182880" y="2869692"/>
                  </a:lnTo>
                  <a:lnTo>
                    <a:pt x="181356" y="2872740"/>
                  </a:lnTo>
                  <a:lnTo>
                    <a:pt x="181356" y="2913888"/>
                  </a:lnTo>
                  <a:lnTo>
                    <a:pt x="182880" y="2916936"/>
                  </a:lnTo>
                  <a:lnTo>
                    <a:pt x="190500" y="2916936"/>
                  </a:lnTo>
                  <a:lnTo>
                    <a:pt x="192024" y="2913888"/>
                  </a:lnTo>
                  <a:lnTo>
                    <a:pt x="192024" y="2872740"/>
                  </a:lnTo>
                  <a:close/>
                </a:path>
                <a:path w="916304" h="4819015">
                  <a:moveTo>
                    <a:pt x="192024" y="2804160"/>
                  </a:moveTo>
                  <a:lnTo>
                    <a:pt x="190500" y="2801112"/>
                  </a:lnTo>
                  <a:lnTo>
                    <a:pt x="182880" y="2801112"/>
                  </a:lnTo>
                  <a:lnTo>
                    <a:pt x="181356" y="2804160"/>
                  </a:lnTo>
                  <a:lnTo>
                    <a:pt x="181356" y="2845308"/>
                  </a:lnTo>
                  <a:lnTo>
                    <a:pt x="182880" y="2846832"/>
                  </a:lnTo>
                  <a:lnTo>
                    <a:pt x="190500" y="2846832"/>
                  </a:lnTo>
                  <a:lnTo>
                    <a:pt x="192024" y="2845308"/>
                  </a:lnTo>
                  <a:lnTo>
                    <a:pt x="192024" y="2804160"/>
                  </a:lnTo>
                  <a:close/>
                </a:path>
                <a:path w="916304" h="4819015">
                  <a:moveTo>
                    <a:pt x="192024" y="2735580"/>
                  </a:moveTo>
                  <a:lnTo>
                    <a:pt x="190500" y="2732532"/>
                  </a:lnTo>
                  <a:lnTo>
                    <a:pt x="182880" y="2732532"/>
                  </a:lnTo>
                  <a:lnTo>
                    <a:pt x="181356" y="2735580"/>
                  </a:lnTo>
                  <a:lnTo>
                    <a:pt x="181356" y="2775204"/>
                  </a:lnTo>
                  <a:lnTo>
                    <a:pt x="182880" y="2778252"/>
                  </a:lnTo>
                  <a:lnTo>
                    <a:pt x="190500" y="2778252"/>
                  </a:lnTo>
                  <a:lnTo>
                    <a:pt x="192024" y="2775204"/>
                  </a:lnTo>
                  <a:lnTo>
                    <a:pt x="192024" y="2735580"/>
                  </a:lnTo>
                  <a:close/>
                </a:path>
                <a:path w="916304" h="4819015">
                  <a:moveTo>
                    <a:pt x="192024" y="2665476"/>
                  </a:moveTo>
                  <a:lnTo>
                    <a:pt x="190500" y="2663952"/>
                  </a:lnTo>
                  <a:lnTo>
                    <a:pt x="182880" y="2663952"/>
                  </a:lnTo>
                  <a:lnTo>
                    <a:pt x="181356" y="2665476"/>
                  </a:lnTo>
                  <a:lnTo>
                    <a:pt x="181356" y="2706624"/>
                  </a:lnTo>
                  <a:lnTo>
                    <a:pt x="182880" y="2709672"/>
                  </a:lnTo>
                  <a:lnTo>
                    <a:pt x="190500" y="2709672"/>
                  </a:lnTo>
                  <a:lnTo>
                    <a:pt x="192024" y="2706624"/>
                  </a:lnTo>
                  <a:lnTo>
                    <a:pt x="192024" y="2665476"/>
                  </a:lnTo>
                  <a:close/>
                </a:path>
                <a:path w="916304" h="4819015">
                  <a:moveTo>
                    <a:pt x="192024" y="2596896"/>
                  </a:moveTo>
                  <a:lnTo>
                    <a:pt x="190500" y="2593848"/>
                  </a:lnTo>
                  <a:lnTo>
                    <a:pt x="182880" y="2593848"/>
                  </a:lnTo>
                  <a:lnTo>
                    <a:pt x="181356" y="2596896"/>
                  </a:lnTo>
                  <a:lnTo>
                    <a:pt x="181356" y="2638044"/>
                  </a:lnTo>
                  <a:lnTo>
                    <a:pt x="182880" y="2641092"/>
                  </a:lnTo>
                  <a:lnTo>
                    <a:pt x="190500" y="2641092"/>
                  </a:lnTo>
                  <a:lnTo>
                    <a:pt x="192024" y="2638044"/>
                  </a:lnTo>
                  <a:lnTo>
                    <a:pt x="192024" y="2596896"/>
                  </a:lnTo>
                  <a:close/>
                </a:path>
                <a:path w="916304" h="4819015">
                  <a:moveTo>
                    <a:pt x="192024" y="2528316"/>
                  </a:moveTo>
                  <a:lnTo>
                    <a:pt x="190500" y="2525268"/>
                  </a:lnTo>
                  <a:lnTo>
                    <a:pt x="182880" y="2525268"/>
                  </a:lnTo>
                  <a:lnTo>
                    <a:pt x="181356" y="2528316"/>
                  </a:lnTo>
                  <a:lnTo>
                    <a:pt x="181356" y="2569464"/>
                  </a:lnTo>
                  <a:lnTo>
                    <a:pt x="182880" y="2570988"/>
                  </a:lnTo>
                  <a:lnTo>
                    <a:pt x="190500" y="2570988"/>
                  </a:lnTo>
                  <a:lnTo>
                    <a:pt x="192024" y="2569464"/>
                  </a:lnTo>
                  <a:lnTo>
                    <a:pt x="192024" y="2528316"/>
                  </a:lnTo>
                  <a:close/>
                </a:path>
                <a:path w="916304" h="4819015">
                  <a:moveTo>
                    <a:pt x="192024" y="2459736"/>
                  </a:moveTo>
                  <a:lnTo>
                    <a:pt x="190500" y="2456688"/>
                  </a:lnTo>
                  <a:lnTo>
                    <a:pt x="182880" y="2456688"/>
                  </a:lnTo>
                  <a:lnTo>
                    <a:pt x="181356" y="2459736"/>
                  </a:lnTo>
                  <a:lnTo>
                    <a:pt x="181356" y="2499360"/>
                  </a:lnTo>
                  <a:lnTo>
                    <a:pt x="182880" y="2502408"/>
                  </a:lnTo>
                  <a:lnTo>
                    <a:pt x="190500" y="2502408"/>
                  </a:lnTo>
                  <a:lnTo>
                    <a:pt x="192024" y="2499360"/>
                  </a:lnTo>
                  <a:lnTo>
                    <a:pt x="192024" y="2459736"/>
                  </a:lnTo>
                  <a:close/>
                </a:path>
                <a:path w="916304" h="4819015">
                  <a:moveTo>
                    <a:pt x="192024" y="2389632"/>
                  </a:moveTo>
                  <a:lnTo>
                    <a:pt x="190500" y="2388108"/>
                  </a:lnTo>
                  <a:lnTo>
                    <a:pt x="182880" y="2388108"/>
                  </a:lnTo>
                  <a:lnTo>
                    <a:pt x="181356" y="2389632"/>
                  </a:lnTo>
                  <a:lnTo>
                    <a:pt x="181356" y="2430780"/>
                  </a:lnTo>
                  <a:lnTo>
                    <a:pt x="182880" y="2433828"/>
                  </a:lnTo>
                  <a:lnTo>
                    <a:pt x="190500" y="2433828"/>
                  </a:lnTo>
                  <a:lnTo>
                    <a:pt x="192024" y="2430780"/>
                  </a:lnTo>
                  <a:lnTo>
                    <a:pt x="192024" y="2389632"/>
                  </a:lnTo>
                  <a:close/>
                </a:path>
                <a:path w="916304" h="4819015">
                  <a:moveTo>
                    <a:pt x="192024" y="2321052"/>
                  </a:moveTo>
                  <a:lnTo>
                    <a:pt x="190500" y="2319528"/>
                  </a:lnTo>
                  <a:lnTo>
                    <a:pt x="182880" y="2319528"/>
                  </a:lnTo>
                  <a:lnTo>
                    <a:pt x="181356" y="2321052"/>
                  </a:lnTo>
                  <a:lnTo>
                    <a:pt x="181356" y="2362200"/>
                  </a:lnTo>
                  <a:lnTo>
                    <a:pt x="182880" y="2365248"/>
                  </a:lnTo>
                  <a:lnTo>
                    <a:pt x="190500" y="2365248"/>
                  </a:lnTo>
                  <a:lnTo>
                    <a:pt x="192024" y="2362200"/>
                  </a:lnTo>
                  <a:lnTo>
                    <a:pt x="192024" y="2321052"/>
                  </a:lnTo>
                  <a:close/>
                </a:path>
                <a:path w="916304" h="4819015">
                  <a:moveTo>
                    <a:pt x="192024" y="2252472"/>
                  </a:moveTo>
                  <a:lnTo>
                    <a:pt x="190500" y="2249424"/>
                  </a:lnTo>
                  <a:lnTo>
                    <a:pt x="182880" y="2249424"/>
                  </a:lnTo>
                  <a:lnTo>
                    <a:pt x="181356" y="2252472"/>
                  </a:lnTo>
                  <a:lnTo>
                    <a:pt x="181356" y="2293620"/>
                  </a:lnTo>
                  <a:lnTo>
                    <a:pt x="182880" y="2295144"/>
                  </a:lnTo>
                  <a:lnTo>
                    <a:pt x="190500" y="2295144"/>
                  </a:lnTo>
                  <a:lnTo>
                    <a:pt x="192024" y="2293620"/>
                  </a:lnTo>
                  <a:lnTo>
                    <a:pt x="192024" y="2252472"/>
                  </a:lnTo>
                  <a:close/>
                </a:path>
                <a:path w="916304" h="4819015">
                  <a:moveTo>
                    <a:pt x="192024" y="2183892"/>
                  </a:moveTo>
                  <a:lnTo>
                    <a:pt x="190500" y="2180844"/>
                  </a:lnTo>
                  <a:lnTo>
                    <a:pt x="182880" y="2180844"/>
                  </a:lnTo>
                  <a:lnTo>
                    <a:pt x="181356" y="2183892"/>
                  </a:lnTo>
                  <a:lnTo>
                    <a:pt x="181356" y="2225040"/>
                  </a:lnTo>
                  <a:lnTo>
                    <a:pt x="182880" y="2226564"/>
                  </a:lnTo>
                  <a:lnTo>
                    <a:pt x="190500" y="2226564"/>
                  </a:lnTo>
                  <a:lnTo>
                    <a:pt x="192024" y="2225040"/>
                  </a:lnTo>
                  <a:lnTo>
                    <a:pt x="192024" y="2183892"/>
                  </a:lnTo>
                  <a:close/>
                </a:path>
                <a:path w="916304" h="4819015">
                  <a:moveTo>
                    <a:pt x="192024" y="2115312"/>
                  </a:moveTo>
                  <a:lnTo>
                    <a:pt x="190500" y="2112264"/>
                  </a:lnTo>
                  <a:lnTo>
                    <a:pt x="182880" y="2112264"/>
                  </a:lnTo>
                  <a:lnTo>
                    <a:pt x="181356" y="2115312"/>
                  </a:lnTo>
                  <a:lnTo>
                    <a:pt x="181356" y="2154948"/>
                  </a:lnTo>
                  <a:lnTo>
                    <a:pt x="182880" y="2157984"/>
                  </a:lnTo>
                  <a:lnTo>
                    <a:pt x="190500" y="2157984"/>
                  </a:lnTo>
                  <a:lnTo>
                    <a:pt x="192024" y="2154948"/>
                  </a:lnTo>
                  <a:lnTo>
                    <a:pt x="192024" y="2115312"/>
                  </a:lnTo>
                  <a:close/>
                </a:path>
                <a:path w="916304" h="4819015">
                  <a:moveTo>
                    <a:pt x="192024" y="2045208"/>
                  </a:moveTo>
                  <a:lnTo>
                    <a:pt x="190500" y="2043684"/>
                  </a:lnTo>
                  <a:lnTo>
                    <a:pt x="182880" y="2043684"/>
                  </a:lnTo>
                  <a:lnTo>
                    <a:pt x="181356" y="2045208"/>
                  </a:lnTo>
                  <a:lnTo>
                    <a:pt x="181356" y="2086356"/>
                  </a:lnTo>
                  <a:lnTo>
                    <a:pt x="182880" y="2089404"/>
                  </a:lnTo>
                  <a:lnTo>
                    <a:pt x="190500" y="2089404"/>
                  </a:lnTo>
                  <a:lnTo>
                    <a:pt x="192024" y="2086356"/>
                  </a:lnTo>
                  <a:lnTo>
                    <a:pt x="192024" y="2045208"/>
                  </a:lnTo>
                  <a:close/>
                </a:path>
                <a:path w="916304" h="4819015">
                  <a:moveTo>
                    <a:pt x="192024" y="1976628"/>
                  </a:moveTo>
                  <a:lnTo>
                    <a:pt x="190500" y="1973580"/>
                  </a:lnTo>
                  <a:lnTo>
                    <a:pt x="182880" y="1973580"/>
                  </a:lnTo>
                  <a:lnTo>
                    <a:pt x="181356" y="1976628"/>
                  </a:lnTo>
                  <a:lnTo>
                    <a:pt x="181356" y="2017776"/>
                  </a:lnTo>
                  <a:lnTo>
                    <a:pt x="182880" y="2020824"/>
                  </a:lnTo>
                  <a:lnTo>
                    <a:pt x="190500" y="2020824"/>
                  </a:lnTo>
                  <a:lnTo>
                    <a:pt x="192024" y="2017776"/>
                  </a:lnTo>
                  <a:lnTo>
                    <a:pt x="192024" y="1976628"/>
                  </a:lnTo>
                  <a:close/>
                </a:path>
                <a:path w="916304" h="4819015">
                  <a:moveTo>
                    <a:pt x="192024" y="1908048"/>
                  </a:moveTo>
                  <a:lnTo>
                    <a:pt x="190500" y="1905000"/>
                  </a:lnTo>
                  <a:lnTo>
                    <a:pt x="182880" y="1905000"/>
                  </a:lnTo>
                  <a:lnTo>
                    <a:pt x="181356" y="1908048"/>
                  </a:lnTo>
                  <a:lnTo>
                    <a:pt x="181356" y="1949196"/>
                  </a:lnTo>
                  <a:lnTo>
                    <a:pt x="182880" y="1950720"/>
                  </a:lnTo>
                  <a:lnTo>
                    <a:pt x="190500" y="1950720"/>
                  </a:lnTo>
                  <a:lnTo>
                    <a:pt x="192024" y="1949196"/>
                  </a:lnTo>
                  <a:lnTo>
                    <a:pt x="192024" y="1908048"/>
                  </a:lnTo>
                  <a:close/>
                </a:path>
                <a:path w="916304" h="4819015">
                  <a:moveTo>
                    <a:pt x="192024" y="1839468"/>
                  </a:moveTo>
                  <a:lnTo>
                    <a:pt x="190500" y="1836420"/>
                  </a:lnTo>
                  <a:lnTo>
                    <a:pt x="182880" y="1836420"/>
                  </a:lnTo>
                  <a:lnTo>
                    <a:pt x="181356" y="1839468"/>
                  </a:lnTo>
                  <a:lnTo>
                    <a:pt x="181356" y="1879092"/>
                  </a:lnTo>
                  <a:lnTo>
                    <a:pt x="182880" y="1882140"/>
                  </a:lnTo>
                  <a:lnTo>
                    <a:pt x="190500" y="1882140"/>
                  </a:lnTo>
                  <a:lnTo>
                    <a:pt x="192024" y="1879092"/>
                  </a:lnTo>
                  <a:lnTo>
                    <a:pt x="192024" y="1839468"/>
                  </a:lnTo>
                  <a:close/>
                </a:path>
                <a:path w="916304" h="4819015">
                  <a:moveTo>
                    <a:pt x="192024" y="1769364"/>
                  </a:moveTo>
                  <a:lnTo>
                    <a:pt x="190500" y="1767840"/>
                  </a:lnTo>
                  <a:lnTo>
                    <a:pt x="182880" y="1767840"/>
                  </a:lnTo>
                  <a:lnTo>
                    <a:pt x="181356" y="1769364"/>
                  </a:lnTo>
                  <a:lnTo>
                    <a:pt x="181356" y="1810512"/>
                  </a:lnTo>
                  <a:lnTo>
                    <a:pt x="182880" y="1813560"/>
                  </a:lnTo>
                  <a:lnTo>
                    <a:pt x="190500" y="1813560"/>
                  </a:lnTo>
                  <a:lnTo>
                    <a:pt x="192024" y="1810512"/>
                  </a:lnTo>
                  <a:lnTo>
                    <a:pt x="192024" y="1769364"/>
                  </a:lnTo>
                  <a:close/>
                </a:path>
                <a:path w="916304" h="4819015">
                  <a:moveTo>
                    <a:pt x="192024" y="1700784"/>
                  </a:moveTo>
                  <a:lnTo>
                    <a:pt x="190500" y="1697736"/>
                  </a:lnTo>
                  <a:lnTo>
                    <a:pt x="182880" y="1697736"/>
                  </a:lnTo>
                  <a:lnTo>
                    <a:pt x="181356" y="1700784"/>
                  </a:lnTo>
                  <a:lnTo>
                    <a:pt x="181356" y="1741932"/>
                  </a:lnTo>
                  <a:lnTo>
                    <a:pt x="182880" y="1744980"/>
                  </a:lnTo>
                  <a:lnTo>
                    <a:pt x="190500" y="1744980"/>
                  </a:lnTo>
                  <a:lnTo>
                    <a:pt x="192024" y="1741932"/>
                  </a:lnTo>
                  <a:lnTo>
                    <a:pt x="192024" y="1700784"/>
                  </a:lnTo>
                  <a:close/>
                </a:path>
                <a:path w="916304" h="4819015">
                  <a:moveTo>
                    <a:pt x="192024" y="1632204"/>
                  </a:moveTo>
                  <a:lnTo>
                    <a:pt x="190500" y="1629156"/>
                  </a:lnTo>
                  <a:lnTo>
                    <a:pt x="182880" y="1629156"/>
                  </a:lnTo>
                  <a:lnTo>
                    <a:pt x="181356" y="1632204"/>
                  </a:lnTo>
                  <a:lnTo>
                    <a:pt x="181356" y="1673352"/>
                  </a:lnTo>
                  <a:lnTo>
                    <a:pt x="182880" y="1674876"/>
                  </a:lnTo>
                  <a:lnTo>
                    <a:pt x="190500" y="1674876"/>
                  </a:lnTo>
                  <a:lnTo>
                    <a:pt x="192024" y="1673352"/>
                  </a:lnTo>
                  <a:lnTo>
                    <a:pt x="192024" y="1632204"/>
                  </a:lnTo>
                  <a:close/>
                </a:path>
                <a:path w="916304" h="4819015">
                  <a:moveTo>
                    <a:pt x="192024" y="1563624"/>
                  </a:moveTo>
                  <a:lnTo>
                    <a:pt x="190500" y="1560576"/>
                  </a:lnTo>
                  <a:lnTo>
                    <a:pt x="182880" y="1560576"/>
                  </a:lnTo>
                  <a:lnTo>
                    <a:pt x="181356" y="1563624"/>
                  </a:lnTo>
                  <a:lnTo>
                    <a:pt x="181356" y="1603248"/>
                  </a:lnTo>
                  <a:lnTo>
                    <a:pt x="182880" y="1606296"/>
                  </a:lnTo>
                  <a:lnTo>
                    <a:pt x="190500" y="1606296"/>
                  </a:lnTo>
                  <a:lnTo>
                    <a:pt x="192024" y="1603248"/>
                  </a:lnTo>
                  <a:lnTo>
                    <a:pt x="192024" y="1563624"/>
                  </a:lnTo>
                  <a:close/>
                </a:path>
                <a:path w="916304" h="4819015">
                  <a:moveTo>
                    <a:pt x="192024" y="1493520"/>
                  </a:moveTo>
                  <a:lnTo>
                    <a:pt x="190500" y="1491996"/>
                  </a:lnTo>
                  <a:lnTo>
                    <a:pt x="182880" y="1491996"/>
                  </a:lnTo>
                  <a:lnTo>
                    <a:pt x="181356" y="1493520"/>
                  </a:lnTo>
                  <a:lnTo>
                    <a:pt x="181356" y="1534668"/>
                  </a:lnTo>
                  <a:lnTo>
                    <a:pt x="182880" y="1537716"/>
                  </a:lnTo>
                  <a:lnTo>
                    <a:pt x="190500" y="1537716"/>
                  </a:lnTo>
                  <a:lnTo>
                    <a:pt x="192024" y="1534668"/>
                  </a:lnTo>
                  <a:lnTo>
                    <a:pt x="192024" y="1493520"/>
                  </a:lnTo>
                  <a:close/>
                </a:path>
                <a:path w="916304" h="4819015">
                  <a:moveTo>
                    <a:pt x="192024" y="1424940"/>
                  </a:moveTo>
                  <a:lnTo>
                    <a:pt x="190500" y="1421892"/>
                  </a:lnTo>
                  <a:lnTo>
                    <a:pt x="182880" y="1421892"/>
                  </a:lnTo>
                  <a:lnTo>
                    <a:pt x="181356" y="1424940"/>
                  </a:lnTo>
                  <a:lnTo>
                    <a:pt x="181356" y="1466088"/>
                  </a:lnTo>
                  <a:lnTo>
                    <a:pt x="182880" y="1469136"/>
                  </a:lnTo>
                  <a:lnTo>
                    <a:pt x="190500" y="1469136"/>
                  </a:lnTo>
                  <a:lnTo>
                    <a:pt x="192024" y="1466088"/>
                  </a:lnTo>
                  <a:lnTo>
                    <a:pt x="192024" y="1424940"/>
                  </a:lnTo>
                  <a:close/>
                </a:path>
                <a:path w="916304" h="4819015">
                  <a:moveTo>
                    <a:pt x="192024" y="1356360"/>
                  </a:moveTo>
                  <a:lnTo>
                    <a:pt x="190500" y="1353312"/>
                  </a:lnTo>
                  <a:lnTo>
                    <a:pt x="182880" y="1353312"/>
                  </a:lnTo>
                  <a:lnTo>
                    <a:pt x="181356" y="1356360"/>
                  </a:lnTo>
                  <a:lnTo>
                    <a:pt x="181356" y="1397508"/>
                  </a:lnTo>
                  <a:lnTo>
                    <a:pt x="182880" y="1399032"/>
                  </a:lnTo>
                  <a:lnTo>
                    <a:pt x="190500" y="1399032"/>
                  </a:lnTo>
                  <a:lnTo>
                    <a:pt x="192024" y="1397508"/>
                  </a:lnTo>
                  <a:lnTo>
                    <a:pt x="192024" y="1356360"/>
                  </a:lnTo>
                  <a:close/>
                </a:path>
                <a:path w="916304" h="4819015">
                  <a:moveTo>
                    <a:pt x="192024" y="1287780"/>
                  </a:moveTo>
                  <a:lnTo>
                    <a:pt x="190500" y="1284732"/>
                  </a:lnTo>
                  <a:lnTo>
                    <a:pt x="182880" y="1284732"/>
                  </a:lnTo>
                  <a:lnTo>
                    <a:pt x="181356" y="1287780"/>
                  </a:lnTo>
                  <a:lnTo>
                    <a:pt x="181356" y="1327404"/>
                  </a:lnTo>
                  <a:lnTo>
                    <a:pt x="182880" y="1330452"/>
                  </a:lnTo>
                  <a:lnTo>
                    <a:pt x="190500" y="1330452"/>
                  </a:lnTo>
                  <a:lnTo>
                    <a:pt x="192024" y="1327404"/>
                  </a:lnTo>
                  <a:lnTo>
                    <a:pt x="192024" y="1287780"/>
                  </a:lnTo>
                  <a:close/>
                </a:path>
                <a:path w="916304" h="4819015">
                  <a:moveTo>
                    <a:pt x="192024" y="1217676"/>
                  </a:moveTo>
                  <a:lnTo>
                    <a:pt x="190500" y="1216152"/>
                  </a:lnTo>
                  <a:lnTo>
                    <a:pt x="182880" y="1216152"/>
                  </a:lnTo>
                  <a:lnTo>
                    <a:pt x="181356" y="1217676"/>
                  </a:lnTo>
                  <a:lnTo>
                    <a:pt x="181356" y="1258824"/>
                  </a:lnTo>
                  <a:lnTo>
                    <a:pt x="182880" y="1261872"/>
                  </a:lnTo>
                  <a:lnTo>
                    <a:pt x="190500" y="1261872"/>
                  </a:lnTo>
                  <a:lnTo>
                    <a:pt x="192024" y="1258824"/>
                  </a:lnTo>
                  <a:lnTo>
                    <a:pt x="192024" y="1217676"/>
                  </a:lnTo>
                  <a:close/>
                </a:path>
                <a:path w="916304" h="4819015">
                  <a:moveTo>
                    <a:pt x="192024" y="1149096"/>
                  </a:moveTo>
                  <a:lnTo>
                    <a:pt x="190500" y="1147572"/>
                  </a:lnTo>
                  <a:lnTo>
                    <a:pt x="182880" y="1147572"/>
                  </a:lnTo>
                  <a:lnTo>
                    <a:pt x="181356" y="1149096"/>
                  </a:lnTo>
                  <a:lnTo>
                    <a:pt x="181356" y="1190244"/>
                  </a:lnTo>
                  <a:lnTo>
                    <a:pt x="182880" y="1193292"/>
                  </a:lnTo>
                  <a:lnTo>
                    <a:pt x="190500" y="1193292"/>
                  </a:lnTo>
                  <a:lnTo>
                    <a:pt x="192024" y="1190244"/>
                  </a:lnTo>
                  <a:lnTo>
                    <a:pt x="192024" y="1149096"/>
                  </a:lnTo>
                  <a:close/>
                </a:path>
                <a:path w="916304" h="4819015">
                  <a:moveTo>
                    <a:pt x="192024" y="1080516"/>
                  </a:moveTo>
                  <a:lnTo>
                    <a:pt x="190500" y="1077468"/>
                  </a:lnTo>
                  <a:lnTo>
                    <a:pt x="182880" y="1077468"/>
                  </a:lnTo>
                  <a:lnTo>
                    <a:pt x="181356" y="1080516"/>
                  </a:lnTo>
                  <a:lnTo>
                    <a:pt x="181356" y="1121664"/>
                  </a:lnTo>
                  <a:lnTo>
                    <a:pt x="182880" y="1123188"/>
                  </a:lnTo>
                  <a:lnTo>
                    <a:pt x="190500" y="1123188"/>
                  </a:lnTo>
                  <a:lnTo>
                    <a:pt x="192024" y="1121664"/>
                  </a:lnTo>
                  <a:lnTo>
                    <a:pt x="192024" y="1080516"/>
                  </a:lnTo>
                  <a:close/>
                </a:path>
                <a:path w="916304" h="4819015">
                  <a:moveTo>
                    <a:pt x="192024" y="1011936"/>
                  </a:moveTo>
                  <a:lnTo>
                    <a:pt x="190500" y="1008888"/>
                  </a:lnTo>
                  <a:lnTo>
                    <a:pt x="182880" y="1008888"/>
                  </a:lnTo>
                  <a:lnTo>
                    <a:pt x="181356" y="1011936"/>
                  </a:lnTo>
                  <a:lnTo>
                    <a:pt x="181356" y="1053084"/>
                  </a:lnTo>
                  <a:lnTo>
                    <a:pt x="182880" y="1054608"/>
                  </a:lnTo>
                  <a:lnTo>
                    <a:pt x="190500" y="1054608"/>
                  </a:lnTo>
                  <a:lnTo>
                    <a:pt x="192024" y="1053084"/>
                  </a:lnTo>
                  <a:lnTo>
                    <a:pt x="192024" y="1011936"/>
                  </a:lnTo>
                  <a:close/>
                </a:path>
                <a:path w="916304" h="4819015">
                  <a:moveTo>
                    <a:pt x="192024" y="943356"/>
                  </a:moveTo>
                  <a:lnTo>
                    <a:pt x="190500" y="940308"/>
                  </a:lnTo>
                  <a:lnTo>
                    <a:pt x="182880" y="940308"/>
                  </a:lnTo>
                  <a:lnTo>
                    <a:pt x="181356" y="943356"/>
                  </a:lnTo>
                  <a:lnTo>
                    <a:pt x="181356" y="982980"/>
                  </a:lnTo>
                  <a:lnTo>
                    <a:pt x="182880" y="986028"/>
                  </a:lnTo>
                  <a:lnTo>
                    <a:pt x="190500" y="986028"/>
                  </a:lnTo>
                  <a:lnTo>
                    <a:pt x="192024" y="982980"/>
                  </a:lnTo>
                  <a:lnTo>
                    <a:pt x="192024" y="943356"/>
                  </a:lnTo>
                  <a:close/>
                </a:path>
                <a:path w="916304" h="4819015">
                  <a:moveTo>
                    <a:pt x="192024" y="873252"/>
                  </a:moveTo>
                  <a:lnTo>
                    <a:pt x="190500" y="871728"/>
                  </a:lnTo>
                  <a:lnTo>
                    <a:pt x="182880" y="871728"/>
                  </a:lnTo>
                  <a:lnTo>
                    <a:pt x="181356" y="873252"/>
                  </a:lnTo>
                  <a:lnTo>
                    <a:pt x="181356" y="914400"/>
                  </a:lnTo>
                  <a:lnTo>
                    <a:pt x="182880" y="917448"/>
                  </a:lnTo>
                  <a:lnTo>
                    <a:pt x="190500" y="917448"/>
                  </a:lnTo>
                  <a:lnTo>
                    <a:pt x="192024" y="914400"/>
                  </a:lnTo>
                  <a:lnTo>
                    <a:pt x="192024" y="873252"/>
                  </a:lnTo>
                  <a:close/>
                </a:path>
                <a:path w="916304" h="4819015">
                  <a:moveTo>
                    <a:pt x="192024" y="804672"/>
                  </a:moveTo>
                  <a:lnTo>
                    <a:pt x="190500" y="801624"/>
                  </a:lnTo>
                  <a:lnTo>
                    <a:pt x="182880" y="801624"/>
                  </a:lnTo>
                  <a:lnTo>
                    <a:pt x="181356" y="804672"/>
                  </a:lnTo>
                  <a:lnTo>
                    <a:pt x="181356" y="845820"/>
                  </a:lnTo>
                  <a:lnTo>
                    <a:pt x="182880" y="848868"/>
                  </a:lnTo>
                  <a:lnTo>
                    <a:pt x="190500" y="848868"/>
                  </a:lnTo>
                  <a:lnTo>
                    <a:pt x="192024" y="845820"/>
                  </a:lnTo>
                  <a:lnTo>
                    <a:pt x="192024" y="804672"/>
                  </a:lnTo>
                  <a:close/>
                </a:path>
                <a:path w="916304" h="4819015">
                  <a:moveTo>
                    <a:pt x="192024" y="736092"/>
                  </a:moveTo>
                  <a:lnTo>
                    <a:pt x="190500" y="733044"/>
                  </a:lnTo>
                  <a:lnTo>
                    <a:pt x="182880" y="733044"/>
                  </a:lnTo>
                  <a:lnTo>
                    <a:pt x="181356" y="736092"/>
                  </a:lnTo>
                  <a:lnTo>
                    <a:pt x="181356" y="777240"/>
                  </a:lnTo>
                  <a:lnTo>
                    <a:pt x="182880" y="778764"/>
                  </a:lnTo>
                  <a:lnTo>
                    <a:pt x="190500" y="778764"/>
                  </a:lnTo>
                  <a:lnTo>
                    <a:pt x="192024" y="777240"/>
                  </a:lnTo>
                  <a:lnTo>
                    <a:pt x="192024" y="736092"/>
                  </a:lnTo>
                  <a:close/>
                </a:path>
                <a:path w="916304" h="4819015">
                  <a:moveTo>
                    <a:pt x="192024" y="667512"/>
                  </a:moveTo>
                  <a:lnTo>
                    <a:pt x="190500" y="664464"/>
                  </a:lnTo>
                  <a:lnTo>
                    <a:pt x="182880" y="664464"/>
                  </a:lnTo>
                  <a:lnTo>
                    <a:pt x="181356" y="667512"/>
                  </a:lnTo>
                  <a:lnTo>
                    <a:pt x="181356" y="707136"/>
                  </a:lnTo>
                  <a:lnTo>
                    <a:pt x="182880" y="710184"/>
                  </a:lnTo>
                  <a:lnTo>
                    <a:pt x="190500" y="710184"/>
                  </a:lnTo>
                  <a:lnTo>
                    <a:pt x="192024" y="707136"/>
                  </a:lnTo>
                  <a:lnTo>
                    <a:pt x="192024" y="667512"/>
                  </a:lnTo>
                  <a:close/>
                </a:path>
                <a:path w="916304" h="4819015">
                  <a:moveTo>
                    <a:pt x="192024" y="597408"/>
                  </a:moveTo>
                  <a:lnTo>
                    <a:pt x="190500" y="595884"/>
                  </a:lnTo>
                  <a:lnTo>
                    <a:pt x="182880" y="595884"/>
                  </a:lnTo>
                  <a:lnTo>
                    <a:pt x="181356" y="597408"/>
                  </a:lnTo>
                  <a:lnTo>
                    <a:pt x="181356" y="638556"/>
                  </a:lnTo>
                  <a:lnTo>
                    <a:pt x="182880" y="641604"/>
                  </a:lnTo>
                  <a:lnTo>
                    <a:pt x="190500" y="641604"/>
                  </a:lnTo>
                  <a:lnTo>
                    <a:pt x="192024" y="638556"/>
                  </a:lnTo>
                  <a:lnTo>
                    <a:pt x="192024" y="597408"/>
                  </a:lnTo>
                  <a:close/>
                </a:path>
                <a:path w="916304" h="4819015">
                  <a:moveTo>
                    <a:pt x="192024" y="528828"/>
                  </a:moveTo>
                  <a:lnTo>
                    <a:pt x="190500" y="525780"/>
                  </a:lnTo>
                  <a:lnTo>
                    <a:pt x="182880" y="525780"/>
                  </a:lnTo>
                  <a:lnTo>
                    <a:pt x="181356" y="528828"/>
                  </a:lnTo>
                  <a:lnTo>
                    <a:pt x="181356" y="569976"/>
                  </a:lnTo>
                  <a:lnTo>
                    <a:pt x="182880" y="573024"/>
                  </a:lnTo>
                  <a:lnTo>
                    <a:pt x="190500" y="573024"/>
                  </a:lnTo>
                  <a:lnTo>
                    <a:pt x="192024" y="569976"/>
                  </a:lnTo>
                  <a:lnTo>
                    <a:pt x="192024" y="528828"/>
                  </a:lnTo>
                  <a:close/>
                </a:path>
                <a:path w="916304" h="4819015">
                  <a:moveTo>
                    <a:pt x="192024" y="460248"/>
                  </a:moveTo>
                  <a:lnTo>
                    <a:pt x="190500" y="457200"/>
                  </a:lnTo>
                  <a:lnTo>
                    <a:pt x="182880" y="457200"/>
                  </a:lnTo>
                  <a:lnTo>
                    <a:pt x="181356" y="460248"/>
                  </a:lnTo>
                  <a:lnTo>
                    <a:pt x="181356" y="501396"/>
                  </a:lnTo>
                  <a:lnTo>
                    <a:pt x="182880" y="502920"/>
                  </a:lnTo>
                  <a:lnTo>
                    <a:pt x="190500" y="502920"/>
                  </a:lnTo>
                  <a:lnTo>
                    <a:pt x="192024" y="501396"/>
                  </a:lnTo>
                  <a:lnTo>
                    <a:pt x="192024" y="460248"/>
                  </a:lnTo>
                  <a:close/>
                </a:path>
                <a:path w="916304" h="4819015">
                  <a:moveTo>
                    <a:pt x="192024" y="391668"/>
                  </a:moveTo>
                  <a:lnTo>
                    <a:pt x="190500" y="388620"/>
                  </a:lnTo>
                  <a:lnTo>
                    <a:pt x="182880" y="388620"/>
                  </a:lnTo>
                  <a:lnTo>
                    <a:pt x="181356" y="391668"/>
                  </a:lnTo>
                  <a:lnTo>
                    <a:pt x="181356" y="431292"/>
                  </a:lnTo>
                  <a:lnTo>
                    <a:pt x="182880" y="434340"/>
                  </a:lnTo>
                  <a:lnTo>
                    <a:pt x="190500" y="434340"/>
                  </a:lnTo>
                  <a:lnTo>
                    <a:pt x="192024" y="431292"/>
                  </a:lnTo>
                  <a:lnTo>
                    <a:pt x="192024" y="391668"/>
                  </a:lnTo>
                  <a:close/>
                </a:path>
                <a:path w="916304" h="4819015">
                  <a:moveTo>
                    <a:pt x="192024" y="321564"/>
                  </a:moveTo>
                  <a:lnTo>
                    <a:pt x="190500" y="320040"/>
                  </a:lnTo>
                  <a:lnTo>
                    <a:pt x="182880" y="320040"/>
                  </a:lnTo>
                  <a:lnTo>
                    <a:pt x="181356" y="321564"/>
                  </a:lnTo>
                  <a:lnTo>
                    <a:pt x="181356" y="362712"/>
                  </a:lnTo>
                  <a:lnTo>
                    <a:pt x="182880" y="365760"/>
                  </a:lnTo>
                  <a:lnTo>
                    <a:pt x="190500" y="365760"/>
                  </a:lnTo>
                  <a:lnTo>
                    <a:pt x="192024" y="362712"/>
                  </a:lnTo>
                  <a:lnTo>
                    <a:pt x="192024" y="321564"/>
                  </a:lnTo>
                  <a:close/>
                </a:path>
                <a:path w="916304" h="4819015">
                  <a:moveTo>
                    <a:pt x="192024" y="252984"/>
                  </a:moveTo>
                  <a:lnTo>
                    <a:pt x="190500" y="249936"/>
                  </a:lnTo>
                  <a:lnTo>
                    <a:pt x="182880" y="249936"/>
                  </a:lnTo>
                  <a:lnTo>
                    <a:pt x="181356" y="252984"/>
                  </a:lnTo>
                  <a:lnTo>
                    <a:pt x="181356" y="294132"/>
                  </a:lnTo>
                  <a:lnTo>
                    <a:pt x="182880" y="297180"/>
                  </a:lnTo>
                  <a:lnTo>
                    <a:pt x="190500" y="297180"/>
                  </a:lnTo>
                  <a:lnTo>
                    <a:pt x="192024" y="294132"/>
                  </a:lnTo>
                  <a:lnTo>
                    <a:pt x="192024" y="252984"/>
                  </a:lnTo>
                  <a:close/>
                </a:path>
                <a:path w="916304" h="4819015">
                  <a:moveTo>
                    <a:pt x="192024" y="184404"/>
                  </a:moveTo>
                  <a:lnTo>
                    <a:pt x="190500" y="181356"/>
                  </a:lnTo>
                  <a:lnTo>
                    <a:pt x="182880" y="181356"/>
                  </a:lnTo>
                  <a:lnTo>
                    <a:pt x="181356" y="184404"/>
                  </a:lnTo>
                  <a:lnTo>
                    <a:pt x="181356" y="225552"/>
                  </a:lnTo>
                  <a:lnTo>
                    <a:pt x="182880" y="227076"/>
                  </a:lnTo>
                  <a:lnTo>
                    <a:pt x="190500" y="227076"/>
                  </a:lnTo>
                  <a:lnTo>
                    <a:pt x="192024" y="225552"/>
                  </a:lnTo>
                  <a:lnTo>
                    <a:pt x="192024" y="184404"/>
                  </a:lnTo>
                  <a:close/>
                </a:path>
                <a:path w="916304" h="4819015">
                  <a:moveTo>
                    <a:pt x="192024" y="115824"/>
                  </a:moveTo>
                  <a:lnTo>
                    <a:pt x="190500" y="112776"/>
                  </a:lnTo>
                  <a:lnTo>
                    <a:pt x="182880" y="112776"/>
                  </a:lnTo>
                  <a:lnTo>
                    <a:pt x="181356" y="115824"/>
                  </a:lnTo>
                  <a:lnTo>
                    <a:pt x="181356" y="155448"/>
                  </a:lnTo>
                  <a:lnTo>
                    <a:pt x="182880" y="158496"/>
                  </a:lnTo>
                  <a:lnTo>
                    <a:pt x="190500" y="158496"/>
                  </a:lnTo>
                  <a:lnTo>
                    <a:pt x="192024" y="155448"/>
                  </a:lnTo>
                  <a:lnTo>
                    <a:pt x="192024" y="115824"/>
                  </a:lnTo>
                  <a:close/>
                </a:path>
                <a:path w="916304" h="4819015">
                  <a:moveTo>
                    <a:pt x="373380" y="4803648"/>
                  </a:moveTo>
                  <a:lnTo>
                    <a:pt x="371856" y="4800600"/>
                  </a:lnTo>
                  <a:lnTo>
                    <a:pt x="365760" y="4800600"/>
                  </a:lnTo>
                  <a:lnTo>
                    <a:pt x="362712" y="4803648"/>
                  </a:lnTo>
                  <a:lnTo>
                    <a:pt x="362712" y="4815840"/>
                  </a:lnTo>
                  <a:lnTo>
                    <a:pt x="365760" y="4818888"/>
                  </a:lnTo>
                  <a:lnTo>
                    <a:pt x="371856" y="4818888"/>
                  </a:lnTo>
                  <a:lnTo>
                    <a:pt x="373380" y="4815840"/>
                  </a:lnTo>
                  <a:lnTo>
                    <a:pt x="373380" y="4803648"/>
                  </a:lnTo>
                  <a:close/>
                </a:path>
                <a:path w="916304" h="4819015">
                  <a:moveTo>
                    <a:pt x="373380" y="4733544"/>
                  </a:moveTo>
                  <a:lnTo>
                    <a:pt x="371856" y="4732020"/>
                  </a:lnTo>
                  <a:lnTo>
                    <a:pt x="365760" y="4732020"/>
                  </a:lnTo>
                  <a:lnTo>
                    <a:pt x="362712" y="4733544"/>
                  </a:lnTo>
                  <a:lnTo>
                    <a:pt x="362712" y="4774692"/>
                  </a:lnTo>
                  <a:lnTo>
                    <a:pt x="365760" y="4777740"/>
                  </a:lnTo>
                  <a:lnTo>
                    <a:pt x="371856" y="4777740"/>
                  </a:lnTo>
                  <a:lnTo>
                    <a:pt x="373380" y="4774692"/>
                  </a:lnTo>
                  <a:lnTo>
                    <a:pt x="373380" y="4733544"/>
                  </a:lnTo>
                  <a:close/>
                </a:path>
                <a:path w="916304" h="4819015">
                  <a:moveTo>
                    <a:pt x="373380" y="4664976"/>
                  </a:moveTo>
                  <a:lnTo>
                    <a:pt x="371856" y="4663440"/>
                  </a:lnTo>
                  <a:lnTo>
                    <a:pt x="365760" y="4663440"/>
                  </a:lnTo>
                  <a:lnTo>
                    <a:pt x="362712" y="4664976"/>
                  </a:lnTo>
                  <a:lnTo>
                    <a:pt x="362712" y="4706112"/>
                  </a:lnTo>
                  <a:lnTo>
                    <a:pt x="365760" y="4709160"/>
                  </a:lnTo>
                  <a:lnTo>
                    <a:pt x="371856" y="4709160"/>
                  </a:lnTo>
                  <a:lnTo>
                    <a:pt x="373380" y="4706112"/>
                  </a:lnTo>
                  <a:lnTo>
                    <a:pt x="373380" y="4664976"/>
                  </a:lnTo>
                  <a:close/>
                </a:path>
                <a:path w="916304" h="4819015">
                  <a:moveTo>
                    <a:pt x="373380" y="4596384"/>
                  </a:moveTo>
                  <a:lnTo>
                    <a:pt x="371856" y="4593336"/>
                  </a:lnTo>
                  <a:lnTo>
                    <a:pt x="365760" y="4593336"/>
                  </a:lnTo>
                  <a:lnTo>
                    <a:pt x="362712" y="4596384"/>
                  </a:lnTo>
                  <a:lnTo>
                    <a:pt x="362712" y="4637532"/>
                  </a:lnTo>
                  <a:lnTo>
                    <a:pt x="365760" y="4639056"/>
                  </a:lnTo>
                  <a:lnTo>
                    <a:pt x="371856" y="4639056"/>
                  </a:lnTo>
                  <a:lnTo>
                    <a:pt x="373380" y="4637532"/>
                  </a:lnTo>
                  <a:lnTo>
                    <a:pt x="373380" y="4596384"/>
                  </a:lnTo>
                  <a:close/>
                </a:path>
                <a:path w="916304" h="4819015">
                  <a:moveTo>
                    <a:pt x="373380" y="4527804"/>
                  </a:moveTo>
                  <a:lnTo>
                    <a:pt x="371856" y="4524756"/>
                  </a:lnTo>
                  <a:lnTo>
                    <a:pt x="365760" y="4524756"/>
                  </a:lnTo>
                  <a:lnTo>
                    <a:pt x="362712" y="4527804"/>
                  </a:lnTo>
                  <a:lnTo>
                    <a:pt x="362712" y="4568952"/>
                  </a:lnTo>
                  <a:lnTo>
                    <a:pt x="365760" y="4570476"/>
                  </a:lnTo>
                  <a:lnTo>
                    <a:pt x="371856" y="4570476"/>
                  </a:lnTo>
                  <a:lnTo>
                    <a:pt x="373380" y="4568952"/>
                  </a:lnTo>
                  <a:lnTo>
                    <a:pt x="373380" y="4527804"/>
                  </a:lnTo>
                  <a:close/>
                </a:path>
                <a:path w="916304" h="4819015">
                  <a:moveTo>
                    <a:pt x="373380" y="4459224"/>
                  </a:moveTo>
                  <a:lnTo>
                    <a:pt x="371856" y="4456176"/>
                  </a:lnTo>
                  <a:lnTo>
                    <a:pt x="365760" y="4456176"/>
                  </a:lnTo>
                  <a:lnTo>
                    <a:pt x="362712" y="4459224"/>
                  </a:lnTo>
                  <a:lnTo>
                    <a:pt x="362712" y="4498848"/>
                  </a:lnTo>
                  <a:lnTo>
                    <a:pt x="365760" y="4501896"/>
                  </a:lnTo>
                  <a:lnTo>
                    <a:pt x="371856" y="4501896"/>
                  </a:lnTo>
                  <a:lnTo>
                    <a:pt x="373380" y="4498848"/>
                  </a:lnTo>
                  <a:lnTo>
                    <a:pt x="373380" y="4459224"/>
                  </a:lnTo>
                  <a:close/>
                </a:path>
                <a:path w="916304" h="4819015">
                  <a:moveTo>
                    <a:pt x="373380" y="4389120"/>
                  </a:moveTo>
                  <a:lnTo>
                    <a:pt x="371856" y="4387596"/>
                  </a:lnTo>
                  <a:lnTo>
                    <a:pt x="365760" y="4387596"/>
                  </a:lnTo>
                  <a:lnTo>
                    <a:pt x="362712" y="4389120"/>
                  </a:lnTo>
                  <a:lnTo>
                    <a:pt x="362712" y="4430268"/>
                  </a:lnTo>
                  <a:lnTo>
                    <a:pt x="365760" y="4433316"/>
                  </a:lnTo>
                  <a:lnTo>
                    <a:pt x="371856" y="4433316"/>
                  </a:lnTo>
                  <a:lnTo>
                    <a:pt x="373380" y="4430268"/>
                  </a:lnTo>
                  <a:lnTo>
                    <a:pt x="373380" y="4389120"/>
                  </a:lnTo>
                  <a:close/>
                </a:path>
                <a:path w="916304" h="4819015">
                  <a:moveTo>
                    <a:pt x="373380" y="4320540"/>
                  </a:moveTo>
                  <a:lnTo>
                    <a:pt x="371856" y="4317492"/>
                  </a:lnTo>
                  <a:lnTo>
                    <a:pt x="365760" y="4317492"/>
                  </a:lnTo>
                  <a:lnTo>
                    <a:pt x="362712" y="4320540"/>
                  </a:lnTo>
                  <a:lnTo>
                    <a:pt x="362712" y="4361688"/>
                  </a:lnTo>
                  <a:lnTo>
                    <a:pt x="365760" y="4364736"/>
                  </a:lnTo>
                  <a:lnTo>
                    <a:pt x="371856" y="4364736"/>
                  </a:lnTo>
                  <a:lnTo>
                    <a:pt x="373380" y="4361688"/>
                  </a:lnTo>
                  <a:lnTo>
                    <a:pt x="373380" y="4320540"/>
                  </a:lnTo>
                  <a:close/>
                </a:path>
                <a:path w="916304" h="4819015">
                  <a:moveTo>
                    <a:pt x="373380" y="4251960"/>
                  </a:moveTo>
                  <a:lnTo>
                    <a:pt x="371856" y="4248912"/>
                  </a:lnTo>
                  <a:lnTo>
                    <a:pt x="365760" y="4248912"/>
                  </a:lnTo>
                  <a:lnTo>
                    <a:pt x="362712" y="4251960"/>
                  </a:lnTo>
                  <a:lnTo>
                    <a:pt x="362712" y="4293108"/>
                  </a:lnTo>
                  <a:lnTo>
                    <a:pt x="365760" y="4294632"/>
                  </a:lnTo>
                  <a:lnTo>
                    <a:pt x="371856" y="4294632"/>
                  </a:lnTo>
                  <a:lnTo>
                    <a:pt x="373380" y="4293108"/>
                  </a:lnTo>
                  <a:lnTo>
                    <a:pt x="373380" y="4251960"/>
                  </a:lnTo>
                  <a:close/>
                </a:path>
                <a:path w="916304" h="4819015">
                  <a:moveTo>
                    <a:pt x="373380" y="4183380"/>
                  </a:moveTo>
                  <a:lnTo>
                    <a:pt x="371856" y="4180332"/>
                  </a:lnTo>
                  <a:lnTo>
                    <a:pt x="365760" y="4180332"/>
                  </a:lnTo>
                  <a:lnTo>
                    <a:pt x="362712" y="4183380"/>
                  </a:lnTo>
                  <a:lnTo>
                    <a:pt x="362712" y="4223004"/>
                  </a:lnTo>
                  <a:lnTo>
                    <a:pt x="365760" y="4226052"/>
                  </a:lnTo>
                  <a:lnTo>
                    <a:pt x="371856" y="4226052"/>
                  </a:lnTo>
                  <a:lnTo>
                    <a:pt x="373380" y="4223004"/>
                  </a:lnTo>
                  <a:lnTo>
                    <a:pt x="373380" y="4183380"/>
                  </a:lnTo>
                  <a:close/>
                </a:path>
                <a:path w="916304" h="4819015">
                  <a:moveTo>
                    <a:pt x="373380" y="4113276"/>
                  </a:moveTo>
                  <a:lnTo>
                    <a:pt x="371856" y="4111752"/>
                  </a:lnTo>
                  <a:lnTo>
                    <a:pt x="365760" y="4111752"/>
                  </a:lnTo>
                  <a:lnTo>
                    <a:pt x="362712" y="4113276"/>
                  </a:lnTo>
                  <a:lnTo>
                    <a:pt x="362712" y="4154424"/>
                  </a:lnTo>
                  <a:lnTo>
                    <a:pt x="365760" y="4157472"/>
                  </a:lnTo>
                  <a:lnTo>
                    <a:pt x="371856" y="4157472"/>
                  </a:lnTo>
                  <a:lnTo>
                    <a:pt x="373380" y="4154424"/>
                  </a:lnTo>
                  <a:lnTo>
                    <a:pt x="373380" y="4113276"/>
                  </a:lnTo>
                  <a:close/>
                </a:path>
                <a:path w="916304" h="4819015">
                  <a:moveTo>
                    <a:pt x="373380" y="4044696"/>
                  </a:moveTo>
                  <a:lnTo>
                    <a:pt x="371856" y="4041648"/>
                  </a:lnTo>
                  <a:lnTo>
                    <a:pt x="365760" y="4041648"/>
                  </a:lnTo>
                  <a:lnTo>
                    <a:pt x="362712" y="4044696"/>
                  </a:lnTo>
                  <a:lnTo>
                    <a:pt x="362712" y="4085844"/>
                  </a:lnTo>
                  <a:lnTo>
                    <a:pt x="365760" y="4088892"/>
                  </a:lnTo>
                  <a:lnTo>
                    <a:pt x="371856" y="4088892"/>
                  </a:lnTo>
                  <a:lnTo>
                    <a:pt x="373380" y="4085844"/>
                  </a:lnTo>
                  <a:lnTo>
                    <a:pt x="373380" y="4044696"/>
                  </a:lnTo>
                  <a:close/>
                </a:path>
                <a:path w="916304" h="4819015">
                  <a:moveTo>
                    <a:pt x="373380" y="3976116"/>
                  </a:moveTo>
                  <a:lnTo>
                    <a:pt x="371856" y="3973068"/>
                  </a:lnTo>
                  <a:lnTo>
                    <a:pt x="365760" y="3973068"/>
                  </a:lnTo>
                  <a:lnTo>
                    <a:pt x="362712" y="3976116"/>
                  </a:lnTo>
                  <a:lnTo>
                    <a:pt x="362712" y="4017264"/>
                  </a:lnTo>
                  <a:lnTo>
                    <a:pt x="365760" y="4018788"/>
                  </a:lnTo>
                  <a:lnTo>
                    <a:pt x="371856" y="4018788"/>
                  </a:lnTo>
                  <a:lnTo>
                    <a:pt x="373380" y="4017264"/>
                  </a:lnTo>
                  <a:lnTo>
                    <a:pt x="373380" y="3976116"/>
                  </a:lnTo>
                  <a:close/>
                </a:path>
                <a:path w="916304" h="4819015">
                  <a:moveTo>
                    <a:pt x="373380" y="3907536"/>
                  </a:moveTo>
                  <a:lnTo>
                    <a:pt x="371856" y="3904488"/>
                  </a:lnTo>
                  <a:lnTo>
                    <a:pt x="365760" y="3904488"/>
                  </a:lnTo>
                  <a:lnTo>
                    <a:pt x="362712" y="3907536"/>
                  </a:lnTo>
                  <a:lnTo>
                    <a:pt x="362712" y="3947160"/>
                  </a:lnTo>
                  <a:lnTo>
                    <a:pt x="365760" y="3950208"/>
                  </a:lnTo>
                  <a:lnTo>
                    <a:pt x="371856" y="3950208"/>
                  </a:lnTo>
                  <a:lnTo>
                    <a:pt x="373380" y="3947160"/>
                  </a:lnTo>
                  <a:lnTo>
                    <a:pt x="373380" y="3907536"/>
                  </a:lnTo>
                  <a:close/>
                </a:path>
                <a:path w="916304" h="4819015">
                  <a:moveTo>
                    <a:pt x="373380" y="3837444"/>
                  </a:moveTo>
                  <a:lnTo>
                    <a:pt x="371856" y="3835908"/>
                  </a:lnTo>
                  <a:lnTo>
                    <a:pt x="365760" y="3835908"/>
                  </a:lnTo>
                  <a:lnTo>
                    <a:pt x="362712" y="3837444"/>
                  </a:lnTo>
                  <a:lnTo>
                    <a:pt x="362712" y="3878580"/>
                  </a:lnTo>
                  <a:lnTo>
                    <a:pt x="365760" y="3881628"/>
                  </a:lnTo>
                  <a:lnTo>
                    <a:pt x="371856" y="3881628"/>
                  </a:lnTo>
                  <a:lnTo>
                    <a:pt x="373380" y="3878580"/>
                  </a:lnTo>
                  <a:lnTo>
                    <a:pt x="373380" y="3837444"/>
                  </a:lnTo>
                  <a:close/>
                </a:path>
                <a:path w="916304" h="4819015">
                  <a:moveTo>
                    <a:pt x="373380" y="3768852"/>
                  </a:moveTo>
                  <a:lnTo>
                    <a:pt x="371856" y="3765804"/>
                  </a:lnTo>
                  <a:lnTo>
                    <a:pt x="365760" y="3765804"/>
                  </a:lnTo>
                  <a:lnTo>
                    <a:pt x="362712" y="3768852"/>
                  </a:lnTo>
                  <a:lnTo>
                    <a:pt x="362712" y="3810000"/>
                  </a:lnTo>
                  <a:lnTo>
                    <a:pt x="365760" y="3813048"/>
                  </a:lnTo>
                  <a:lnTo>
                    <a:pt x="371856" y="3813048"/>
                  </a:lnTo>
                  <a:lnTo>
                    <a:pt x="373380" y="3810000"/>
                  </a:lnTo>
                  <a:lnTo>
                    <a:pt x="373380" y="3768852"/>
                  </a:lnTo>
                  <a:close/>
                </a:path>
                <a:path w="916304" h="4819015">
                  <a:moveTo>
                    <a:pt x="373380" y="3700272"/>
                  </a:moveTo>
                  <a:lnTo>
                    <a:pt x="371856" y="3697224"/>
                  </a:lnTo>
                  <a:lnTo>
                    <a:pt x="365760" y="3697224"/>
                  </a:lnTo>
                  <a:lnTo>
                    <a:pt x="362712" y="3700272"/>
                  </a:lnTo>
                  <a:lnTo>
                    <a:pt x="362712" y="3741420"/>
                  </a:lnTo>
                  <a:lnTo>
                    <a:pt x="365760" y="3742944"/>
                  </a:lnTo>
                  <a:lnTo>
                    <a:pt x="371856" y="3742944"/>
                  </a:lnTo>
                  <a:lnTo>
                    <a:pt x="373380" y="3741420"/>
                  </a:lnTo>
                  <a:lnTo>
                    <a:pt x="373380" y="3700272"/>
                  </a:lnTo>
                  <a:close/>
                </a:path>
                <a:path w="916304" h="4819015">
                  <a:moveTo>
                    <a:pt x="373380" y="3631692"/>
                  </a:moveTo>
                  <a:lnTo>
                    <a:pt x="371856" y="3628644"/>
                  </a:lnTo>
                  <a:lnTo>
                    <a:pt x="365760" y="3628644"/>
                  </a:lnTo>
                  <a:lnTo>
                    <a:pt x="362712" y="3631692"/>
                  </a:lnTo>
                  <a:lnTo>
                    <a:pt x="362712" y="3671316"/>
                  </a:lnTo>
                  <a:lnTo>
                    <a:pt x="365760" y="3674364"/>
                  </a:lnTo>
                  <a:lnTo>
                    <a:pt x="371856" y="3674364"/>
                  </a:lnTo>
                  <a:lnTo>
                    <a:pt x="373380" y="3671316"/>
                  </a:lnTo>
                  <a:lnTo>
                    <a:pt x="373380" y="3631692"/>
                  </a:lnTo>
                  <a:close/>
                </a:path>
                <a:path w="916304" h="4819015">
                  <a:moveTo>
                    <a:pt x="373380" y="3561588"/>
                  </a:moveTo>
                  <a:lnTo>
                    <a:pt x="371856" y="3560064"/>
                  </a:lnTo>
                  <a:lnTo>
                    <a:pt x="365760" y="3560064"/>
                  </a:lnTo>
                  <a:lnTo>
                    <a:pt x="362712" y="3561588"/>
                  </a:lnTo>
                  <a:lnTo>
                    <a:pt x="362712" y="3602736"/>
                  </a:lnTo>
                  <a:lnTo>
                    <a:pt x="365760" y="3605784"/>
                  </a:lnTo>
                  <a:lnTo>
                    <a:pt x="371856" y="3605784"/>
                  </a:lnTo>
                  <a:lnTo>
                    <a:pt x="373380" y="3602736"/>
                  </a:lnTo>
                  <a:lnTo>
                    <a:pt x="373380" y="3561588"/>
                  </a:lnTo>
                  <a:close/>
                </a:path>
                <a:path w="916304" h="4819015">
                  <a:moveTo>
                    <a:pt x="373380" y="3493008"/>
                  </a:moveTo>
                  <a:lnTo>
                    <a:pt x="371856" y="3491484"/>
                  </a:lnTo>
                  <a:lnTo>
                    <a:pt x="365760" y="3491484"/>
                  </a:lnTo>
                  <a:lnTo>
                    <a:pt x="362712" y="3493008"/>
                  </a:lnTo>
                  <a:lnTo>
                    <a:pt x="362712" y="3534156"/>
                  </a:lnTo>
                  <a:lnTo>
                    <a:pt x="365760" y="3537204"/>
                  </a:lnTo>
                  <a:lnTo>
                    <a:pt x="371856" y="3537204"/>
                  </a:lnTo>
                  <a:lnTo>
                    <a:pt x="373380" y="3534156"/>
                  </a:lnTo>
                  <a:lnTo>
                    <a:pt x="373380" y="3493008"/>
                  </a:lnTo>
                  <a:close/>
                </a:path>
                <a:path w="916304" h="4819015">
                  <a:moveTo>
                    <a:pt x="373380" y="3424428"/>
                  </a:moveTo>
                  <a:lnTo>
                    <a:pt x="371856" y="3421380"/>
                  </a:lnTo>
                  <a:lnTo>
                    <a:pt x="365760" y="3421380"/>
                  </a:lnTo>
                  <a:lnTo>
                    <a:pt x="362712" y="3424428"/>
                  </a:lnTo>
                  <a:lnTo>
                    <a:pt x="362712" y="3465576"/>
                  </a:lnTo>
                  <a:lnTo>
                    <a:pt x="365760" y="3467100"/>
                  </a:lnTo>
                  <a:lnTo>
                    <a:pt x="371856" y="3467100"/>
                  </a:lnTo>
                  <a:lnTo>
                    <a:pt x="373380" y="3465576"/>
                  </a:lnTo>
                  <a:lnTo>
                    <a:pt x="373380" y="3424428"/>
                  </a:lnTo>
                  <a:close/>
                </a:path>
                <a:path w="916304" h="4819015">
                  <a:moveTo>
                    <a:pt x="373380" y="3355848"/>
                  </a:moveTo>
                  <a:lnTo>
                    <a:pt x="371856" y="3352800"/>
                  </a:lnTo>
                  <a:lnTo>
                    <a:pt x="365760" y="3352800"/>
                  </a:lnTo>
                  <a:lnTo>
                    <a:pt x="362712" y="3355848"/>
                  </a:lnTo>
                  <a:lnTo>
                    <a:pt x="362712" y="3396996"/>
                  </a:lnTo>
                  <a:lnTo>
                    <a:pt x="365760" y="3398520"/>
                  </a:lnTo>
                  <a:lnTo>
                    <a:pt x="371856" y="3398520"/>
                  </a:lnTo>
                  <a:lnTo>
                    <a:pt x="373380" y="3396996"/>
                  </a:lnTo>
                  <a:lnTo>
                    <a:pt x="373380" y="3355848"/>
                  </a:lnTo>
                  <a:close/>
                </a:path>
                <a:path w="916304" h="4819015">
                  <a:moveTo>
                    <a:pt x="373380" y="3287268"/>
                  </a:moveTo>
                  <a:lnTo>
                    <a:pt x="371856" y="3284220"/>
                  </a:lnTo>
                  <a:lnTo>
                    <a:pt x="365760" y="3284220"/>
                  </a:lnTo>
                  <a:lnTo>
                    <a:pt x="362712" y="3287268"/>
                  </a:lnTo>
                  <a:lnTo>
                    <a:pt x="362712" y="3326892"/>
                  </a:lnTo>
                  <a:lnTo>
                    <a:pt x="365760" y="3329940"/>
                  </a:lnTo>
                  <a:lnTo>
                    <a:pt x="371856" y="3329940"/>
                  </a:lnTo>
                  <a:lnTo>
                    <a:pt x="373380" y="3326892"/>
                  </a:lnTo>
                  <a:lnTo>
                    <a:pt x="373380" y="3287268"/>
                  </a:lnTo>
                  <a:close/>
                </a:path>
                <a:path w="916304" h="4819015">
                  <a:moveTo>
                    <a:pt x="373380" y="3217164"/>
                  </a:moveTo>
                  <a:lnTo>
                    <a:pt x="371856" y="3215640"/>
                  </a:lnTo>
                  <a:lnTo>
                    <a:pt x="365760" y="3215640"/>
                  </a:lnTo>
                  <a:lnTo>
                    <a:pt x="362712" y="3217164"/>
                  </a:lnTo>
                  <a:lnTo>
                    <a:pt x="362712" y="3258312"/>
                  </a:lnTo>
                  <a:lnTo>
                    <a:pt x="365760" y="3261360"/>
                  </a:lnTo>
                  <a:lnTo>
                    <a:pt x="371856" y="3261360"/>
                  </a:lnTo>
                  <a:lnTo>
                    <a:pt x="373380" y="3258312"/>
                  </a:lnTo>
                  <a:lnTo>
                    <a:pt x="373380" y="3217164"/>
                  </a:lnTo>
                  <a:close/>
                </a:path>
                <a:path w="916304" h="4819015">
                  <a:moveTo>
                    <a:pt x="373380" y="3148584"/>
                  </a:moveTo>
                  <a:lnTo>
                    <a:pt x="371856" y="3145536"/>
                  </a:lnTo>
                  <a:lnTo>
                    <a:pt x="365760" y="3145536"/>
                  </a:lnTo>
                  <a:lnTo>
                    <a:pt x="362712" y="3148584"/>
                  </a:lnTo>
                  <a:lnTo>
                    <a:pt x="362712" y="3189732"/>
                  </a:lnTo>
                  <a:lnTo>
                    <a:pt x="365760" y="3192780"/>
                  </a:lnTo>
                  <a:lnTo>
                    <a:pt x="371856" y="3192780"/>
                  </a:lnTo>
                  <a:lnTo>
                    <a:pt x="373380" y="3189732"/>
                  </a:lnTo>
                  <a:lnTo>
                    <a:pt x="373380" y="3148584"/>
                  </a:lnTo>
                  <a:close/>
                </a:path>
                <a:path w="916304" h="4819015">
                  <a:moveTo>
                    <a:pt x="373380" y="3080004"/>
                  </a:moveTo>
                  <a:lnTo>
                    <a:pt x="371856" y="3076956"/>
                  </a:lnTo>
                  <a:lnTo>
                    <a:pt x="365760" y="3076956"/>
                  </a:lnTo>
                  <a:lnTo>
                    <a:pt x="362712" y="3080004"/>
                  </a:lnTo>
                  <a:lnTo>
                    <a:pt x="362712" y="3121152"/>
                  </a:lnTo>
                  <a:lnTo>
                    <a:pt x="365760" y="3122676"/>
                  </a:lnTo>
                  <a:lnTo>
                    <a:pt x="371856" y="3122676"/>
                  </a:lnTo>
                  <a:lnTo>
                    <a:pt x="373380" y="3121152"/>
                  </a:lnTo>
                  <a:lnTo>
                    <a:pt x="373380" y="3080004"/>
                  </a:lnTo>
                  <a:close/>
                </a:path>
                <a:path w="916304" h="4819015">
                  <a:moveTo>
                    <a:pt x="373380" y="3011424"/>
                  </a:moveTo>
                  <a:lnTo>
                    <a:pt x="371856" y="3008376"/>
                  </a:lnTo>
                  <a:lnTo>
                    <a:pt x="365760" y="3008376"/>
                  </a:lnTo>
                  <a:lnTo>
                    <a:pt x="362712" y="3011424"/>
                  </a:lnTo>
                  <a:lnTo>
                    <a:pt x="362712" y="3051048"/>
                  </a:lnTo>
                  <a:lnTo>
                    <a:pt x="365760" y="3054096"/>
                  </a:lnTo>
                  <a:lnTo>
                    <a:pt x="371856" y="3054096"/>
                  </a:lnTo>
                  <a:lnTo>
                    <a:pt x="373380" y="3051048"/>
                  </a:lnTo>
                  <a:lnTo>
                    <a:pt x="373380" y="3011424"/>
                  </a:lnTo>
                  <a:close/>
                </a:path>
                <a:path w="916304" h="4819015">
                  <a:moveTo>
                    <a:pt x="373380" y="2941320"/>
                  </a:moveTo>
                  <a:lnTo>
                    <a:pt x="371856" y="2939796"/>
                  </a:lnTo>
                  <a:lnTo>
                    <a:pt x="365760" y="2939796"/>
                  </a:lnTo>
                  <a:lnTo>
                    <a:pt x="362712" y="2941320"/>
                  </a:lnTo>
                  <a:lnTo>
                    <a:pt x="362712" y="2982468"/>
                  </a:lnTo>
                  <a:lnTo>
                    <a:pt x="365760" y="2985516"/>
                  </a:lnTo>
                  <a:lnTo>
                    <a:pt x="371856" y="2985516"/>
                  </a:lnTo>
                  <a:lnTo>
                    <a:pt x="373380" y="2982468"/>
                  </a:lnTo>
                  <a:lnTo>
                    <a:pt x="373380" y="2941320"/>
                  </a:lnTo>
                  <a:close/>
                </a:path>
                <a:path w="916304" h="4819015">
                  <a:moveTo>
                    <a:pt x="373380" y="2872740"/>
                  </a:moveTo>
                  <a:lnTo>
                    <a:pt x="371856" y="2869692"/>
                  </a:lnTo>
                  <a:lnTo>
                    <a:pt x="365760" y="2869692"/>
                  </a:lnTo>
                  <a:lnTo>
                    <a:pt x="362712" y="2872740"/>
                  </a:lnTo>
                  <a:lnTo>
                    <a:pt x="362712" y="2913888"/>
                  </a:lnTo>
                  <a:lnTo>
                    <a:pt x="365760" y="2916936"/>
                  </a:lnTo>
                  <a:lnTo>
                    <a:pt x="371856" y="2916936"/>
                  </a:lnTo>
                  <a:lnTo>
                    <a:pt x="373380" y="2913888"/>
                  </a:lnTo>
                  <a:lnTo>
                    <a:pt x="373380" y="2872740"/>
                  </a:lnTo>
                  <a:close/>
                </a:path>
                <a:path w="916304" h="4819015">
                  <a:moveTo>
                    <a:pt x="373380" y="2804160"/>
                  </a:moveTo>
                  <a:lnTo>
                    <a:pt x="371856" y="2801112"/>
                  </a:lnTo>
                  <a:lnTo>
                    <a:pt x="365760" y="2801112"/>
                  </a:lnTo>
                  <a:lnTo>
                    <a:pt x="362712" y="2804160"/>
                  </a:lnTo>
                  <a:lnTo>
                    <a:pt x="362712" y="2845308"/>
                  </a:lnTo>
                  <a:lnTo>
                    <a:pt x="365760" y="2846832"/>
                  </a:lnTo>
                  <a:lnTo>
                    <a:pt x="371856" y="2846832"/>
                  </a:lnTo>
                  <a:lnTo>
                    <a:pt x="373380" y="2845308"/>
                  </a:lnTo>
                  <a:lnTo>
                    <a:pt x="373380" y="2804160"/>
                  </a:lnTo>
                  <a:close/>
                </a:path>
                <a:path w="916304" h="4819015">
                  <a:moveTo>
                    <a:pt x="373380" y="2735580"/>
                  </a:moveTo>
                  <a:lnTo>
                    <a:pt x="371856" y="2732532"/>
                  </a:lnTo>
                  <a:lnTo>
                    <a:pt x="365760" y="2732532"/>
                  </a:lnTo>
                  <a:lnTo>
                    <a:pt x="362712" y="2735580"/>
                  </a:lnTo>
                  <a:lnTo>
                    <a:pt x="362712" y="2775204"/>
                  </a:lnTo>
                  <a:lnTo>
                    <a:pt x="365760" y="2778252"/>
                  </a:lnTo>
                  <a:lnTo>
                    <a:pt x="371856" y="2778252"/>
                  </a:lnTo>
                  <a:lnTo>
                    <a:pt x="373380" y="2775204"/>
                  </a:lnTo>
                  <a:lnTo>
                    <a:pt x="373380" y="2735580"/>
                  </a:lnTo>
                  <a:close/>
                </a:path>
                <a:path w="916304" h="4819015">
                  <a:moveTo>
                    <a:pt x="373380" y="2665476"/>
                  </a:moveTo>
                  <a:lnTo>
                    <a:pt x="371856" y="2663952"/>
                  </a:lnTo>
                  <a:lnTo>
                    <a:pt x="365760" y="2663952"/>
                  </a:lnTo>
                  <a:lnTo>
                    <a:pt x="362712" y="2665476"/>
                  </a:lnTo>
                  <a:lnTo>
                    <a:pt x="362712" y="2706624"/>
                  </a:lnTo>
                  <a:lnTo>
                    <a:pt x="365760" y="2709672"/>
                  </a:lnTo>
                  <a:lnTo>
                    <a:pt x="371856" y="2709672"/>
                  </a:lnTo>
                  <a:lnTo>
                    <a:pt x="373380" y="2706624"/>
                  </a:lnTo>
                  <a:lnTo>
                    <a:pt x="373380" y="2665476"/>
                  </a:lnTo>
                  <a:close/>
                </a:path>
                <a:path w="916304" h="4819015">
                  <a:moveTo>
                    <a:pt x="373380" y="2596896"/>
                  </a:moveTo>
                  <a:lnTo>
                    <a:pt x="371856" y="2593848"/>
                  </a:lnTo>
                  <a:lnTo>
                    <a:pt x="365760" y="2593848"/>
                  </a:lnTo>
                  <a:lnTo>
                    <a:pt x="362712" y="2596896"/>
                  </a:lnTo>
                  <a:lnTo>
                    <a:pt x="362712" y="2638044"/>
                  </a:lnTo>
                  <a:lnTo>
                    <a:pt x="365760" y="2641092"/>
                  </a:lnTo>
                  <a:lnTo>
                    <a:pt x="371856" y="2641092"/>
                  </a:lnTo>
                  <a:lnTo>
                    <a:pt x="373380" y="2638044"/>
                  </a:lnTo>
                  <a:lnTo>
                    <a:pt x="373380" y="2596896"/>
                  </a:lnTo>
                  <a:close/>
                </a:path>
                <a:path w="916304" h="4819015">
                  <a:moveTo>
                    <a:pt x="373380" y="2528316"/>
                  </a:moveTo>
                  <a:lnTo>
                    <a:pt x="371856" y="2525268"/>
                  </a:lnTo>
                  <a:lnTo>
                    <a:pt x="365760" y="2525268"/>
                  </a:lnTo>
                  <a:lnTo>
                    <a:pt x="362712" y="2528316"/>
                  </a:lnTo>
                  <a:lnTo>
                    <a:pt x="362712" y="2569464"/>
                  </a:lnTo>
                  <a:lnTo>
                    <a:pt x="365760" y="2570988"/>
                  </a:lnTo>
                  <a:lnTo>
                    <a:pt x="371856" y="2570988"/>
                  </a:lnTo>
                  <a:lnTo>
                    <a:pt x="373380" y="2569464"/>
                  </a:lnTo>
                  <a:lnTo>
                    <a:pt x="373380" y="2528316"/>
                  </a:lnTo>
                  <a:close/>
                </a:path>
                <a:path w="916304" h="4819015">
                  <a:moveTo>
                    <a:pt x="373380" y="2459736"/>
                  </a:moveTo>
                  <a:lnTo>
                    <a:pt x="371856" y="2456688"/>
                  </a:lnTo>
                  <a:lnTo>
                    <a:pt x="365760" y="2456688"/>
                  </a:lnTo>
                  <a:lnTo>
                    <a:pt x="362712" y="2459736"/>
                  </a:lnTo>
                  <a:lnTo>
                    <a:pt x="362712" y="2499360"/>
                  </a:lnTo>
                  <a:lnTo>
                    <a:pt x="365760" y="2502408"/>
                  </a:lnTo>
                  <a:lnTo>
                    <a:pt x="371856" y="2502408"/>
                  </a:lnTo>
                  <a:lnTo>
                    <a:pt x="373380" y="2499360"/>
                  </a:lnTo>
                  <a:lnTo>
                    <a:pt x="373380" y="2459736"/>
                  </a:lnTo>
                  <a:close/>
                </a:path>
                <a:path w="916304" h="4819015">
                  <a:moveTo>
                    <a:pt x="373380" y="2389632"/>
                  </a:moveTo>
                  <a:lnTo>
                    <a:pt x="371856" y="2388108"/>
                  </a:lnTo>
                  <a:lnTo>
                    <a:pt x="365760" y="2388108"/>
                  </a:lnTo>
                  <a:lnTo>
                    <a:pt x="362712" y="2389632"/>
                  </a:lnTo>
                  <a:lnTo>
                    <a:pt x="362712" y="2430780"/>
                  </a:lnTo>
                  <a:lnTo>
                    <a:pt x="365760" y="2433828"/>
                  </a:lnTo>
                  <a:lnTo>
                    <a:pt x="371856" y="2433828"/>
                  </a:lnTo>
                  <a:lnTo>
                    <a:pt x="373380" y="2430780"/>
                  </a:lnTo>
                  <a:lnTo>
                    <a:pt x="373380" y="2389632"/>
                  </a:lnTo>
                  <a:close/>
                </a:path>
                <a:path w="916304" h="4819015">
                  <a:moveTo>
                    <a:pt x="373380" y="2321052"/>
                  </a:moveTo>
                  <a:lnTo>
                    <a:pt x="371856" y="2319528"/>
                  </a:lnTo>
                  <a:lnTo>
                    <a:pt x="365760" y="2319528"/>
                  </a:lnTo>
                  <a:lnTo>
                    <a:pt x="362712" y="2321052"/>
                  </a:lnTo>
                  <a:lnTo>
                    <a:pt x="362712" y="2362200"/>
                  </a:lnTo>
                  <a:lnTo>
                    <a:pt x="365760" y="2365248"/>
                  </a:lnTo>
                  <a:lnTo>
                    <a:pt x="371856" y="2365248"/>
                  </a:lnTo>
                  <a:lnTo>
                    <a:pt x="373380" y="2362200"/>
                  </a:lnTo>
                  <a:lnTo>
                    <a:pt x="373380" y="2321052"/>
                  </a:lnTo>
                  <a:close/>
                </a:path>
                <a:path w="916304" h="4819015">
                  <a:moveTo>
                    <a:pt x="373380" y="2252472"/>
                  </a:moveTo>
                  <a:lnTo>
                    <a:pt x="371856" y="2249424"/>
                  </a:lnTo>
                  <a:lnTo>
                    <a:pt x="365760" y="2249424"/>
                  </a:lnTo>
                  <a:lnTo>
                    <a:pt x="362712" y="2252472"/>
                  </a:lnTo>
                  <a:lnTo>
                    <a:pt x="362712" y="2293620"/>
                  </a:lnTo>
                  <a:lnTo>
                    <a:pt x="365760" y="2295144"/>
                  </a:lnTo>
                  <a:lnTo>
                    <a:pt x="371856" y="2295144"/>
                  </a:lnTo>
                  <a:lnTo>
                    <a:pt x="373380" y="2293620"/>
                  </a:lnTo>
                  <a:lnTo>
                    <a:pt x="373380" y="2252472"/>
                  </a:lnTo>
                  <a:close/>
                </a:path>
                <a:path w="916304" h="4819015">
                  <a:moveTo>
                    <a:pt x="373380" y="2183892"/>
                  </a:moveTo>
                  <a:lnTo>
                    <a:pt x="371856" y="2180844"/>
                  </a:lnTo>
                  <a:lnTo>
                    <a:pt x="365760" y="2180844"/>
                  </a:lnTo>
                  <a:lnTo>
                    <a:pt x="362712" y="2183892"/>
                  </a:lnTo>
                  <a:lnTo>
                    <a:pt x="362712" y="2225040"/>
                  </a:lnTo>
                  <a:lnTo>
                    <a:pt x="365760" y="2226564"/>
                  </a:lnTo>
                  <a:lnTo>
                    <a:pt x="371856" y="2226564"/>
                  </a:lnTo>
                  <a:lnTo>
                    <a:pt x="373380" y="2225040"/>
                  </a:lnTo>
                  <a:lnTo>
                    <a:pt x="373380" y="2183892"/>
                  </a:lnTo>
                  <a:close/>
                </a:path>
                <a:path w="916304" h="4819015">
                  <a:moveTo>
                    <a:pt x="373380" y="2115312"/>
                  </a:moveTo>
                  <a:lnTo>
                    <a:pt x="371856" y="2112264"/>
                  </a:lnTo>
                  <a:lnTo>
                    <a:pt x="365760" y="2112264"/>
                  </a:lnTo>
                  <a:lnTo>
                    <a:pt x="362712" y="2115312"/>
                  </a:lnTo>
                  <a:lnTo>
                    <a:pt x="362712" y="2154948"/>
                  </a:lnTo>
                  <a:lnTo>
                    <a:pt x="365760" y="2157984"/>
                  </a:lnTo>
                  <a:lnTo>
                    <a:pt x="371856" y="2157984"/>
                  </a:lnTo>
                  <a:lnTo>
                    <a:pt x="373380" y="2154948"/>
                  </a:lnTo>
                  <a:lnTo>
                    <a:pt x="373380" y="2115312"/>
                  </a:lnTo>
                  <a:close/>
                </a:path>
                <a:path w="916304" h="4819015">
                  <a:moveTo>
                    <a:pt x="373380" y="2045208"/>
                  </a:moveTo>
                  <a:lnTo>
                    <a:pt x="371856" y="2043684"/>
                  </a:lnTo>
                  <a:lnTo>
                    <a:pt x="365760" y="2043684"/>
                  </a:lnTo>
                  <a:lnTo>
                    <a:pt x="362712" y="2045208"/>
                  </a:lnTo>
                  <a:lnTo>
                    <a:pt x="362712" y="2086356"/>
                  </a:lnTo>
                  <a:lnTo>
                    <a:pt x="365760" y="2089404"/>
                  </a:lnTo>
                  <a:lnTo>
                    <a:pt x="371856" y="2089404"/>
                  </a:lnTo>
                  <a:lnTo>
                    <a:pt x="373380" y="2086356"/>
                  </a:lnTo>
                  <a:lnTo>
                    <a:pt x="373380" y="2045208"/>
                  </a:lnTo>
                  <a:close/>
                </a:path>
                <a:path w="916304" h="4819015">
                  <a:moveTo>
                    <a:pt x="373380" y="1976628"/>
                  </a:moveTo>
                  <a:lnTo>
                    <a:pt x="371856" y="1973580"/>
                  </a:lnTo>
                  <a:lnTo>
                    <a:pt x="365760" y="1973580"/>
                  </a:lnTo>
                  <a:lnTo>
                    <a:pt x="362712" y="1976628"/>
                  </a:lnTo>
                  <a:lnTo>
                    <a:pt x="362712" y="2017776"/>
                  </a:lnTo>
                  <a:lnTo>
                    <a:pt x="365760" y="2020824"/>
                  </a:lnTo>
                  <a:lnTo>
                    <a:pt x="371856" y="2020824"/>
                  </a:lnTo>
                  <a:lnTo>
                    <a:pt x="373380" y="2017776"/>
                  </a:lnTo>
                  <a:lnTo>
                    <a:pt x="373380" y="1976628"/>
                  </a:lnTo>
                  <a:close/>
                </a:path>
                <a:path w="916304" h="4819015">
                  <a:moveTo>
                    <a:pt x="373380" y="1908048"/>
                  </a:moveTo>
                  <a:lnTo>
                    <a:pt x="371856" y="1905000"/>
                  </a:lnTo>
                  <a:lnTo>
                    <a:pt x="365760" y="1905000"/>
                  </a:lnTo>
                  <a:lnTo>
                    <a:pt x="362712" y="1908048"/>
                  </a:lnTo>
                  <a:lnTo>
                    <a:pt x="362712" y="1949196"/>
                  </a:lnTo>
                  <a:lnTo>
                    <a:pt x="365760" y="1950720"/>
                  </a:lnTo>
                  <a:lnTo>
                    <a:pt x="371856" y="1950720"/>
                  </a:lnTo>
                  <a:lnTo>
                    <a:pt x="373380" y="1949196"/>
                  </a:lnTo>
                  <a:lnTo>
                    <a:pt x="373380" y="1908048"/>
                  </a:lnTo>
                  <a:close/>
                </a:path>
                <a:path w="916304" h="4819015">
                  <a:moveTo>
                    <a:pt x="373380" y="1839468"/>
                  </a:moveTo>
                  <a:lnTo>
                    <a:pt x="371856" y="1836420"/>
                  </a:lnTo>
                  <a:lnTo>
                    <a:pt x="365760" y="1836420"/>
                  </a:lnTo>
                  <a:lnTo>
                    <a:pt x="362712" y="1839468"/>
                  </a:lnTo>
                  <a:lnTo>
                    <a:pt x="362712" y="1879092"/>
                  </a:lnTo>
                  <a:lnTo>
                    <a:pt x="365760" y="1882140"/>
                  </a:lnTo>
                  <a:lnTo>
                    <a:pt x="371856" y="1882140"/>
                  </a:lnTo>
                  <a:lnTo>
                    <a:pt x="373380" y="1879092"/>
                  </a:lnTo>
                  <a:lnTo>
                    <a:pt x="373380" y="1839468"/>
                  </a:lnTo>
                  <a:close/>
                </a:path>
                <a:path w="916304" h="4819015">
                  <a:moveTo>
                    <a:pt x="373380" y="1769364"/>
                  </a:moveTo>
                  <a:lnTo>
                    <a:pt x="371856" y="1767840"/>
                  </a:lnTo>
                  <a:lnTo>
                    <a:pt x="365760" y="1767840"/>
                  </a:lnTo>
                  <a:lnTo>
                    <a:pt x="362712" y="1769364"/>
                  </a:lnTo>
                  <a:lnTo>
                    <a:pt x="362712" y="1810512"/>
                  </a:lnTo>
                  <a:lnTo>
                    <a:pt x="365760" y="1813560"/>
                  </a:lnTo>
                  <a:lnTo>
                    <a:pt x="371856" y="1813560"/>
                  </a:lnTo>
                  <a:lnTo>
                    <a:pt x="373380" y="1810512"/>
                  </a:lnTo>
                  <a:lnTo>
                    <a:pt x="373380" y="1769364"/>
                  </a:lnTo>
                  <a:close/>
                </a:path>
                <a:path w="916304" h="4819015">
                  <a:moveTo>
                    <a:pt x="373380" y="1700784"/>
                  </a:moveTo>
                  <a:lnTo>
                    <a:pt x="371856" y="1697736"/>
                  </a:lnTo>
                  <a:lnTo>
                    <a:pt x="365760" y="1697736"/>
                  </a:lnTo>
                  <a:lnTo>
                    <a:pt x="362712" y="1700784"/>
                  </a:lnTo>
                  <a:lnTo>
                    <a:pt x="362712" y="1741932"/>
                  </a:lnTo>
                  <a:lnTo>
                    <a:pt x="365760" y="1744980"/>
                  </a:lnTo>
                  <a:lnTo>
                    <a:pt x="371856" y="1744980"/>
                  </a:lnTo>
                  <a:lnTo>
                    <a:pt x="373380" y="1741932"/>
                  </a:lnTo>
                  <a:lnTo>
                    <a:pt x="373380" y="1700784"/>
                  </a:lnTo>
                  <a:close/>
                </a:path>
                <a:path w="916304" h="4819015">
                  <a:moveTo>
                    <a:pt x="373380" y="1632204"/>
                  </a:moveTo>
                  <a:lnTo>
                    <a:pt x="371856" y="1629156"/>
                  </a:lnTo>
                  <a:lnTo>
                    <a:pt x="365760" y="1629156"/>
                  </a:lnTo>
                  <a:lnTo>
                    <a:pt x="362712" y="1632204"/>
                  </a:lnTo>
                  <a:lnTo>
                    <a:pt x="362712" y="1673352"/>
                  </a:lnTo>
                  <a:lnTo>
                    <a:pt x="365760" y="1674876"/>
                  </a:lnTo>
                  <a:lnTo>
                    <a:pt x="371856" y="1674876"/>
                  </a:lnTo>
                  <a:lnTo>
                    <a:pt x="373380" y="1673352"/>
                  </a:lnTo>
                  <a:lnTo>
                    <a:pt x="373380" y="1632204"/>
                  </a:lnTo>
                  <a:close/>
                </a:path>
                <a:path w="916304" h="4819015">
                  <a:moveTo>
                    <a:pt x="373380" y="1563624"/>
                  </a:moveTo>
                  <a:lnTo>
                    <a:pt x="371856" y="1560576"/>
                  </a:lnTo>
                  <a:lnTo>
                    <a:pt x="365760" y="1560576"/>
                  </a:lnTo>
                  <a:lnTo>
                    <a:pt x="362712" y="1563624"/>
                  </a:lnTo>
                  <a:lnTo>
                    <a:pt x="362712" y="1603248"/>
                  </a:lnTo>
                  <a:lnTo>
                    <a:pt x="365760" y="1606296"/>
                  </a:lnTo>
                  <a:lnTo>
                    <a:pt x="371856" y="1606296"/>
                  </a:lnTo>
                  <a:lnTo>
                    <a:pt x="373380" y="1603248"/>
                  </a:lnTo>
                  <a:lnTo>
                    <a:pt x="373380" y="1563624"/>
                  </a:lnTo>
                  <a:close/>
                </a:path>
                <a:path w="916304" h="4819015">
                  <a:moveTo>
                    <a:pt x="373380" y="1493520"/>
                  </a:moveTo>
                  <a:lnTo>
                    <a:pt x="371856" y="1491996"/>
                  </a:lnTo>
                  <a:lnTo>
                    <a:pt x="365760" y="1491996"/>
                  </a:lnTo>
                  <a:lnTo>
                    <a:pt x="362712" y="1493520"/>
                  </a:lnTo>
                  <a:lnTo>
                    <a:pt x="362712" y="1534668"/>
                  </a:lnTo>
                  <a:lnTo>
                    <a:pt x="365760" y="1537716"/>
                  </a:lnTo>
                  <a:lnTo>
                    <a:pt x="371856" y="1537716"/>
                  </a:lnTo>
                  <a:lnTo>
                    <a:pt x="373380" y="1534668"/>
                  </a:lnTo>
                  <a:lnTo>
                    <a:pt x="373380" y="1493520"/>
                  </a:lnTo>
                  <a:close/>
                </a:path>
                <a:path w="916304" h="4819015">
                  <a:moveTo>
                    <a:pt x="373380" y="1424940"/>
                  </a:moveTo>
                  <a:lnTo>
                    <a:pt x="371856" y="1421892"/>
                  </a:lnTo>
                  <a:lnTo>
                    <a:pt x="365760" y="1421892"/>
                  </a:lnTo>
                  <a:lnTo>
                    <a:pt x="362712" y="1424940"/>
                  </a:lnTo>
                  <a:lnTo>
                    <a:pt x="362712" y="1466088"/>
                  </a:lnTo>
                  <a:lnTo>
                    <a:pt x="365760" y="1469136"/>
                  </a:lnTo>
                  <a:lnTo>
                    <a:pt x="371856" y="1469136"/>
                  </a:lnTo>
                  <a:lnTo>
                    <a:pt x="373380" y="1466088"/>
                  </a:lnTo>
                  <a:lnTo>
                    <a:pt x="373380" y="1424940"/>
                  </a:lnTo>
                  <a:close/>
                </a:path>
                <a:path w="916304" h="4819015">
                  <a:moveTo>
                    <a:pt x="373380" y="1356360"/>
                  </a:moveTo>
                  <a:lnTo>
                    <a:pt x="371856" y="1353312"/>
                  </a:lnTo>
                  <a:lnTo>
                    <a:pt x="365760" y="1353312"/>
                  </a:lnTo>
                  <a:lnTo>
                    <a:pt x="362712" y="1356360"/>
                  </a:lnTo>
                  <a:lnTo>
                    <a:pt x="362712" y="1397508"/>
                  </a:lnTo>
                  <a:lnTo>
                    <a:pt x="365760" y="1399032"/>
                  </a:lnTo>
                  <a:lnTo>
                    <a:pt x="371856" y="1399032"/>
                  </a:lnTo>
                  <a:lnTo>
                    <a:pt x="373380" y="1397508"/>
                  </a:lnTo>
                  <a:lnTo>
                    <a:pt x="373380" y="1356360"/>
                  </a:lnTo>
                  <a:close/>
                </a:path>
                <a:path w="916304" h="4819015">
                  <a:moveTo>
                    <a:pt x="373380" y="1287780"/>
                  </a:moveTo>
                  <a:lnTo>
                    <a:pt x="371856" y="1284732"/>
                  </a:lnTo>
                  <a:lnTo>
                    <a:pt x="365760" y="1284732"/>
                  </a:lnTo>
                  <a:lnTo>
                    <a:pt x="362712" y="1287780"/>
                  </a:lnTo>
                  <a:lnTo>
                    <a:pt x="362712" y="1327404"/>
                  </a:lnTo>
                  <a:lnTo>
                    <a:pt x="365760" y="1330452"/>
                  </a:lnTo>
                  <a:lnTo>
                    <a:pt x="371856" y="1330452"/>
                  </a:lnTo>
                  <a:lnTo>
                    <a:pt x="373380" y="1327404"/>
                  </a:lnTo>
                  <a:lnTo>
                    <a:pt x="373380" y="1287780"/>
                  </a:lnTo>
                  <a:close/>
                </a:path>
                <a:path w="916304" h="4819015">
                  <a:moveTo>
                    <a:pt x="373380" y="1217676"/>
                  </a:moveTo>
                  <a:lnTo>
                    <a:pt x="371856" y="1216152"/>
                  </a:lnTo>
                  <a:lnTo>
                    <a:pt x="365760" y="1216152"/>
                  </a:lnTo>
                  <a:lnTo>
                    <a:pt x="362712" y="1217676"/>
                  </a:lnTo>
                  <a:lnTo>
                    <a:pt x="362712" y="1258824"/>
                  </a:lnTo>
                  <a:lnTo>
                    <a:pt x="365760" y="1261872"/>
                  </a:lnTo>
                  <a:lnTo>
                    <a:pt x="371856" y="1261872"/>
                  </a:lnTo>
                  <a:lnTo>
                    <a:pt x="373380" y="1258824"/>
                  </a:lnTo>
                  <a:lnTo>
                    <a:pt x="373380" y="1217676"/>
                  </a:lnTo>
                  <a:close/>
                </a:path>
                <a:path w="916304" h="4819015">
                  <a:moveTo>
                    <a:pt x="373380" y="1149096"/>
                  </a:moveTo>
                  <a:lnTo>
                    <a:pt x="371856" y="1147572"/>
                  </a:lnTo>
                  <a:lnTo>
                    <a:pt x="365760" y="1147572"/>
                  </a:lnTo>
                  <a:lnTo>
                    <a:pt x="362712" y="1149096"/>
                  </a:lnTo>
                  <a:lnTo>
                    <a:pt x="362712" y="1190244"/>
                  </a:lnTo>
                  <a:lnTo>
                    <a:pt x="365760" y="1193292"/>
                  </a:lnTo>
                  <a:lnTo>
                    <a:pt x="371856" y="1193292"/>
                  </a:lnTo>
                  <a:lnTo>
                    <a:pt x="373380" y="1190244"/>
                  </a:lnTo>
                  <a:lnTo>
                    <a:pt x="373380" y="1149096"/>
                  </a:lnTo>
                  <a:close/>
                </a:path>
                <a:path w="916304" h="4819015">
                  <a:moveTo>
                    <a:pt x="373380" y="1080516"/>
                  </a:moveTo>
                  <a:lnTo>
                    <a:pt x="371856" y="1077468"/>
                  </a:lnTo>
                  <a:lnTo>
                    <a:pt x="365760" y="1077468"/>
                  </a:lnTo>
                  <a:lnTo>
                    <a:pt x="362712" y="1080516"/>
                  </a:lnTo>
                  <a:lnTo>
                    <a:pt x="362712" y="1121664"/>
                  </a:lnTo>
                  <a:lnTo>
                    <a:pt x="365760" y="1123188"/>
                  </a:lnTo>
                  <a:lnTo>
                    <a:pt x="371856" y="1123188"/>
                  </a:lnTo>
                  <a:lnTo>
                    <a:pt x="373380" y="1121664"/>
                  </a:lnTo>
                  <a:lnTo>
                    <a:pt x="373380" y="1080516"/>
                  </a:lnTo>
                  <a:close/>
                </a:path>
                <a:path w="916304" h="4819015">
                  <a:moveTo>
                    <a:pt x="373380" y="1011936"/>
                  </a:moveTo>
                  <a:lnTo>
                    <a:pt x="371856" y="1008888"/>
                  </a:lnTo>
                  <a:lnTo>
                    <a:pt x="365760" y="1008888"/>
                  </a:lnTo>
                  <a:lnTo>
                    <a:pt x="362712" y="1011936"/>
                  </a:lnTo>
                  <a:lnTo>
                    <a:pt x="362712" y="1053084"/>
                  </a:lnTo>
                  <a:lnTo>
                    <a:pt x="365760" y="1054608"/>
                  </a:lnTo>
                  <a:lnTo>
                    <a:pt x="371856" y="1054608"/>
                  </a:lnTo>
                  <a:lnTo>
                    <a:pt x="373380" y="1053084"/>
                  </a:lnTo>
                  <a:lnTo>
                    <a:pt x="373380" y="1011936"/>
                  </a:lnTo>
                  <a:close/>
                </a:path>
                <a:path w="916304" h="4819015">
                  <a:moveTo>
                    <a:pt x="373380" y="943356"/>
                  </a:moveTo>
                  <a:lnTo>
                    <a:pt x="371856" y="940308"/>
                  </a:lnTo>
                  <a:lnTo>
                    <a:pt x="365760" y="940308"/>
                  </a:lnTo>
                  <a:lnTo>
                    <a:pt x="362712" y="943356"/>
                  </a:lnTo>
                  <a:lnTo>
                    <a:pt x="362712" y="982980"/>
                  </a:lnTo>
                  <a:lnTo>
                    <a:pt x="365760" y="986028"/>
                  </a:lnTo>
                  <a:lnTo>
                    <a:pt x="371856" y="986028"/>
                  </a:lnTo>
                  <a:lnTo>
                    <a:pt x="373380" y="982980"/>
                  </a:lnTo>
                  <a:lnTo>
                    <a:pt x="373380" y="943356"/>
                  </a:lnTo>
                  <a:close/>
                </a:path>
                <a:path w="916304" h="4819015">
                  <a:moveTo>
                    <a:pt x="373380" y="873252"/>
                  </a:moveTo>
                  <a:lnTo>
                    <a:pt x="371856" y="871728"/>
                  </a:lnTo>
                  <a:lnTo>
                    <a:pt x="365760" y="871728"/>
                  </a:lnTo>
                  <a:lnTo>
                    <a:pt x="362712" y="873252"/>
                  </a:lnTo>
                  <a:lnTo>
                    <a:pt x="362712" y="914400"/>
                  </a:lnTo>
                  <a:lnTo>
                    <a:pt x="365760" y="917448"/>
                  </a:lnTo>
                  <a:lnTo>
                    <a:pt x="371856" y="917448"/>
                  </a:lnTo>
                  <a:lnTo>
                    <a:pt x="373380" y="914400"/>
                  </a:lnTo>
                  <a:lnTo>
                    <a:pt x="373380" y="873252"/>
                  </a:lnTo>
                  <a:close/>
                </a:path>
                <a:path w="916304" h="4819015">
                  <a:moveTo>
                    <a:pt x="373380" y="804672"/>
                  </a:moveTo>
                  <a:lnTo>
                    <a:pt x="371856" y="801624"/>
                  </a:lnTo>
                  <a:lnTo>
                    <a:pt x="365760" y="801624"/>
                  </a:lnTo>
                  <a:lnTo>
                    <a:pt x="362712" y="804672"/>
                  </a:lnTo>
                  <a:lnTo>
                    <a:pt x="362712" y="845820"/>
                  </a:lnTo>
                  <a:lnTo>
                    <a:pt x="365760" y="848868"/>
                  </a:lnTo>
                  <a:lnTo>
                    <a:pt x="371856" y="848868"/>
                  </a:lnTo>
                  <a:lnTo>
                    <a:pt x="373380" y="845820"/>
                  </a:lnTo>
                  <a:lnTo>
                    <a:pt x="373380" y="804672"/>
                  </a:lnTo>
                  <a:close/>
                </a:path>
                <a:path w="916304" h="4819015">
                  <a:moveTo>
                    <a:pt x="373380" y="736092"/>
                  </a:moveTo>
                  <a:lnTo>
                    <a:pt x="371856" y="733044"/>
                  </a:lnTo>
                  <a:lnTo>
                    <a:pt x="365760" y="733044"/>
                  </a:lnTo>
                  <a:lnTo>
                    <a:pt x="362712" y="736092"/>
                  </a:lnTo>
                  <a:lnTo>
                    <a:pt x="362712" y="777240"/>
                  </a:lnTo>
                  <a:lnTo>
                    <a:pt x="365760" y="778764"/>
                  </a:lnTo>
                  <a:lnTo>
                    <a:pt x="371856" y="778764"/>
                  </a:lnTo>
                  <a:lnTo>
                    <a:pt x="373380" y="777240"/>
                  </a:lnTo>
                  <a:lnTo>
                    <a:pt x="373380" y="736092"/>
                  </a:lnTo>
                  <a:close/>
                </a:path>
                <a:path w="916304" h="4819015">
                  <a:moveTo>
                    <a:pt x="373380" y="667512"/>
                  </a:moveTo>
                  <a:lnTo>
                    <a:pt x="371856" y="664464"/>
                  </a:lnTo>
                  <a:lnTo>
                    <a:pt x="365760" y="664464"/>
                  </a:lnTo>
                  <a:lnTo>
                    <a:pt x="362712" y="667512"/>
                  </a:lnTo>
                  <a:lnTo>
                    <a:pt x="362712" y="707136"/>
                  </a:lnTo>
                  <a:lnTo>
                    <a:pt x="365760" y="710184"/>
                  </a:lnTo>
                  <a:lnTo>
                    <a:pt x="371856" y="710184"/>
                  </a:lnTo>
                  <a:lnTo>
                    <a:pt x="373380" y="707136"/>
                  </a:lnTo>
                  <a:lnTo>
                    <a:pt x="373380" y="667512"/>
                  </a:lnTo>
                  <a:close/>
                </a:path>
                <a:path w="916304" h="4819015">
                  <a:moveTo>
                    <a:pt x="373380" y="597408"/>
                  </a:moveTo>
                  <a:lnTo>
                    <a:pt x="371856" y="595884"/>
                  </a:lnTo>
                  <a:lnTo>
                    <a:pt x="365760" y="595884"/>
                  </a:lnTo>
                  <a:lnTo>
                    <a:pt x="362712" y="597408"/>
                  </a:lnTo>
                  <a:lnTo>
                    <a:pt x="362712" y="638556"/>
                  </a:lnTo>
                  <a:lnTo>
                    <a:pt x="365760" y="641604"/>
                  </a:lnTo>
                  <a:lnTo>
                    <a:pt x="371856" y="641604"/>
                  </a:lnTo>
                  <a:lnTo>
                    <a:pt x="373380" y="638556"/>
                  </a:lnTo>
                  <a:lnTo>
                    <a:pt x="373380" y="597408"/>
                  </a:lnTo>
                  <a:close/>
                </a:path>
                <a:path w="916304" h="4819015">
                  <a:moveTo>
                    <a:pt x="373380" y="528828"/>
                  </a:moveTo>
                  <a:lnTo>
                    <a:pt x="371856" y="525780"/>
                  </a:lnTo>
                  <a:lnTo>
                    <a:pt x="365760" y="525780"/>
                  </a:lnTo>
                  <a:lnTo>
                    <a:pt x="362712" y="528828"/>
                  </a:lnTo>
                  <a:lnTo>
                    <a:pt x="362712" y="569976"/>
                  </a:lnTo>
                  <a:lnTo>
                    <a:pt x="365760" y="573024"/>
                  </a:lnTo>
                  <a:lnTo>
                    <a:pt x="371856" y="573024"/>
                  </a:lnTo>
                  <a:lnTo>
                    <a:pt x="373380" y="569976"/>
                  </a:lnTo>
                  <a:lnTo>
                    <a:pt x="373380" y="528828"/>
                  </a:lnTo>
                  <a:close/>
                </a:path>
                <a:path w="916304" h="4819015">
                  <a:moveTo>
                    <a:pt x="373380" y="460248"/>
                  </a:moveTo>
                  <a:lnTo>
                    <a:pt x="371856" y="457200"/>
                  </a:lnTo>
                  <a:lnTo>
                    <a:pt x="365760" y="457200"/>
                  </a:lnTo>
                  <a:lnTo>
                    <a:pt x="362712" y="460248"/>
                  </a:lnTo>
                  <a:lnTo>
                    <a:pt x="362712" y="501396"/>
                  </a:lnTo>
                  <a:lnTo>
                    <a:pt x="365760" y="502920"/>
                  </a:lnTo>
                  <a:lnTo>
                    <a:pt x="371856" y="502920"/>
                  </a:lnTo>
                  <a:lnTo>
                    <a:pt x="373380" y="501396"/>
                  </a:lnTo>
                  <a:lnTo>
                    <a:pt x="373380" y="460248"/>
                  </a:lnTo>
                  <a:close/>
                </a:path>
                <a:path w="916304" h="4819015">
                  <a:moveTo>
                    <a:pt x="373380" y="391668"/>
                  </a:moveTo>
                  <a:lnTo>
                    <a:pt x="371856" y="388620"/>
                  </a:lnTo>
                  <a:lnTo>
                    <a:pt x="365760" y="388620"/>
                  </a:lnTo>
                  <a:lnTo>
                    <a:pt x="362712" y="391668"/>
                  </a:lnTo>
                  <a:lnTo>
                    <a:pt x="362712" y="431292"/>
                  </a:lnTo>
                  <a:lnTo>
                    <a:pt x="365760" y="434340"/>
                  </a:lnTo>
                  <a:lnTo>
                    <a:pt x="371856" y="434340"/>
                  </a:lnTo>
                  <a:lnTo>
                    <a:pt x="373380" y="431292"/>
                  </a:lnTo>
                  <a:lnTo>
                    <a:pt x="373380" y="391668"/>
                  </a:lnTo>
                  <a:close/>
                </a:path>
                <a:path w="916304" h="4819015">
                  <a:moveTo>
                    <a:pt x="373380" y="321564"/>
                  </a:moveTo>
                  <a:lnTo>
                    <a:pt x="371856" y="320040"/>
                  </a:lnTo>
                  <a:lnTo>
                    <a:pt x="365760" y="320040"/>
                  </a:lnTo>
                  <a:lnTo>
                    <a:pt x="362712" y="321564"/>
                  </a:lnTo>
                  <a:lnTo>
                    <a:pt x="362712" y="362712"/>
                  </a:lnTo>
                  <a:lnTo>
                    <a:pt x="365760" y="365760"/>
                  </a:lnTo>
                  <a:lnTo>
                    <a:pt x="371856" y="365760"/>
                  </a:lnTo>
                  <a:lnTo>
                    <a:pt x="373380" y="362712"/>
                  </a:lnTo>
                  <a:lnTo>
                    <a:pt x="373380" y="321564"/>
                  </a:lnTo>
                  <a:close/>
                </a:path>
                <a:path w="916304" h="4819015">
                  <a:moveTo>
                    <a:pt x="373380" y="252984"/>
                  </a:moveTo>
                  <a:lnTo>
                    <a:pt x="371856" y="249936"/>
                  </a:lnTo>
                  <a:lnTo>
                    <a:pt x="365760" y="249936"/>
                  </a:lnTo>
                  <a:lnTo>
                    <a:pt x="362712" y="252984"/>
                  </a:lnTo>
                  <a:lnTo>
                    <a:pt x="362712" y="294132"/>
                  </a:lnTo>
                  <a:lnTo>
                    <a:pt x="365760" y="297180"/>
                  </a:lnTo>
                  <a:lnTo>
                    <a:pt x="371856" y="297180"/>
                  </a:lnTo>
                  <a:lnTo>
                    <a:pt x="373380" y="294132"/>
                  </a:lnTo>
                  <a:lnTo>
                    <a:pt x="373380" y="252984"/>
                  </a:lnTo>
                  <a:close/>
                </a:path>
                <a:path w="916304" h="4819015">
                  <a:moveTo>
                    <a:pt x="373380" y="184404"/>
                  </a:moveTo>
                  <a:lnTo>
                    <a:pt x="371856" y="181356"/>
                  </a:lnTo>
                  <a:lnTo>
                    <a:pt x="365760" y="181356"/>
                  </a:lnTo>
                  <a:lnTo>
                    <a:pt x="362712" y="184404"/>
                  </a:lnTo>
                  <a:lnTo>
                    <a:pt x="362712" y="225552"/>
                  </a:lnTo>
                  <a:lnTo>
                    <a:pt x="365760" y="227076"/>
                  </a:lnTo>
                  <a:lnTo>
                    <a:pt x="371856" y="227076"/>
                  </a:lnTo>
                  <a:lnTo>
                    <a:pt x="373380" y="225552"/>
                  </a:lnTo>
                  <a:lnTo>
                    <a:pt x="373380" y="184404"/>
                  </a:lnTo>
                  <a:close/>
                </a:path>
                <a:path w="916304" h="4819015">
                  <a:moveTo>
                    <a:pt x="373380" y="115824"/>
                  </a:moveTo>
                  <a:lnTo>
                    <a:pt x="371856" y="112776"/>
                  </a:lnTo>
                  <a:lnTo>
                    <a:pt x="365760" y="112776"/>
                  </a:lnTo>
                  <a:lnTo>
                    <a:pt x="362712" y="115824"/>
                  </a:lnTo>
                  <a:lnTo>
                    <a:pt x="362712" y="155448"/>
                  </a:lnTo>
                  <a:lnTo>
                    <a:pt x="365760" y="158496"/>
                  </a:lnTo>
                  <a:lnTo>
                    <a:pt x="371856" y="158496"/>
                  </a:lnTo>
                  <a:lnTo>
                    <a:pt x="373380" y="155448"/>
                  </a:lnTo>
                  <a:lnTo>
                    <a:pt x="373380" y="115824"/>
                  </a:lnTo>
                  <a:close/>
                </a:path>
                <a:path w="916304" h="4819015">
                  <a:moveTo>
                    <a:pt x="556260" y="4389120"/>
                  </a:moveTo>
                  <a:lnTo>
                    <a:pt x="553212" y="4387596"/>
                  </a:lnTo>
                  <a:lnTo>
                    <a:pt x="547116" y="4387596"/>
                  </a:lnTo>
                  <a:lnTo>
                    <a:pt x="544068" y="4389120"/>
                  </a:lnTo>
                  <a:lnTo>
                    <a:pt x="544068" y="4408932"/>
                  </a:lnTo>
                  <a:lnTo>
                    <a:pt x="547116" y="4411980"/>
                  </a:lnTo>
                  <a:lnTo>
                    <a:pt x="553212" y="4411980"/>
                  </a:lnTo>
                  <a:lnTo>
                    <a:pt x="556260" y="4408932"/>
                  </a:lnTo>
                  <a:lnTo>
                    <a:pt x="556260" y="4389120"/>
                  </a:lnTo>
                  <a:close/>
                </a:path>
                <a:path w="916304" h="4819015">
                  <a:moveTo>
                    <a:pt x="556260" y="4320540"/>
                  </a:moveTo>
                  <a:lnTo>
                    <a:pt x="553212" y="4317492"/>
                  </a:lnTo>
                  <a:lnTo>
                    <a:pt x="547116" y="4317492"/>
                  </a:lnTo>
                  <a:lnTo>
                    <a:pt x="544068" y="4320540"/>
                  </a:lnTo>
                  <a:lnTo>
                    <a:pt x="544068" y="4361688"/>
                  </a:lnTo>
                  <a:lnTo>
                    <a:pt x="547116" y="4364736"/>
                  </a:lnTo>
                  <a:lnTo>
                    <a:pt x="553212" y="4364736"/>
                  </a:lnTo>
                  <a:lnTo>
                    <a:pt x="556260" y="4361688"/>
                  </a:lnTo>
                  <a:lnTo>
                    <a:pt x="556260" y="4320540"/>
                  </a:lnTo>
                  <a:close/>
                </a:path>
                <a:path w="916304" h="4819015">
                  <a:moveTo>
                    <a:pt x="556260" y="4251960"/>
                  </a:moveTo>
                  <a:lnTo>
                    <a:pt x="553212" y="4248912"/>
                  </a:lnTo>
                  <a:lnTo>
                    <a:pt x="547116" y="4248912"/>
                  </a:lnTo>
                  <a:lnTo>
                    <a:pt x="544068" y="4251960"/>
                  </a:lnTo>
                  <a:lnTo>
                    <a:pt x="544068" y="4293108"/>
                  </a:lnTo>
                  <a:lnTo>
                    <a:pt x="547116" y="4294632"/>
                  </a:lnTo>
                  <a:lnTo>
                    <a:pt x="553212" y="4294632"/>
                  </a:lnTo>
                  <a:lnTo>
                    <a:pt x="556260" y="4293108"/>
                  </a:lnTo>
                  <a:lnTo>
                    <a:pt x="556260" y="4251960"/>
                  </a:lnTo>
                  <a:close/>
                </a:path>
                <a:path w="916304" h="4819015">
                  <a:moveTo>
                    <a:pt x="556260" y="4183380"/>
                  </a:moveTo>
                  <a:lnTo>
                    <a:pt x="553212" y="4180332"/>
                  </a:lnTo>
                  <a:lnTo>
                    <a:pt x="547116" y="4180332"/>
                  </a:lnTo>
                  <a:lnTo>
                    <a:pt x="544068" y="4183380"/>
                  </a:lnTo>
                  <a:lnTo>
                    <a:pt x="544068" y="4223004"/>
                  </a:lnTo>
                  <a:lnTo>
                    <a:pt x="547116" y="4226052"/>
                  </a:lnTo>
                  <a:lnTo>
                    <a:pt x="553212" y="4226052"/>
                  </a:lnTo>
                  <a:lnTo>
                    <a:pt x="556260" y="4223004"/>
                  </a:lnTo>
                  <a:lnTo>
                    <a:pt x="556260" y="4183380"/>
                  </a:lnTo>
                  <a:close/>
                </a:path>
                <a:path w="916304" h="4819015">
                  <a:moveTo>
                    <a:pt x="556260" y="4113276"/>
                  </a:moveTo>
                  <a:lnTo>
                    <a:pt x="553212" y="4111752"/>
                  </a:lnTo>
                  <a:lnTo>
                    <a:pt x="547116" y="4111752"/>
                  </a:lnTo>
                  <a:lnTo>
                    <a:pt x="544068" y="4113276"/>
                  </a:lnTo>
                  <a:lnTo>
                    <a:pt x="544068" y="4154424"/>
                  </a:lnTo>
                  <a:lnTo>
                    <a:pt x="547116" y="4157472"/>
                  </a:lnTo>
                  <a:lnTo>
                    <a:pt x="553212" y="4157472"/>
                  </a:lnTo>
                  <a:lnTo>
                    <a:pt x="556260" y="4154424"/>
                  </a:lnTo>
                  <a:lnTo>
                    <a:pt x="556260" y="4113276"/>
                  </a:lnTo>
                  <a:close/>
                </a:path>
                <a:path w="916304" h="4819015">
                  <a:moveTo>
                    <a:pt x="556260" y="4044696"/>
                  </a:moveTo>
                  <a:lnTo>
                    <a:pt x="553212" y="4041648"/>
                  </a:lnTo>
                  <a:lnTo>
                    <a:pt x="547116" y="4041648"/>
                  </a:lnTo>
                  <a:lnTo>
                    <a:pt x="544068" y="4044696"/>
                  </a:lnTo>
                  <a:lnTo>
                    <a:pt x="544068" y="4085844"/>
                  </a:lnTo>
                  <a:lnTo>
                    <a:pt x="547116" y="4088892"/>
                  </a:lnTo>
                  <a:lnTo>
                    <a:pt x="553212" y="4088892"/>
                  </a:lnTo>
                  <a:lnTo>
                    <a:pt x="556260" y="4085844"/>
                  </a:lnTo>
                  <a:lnTo>
                    <a:pt x="556260" y="4044696"/>
                  </a:lnTo>
                  <a:close/>
                </a:path>
                <a:path w="916304" h="4819015">
                  <a:moveTo>
                    <a:pt x="556260" y="3976116"/>
                  </a:moveTo>
                  <a:lnTo>
                    <a:pt x="553212" y="3973068"/>
                  </a:lnTo>
                  <a:lnTo>
                    <a:pt x="547116" y="3973068"/>
                  </a:lnTo>
                  <a:lnTo>
                    <a:pt x="544068" y="3976116"/>
                  </a:lnTo>
                  <a:lnTo>
                    <a:pt x="544068" y="4017264"/>
                  </a:lnTo>
                  <a:lnTo>
                    <a:pt x="547116" y="4018788"/>
                  </a:lnTo>
                  <a:lnTo>
                    <a:pt x="553212" y="4018788"/>
                  </a:lnTo>
                  <a:lnTo>
                    <a:pt x="556260" y="4017264"/>
                  </a:lnTo>
                  <a:lnTo>
                    <a:pt x="556260" y="3976116"/>
                  </a:lnTo>
                  <a:close/>
                </a:path>
                <a:path w="916304" h="4819015">
                  <a:moveTo>
                    <a:pt x="556260" y="3907536"/>
                  </a:moveTo>
                  <a:lnTo>
                    <a:pt x="553212" y="3904488"/>
                  </a:lnTo>
                  <a:lnTo>
                    <a:pt x="547116" y="3904488"/>
                  </a:lnTo>
                  <a:lnTo>
                    <a:pt x="544068" y="3907536"/>
                  </a:lnTo>
                  <a:lnTo>
                    <a:pt x="544068" y="3947160"/>
                  </a:lnTo>
                  <a:lnTo>
                    <a:pt x="547116" y="3950208"/>
                  </a:lnTo>
                  <a:lnTo>
                    <a:pt x="553212" y="3950208"/>
                  </a:lnTo>
                  <a:lnTo>
                    <a:pt x="556260" y="3947160"/>
                  </a:lnTo>
                  <a:lnTo>
                    <a:pt x="556260" y="3907536"/>
                  </a:lnTo>
                  <a:close/>
                </a:path>
                <a:path w="916304" h="4819015">
                  <a:moveTo>
                    <a:pt x="556260" y="3837444"/>
                  </a:moveTo>
                  <a:lnTo>
                    <a:pt x="553212" y="3835908"/>
                  </a:lnTo>
                  <a:lnTo>
                    <a:pt x="547116" y="3835908"/>
                  </a:lnTo>
                  <a:lnTo>
                    <a:pt x="544068" y="3837444"/>
                  </a:lnTo>
                  <a:lnTo>
                    <a:pt x="544068" y="3878580"/>
                  </a:lnTo>
                  <a:lnTo>
                    <a:pt x="547116" y="3881628"/>
                  </a:lnTo>
                  <a:lnTo>
                    <a:pt x="553212" y="3881628"/>
                  </a:lnTo>
                  <a:lnTo>
                    <a:pt x="556260" y="3878580"/>
                  </a:lnTo>
                  <a:lnTo>
                    <a:pt x="556260" y="3837444"/>
                  </a:lnTo>
                  <a:close/>
                </a:path>
                <a:path w="916304" h="4819015">
                  <a:moveTo>
                    <a:pt x="556260" y="3768852"/>
                  </a:moveTo>
                  <a:lnTo>
                    <a:pt x="553212" y="3765804"/>
                  </a:lnTo>
                  <a:lnTo>
                    <a:pt x="547116" y="3765804"/>
                  </a:lnTo>
                  <a:lnTo>
                    <a:pt x="544068" y="3768852"/>
                  </a:lnTo>
                  <a:lnTo>
                    <a:pt x="544068" y="3810000"/>
                  </a:lnTo>
                  <a:lnTo>
                    <a:pt x="547116" y="3813048"/>
                  </a:lnTo>
                  <a:lnTo>
                    <a:pt x="553212" y="3813048"/>
                  </a:lnTo>
                  <a:lnTo>
                    <a:pt x="556260" y="3810000"/>
                  </a:lnTo>
                  <a:lnTo>
                    <a:pt x="556260" y="3768852"/>
                  </a:lnTo>
                  <a:close/>
                </a:path>
                <a:path w="916304" h="4819015">
                  <a:moveTo>
                    <a:pt x="556260" y="3700272"/>
                  </a:moveTo>
                  <a:lnTo>
                    <a:pt x="553212" y="3697224"/>
                  </a:lnTo>
                  <a:lnTo>
                    <a:pt x="547116" y="3697224"/>
                  </a:lnTo>
                  <a:lnTo>
                    <a:pt x="544068" y="3700272"/>
                  </a:lnTo>
                  <a:lnTo>
                    <a:pt x="544068" y="3741420"/>
                  </a:lnTo>
                  <a:lnTo>
                    <a:pt x="547116" y="3742944"/>
                  </a:lnTo>
                  <a:lnTo>
                    <a:pt x="553212" y="3742944"/>
                  </a:lnTo>
                  <a:lnTo>
                    <a:pt x="556260" y="3741420"/>
                  </a:lnTo>
                  <a:lnTo>
                    <a:pt x="556260" y="3700272"/>
                  </a:lnTo>
                  <a:close/>
                </a:path>
                <a:path w="916304" h="4819015">
                  <a:moveTo>
                    <a:pt x="556260" y="3631692"/>
                  </a:moveTo>
                  <a:lnTo>
                    <a:pt x="553212" y="3628644"/>
                  </a:lnTo>
                  <a:lnTo>
                    <a:pt x="547116" y="3628644"/>
                  </a:lnTo>
                  <a:lnTo>
                    <a:pt x="544068" y="3631692"/>
                  </a:lnTo>
                  <a:lnTo>
                    <a:pt x="544068" y="3671316"/>
                  </a:lnTo>
                  <a:lnTo>
                    <a:pt x="547116" y="3674364"/>
                  </a:lnTo>
                  <a:lnTo>
                    <a:pt x="553212" y="3674364"/>
                  </a:lnTo>
                  <a:lnTo>
                    <a:pt x="556260" y="3671316"/>
                  </a:lnTo>
                  <a:lnTo>
                    <a:pt x="556260" y="3631692"/>
                  </a:lnTo>
                  <a:close/>
                </a:path>
                <a:path w="916304" h="4819015">
                  <a:moveTo>
                    <a:pt x="556260" y="3561588"/>
                  </a:moveTo>
                  <a:lnTo>
                    <a:pt x="553212" y="3560064"/>
                  </a:lnTo>
                  <a:lnTo>
                    <a:pt x="547116" y="3560064"/>
                  </a:lnTo>
                  <a:lnTo>
                    <a:pt x="544068" y="3561588"/>
                  </a:lnTo>
                  <a:lnTo>
                    <a:pt x="544068" y="3602736"/>
                  </a:lnTo>
                  <a:lnTo>
                    <a:pt x="547116" y="3605784"/>
                  </a:lnTo>
                  <a:lnTo>
                    <a:pt x="553212" y="3605784"/>
                  </a:lnTo>
                  <a:lnTo>
                    <a:pt x="556260" y="3602736"/>
                  </a:lnTo>
                  <a:lnTo>
                    <a:pt x="556260" y="3561588"/>
                  </a:lnTo>
                  <a:close/>
                </a:path>
                <a:path w="916304" h="4819015">
                  <a:moveTo>
                    <a:pt x="556260" y="3493008"/>
                  </a:moveTo>
                  <a:lnTo>
                    <a:pt x="553212" y="3491484"/>
                  </a:lnTo>
                  <a:lnTo>
                    <a:pt x="547116" y="3491484"/>
                  </a:lnTo>
                  <a:lnTo>
                    <a:pt x="544068" y="3493008"/>
                  </a:lnTo>
                  <a:lnTo>
                    <a:pt x="544068" y="3534156"/>
                  </a:lnTo>
                  <a:lnTo>
                    <a:pt x="547116" y="3537204"/>
                  </a:lnTo>
                  <a:lnTo>
                    <a:pt x="553212" y="3537204"/>
                  </a:lnTo>
                  <a:lnTo>
                    <a:pt x="556260" y="3534156"/>
                  </a:lnTo>
                  <a:lnTo>
                    <a:pt x="556260" y="3493008"/>
                  </a:lnTo>
                  <a:close/>
                </a:path>
                <a:path w="916304" h="4819015">
                  <a:moveTo>
                    <a:pt x="556260" y="3424428"/>
                  </a:moveTo>
                  <a:lnTo>
                    <a:pt x="553212" y="3421380"/>
                  </a:lnTo>
                  <a:lnTo>
                    <a:pt x="547116" y="3421380"/>
                  </a:lnTo>
                  <a:lnTo>
                    <a:pt x="544068" y="3424428"/>
                  </a:lnTo>
                  <a:lnTo>
                    <a:pt x="544068" y="3465576"/>
                  </a:lnTo>
                  <a:lnTo>
                    <a:pt x="547116" y="3467100"/>
                  </a:lnTo>
                  <a:lnTo>
                    <a:pt x="553212" y="3467100"/>
                  </a:lnTo>
                  <a:lnTo>
                    <a:pt x="556260" y="3465576"/>
                  </a:lnTo>
                  <a:lnTo>
                    <a:pt x="556260" y="3424428"/>
                  </a:lnTo>
                  <a:close/>
                </a:path>
                <a:path w="916304" h="4819015">
                  <a:moveTo>
                    <a:pt x="556260" y="3355848"/>
                  </a:moveTo>
                  <a:lnTo>
                    <a:pt x="553212" y="3352800"/>
                  </a:lnTo>
                  <a:lnTo>
                    <a:pt x="547116" y="3352800"/>
                  </a:lnTo>
                  <a:lnTo>
                    <a:pt x="544068" y="3355848"/>
                  </a:lnTo>
                  <a:lnTo>
                    <a:pt x="544068" y="3396996"/>
                  </a:lnTo>
                  <a:lnTo>
                    <a:pt x="547116" y="3398520"/>
                  </a:lnTo>
                  <a:lnTo>
                    <a:pt x="553212" y="3398520"/>
                  </a:lnTo>
                  <a:lnTo>
                    <a:pt x="556260" y="3396996"/>
                  </a:lnTo>
                  <a:lnTo>
                    <a:pt x="556260" y="3355848"/>
                  </a:lnTo>
                  <a:close/>
                </a:path>
                <a:path w="916304" h="4819015">
                  <a:moveTo>
                    <a:pt x="556260" y="3287268"/>
                  </a:moveTo>
                  <a:lnTo>
                    <a:pt x="553212" y="3284220"/>
                  </a:lnTo>
                  <a:lnTo>
                    <a:pt x="547116" y="3284220"/>
                  </a:lnTo>
                  <a:lnTo>
                    <a:pt x="544068" y="3287268"/>
                  </a:lnTo>
                  <a:lnTo>
                    <a:pt x="544068" y="3326892"/>
                  </a:lnTo>
                  <a:lnTo>
                    <a:pt x="547116" y="3329940"/>
                  </a:lnTo>
                  <a:lnTo>
                    <a:pt x="553212" y="3329940"/>
                  </a:lnTo>
                  <a:lnTo>
                    <a:pt x="556260" y="3326892"/>
                  </a:lnTo>
                  <a:lnTo>
                    <a:pt x="556260" y="3287268"/>
                  </a:lnTo>
                  <a:close/>
                </a:path>
                <a:path w="916304" h="4819015">
                  <a:moveTo>
                    <a:pt x="556260" y="3217164"/>
                  </a:moveTo>
                  <a:lnTo>
                    <a:pt x="553212" y="3215640"/>
                  </a:lnTo>
                  <a:lnTo>
                    <a:pt x="547116" y="3215640"/>
                  </a:lnTo>
                  <a:lnTo>
                    <a:pt x="544068" y="3217164"/>
                  </a:lnTo>
                  <a:lnTo>
                    <a:pt x="544068" y="3258312"/>
                  </a:lnTo>
                  <a:lnTo>
                    <a:pt x="547116" y="3261360"/>
                  </a:lnTo>
                  <a:lnTo>
                    <a:pt x="553212" y="3261360"/>
                  </a:lnTo>
                  <a:lnTo>
                    <a:pt x="556260" y="3258312"/>
                  </a:lnTo>
                  <a:lnTo>
                    <a:pt x="556260" y="3217164"/>
                  </a:lnTo>
                  <a:close/>
                </a:path>
                <a:path w="916304" h="4819015">
                  <a:moveTo>
                    <a:pt x="556260" y="3148584"/>
                  </a:moveTo>
                  <a:lnTo>
                    <a:pt x="553212" y="3145536"/>
                  </a:lnTo>
                  <a:lnTo>
                    <a:pt x="547116" y="3145536"/>
                  </a:lnTo>
                  <a:lnTo>
                    <a:pt x="544068" y="3148584"/>
                  </a:lnTo>
                  <a:lnTo>
                    <a:pt x="544068" y="3189732"/>
                  </a:lnTo>
                  <a:lnTo>
                    <a:pt x="547116" y="3192780"/>
                  </a:lnTo>
                  <a:lnTo>
                    <a:pt x="553212" y="3192780"/>
                  </a:lnTo>
                  <a:lnTo>
                    <a:pt x="556260" y="3189732"/>
                  </a:lnTo>
                  <a:lnTo>
                    <a:pt x="556260" y="3148584"/>
                  </a:lnTo>
                  <a:close/>
                </a:path>
                <a:path w="916304" h="4819015">
                  <a:moveTo>
                    <a:pt x="556260" y="3080004"/>
                  </a:moveTo>
                  <a:lnTo>
                    <a:pt x="553212" y="3076956"/>
                  </a:lnTo>
                  <a:lnTo>
                    <a:pt x="547116" y="3076956"/>
                  </a:lnTo>
                  <a:lnTo>
                    <a:pt x="544068" y="3080004"/>
                  </a:lnTo>
                  <a:lnTo>
                    <a:pt x="544068" y="3121152"/>
                  </a:lnTo>
                  <a:lnTo>
                    <a:pt x="547116" y="3122676"/>
                  </a:lnTo>
                  <a:lnTo>
                    <a:pt x="553212" y="3122676"/>
                  </a:lnTo>
                  <a:lnTo>
                    <a:pt x="556260" y="3121152"/>
                  </a:lnTo>
                  <a:lnTo>
                    <a:pt x="556260" y="3080004"/>
                  </a:lnTo>
                  <a:close/>
                </a:path>
                <a:path w="916304" h="4819015">
                  <a:moveTo>
                    <a:pt x="556260" y="3011424"/>
                  </a:moveTo>
                  <a:lnTo>
                    <a:pt x="553212" y="3008376"/>
                  </a:lnTo>
                  <a:lnTo>
                    <a:pt x="547116" y="3008376"/>
                  </a:lnTo>
                  <a:lnTo>
                    <a:pt x="544068" y="3011424"/>
                  </a:lnTo>
                  <a:lnTo>
                    <a:pt x="544068" y="3051048"/>
                  </a:lnTo>
                  <a:lnTo>
                    <a:pt x="547116" y="3054096"/>
                  </a:lnTo>
                  <a:lnTo>
                    <a:pt x="553212" y="3054096"/>
                  </a:lnTo>
                  <a:lnTo>
                    <a:pt x="556260" y="3051048"/>
                  </a:lnTo>
                  <a:lnTo>
                    <a:pt x="556260" y="3011424"/>
                  </a:lnTo>
                  <a:close/>
                </a:path>
                <a:path w="916304" h="4819015">
                  <a:moveTo>
                    <a:pt x="556260" y="2941320"/>
                  </a:moveTo>
                  <a:lnTo>
                    <a:pt x="553212" y="2939796"/>
                  </a:lnTo>
                  <a:lnTo>
                    <a:pt x="547116" y="2939796"/>
                  </a:lnTo>
                  <a:lnTo>
                    <a:pt x="544068" y="2941320"/>
                  </a:lnTo>
                  <a:lnTo>
                    <a:pt x="544068" y="2982468"/>
                  </a:lnTo>
                  <a:lnTo>
                    <a:pt x="547116" y="2985516"/>
                  </a:lnTo>
                  <a:lnTo>
                    <a:pt x="553212" y="2985516"/>
                  </a:lnTo>
                  <a:lnTo>
                    <a:pt x="556260" y="2982468"/>
                  </a:lnTo>
                  <a:lnTo>
                    <a:pt x="556260" y="2941320"/>
                  </a:lnTo>
                  <a:close/>
                </a:path>
                <a:path w="916304" h="4819015">
                  <a:moveTo>
                    <a:pt x="556260" y="2872740"/>
                  </a:moveTo>
                  <a:lnTo>
                    <a:pt x="553212" y="2869692"/>
                  </a:lnTo>
                  <a:lnTo>
                    <a:pt x="547116" y="2869692"/>
                  </a:lnTo>
                  <a:lnTo>
                    <a:pt x="544068" y="2872740"/>
                  </a:lnTo>
                  <a:lnTo>
                    <a:pt x="544068" y="2913888"/>
                  </a:lnTo>
                  <a:lnTo>
                    <a:pt x="547116" y="2916936"/>
                  </a:lnTo>
                  <a:lnTo>
                    <a:pt x="553212" y="2916936"/>
                  </a:lnTo>
                  <a:lnTo>
                    <a:pt x="556260" y="2913888"/>
                  </a:lnTo>
                  <a:lnTo>
                    <a:pt x="556260" y="2872740"/>
                  </a:lnTo>
                  <a:close/>
                </a:path>
                <a:path w="916304" h="4819015">
                  <a:moveTo>
                    <a:pt x="556260" y="2804160"/>
                  </a:moveTo>
                  <a:lnTo>
                    <a:pt x="553212" y="2801112"/>
                  </a:lnTo>
                  <a:lnTo>
                    <a:pt x="547116" y="2801112"/>
                  </a:lnTo>
                  <a:lnTo>
                    <a:pt x="544068" y="2804160"/>
                  </a:lnTo>
                  <a:lnTo>
                    <a:pt x="544068" y="2845308"/>
                  </a:lnTo>
                  <a:lnTo>
                    <a:pt x="547116" y="2846832"/>
                  </a:lnTo>
                  <a:lnTo>
                    <a:pt x="553212" y="2846832"/>
                  </a:lnTo>
                  <a:lnTo>
                    <a:pt x="556260" y="2845308"/>
                  </a:lnTo>
                  <a:lnTo>
                    <a:pt x="556260" y="2804160"/>
                  </a:lnTo>
                  <a:close/>
                </a:path>
                <a:path w="916304" h="4819015">
                  <a:moveTo>
                    <a:pt x="556260" y="2735580"/>
                  </a:moveTo>
                  <a:lnTo>
                    <a:pt x="553212" y="2732532"/>
                  </a:lnTo>
                  <a:lnTo>
                    <a:pt x="547116" y="2732532"/>
                  </a:lnTo>
                  <a:lnTo>
                    <a:pt x="544068" y="2735580"/>
                  </a:lnTo>
                  <a:lnTo>
                    <a:pt x="544068" y="2775204"/>
                  </a:lnTo>
                  <a:lnTo>
                    <a:pt x="547116" y="2778252"/>
                  </a:lnTo>
                  <a:lnTo>
                    <a:pt x="553212" y="2778252"/>
                  </a:lnTo>
                  <a:lnTo>
                    <a:pt x="556260" y="2775204"/>
                  </a:lnTo>
                  <a:lnTo>
                    <a:pt x="556260" y="2735580"/>
                  </a:lnTo>
                  <a:close/>
                </a:path>
                <a:path w="916304" h="4819015">
                  <a:moveTo>
                    <a:pt x="556260" y="2665476"/>
                  </a:moveTo>
                  <a:lnTo>
                    <a:pt x="553212" y="2663952"/>
                  </a:lnTo>
                  <a:lnTo>
                    <a:pt x="547116" y="2663952"/>
                  </a:lnTo>
                  <a:lnTo>
                    <a:pt x="544068" y="2665476"/>
                  </a:lnTo>
                  <a:lnTo>
                    <a:pt x="544068" y="2706624"/>
                  </a:lnTo>
                  <a:lnTo>
                    <a:pt x="547116" y="2709672"/>
                  </a:lnTo>
                  <a:lnTo>
                    <a:pt x="553212" y="2709672"/>
                  </a:lnTo>
                  <a:lnTo>
                    <a:pt x="556260" y="2706624"/>
                  </a:lnTo>
                  <a:lnTo>
                    <a:pt x="556260" y="2665476"/>
                  </a:lnTo>
                  <a:close/>
                </a:path>
                <a:path w="916304" h="4819015">
                  <a:moveTo>
                    <a:pt x="556260" y="2596896"/>
                  </a:moveTo>
                  <a:lnTo>
                    <a:pt x="553212" y="2593848"/>
                  </a:lnTo>
                  <a:lnTo>
                    <a:pt x="547116" y="2593848"/>
                  </a:lnTo>
                  <a:lnTo>
                    <a:pt x="544068" y="2596896"/>
                  </a:lnTo>
                  <a:lnTo>
                    <a:pt x="544068" y="2638044"/>
                  </a:lnTo>
                  <a:lnTo>
                    <a:pt x="547116" y="2641092"/>
                  </a:lnTo>
                  <a:lnTo>
                    <a:pt x="553212" y="2641092"/>
                  </a:lnTo>
                  <a:lnTo>
                    <a:pt x="556260" y="2638044"/>
                  </a:lnTo>
                  <a:lnTo>
                    <a:pt x="556260" y="2596896"/>
                  </a:lnTo>
                  <a:close/>
                </a:path>
                <a:path w="916304" h="4819015">
                  <a:moveTo>
                    <a:pt x="556260" y="2528316"/>
                  </a:moveTo>
                  <a:lnTo>
                    <a:pt x="553212" y="2525268"/>
                  </a:lnTo>
                  <a:lnTo>
                    <a:pt x="547116" y="2525268"/>
                  </a:lnTo>
                  <a:lnTo>
                    <a:pt x="544068" y="2528316"/>
                  </a:lnTo>
                  <a:lnTo>
                    <a:pt x="544068" y="2569464"/>
                  </a:lnTo>
                  <a:lnTo>
                    <a:pt x="547116" y="2570988"/>
                  </a:lnTo>
                  <a:lnTo>
                    <a:pt x="553212" y="2570988"/>
                  </a:lnTo>
                  <a:lnTo>
                    <a:pt x="556260" y="2569464"/>
                  </a:lnTo>
                  <a:lnTo>
                    <a:pt x="556260" y="2528316"/>
                  </a:lnTo>
                  <a:close/>
                </a:path>
                <a:path w="916304" h="4819015">
                  <a:moveTo>
                    <a:pt x="556260" y="2459736"/>
                  </a:moveTo>
                  <a:lnTo>
                    <a:pt x="553212" y="2456688"/>
                  </a:lnTo>
                  <a:lnTo>
                    <a:pt x="547116" y="2456688"/>
                  </a:lnTo>
                  <a:lnTo>
                    <a:pt x="544068" y="2459736"/>
                  </a:lnTo>
                  <a:lnTo>
                    <a:pt x="544068" y="2499360"/>
                  </a:lnTo>
                  <a:lnTo>
                    <a:pt x="547116" y="2502408"/>
                  </a:lnTo>
                  <a:lnTo>
                    <a:pt x="553212" y="2502408"/>
                  </a:lnTo>
                  <a:lnTo>
                    <a:pt x="556260" y="2499360"/>
                  </a:lnTo>
                  <a:lnTo>
                    <a:pt x="556260" y="2459736"/>
                  </a:lnTo>
                  <a:close/>
                </a:path>
                <a:path w="916304" h="4819015">
                  <a:moveTo>
                    <a:pt x="556260" y="2389632"/>
                  </a:moveTo>
                  <a:lnTo>
                    <a:pt x="553212" y="2388108"/>
                  </a:lnTo>
                  <a:lnTo>
                    <a:pt x="547116" y="2388108"/>
                  </a:lnTo>
                  <a:lnTo>
                    <a:pt x="544068" y="2389632"/>
                  </a:lnTo>
                  <a:lnTo>
                    <a:pt x="544068" y="2430780"/>
                  </a:lnTo>
                  <a:lnTo>
                    <a:pt x="547116" y="2433828"/>
                  </a:lnTo>
                  <a:lnTo>
                    <a:pt x="553212" y="2433828"/>
                  </a:lnTo>
                  <a:lnTo>
                    <a:pt x="556260" y="2430780"/>
                  </a:lnTo>
                  <a:lnTo>
                    <a:pt x="556260" y="2389632"/>
                  </a:lnTo>
                  <a:close/>
                </a:path>
                <a:path w="916304" h="4819015">
                  <a:moveTo>
                    <a:pt x="556260" y="2321052"/>
                  </a:moveTo>
                  <a:lnTo>
                    <a:pt x="553212" y="2319528"/>
                  </a:lnTo>
                  <a:lnTo>
                    <a:pt x="547116" y="2319528"/>
                  </a:lnTo>
                  <a:lnTo>
                    <a:pt x="544068" y="2321052"/>
                  </a:lnTo>
                  <a:lnTo>
                    <a:pt x="544068" y="2362200"/>
                  </a:lnTo>
                  <a:lnTo>
                    <a:pt x="547116" y="2365248"/>
                  </a:lnTo>
                  <a:lnTo>
                    <a:pt x="553212" y="2365248"/>
                  </a:lnTo>
                  <a:lnTo>
                    <a:pt x="556260" y="2362200"/>
                  </a:lnTo>
                  <a:lnTo>
                    <a:pt x="556260" y="2321052"/>
                  </a:lnTo>
                  <a:close/>
                </a:path>
                <a:path w="916304" h="4819015">
                  <a:moveTo>
                    <a:pt x="556260" y="2252472"/>
                  </a:moveTo>
                  <a:lnTo>
                    <a:pt x="553212" y="2249424"/>
                  </a:lnTo>
                  <a:lnTo>
                    <a:pt x="547116" y="2249424"/>
                  </a:lnTo>
                  <a:lnTo>
                    <a:pt x="544068" y="2252472"/>
                  </a:lnTo>
                  <a:lnTo>
                    <a:pt x="544068" y="2293620"/>
                  </a:lnTo>
                  <a:lnTo>
                    <a:pt x="547116" y="2295144"/>
                  </a:lnTo>
                  <a:lnTo>
                    <a:pt x="553212" y="2295144"/>
                  </a:lnTo>
                  <a:lnTo>
                    <a:pt x="556260" y="2293620"/>
                  </a:lnTo>
                  <a:lnTo>
                    <a:pt x="556260" y="2252472"/>
                  </a:lnTo>
                  <a:close/>
                </a:path>
                <a:path w="916304" h="4819015">
                  <a:moveTo>
                    <a:pt x="556260" y="2183892"/>
                  </a:moveTo>
                  <a:lnTo>
                    <a:pt x="553212" y="2180844"/>
                  </a:lnTo>
                  <a:lnTo>
                    <a:pt x="547116" y="2180844"/>
                  </a:lnTo>
                  <a:lnTo>
                    <a:pt x="544068" y="2183892"/>
                  </a:lnTo>
                  <a:lnTo>
                    <a:pt x="544068" y="2225040"/>
                  </a:lnTo>
                  <a:lnTo>
                    <a:pt x="547116" y="2226564"/>
                  </a:lnTo>
                  <a:lnTo>
                    <a:pt x="553212" y="2226564"/>
                  </a:lnTo>
                  <a:lnTo>
                    <a:pt x="556260" y="2225040"/>
                  </a:lnTo>
                  <a:lnTo>
                    <a:pt x="556260" y="2183892"/>
                  </a:lnTo>
                  <a:close/>
                </a:path>
                <a:path w="916304" h="4819015">
                  <a:moveTo>
                    <a:pt x="556260" y="2115312"/>
                  </a:moveTo>
                  <a:lnTo>
                    <a:pt x="553212" y="2112264"/>
                  </a:lnTo>
                  <a:lnTo>
                    <a:pt x="547116" y="2112264"/>
                  </a:lnTo>
                  <a:lnTo>
                    <a:pt x="544068" y="2115312"/>
                  </a:lnTo>
                  <a:lnTo>
                    <a:pt x="544068" y="2154948"/>
                  </a:lnTo>
                  <a:lnTo>
                    <a:pt x="547116" y="2157984"/>
                  </a:lnTo>
                  <a:lnTo>
                    <a:pt x="553212" y="2157984"/>
                  </a:lnTo>
                  <a:lnTo>
                    <a:pt x="556260" y="2154948"/>
                  </a:lnTo>
                  <a:lnTo>
                    <a:pt x="556260" y="2115312"/>
                  </a:lnTo>
                  <a:close/>
                </a:path>
                <a:path w="916304" h="4819015">
                  <a:moveTo>
                    <a:pt x="556260" y="2045208"/>
                  </a:moveTo>
                  <a:lnTo>
                    <a:pt x="553212" y="2043684"/>
                  </a:lnTo>
                  <a:lnTo>
                    <a:pt x="547116" y="2043684"/>
                  </a:lnTo>
                  <a:lnTo>
                    <a:pt x="544068" y="2045208"/>
                  </a:lnTo>
                  <a:lnTo>
                    <a:pt x="544068" y="2086356"/>
                  </a:lnTo>
                  <a:lnTo>
                    <a:pt x="547116" y="2089404"/>
                  </a:lnTo>
                  <a:lnTo>
                    <a:pt x="553212" y="2089404"/>
                  </a:lnTo>
                  <a:lnTo>
                    <a:pt x="556260" y="2086356"/>
                  </a:lnTo>
                  <a:lnTo>
                    <a:pt x="556260" y="2045208"/>
                  </a:lnTo>
                  <a:close/>
                </a:path>
                <a:path w="916304" h="4819015">
                  <a:moveTo>
                    <a:pt x="556260" y="1976628"/>
                  </a:moveTo>
                  <a:lnTo>
                    <a:pt x="553212" y="1973580"/>
                  </a:lnTo>
                  <a:lnTo>
                    <a:pt x="547116" y="1973580"/>
                  </a:lnTo>
                  <a:lnTo>
                    <a:pt x="544068" y="1976628"/>
                  </a:lnTo>
                  <a:lnTo>
                    <a:pt x="544068" y="2017776"/>
                  </a:lnTo>
                  <a:lnTo>
                    <a:pt x="547116" y="2020824"/>
                  </a:lnTo>
                  <a:lnTo>
                    <a:pt x="553212" y="2020824"/>
                  </a:lnTo>
                  <a:lnTo>
                    <a:pt x="556260" y="2017776"/>
                  </a:lnTo>
                  <a:lnTo>
                    <a:pt x="556260" y="1976628"/>
                  </a:lnTo>
                  <a:close/>
                </a:path>
                <a:path w="916304" h="4819015">
                  <a:moveTo>
                    <a:pt x="556260" y="1908048"/>
                  </a:moveTo>
                  <a:lnTo>
                    <a:pt x="553212" y="1905000"/>
                  </a:lnTo>
                  <a:lnTo>
                    <a:pt x="547116" y="1905000"/>
                  </a:lnTo>
                  <a:lnTo>
                    <a:pt x="544068" y="1908048"/>
                  </a:lnTo>
                  <a:lnTo>
                    <a:pt x="544068" y="1949196"/>
                  </a:lnTo>
                  <a:lnTo>
                    <a:pt x="547116" y="1950720"/>
                  </a:lnTo>
                  <a:lnTo>
                    <a:pt x="553212" y="1950720"/>
                  </a:lnTo>
                  <a:lnTo>
                    <a:pt x="556260" y="1949196"/>
                  </a:lnTo>
                  <a:lnTo>
                    <a:pt x="556260" y="1908048"/>
                  </a:lnTo>
                  <a:close/>
                </a:path>
                <a:path w="916304" h="4819015">
                  <a:moveTo>
                    <a:pt x="556260" y="1839468"/>
                  </a:moveTo>
                  <a:lnTo>
                    <a:pt x="553212" y="1836420"/>
                  </a:lnTo>
                  <a:lnTo>
                    <a:pt x="547116" y="1836420"/>
                  </a:lnTo>
                  <a:lnTo>
                    <a:pt x="544068" y="1839468"/>
                  </a:lnTo>
                  <a:lnTo>
                    <a:pt x="544068" y="1879092"/>
                  </a:lnTo>
                  <a:lnTo>
                    <a:pt x="547116" y="1882140"/>
                  </a:lnTo>
                  <a:lnTo>
                    <a:pt x="553212" y="1882140"/>
                  </a:lnTo>
                  <a:lnTo>
                    <a:pt x="556260" y="1879092"/>
                  </a:lnTo>
                  <a:lnTo>
                    <a:pt x="556260" y="1839468"/>
                  </a:lnTo>
                  <a:close/>
                </a:path>
                <a:path w="916304" h="4819015">
                  <a:moveTo>
                    <a:pt x="556260" y="1769364"/>
                  </a:moveTo>
                  <a:lnTo>
                    <a:pt x="553212" y="1767840"/>
                  </a:lnTo>
                  <a:lnTo>
                    <a:pt x="547116" y="1767840"/>
                  </a:lnTo>
                  <a:lnTo>
                    <a:pt x="544068" y="1769364"/>
                  </a:lnTo>
                  <a:lnTo>
                    <a:pt x="544068" y="1810512"/>
                  </a:lnTo>
                  <a:lnTo>
                    <a:pt x="547116" y="1813560"/>
                  </a:lnTo>
                  <a:lnTo>
                    <a:pt x="553212" y="1813560"/>
                  </a:lnTo>
                  <a:lnTo>
                    <a:pt x="556260" y="1810512"/>
                  </a:lnTo>
                  <a:lnTo>
                    <a:pt x="556260" y="1769364"/>
                  </a:lnTo>
                  <a:close/>
                </a:path>
                <a:path w="916304" h="4819015">
                  <a:moveTo>
                    <a:pt x="556260" y="1700784"/>
                  </a:moveTo>
                  <a:lnTo>
                    <a:pt x="553212" y="1697736"/>
                  </a:lnTo>
                  <a:lnTo>
                    <a:pt x="547116" y="1697736"/>
                  </a:lnTo>
                  <a:lnTo>
                    <a:pt x="544068" y="1700784"/>
                  </a:lnTo>
                  <a:lnTo>
                    <a:pt x="544068" y="1741932"/>
                  </a:lnTo>
                  <a:lnTo>
                    <a:pt x="547116" y="1744980"/>
                  </a:lnTo>
                  <a:lnTo>
                    <a:pt x="553212" y="1744980"/>
                  </a:lnTo>
                  <a:lnTo>
                    <a:pt x="556260" y="1741932"/>
                  </a:lnTo>
                  <a:lnTo>
                    <a:pt x="556260" y="1700784"/>
                  </a:lnTo>
                  <a:close/>
                </a:path>
                <a:path w="916304" h="4819015">
                  <a:moveTo>
                    <a:pt x="556260" y="1632204"/>
                  </a:moveTo>
                  <a:lnTo>
                    <a:pt x="553212" y="1629156"/>
                  </a:lnTo>
                  <a:lnTo>
                    <a:pt x="547116" y="1629156"/>
                  </a:lnTo>
                  <a:lnTo>
                    <a:pt x="544068" y="1632204"/>
                  </a:lnTo>
                  <a:lnTo>
                    <a:pt x="544068" y="1673352"/>
                  </a:lnTo>
                  <a:lnTo>
                    <a:pt x="547116" y="1674876"/>
                  </a:lnTo>
                  <a:lnTo>
                    <a:pt x="553212" y="1674876"/>
                  </a:lnTo>
                  <a:lnTo>
                    <a:pt x="556260" y="1673352"/>
                  </a:lnTo>
                  <a:lnTo>
                    <a:pt x="556260" y="1632204"/>
                  </a:lnTo>
                  <a:close/>
                </a:path>
                <a:path w="916304" h="4819015">
                  <a:moveTo>
                    <a:pt x="556260" y="1563624"/>
                  </a:moveTo>
                  <a:lnTo>
                    <a:pt x="553212" y="1560576"/>
                  </a:lnTo>
                  <a:lnTo>
                    <a:pt x="547116" y="1560576"/>
                  </a:lnTo>
                  <a:lnTo>
                    <a:pt x="544068" y="1563624"/>
                  </a:lnTo>
                  <a:lnTo>
                    <a:pt x="544068" y="1603248"/>
                  </a:lnTo>
                  <a:lnTo>
                    <a:pt x="547116" y="1606296"/>
                  </a:lnTo>
                  <a:lnTo>
                    <a:pt x="553212" y="1606296"/>
                  </a:lnTo>
                  <a:lnTo>
                    <a:pt x="556260" y="1603248"/>
                  </a:lnTo>
                  <a:lnTo>
                    <a:pt x="556260" y="1563624"/>
                  </a:lnTo>
                  <a:close/>
                </a:path>
                <a:path w="916304" h="4819015">
                  <a:moveTo>
                    <a:pt x="556260" y="1493520"/>
                  </a:moveTo>
                  <a:lnTo>
                    <a:pt x="553212" y="1491996"/>
                  </a:lnTo>
                  <a:lnTo>
                    <a:pt x="547116" y="1491996"/>
                  </a:lnTo>
                  <a:lnTo>
                    <a:pt x="544068" y="1493520"/>
                  </a:lnTo>
                  <a:lnTo>
                    <a:pt x="544068" y="1534668"/>
                  </a:lnTo>
                  <a:lnTo>
                    <a:pt x="547116" y="1537716"/>
                  </a:lnTo>
                  <a:lnTo>
                    <a:pt x="553212" y="1537716"/>
                  </a:lnTo>
                  <a:lnTo>
                    <a:pt x="556260" y="1534668"/>
                  </a:lnTo>
                  <a:lnTo>
                    <a:pt x="556260" y="1493520"/>
                  </a:lnTo>
                  <a:close/>
                </a:path>
                <a:path w="916304" h="4819015">
                  <a:moveTo>
                    <a:pt x="556260" y="1424940"/>
                  </a:moveTo>
                  <a:lnTo>
                    <a:pt x="553212" y="1421892"/>
                  </a:lnTo>
                  <a:lnTo>
                    <a:pt x="547116" y="1421892"/>
                  </a:lnTo>
                  <a:lnTo>
                    <a:pt x="544068" y="1424940"/>
                  </a:lnTo>
                  <a:lnTo>
                    <a:pt x="544068" y="1466088"/>
                  </a:lnTo>
                  <a:lnTo>
                    <a:pt x="547116" y="1469136"/>
                  </a:lnTo>
                  <a:lnTo>
                    <a:pt x="553212" y="1469136"/>
                  </a:lnTo>
                  <a:lnTo>
                    <a:pt x="556260" y="1466088"/>
                  </a:lnTo>
                  <a:lnTo>
                    <a:pt x="556260" y="1424940"/>
                  </a:lnTo>
                  <a:close/>
                </a:path>
                <a:path w="916304" h="4819015">
                  <a:moveTo>
                    <a:pt x="556260" y="1356360"/>
                  </a:moveTo>
                  <a:lnTo>
                    <a:pt x="553212" y="1353312"/>
                  </a:lnTo>
                  <a:lnTo>
                    <a:pt x="547116" y="1353312"/>
                  </a:lnTo>
                  <a:lnTo>
                    <a:pt x="544068" y="1356360"/>
                  </a:lnTo>
                  <a:lnTo>
                    <a:pt x="544068" y="1397508"/>
                  </a:lnTo>
                  <a:lnTo>
                    <a:pt x="547116" y="1399032"/>
                  </a:lnTo>
                  <a:lnTo>
                    <a:pt x="553212" y="1399032"/>
                  </a:lnTo>
                  <a:lnTo>
                    <a:pt x="556260" y="1397508"/>
                  </a:lnTo>
                  <a:lnTo>
                    <a:pt x="556260" y="1356360"/>
                  </a:lnTo>
                  <a:close/>
                </a:path>
                <a:path w="916304" h="4819015">
                  <a:moveTo>
                    <a:pt x="556260" y="1287780"/>
                  </a:moveTo>
                  <a:lnTo>
                    <a:pt x="553212" y="1284732"/>
                  </a:lnTo>
                  <a:lnTo>
                    <a:pt x="547116" y="1284732"/>
                  </a:lnTo>
                  <a:lnTo>
                    <a:pt x="544068" y="1287780"/>
                  </a:lnTo>
                  <a:lnTo>
                    <a:pt x="544068" y="1327404"/>
                  </a:lnTo>
                  <a:lnTo>
                    <a:pt x="547116" y="1330452"/>
                  </a:lnTo>
                  <a:lnTo>
                    <a:pt x="553212" y="1330452"/>
                  </a:lnTo>
                  <a:lnTo>
                    <a:pt x="556260" y="1327404"/>
                  </a:lnTo>
                  <a:lnTo>
                    <a:pt x="556260" y="1287780"/>
                  </a:lnTo>
                  <a:close/>
                </a:path>
                <a:path w="916304" h="4819015">
                  <a:moveTo>
                    <a:pt x="556260" y="1217676"/>
                  </a:moveTo>
                  <a:lnTo>
                    <a:pt x="553212" y="1216152"/>
                  </a:lnTo>
                  <a:lnTo>
                    <a:pt x="547116" y="1216152"/>
                  </a:lnTo>
                  <a:lnTo>
                    <a:pt x="544068" y="1217676"/>
                  </a:lnTo>
                  <a:lnTo>
                    <a:pt x="544068" y="1258824"/>
                  </a:lnTo>
                  <a:lnTo>
                    <a:pt x="547116" y="1261872"/>
                  </a:lnTo>
                  <a:lnTo>
                    <a:pt x="553212" y="1261872"/>
                  </a:lnTo>
                  <a:lnTo>
                    <a:pt x="556260" y="1258824"/>
                  </a:lnTo>
                  <a:lnTo>
                    <a:pt x="556260" y="1217676"/>
                  </a:lnTo>
                  <a:close/>
                </a:path>
                <a:path w="916304" h="4819015">
                  <a:moveTo>
                    <a:pt x="556260" y="1149096"/>
                  </a:moveTo>
                  <a:lnTo>
                    <a:pt x="553212" y="1147572"/>
                  </a:lnTo>
                  <a:lnTo>
                    <a:pt x="547116" y="1147572"/>
                  </a:lnTo>
                  <a:lnTo>
                    <a:pt x="544068" y="1149096"/>
                  </a:lnTo>
                  <a:lnTo>
                    <a:pt x="544068" y="1190244"/>
                  </a:lnTo>
                  <a:lnTo>
                    <a:pt x="547116" y="1193292"/>
                  </a:lnTo>
                  <a:lnTo>
                    <a:pt x="553212" y="1193292"/>
                  </a:lnTo>
                  <a:lnTo>
                    <a:pt x="556260" y="1190244"/>
                  </a:lnTo>
                  <a:lnTo>
                    <a:pt x="556260" y="1149096"/>
                  </a:lnTo>
                  <a:close/>
                </a:path>
                <a:path w="916304" h="4819015">
                  <a:moveTo>
                    <a:pt x="556260" y="1080516"/>
                  </a:moveTo>
                  <a:lnTo>
                    <a:pt x="553212" y="1077468"/>
                  </a:lnTo>
                  <a:lnTo>
                    <a:pt x="547116" y="1077468"/>
                  </a:lnTo>
                  <a:lnTo>
                    <a:pt x="544068" y="1080516"/>
                  </a:lnTo>
                  <a:lnTo>
                    <a:pt x="544068" y="1121664"/>
                  </a:lnTo>
                  <a:lnTo>
                    <a:pt x="547116" y="1123188"/>
                  </a:lnTo>
                  <a:lnTo>
                    <a:pt x="553212" y="1123188"/>
                  </a:lnTo>
                  <a:lnTo>
                    <a:pt x="556260" y="1121664"/>
                  </a:lnTo>
                  <a:lnTo>
                    <a:pt x="556260" y="1080516"/>
                  </a:lnTo>
                  <a:close/>
                </a:path>
                <a:path w="916304" h="4819015">
                  <a:moveTo>
                    <a:pt x="556260" y="1011936"/>
                  </a:moveTo>
                  <a:lnTo>
                    <a:pt x="553212" y="1008888"/>
                  </a:lnTo>
                  <a:lnTo>
                    <a:pt x="547116" y="1008888"/>
                  </a:lnTo>
                  <a:lnTo>
                    <a:pt x="544068" y="1011936"/>
                  </a:lnTo>
                  <a:lnTo>
                    <a:pt x="544068" y="1053084"/>
                  </a:lnTo>
                  <a:lnTo>
                    <a:pt x="547116" y="1054608"/>
                  </a:lnTo>
                  <a:lnTo>
                    <a:pt x="553212" y="1054608"/>
                  </a:lnTo>
                  <a:lnTo>
                    <a:pt x="556260" y="1053084"/>
                  </a:lnTo>
                  <a:lnTo>
                    <a:pt x="556260" y="1011936"/>
                  </a:lnTo>
                  <a:close/>
                </a:path>
                <a:path w="916304" h="4819015">
                  <a:moveTo>
                    <a:pt x="556260" y="943356"/>
                  </a:moveTo>
                  <a:lnTo>
                    <a:pt x="553212" y="940308"/>
                  </a:lnTo>
                  <a:lnTo>
                    <a:pt x="547116" y="940308"/>
                  </a:lnTo>
                  <a:lnTo>
                    <a:pt x="544068" y="943356"/>
                  </a:lnTo>
                  <a:lnTo>
                    <a:pt x="544068" y="982980"/>
                  </a:lnTo>
                  <a:lnTo>
                    <a:pt x="547116" y="986028"/>
                  </a:lnTo>
                  <a:lnTo>
                    <a:pt x="553212" y="986028"/>
                  </a:lnTo>
                  <a:lnTo>
                    <a:pt x="556260" y="982980"/>
                  </a:lnTo>
                  <a:lnTo>
                    <a:pt x="556260" y="943356"/>
                  </a:lnTo>
                  <a:close/>
                </a:path>
                <a:path w="916304" h="4819015">
                  <a:moveTo>
                    <a:pt x="556260" y="873252"/>
                  </a:moveTo>
                  <a:lnTo>
                    <a:pt x="553212" y="871728"/>
                  </a:lnTo>
                  <a:lnTo>
                    <a:pt x="547116" y="871728"/>
                  </a:lnTo>
                  <a:lnTo>
                    <a:pt x="544068" y="873252"/>
                  </a:lnTo>
                  <a:lnTo>
                    <a:pt x="544068" y="914400"/>
                  </a:lnTo>
                  <a:lnTo>
                    <a:pt x="547116" y="917448"/>
                  </a:lnTo>
                  <a:lnTo>
                    <a:pt x="553212" y="917448"/>
                  </a:lnTo>
                  <a:lnTo>
                    <a:pt x="556260" y="914400"/>
                  </a:lnTo>
                  <a:lnTo>
                    <a:pt x="556260" y="873252"/>
                  </a:lnTo>
                  <a:close/>
                </a:path>
                <a:path w="916304" h="4819015">
                  <a:moveTo>
                    <a:pt x="556260" y="804672"/>
                  </a:moveTo>
                  <a:lnTo>
                    <a:pt x="553212" y="801624"/>
                  </a:lnTo>
                  <a:lnTo>
                    <a:pt x="547116" y="801624"/>
                  </a:lnTo>
                  <a:lnTo>
                    <a:pt x="544068" y="804672"/>
                  </a:lnTo>
                  <a:lnTo>
                    <a:pt x="544068" y="845820"/>
                  </a:lnTo>
                  <a:lnTo>
                    <a:pt x="547116" y="848868"/>
                  </a:lnTo>
                  <a:lnTo>
                    <a:pt x="553212" y="848868"/>
                  </a:lnTo>
                  <a:lnTo>
                    <a:pt x="556260" y="845820"/>
                  </a:lnTo>
                  <a:lnTo>
                    <a:pt x="556260" y="804672"/>
                  </a:lnTo>
                  <a:close/>
                </a:path>
                <a:path w="916304" h="4819015">
                  <a:moveTo>
                    <a:pt x="556260" y="736092"/>
                  </a:moveTo>
                  <a:lnTo>
                    <a:pt x="553212" y="733044"/>
                  </a:lnTo>
                  <a:lnTo>
                    <a:pt x="547116" y="733044"/>
                  </a:lnTo>
                  <a:lnTo>
                    <a:pt x="544068" y="736092"/>
                  </a:lnTo>
                  <a:lnTo>
                    <a:pt x="544068" y="777240"/>
                  </a:lnTo>
                  <a:lnTo>
                    <a:pt x="547116" y="778764"/>
                  </a:lnTo>
                  <a:lnTo>
                    <a:pt x="553212" y="778764"/>
                  </a:lnTo>
                  <a:lnTo>
                    <a:pt x="556260" y="777240"/>
                  </a:lnTo>
                  <a:lnTo>
                    <a:pt x="556260" y="736092"/>
                  </a:lnTo>
                  <a:close/>
                </a:path>
                <a:path w="916304" h="4819015">
                  <a:moveTo>
                    <a:pt x="556260" y="667512"/>
                  </a:moveTo>
                  <a:lnTo>
                    <a:pt x="553212" y="664464"/>
                  </a:lnTo>
                  <a:lnTo>
                    <a:pt x="547116" y="664464"/>
                  </a:lnTo>
                  <a:lnTo>
                    <a:pt x="544068" y="667512"/>
                  </a:lnTo>
                  <a:lnTo>
                    <a:pt x="544068" y="707136"/>
                  </a:lnTo>
                  <a:lnTo>
                    <a:pt x="547116" y="710184"/>
                  </a:lnTo>
                  <a:lnTo>
                    <a:pt x="553212" y="710184"/>
                  </a:lnTo>
                  <a:lnTo>
                    <a:pt x="556260" y="707136"/>
                  </a:lnTo>
                  <a:lnTo>
                    <a:pt x="556260" y="667512"/>
                  </a:lnTo>
                  <a:close/>
                </a:path>
                <a:path w="916304" h="4819015">
                  <a:moveTo>
                    <a:pt x="556260" y="597408"/>
                  </a:moveTo>
                  <a:lnTo>
                    <a:pt x="553212" y="595884"/>
                  </a:lnTo>
                  <a:lnTo>
                    <a:pt x="547116" y="595884"/>
                  </a:lnTo>
                  <a:lnTo>
                    <a:pt x="544068" y="597408"/>
                  </a:lnTo>
                  <a:lnTo>
                    <a:pt x="544068" y="638556"/>
                  </a:lnTo>
                  <a:lnTo>
                    <a:pt x="547116" y="641604"/>
                  </a:lnTo>
                  <a:lnTo>
                    <a:pt x="553212" y="641604"/>
                  </a:lnTo>
                  <a:lnTo>
                    <a:pt x="556260" y="638556"/>
                  </a:lnTo>
                  <a:lnTo>
                    <a:pt x="556260" y="597408"/>
                  </a:lnTo>
                  <a:close/>
                </a:path>
                <a:path w="916304" h="4819015">
                  <a:moveTo>
                    <a:pt x="556260" y="528828"/>
                  </a:moveTo>
                  <a:lnTo>
                    <a:pt x="553212" y="525780"/>
                  </a:lnTo>
                  <a:lnTo>
                    <a:pt x="547116" y="525780"/>
                  </a:lnTo>
                  <a:lnTo>
                    <a:pt x="544068" y="528828"/>
                  </a:lnTo>
                  <a:lnTo>
                    <a:pt x="544068" y="569976"/>
                  </a:lnTo>
                  <a:lnTo>
                    <a:pt x="547116" y="573024"/>
                  </a:lnTo>
                  <a:lnTo>
                    <a:pt x="553212" y="573024"/>
                  </a:lnTo>
                  <a:lnTo>
                    <a:pt x="556260" y="569976"/>
                  </a:lnTo>
                  <a:lnTo>
                    <a:pt x="556260" y="528828"/>
                  </a:lnTo>
                  <a:close/>
                </a:path>
                <a:path w="916304" h="4819015">
                  <a:moveTo>
                    <a:pt x="556260" y="460248"/>
                  </a:moveTo>
                  <a:lnTo>
                    <a:pt x="553212" y="457200"/>
                  </a:lnTo>
                  <a:lnTo>
                    <a:pt x="547116" y="457200"/>
                  </a:lnTo>
                  <a:lnTo>
                    <a:pt x="544068" y="460248"/>
                  </a:lnTo>
                  <a:lnTo>
                    <a:pt x="544068" y="501396"/>
                  </a:lnTo>
                  <a:lnTo>
                    <a:pt x="547116" y="502920"/>
                  </a:lnTo>
                  <a:lnTo>
                    <a:pt x="553212" y="502920"/>
                  </a:lnTo>
                  <a:lnTo>
                    <a:pt x="556260" y="501396"/>
                  </a:lnTo>
                  <a:lnTo>
                    <a:pt x="556260" y="460248"/>
                  </a:lnTo>
                  <a:close/>
                </a:path>
                <a:path w="916304" h="4819015">
                  <a:moveTo>
                    <a:pt x="556260" y="391668"/>
                  </a:moveTo>
                  <a:lnTo>
                    <a:pt x="553212" y="388620"/>
                  </a:lnTo>
                  <a:lnTo>
                    <a:pt x="547116" y="388620"/>
                  </a:lnTo>
                  <a:lnTo>
                    <a:pt x="544068" y="391668"/>
                  </a:lnTo>
                  <a:lnTo>
                    <a:pt x="544068" y="431292"/>
                  </a:lnTo>
                  <a:lnTo>
                    <a:pt x="547116" y="434340"/>
                  </a:lnTo>
                  <a:lnTo>
                    <a:pt x="553212" y="434340"/>
                  </a:lnTo>
                  <a:lnTo>
                    <a:pt x="556260" y="431292"/>
                  </a:lnTo>
                  <a:lnTo>
                    <a:pt x="556260" y="391668"/>
                  </a:lnTo>
                  <a:close/>
                </a:path>
                <a:path w="916304" h="4819015">
                  <a:moveTo>
                    <a:pt x="556260" y="321564"/>
                  </a:moveTo>
                  <a:lnTo>
                    <a:pt x="553212" y="320040"/>
                  </a:lnTo>
                  <a:lnTo>
                    <a:pt x="547116" y="320040"/>
                  </a:lnTo>
                  <a:lnTo>
                    <a:pt x="544068" y="321564"/>
                  </a:lnTo>
                  <a:lnTo>
                    <a:pt x="544068" y="362712"/>
                  </a:lnTo>
                  <a:lnTo>
                    <a:pt x="547116" y="365760"/>
                  </a:lnTo>
                  <a:lnTo>
                    <a:pt x="553212" y="365760"/>
                  </a:lnTo>
                  <a:lnTo>
                    <a:pt x="556260" y="362712"/>
                  </a:lnTo>
                  <a:lnTo>
                    <a:pt x="556260" y="321564"/>
                  </a:lnTo>
                  <a:close/>
                </a:path>
                <a:path w="916304" h="4819015">
                  <a:moveTo>
                    <a:pt x="556260" y="252984"/>
                  </a:moveTo>
                  <a:lnTo>
                    <a:pt x="553212" y="249936"/>
                  </a:lnTo>
                  <a:lnTo>
                    <a:pt x="547116" y="249936"/>
                  </a:lnTo>
                  <a:lnTo>
                    <a:pt x="544068" y="252984"/>
                  </a:lnTo>
                  <a:lnTo>
                    <a:pt x="544068" y="294132"/>
                  </a:lnTo>
                  <a:lnTo>
                    <a:pt x="547116" y="297180"/>
                  </a:lnTo>
                  <a:lnTo>
                    <a:pt x="553212" y="297180"/>
                  </a:lnTo>
                  <a:lnTo>
                    <a:pt x="556260" y="294132"/>
                  </a:lnTo>
                  <a:lnTo>
                    <a:pt x="556260" y="252984"/>
                  </a:lnTo>
                  <a:close/>
                </a:path>
                <a:path w="916304" h="4819015">
                  <a:moveTo>
                    <a:pt x="556260" y="184404"/>
                  </a:moveTo>
                  <a:lnTo>
                    <a:pt x="553212" y="181356"/>
                  </a:lnTo>
                  <a:lnTo>
                    <a:pt x="547116" y="181356"/>
                  </a:lnTo>
                  <a:lnTo>
                    <a:pt x="544068" y="184404"/>
                  </a:lnTo>
                  <a:lnTo>
                    <a:pt x="544068" y="225552"/>
                  </a:lnTo>
                  <a:lnTo>
                    <a:pt x="547116" y="227076"/>
                  </a:lnTo>
                  <a:lnTo>
                    <a:pt x="553212" y="227076"/>
                  </a:lnTo>
                  <a:lnTo>
                    <a:pt x="556260" y="225552"/>
                  </a:lnTo>
                  <a:lnTo>
                    <a:pt x="556260" y="184404"/>
                  </a:lnTo>
                  <a:close/>
                </a:path>
                <a:path w="916304" h="4819015">
                  <a:moveTo>
                    <a:pt x="556260" y="115824"/>
                  </a:moveTo>
                  <a:lnTo>
                    <a:pt x="553212" y="112776"/>
                  </a:lnTo>
                  <a:lnTo>
                    <a:pt x="547116" y="112776"/>
                  </a:lnTo>
                  <a:lnTo>
                    <a:pt x="544068" y="115824"/>
                  </a:lnTo>
                  <a:lnTo>
                    <a:pt x="544068" y="155448"/>
                  </a:lnTo>
                  <a:lnTo>
                    <a:pt x="547116" y="158496"/>
                  </a:lnTo>
                  <a:lnTo>
                    <a:pt x="553212" y="158496"/>
                  </a:lnTo>
                  <a:lnTo>
                    <a:pt x="556260" y="155448"/>
                  </a:lnTo>
                  <a:lnTo>
                    <a:pt x="556260" y="115824"/>
                  </a:lnTo>
                  <a:close/>
                </a:path>
                <a:path w="916304" h="4819015">
                  <a:moveTo>
                    <a:pt x="737616" y="4389120"/>
                  </a:moveTo>
                  <a:lnTo>
                    <a:pt x="734568" y="4387596"/>
                  </a:lnTo>
                  <a:lnTo>
                    <a:pt x="728472" y="4387596"/>
                  </a:lnTo>
                  <a:lnTo>
                    <a:pt x="725424" y="4389120"/>
                  </a:lnTo>
                  <a:lnTo>
                    <a:pt x="725424" y="4408932"/>
                  </a:lnTo>
                  <a:lnTo>
                    <a:pt x="728472" y="4411980"/>
                  </a:lnTo>
                  <a:lnTo>
                    <a:pt x="734568" y="4411980"/>
                  </a:lnTo>
                  <a:lnTo>
                    <a:pt x="737616" y="4408932"/>
                  </a:lnTo>
                  <a:lnTo>
                    <a:pt x="737616" y="4389120"/>
                  </a:lnTo>
                  <a:close/>
                </a:path>
                <a:path w="916304" h="4819015">
                  <a:moveTo>
                    <a:pt x="737616" y="4320540"/>
                  </a:moveTo>
                  <a:lnTo>
                    <a:pt x="734568" y="4317492"/>
                  </a:lnTo>
                  <a:lnTo>
                    <a:pt x="728472" y="4317492"/>
                  </a:lnTo>
                  <a:lnTo>
                    <a:pt x="725424" y="4320540"/>
                  </a:lnTo>
                  <a:lnTo>
                    <a:pt x="725424" y="4361688"/>
                  </a:lnTo>
                  <a:lnTo>
                    <a:pt x="728472" y="4364736"/>
                  </a:lnTo>
                  <a:lnTo>
                    <a:pt x="734568" y="4364736"/>
                  </a:lnTo>
                  <a:lnTo>
                    <a:pt x="737616" y="4361688"/>
                  </a:lnTo>
                  <a:lnTo>
                    <a:pt x="737616" y="4320540"/>
                  </a:lnTo>
                  <a:close/>
                </a:path>
                <a:path w="916304" h="4819015">
                  <a:moveTo>
                    <a:pt x="737616" y="4251960"/>
                  </a:moveTo>
                  <a:lnTo>
                    <a:pt x="734568" y="4248912"/>
                  </a:lnTo>
                  <a:lnTo>
                    <a:pt x="728472" y="4248912"/>
                  </a:lnTo>
                  <a:lnTo>
                    <a:pt x="725424" y="4251960"/>
                  </a:lnTo>
                  <a:lnTo>
                    <a:pt x="725424" y="4293108"/>
                  </a:lnTo>
                  <a:lnTo>
                    <a:pt x="728472" y="4294632"/>
                  </a:lnTo>
                  <a:lnTo>
                    <a:pt x="734568" y="4294632"/>
                  </a:lnTo>
                  <a:lnTo>
                    <a:pt x="737616" y="4293108"/>
                  </a:lnTo>
                  <a:lnTo>
                    <a:pt x="737616" y="4251960"/>
                  </a:lnTo>
                  <a:close/>
                </a:path>
                <a:path w="916304" h="4819015">
                  <a:moveTo>
                    <a:pt x="737616" y="4183380"/>
                  </a:moveTo>
                  <a:lnTo>
                    <a:pt x="734568" y="4180332"/>
                  </a:lnTo>
                  <a:lnTo>
                    <a:pt x="728472" y="4180332"/>
                  </a:lnTo>
                  <a:lnTo>
                    <a:pt x="725424" y="4183380"/>
                  </a:lnTo>
                  <a:lnTo>
                    <a:pt x="725424" y="4223004"/>
                  </a:lnTo>
                  <a:lnTo>
                    <a:pt x="728472" y="4226052"/>
                  </a:lnTo>
                  <a:lnTo>
                    <a:pt x="734568" y="4226052"/>
                  </a:lnTo>
                  <a:lnTo>
                    <a:pt x="737616" y="4223004"/>
                  </a:lnTo>
                  <a:lnTo>
                    <a:pt x="737616" y="4183380"/>
                  </a:lnTo>
                  <a:close/>
                </a:path>
                <a:path w="916304" h="4819015">
                  <a:moveTo>
                    <a:pt x="737616" y="4113276"/>
                  </a:moveTo>
                  <a:lnTo>
                    <a:pt x="734568" y="4111752"/>
                  </a:lnTo>
                  <a:lnTo>
                    <a:pt x="728472" y="4111752"/>
                  </a:lnTo>
                  <a:lnTo>
                    <a:pt x="725424" y="4113276"/>
                  </a:lnTo>
                  <a:lnTo>
                    <a:pt x="725424" y="4154424"/>
                  </a:lnTo>
                  <a:lnTo>
                    <a:pt x="728472" y="4157472"/>
                  </a:lnTo>
                  <a:lnTo>
                    <a:pt x="734568" y="4157472"/>
                  </a:lnTo>
                  <a:lnTo>
                    <a:pt x="737616" y="4154424"/>
                  </a:lnTo>
                  <a:lnTo>
                    <a:pt x="737616" y="4113276"/>
                  </a:lnTo>
                  <a:close/>
                </a:path>
                <a:path w="916304" h="4819015">
                  <a:moveTo>
                    <a:pt x="737616" y="4044696"/>
                  </a:moveTo>
                  <a:lnTo>
                    <a:pt x="734568" y="4041648"/>
                  </a:lnTo>
                  <a:lnTo>
                    <a:pt x="728472" y="4041648"/>
                  </a:lnTo>
                  <a:lnTo>
                    <a:pt x="725424" y="4044696"/>
                  </a:lnTo>
                  <a:lnTo>
                    <a:pt x="725424" y="4085844"/>
                  </a:lnTo>
                  <a:lnTo>
                    <a:pt x="728472" y="4088892"/>
                  </a:lnTo>
                  <a:lnTo>
                    <a:pt x="734568" y="4088892"/>
                  </a:lnTo>
                  <a:lnTo>
                    <a:pt x="737616" y="4085844"/>
                  </a:lnTo>
                  <a:lnTo>
                    <a:pt x="737616" y="4044696"/>
                  </a:lnTo>
                  <a:close/>
                </a:path>
                <a:path w="916304" h="4819015">
                  <a:moveTo>
                    <a:pt x="737616" y="3976116"/>
                  </a:moveTo>
                  <a:lnTo>
                    <a:pt x="734568" y="3973068"/>
                  </a:lnTo>
                  <a:lnTo>
                    <a:pt x="728472" y="3973068"/>
                  </a:lnTo>
                  <a:lnTo>
                    <a:pt x="725424" y="3976116"/>
                  </a:lnTo>
                  <a:lnTo>
                    <a:pt x="725424" y="4017264"/>
                  </a:lnTo>
                  <a:lnTo>
                    <a:pt x="728472" y="4018788"/>
                  </a:lnTo>
                  <a:lnTo>
                    <a:pt x="734568" y="4018788"/>
                  </a:lnTo>
                  <a:lnTo>
                    <a:pt x="737616" y="4017264"/>
                  </a:lnTo>
                  <a:lnTo>
                    <a:pt x="737616" y="3976116"/>
                  </a:lnTo>
                  <a:close/>
                </a:path>
                <a:path w="916304" h="4819015">
                  <a:moveTo>
                    <a:pt x="737616" y="3907536"/>
                  </a:moveTo>
                  <a:lnTo>
                    <a:pt x="734568" y="3904488"/>
                  </a:lnTo>
                  <a:lnTo>
                    <a:pt x="728472" y="3904488"/>
                  </a:lnTo>
                  <a:lnTo>
                    <a:pt x="725424" y="3907536"/>
                  </a:lnTo>
                  <a:lnTo>
                    <a:pt x="725424" y="3947160"/>
                  </a:lnTo>
                  <a:lnTo>
                    <a:pt x="728472" y="3950208"/>
                  </a:lnTo>
                  <a:lnTo>
                    <a:pt x="734568" y="3950208"/>
                  </a:lnTo>
                  <a:lnTo>
                    <a:pt x="737616" y="3947160"/>
                  </a:lnTo>
                  <a:lnTo>
                    <a:pt x="737616" y="3907536"/>
                  </a:lnTo>
                  <a:close/>
                </a:path>
                <a:path w="916304" h="4819015">
                  <a:moveTo>
                    <a:pt x="737616" y="3837444"/>
                  </a:moveTo>
                  <a:lnTo>
                    <a:pt x="734568" y="3835908"/>
                  </a:lnTo>
                  <a:lnTo>
                    <a:pt x="728472" y="3835908"/>
                  </a:lnTo>
                  <a:lnTo>
                    <a:pt x="725424" y="3837444"/>
                  </a:lnTo>
                  <a:lnTo>
                    <a:pt x="725424" y="3878580"/>
                  </a:lnTo>
                  <a:lnTo>
                    <a:pt x="728472" y="3881628"/>
                  </a:lnTo>
                  <a:lnTo>
                    <a:pt x="734568" y="3881628"/>
                  </a:lnTo>
                  <a:lnTo>
                    <a:pt x="737616" y="3878580"/>
                  </a:lnTo>
                  <a:lnTo>
                    <a:pt x="737616" y="3837444"/>
                  </a:lnTo>
                  <a:close/>
                </a:path>
                <a:path w="916304" h="4819015">
                  <a:moveTo>
                    <a:pt x="737616" y="3768852"/>
                  </a:moveTo>
                  <a:lnTo>
                    <a:pt x="734568" y="3765804"/>
                  </a:lnTo>
                  <a:lnTo>
                    <a:pt x="728472" y="3765804"/>
                  </a:lnTo>
                  <a:lnTo>
                    <a:pt x="725424" y="3768852"/>
                  </a:lnTo>
                  <a:lnTo>
                    <a:pt x="725424" y="3810000"/>
                  </a:lnTo>
                  <a:lnTo>
                    <a:pt x="728472" y="3813048"/>
                  </a:lnTo>
                  <a:lnTo>
                    <a:pt x="734568" y="3813048"/>
                  </a:lnTo>
                  <a:lnTo>
                    <a:pt x="737616" y="3810000"/>
                  </a:lnTo>
                  <a:lnTo>
                    <a:pt x="737616" y="3768852"/>
                  </a:lnTo>
                  <a:close/>
                </a:path>
                <a:path w="916304" h="4819015">
                  <a:moveTo>
                    <a:pt x="737616" y="3700272"/>
                  </a:moveTo>
                  <a:lnTo>
                    <a:pt x="734568" y="3697224"/>
                  </a:lnTo>
                  <a:lnTo>
                    <a:pt x="728472" y="3697224"/>
                  </a:lnTo>
                  <a:lnTo>
                    <a:pt x="725424" y="3700272"/>
                  </a:lnTo>
                  <a:lnTo>
                    <a:pt x="725424" y="3741420"/>
                  </a:lnTo>
                  <a:lnTo>
                    <a:pt x="728472" y="3742944"/>
                  </a:lnTo>
                  <a:lnTo>
                    <a:pt x="734568" y="3742944"/>
                  </a:lnTo>
                  <a:lnTo>
                    <a:pt x="737616" y="3741420"/>
                  </a:lnTo>
                  <a:lnTo>
                    <a:pt x="737616" y="3700272"/>
                  </a:lnTo>
                  <a:close/>
                </a:path>
                <a:path w="916304" h="4819015">
                  <a:moveTo>
                    <a:pt x="737616" y="3631692"/>
                  </a:moveTo>
                  <a:lnTo>
                    <a:pt x="734568" y="3628644"/>
                  </a:lnTo>
                  <a:lnTo>
                    <a:pt x="728472" y="3628644"/>
                  </a:lnTo>
                  <a:lnTo>
                    <a:pt x="725424" y="3631692"/>
                  </a:lnTo>
                  <a:lnTo>
                    <a:pt x="725424" y="3671316"/>
                  </a:lnTo>
                  <a:lnTo>
                    <a:pt x="728472" y="3674364"/>
                  </a:lnTo>
                  <a:lnTo>
                    <a:pt x="734568" y="3674364"/>
                  </a:lnTo>
                  <a:lnTo>
                    <a:pt x="737616" y="3671316"/>
                  </a:lnTo>
                  <a:lnTo>
                    <a:pt x="737616" y="3631692"/>
                  </a:lnTo>
                  <a:close/>
                </a:path>
                <a:path w="916304" h="4819015">
                  <a:moveTo>
                    <a:pt x="737616" y="3561588"/>
                  </a:moveTo>
                  <a:lnTo>
                    <a:pt x="734568" y="3560064"/>
                  </a:lnTo>
                  <a:lnTo>
                    <a:pt x="728472" y="3560064"/>
                  </a:lnTo>
                  <a:lnTo>
                    <a:pt x="725424" y="3561588"/>
                  </a:lnTo>
                  <a:lnTo>
                    <a:pt x="725424" y="3602736"/>
                  </a:lnTo>
                  <a:lnTo>
                    <a:pt x="728472" y="3605784"/>
                  </a:lnTo>
                  <a:lnTo>
                    <a:pt x="734568" y="3605784"/>
                  </a:lnTo>
                  <a:lnTo>
                    <a:pt x="737616" y="3602736"/>
                  </a:lnTo>
                  <a:lnTo>
                    <a:pt x="737616" y="3561588"/>
                  </a:lnTo>
                  <a:close/>
                </a:path>
                <a:path w="916304" h="4819015">
                  <a:moveTo>
                    <a:pt x="737616" y="3493008"/>
                  </a:moveTo>
                  <a:lnTo>
                    <a:pt x="734568" y="3491484"/>
                  </a:lnTo>
                  <a:lnTo>
                    <a:pt x="728472" y="3491484"/>
                  </a:lnTo>
                  <a:lnTo>
                    <a:pt x="725424" y="3493008"/>
                  </a:lnTo>
                  <a:lnTo>
                    <a:pt x="725424" y="3534156"/>
                  </a:lnTo>
                  <a:lnTo>
                    <a:pt x="728472" y="3537204"/>
                  </a:lnTo>
                  <a:lnTo>
                    <a:pt x="734568" y="3537204"/>
                  </a:lnTo>
                  <a:lnTo>
                    <a:pt x="737616" y="3534156"/>
                  </a:lnTo>
                  <a:lnTo>
                    <a:pt x="737616" y="3493008"/>
                  </a:lnTo>
                  <a:close/>
                </a:path>
                <a:path w="916304" h="4819015">
                  <a:moveTo>
                    <a:pt x="737616" y="3424428"/>
                  </a:moveTo>
                  <a:lnTo>
                    <a:pt x="734568" y="3421380"/>
                  </a:lnTo>
                  <a:lnTo>
                    <a:pt x="728472" y="3421380"/>
                  </a:lnTo>
                  <a:lnTo>
                    <a:pt x="725424" y="3424428"/>
                  </a:lnTo>
                  <a:lnTo>
                    <a:pt x="725424" y="3465576"/>
                  </a:lnTo>
                  <a:lnTo>
                    <a:pt x="728472" y="3467100"/>
                  </a:lnTo>
                  <a:lnTo>
                    <a:pt x="734568" y="3467100"/>
                  </a:lnTo>
                  <a:lnTo>
                    <a:pt x="737616" y="3465576"/>
                  </a:lnTo>
                  <a:lnTo>
                    <a:pt x="737616" y="3424428"/>
                  </a:lnTo>
                  <a:close/>
                </a:path>
                <a:path w="916304" h="4819015">
                  <a:moveTo>
                    <a:pt x="737616" y="3355848"/>
                  </a:moveTo>
                  <a:lnTo>
                    <a:pt x="734568" y="3352800"/>
                  </a:lnTo>
                  <a:lnTo>
                    <a:pt x="728472" y="3352800"/>
                  </a:lnTo>
                  <a:lnTo>
                    <a:pt x="725424" y="3355848"/>
                  </a:lnTo>
                  <a:lnTo>
                    <a:pt x="725424" y="3396996"/>
                  </a:lnTo>
                  <a:lnTo>
                    <a:pt x="728472" y="3398520"/>
                  </a:lnTo>
                  <a:lnTo>
                    <a:pt x="734568" y="3398520"/>
                  </a:lnTo>
                  <a:lnTo>
                    <a:pt x="737616" y="3396996"/>
                  </a:lnTo>
                  <a:lnTo>
                    <a:pt x="737616" y="3355848"/>
                  </a:lnTo>
                  <a:close/>
                </a:path>
                <a:path w="916304" h="4819015">
                  <a:moveTo>
                    <a:pt x="737616" y="3287268"/>
                  </a:moveTo>
                  <a:lnTo>
                    <a:pt x="734568" y="3284220"/>
                  </a:lnTo>
                  <a:lnTo>
                    <a:pt x="728472" y="3284220"/>
                  </a:lnTo>
                  <a:lnTo>
                    <a:pt x="725424" y="3287268"/>
                  </a:lnTo>
                  <a:lnTo>
                    <a:pt x="725424" y="3326892"/>
                  </a:lnTo>
                  <a:lnTo>
                    <a:pt x="728472" y="3329940"/>
                  </a:lnTo>
                  <a:lnTo>
                    <a:pt x="734568" y="3329940"/>
                  </a:lnTo>
                  <a:lnTo>
                    <a:pt x="737616" y="3326892"/>
                  </a:lnTo>
                  <a:lnTo>
                    <a:pt x="737616" y="3287268"/>
                  </a:lnTo>
                  <a:close/>
                </a:path>
                <a:path w="916304" h="4819015">
                  <a:moveTo>
                    <a:pt x="737616" y="3217164"/>
                  </a:moveTo>
                  <a:lnTo>
                    <a:pt x="734568" y="3215640"/>
                  </a:lnTo>
                  <a:lnTo>
                    <a:pt x="728472" y="3215640"/>
                  </a:lnTo>
                  <a:lnTo>
                    <a:pt x="725424" y="3217164"/>
                  </a:lnTo>
                  <a:lnTo>
                    <a:pt x="725424" y="3258312"/>
                  </a:lnTo>
                  <a:lnTo>
                    <a:pt x="728472" y="3261360"/>
                  </a:lnTo>
                  <a:lnTo>
                    <a:pt x="734568" y="3261360"/>
                  </a:lnTo>
                  <a:lnTo>
                    <a:pt x="737616" y="3258312"/>
                  </a:lnTo>
                  <a:lnTo>
                    <a:pt x="737616" y="3217164"/>
                  </a:lnTo>
                  <a:close/>
                </a:path>
                <a:path w="916304" h="4819015">
                  <a:moveTo>
                    <a:pt x="737616" y="3148584"/>
                  </a:moveTo>
                  <a:lnTo>
                    <a:pt x="734568" y="3145536"/>
                  </a:lnTo>
                  <a:lnTo>
                    <a:pt x="728472" y="3145536"/>
                  </a:lnTo>
                  <a:lnTo>
                    <a:pt x="725424" y="3148584"/>
                  </a:lnTo>
                  <a:lnTo>
                    <a:pt x="725424" y="3189732"/>
                  </a:lnTo>
                  <a:lnTo>
                    <a:pt x="728472" y="3192780"/>
                  </a:lnTo>
                  <a:lnTo>
                    <a:pt x="734568" y="3192780"/>
                  </a:lnTo>
                  <a:lnTo>
                    <a:pt x="737616" y="3189732"/>
                  </a:lnTo>
                  <a:lnTo>
                    <a:pt x="737616" y="3148584"/>
                  </a:lnTo>
                  <a:close/>
                </a:path>
                <a:path w="916304" h="4819015">
                  <a:moveTo>
                    <a:pt x="737616" y="3080004"/>
                  </a:moveTo>
                  <a:lnTo>
                    <a:pt x="734568" y="3076956"/>
                  </a:lnTo>
                  <a:lnTo>
                    <a:pt x="728472" y="3076956"/>
                  </a:lnTo>
                  <a:lnTo>
                    <a:pt x="725424" y="3080004"/>
                  </a:lnTo>
                  <a:lnTo>
                    <a:pt x="725424" y="3121152"/>
                  </a:lnTo>
                  <a:lnTo>
                    <a:pt x="728472" y="3122676"/>
                  </a:lnTo>
                  <a:lnTo>
                    <a:pt x="734568" y="3122676"/>
                  </a:lnTo>
                  <a:lnTo>
                    <a:pt x="737616" y="3121152"/>
                  </a:lnTo>
                  <a:lnTo>
                    <a:pt x="737616" y="3080004"/>
                  </a:lnTo>
                  <a:close/>
                </a:path>
                <a:path w="916304" h="4819015">
                  <a:moveTo>
                    <a:pt x="737616" y="3011424"/>
                  </a:moveTo>
                  <a:lnTo>
                    <a:pt x="734568" y="3008376"/>
                  </a:lnTo>
                  <a:lnTo>
                    <a:pt x="728472" y="3008376"/>
                  </a:lnTo>
                  <a:lnTo>
                    <a:pt x="725424" y="3011424"/>
                  </a:lnTo>
                  <a:lnTo>
                    <a:pt x="725424" y="3051048"/>
                  </a:lnTo>
                  <a:lnTo>
                    <a:pt x="728472" y="3054096"/>
                  </a:lnTo>
                  <a:lnTo>
                    <a:pt x="734568" y="3054096"/>
                  </a:lnTo>
                  <a:lnTo>
                    <a:pt x="737616" y="3051048"/>
                  </a:lnTo>
                  <a:lnTo>
                    <a:pt x="737616" y="3011424"/>
                  </a:lnTo>
                  <a:close/>
                </a:path>
                <a:path w="916304" h="4819015">
                  <a:moveTo>
                    <a:pt x="737616" y="2941320"/>
                  </a:moveTo>
                  <a:lnTo>
                    <a:pt x="734568" y="2939796"/>
                  </a:lnTo>
                  <a:lnTo>
                    <a:pt x="728472" y="2939796"/>
                  </a:lnTo>
                  <a:lnTo>
                    <a:pt x="725424" y="2941320"/>
                  </a:lnTo>
                  <a:lnTo>
                    <a:pt x="725424" y="2982468"/>
                  </a:lnTo>
                  <a:lnTo>
                    <a:pt x="728472" y="2985516"/>
                  </a:lnTo>
                  <a:lnTo>
                    <a:pt x="734568" y="2985516"/>
                  </a:lnTo>
                  <a:lnTo>
                    <a:pt x="737616" y="2982468"/>
                  </a:lnTo>
                  <a:lnTo>
                    <a:pt x="737616" y="2941320"/>
                  </a:lnTo>
                  <a:close/>
                </a:path>
                <a:path w="916304" h="4819015">
                  <a:moveTo>
                    <a:pt x="737616" y="2872740"/>
                  </a:moveTo>
                  <a:lnTo>
                    <a:pt x="734568" y="2869692"/>
                  </a:lnTo>
                  <a:lnTo>
                    <a:pt x="728472" y="2869692"/>
                  </a:lnTo>
                  <a:lnTo>
                    <a:pt x="725424" y="2872740"/>
                  </a:lnTo>
                  <a:lnTo>
                    <a:pt x="725424" y="2913888"/>
                  </a:lnTo>
                  <a:lnTo>
                    <a:pt x="728472" y="2916936"/>
                  </a:lnTo>
                  <a:lnTo>
                    <a:pt x="734568" y="2916936"/>
                  </a:lnTo>
                  <a:lnTo>
                    <a:pt x="737616" y="2913888"/>
                  </a:lnTo>
                  <a:lnTo>
                    <a:pt x="737616" y="2872740"/>
                  </a:lnTo>
                  <a:close/>
                </a:path>
                <a:path w="916304" h="4819015">
                  <a:moveTo>
                    <a:pt x="737616" y="2804160"/>
                  </a:moveTo>
                  <a:lnTo>
                    <a:pt x="734568" y="2801112"/>
                  </a:lnTo>
                  <a:lnTo>
                    <a:pt x="728472" y="2801112"/>
                  </a:lnTo>
                  <a:lnTo>
                    <a:pt x="725424" y="2804160"/>
                  </a:lnTo>
                  <a:lnTo>
                    <a:pt x="725424" y="2845308"/>
                  </a:lnTo>
                  <a:lnTo>
                    <a:pt x="728472" y="2846832"/>
                  </a:lnTo>
                  <a:lnTo>
                    <a:pt x="734568" y="2846832"/>
                  </a:lnTo>
                  <a:lnTo>
                    <a:pt x="737616" y="2845308"/>
                  </a:lnTo>
                  <a:lnTo>
                    <a:pt x="737616" y="2804160"/>
                  </a:lnTo>
                  <a:close/>
                </a:path>
                <a:path w="916304" h="4819015">
                  <a:moveTo>
                    <a:pt x="737616" y="2735580"/>
                  </a:moveTo>
                  <a:lnTo>
                    <a:pt x="734568" y="2732532"/>
                  </a:lnTo>
                  <a:lnTo>
                    <a:pt x="728472" y="2732532"/>
                  </a:lnTo>
                  <a:lnTo>
                    <a:pt x="725424" y="2735580"/>
                  </a:lnTo>
                  <a:lnTo>
                    <a:pt x="725424" y="2775204"/>
                  </a:lnTo>
                  <a:lnTo>
                    <a:pt x="728472" y="2778252"/>
                  </a:lnTo>
                  <a:lnTo>
                    <a:pt x="734568" y="2778252"/>
                  </a:lnTo>
                  <a:lnTo>
                    <a:pt x="737616" y="2775204"/>
                  </a:lnTo>
                  <a:lnTo>
                    <a:pt x="737616" y="2735580"/>
                  </a:lnTo>
                  <a:close/>
                </a:path>
                <a:path w="916304" h="4819015">
                  <a:moveTo>
                    <a:pt x="737616" y="2665476"/>
                  </a:moveTo>
                  <a:lnTo>
                    <a:pt x="734568" y="2663952"/>
                  </a:lnTo>
                  <a:lnTo>
                    <a:pt x="728472" y="2663952"/>
                  </a:lnTo>
                  <a:lnTo>
                    <a:pt x="725424" y="2665476"/>
                  </a:lnTo>
                  <a:lnTo>
                    <a:pt x="725424" y="2706624"/>
                  </a:lnTo>
                  <a:lnTo>
                    <a:pt x="728472" y="2709672"/>
                  </a:lnTo>
                  <a:lnTo>
                    <a:pt x="734568" y="2709672"/>
                  </a:lnTo>
                  <a:lnTo>
                    <a:pt x="737616" y="2706624"/>
                  </a:lnTo>
                  <a:lnTo>
                    <a:pt x="737616" y="2665476"/>
                  </a:lnTo>
                  <a:close/>
                </a:path>
                <a:path w="916304" h="4819015">
                  <a:moveTo>
                    <a:pt x="737616" y="2596896"/>
                  </a:moveTo>
                  <a:lnTo>
                    <a:pt x="734568" y="2593848"/>
                  </a:lnTo>
                  <a:lnTo>
                    <a:pt x="728472" y="2593848"/>
                  </a:lnTo>
                  <a:lnTo>
                    <a:pt x="725424" y="2596896"/>
                  </a:lnTo>
                  <a:lnTo>
                    <a:pt x="725424" y="2638044"/>
                  </a:lnTo>
                  <a:lnTo>
                    <a:pt x="728472" y="2641092"/>
                  </a:lnTo>
                  <a:lnTo>
                    <a:pt x="734568" y="2641092"/>
                  </a:lnTo>
                  <a:lnTo>
                    <a:pt x="737616" y="2638044"/>
                  </a:lnTo>
                  <a:lnTo>
                    <a:pt x="737616" y="2596896"/>
                  </a:lnTo>
                  <a:close/>
                </a:path>
                <a:path w="916304" h="4819015">
                  <a:moveTo>
                    <a:pt x="737616" y="2528316"/>
                  </a:moveTo>
                  <a:lnTo>
                    <a:pt x="734568" y="2525268"/>
                  </a:lnTo>
                  <a:lnTo>
                    <a:pt x="728472" y="2525268"/>
                  </a:lnTo>
                  <a:lnTo>
                    <a:pt x="725424" y="2528316"/>
                  </a:lnTo>
                  <a:lnTo>
                    <a:pt x="725424" y="2569464"/>
                  </a:lnTo>
                  <a:lnTo>
                    <a:pt x="728472" y="2570988"/>
                  </a:lnTo>
                  <a:lnTo>
                    <a:pt x="734568" y="2570988"/>
                  </a:lnTo>
                  <a:lnTo>
                    <a:pt x="737616" y="2569464"/>
                  </a:lnTo>
                  <a:lnTo>
                    <a:pt x="737616" y="2528316"/>
                  </a:lnTo>
                  <a:close/>
                </a:path>
                <a:path w="916304" h="4819015">
                  <a:moveTo>
                    <a:pt x="737616" y="2459736"/>
                  </a:moveTo>
                  <a:lnTo>
                    <a:pt x="734568" y="2456688"/>
                  </a:lnTo>
                  <a:lnTo>
                    <a:pt x="728472" y="2456688"/>
                  </a:lnTo>
                  <a:lnTo>
                    <a:pt x="725424" y="2459736"/>
                  </a:lnTo>
                  <a:lnTo>
                    <a:pt x="725424" y="2499360"/>
                  </a:lnTo>
                  <a:lnTo>
                    <a:pt x="728472" y="2502408"/>
                  </a:lnTo>
                  <a:lnTo>
                    <a:pt x="734568" y="2502408"/>
                  </a:lnTo>
                  <a:lnTo>
                    <a:pt x="737616" y="2499360"/>
                  </a:lnTo>
                  <a:lnTo>
                    <a:pt x="737616" y="2459736"/>
                  </a:lnTo>
                  <a:close/>
                </a:path>
                <a:path w="916304" h="4819015">
                  <a:moveTo>
                    <a:pt x="737616" y="2389632"/>
                  </a:moveTo>
                  <a:lnTo>
                    <a:pt x="734568" y="2388108"/>
                  </a:lnTo>
                  <a:lnTo>
                    <a:pt x="728472" y="2388108"/>
                  </a:lnTo>
                  <a:lnTo>
                    <a:pt x="725424" y="2389632"/>
                  </a:lnTo>
                  <a:lnTo>
                    <a:pt x="725424" y="2430780"/>
                  </a:lnTo>
                  <a:lnTo>
                    <a:pt x="728472" y="2433828"/>
                  </a:lnTo>
                  <a:lnTo>
                    <a:pt x="734568" y="2433828"/>
                  </a:lnTo>
                  <a:lnTo>
                    <a:pt x="737616" y="2430780"/>
                  </a:lnTo>
                  <a:lnTo>
                    <a:pt x="737616" y="2389632"/>
                  </a:lnTo>
                  <a:close/>
                </a:path>
                <a:path w="916304" h="4819015">
                  <a:moveTo>
                    <a:pt x="737616" y="2321052"/>
                  </a:moveTo>
                  <a:lnTo>
                    <a:pt x="734568" y="2319528"/>
                  </a:lnTo>
                  <a:lnTo>
                    <a:pt x="728472" y="2319528"/>
                  </a:lnTo>
                  <a:lnTo>
                    <a:pt x="725424" y="2321052"/>
                  </a:lnTo>
                  <a:lnTo>
                    <a:pt x="725424" y="2362200"/>
                  </a:lnTo>
                  <a:lnTo>
                    <a:pt x="728472" y="2365248"/>
                  </a:lnTo>
                  <a:lnTo>
                    <a:pt x="734568" y="2365248"/>
                  </a:lnTo>
                  <a:lnTo>
                    <a:pt x="737616" y="2362200"/>
                  </a:lnTo>
                  <a:lnTo>
                    <a:pt x="737616" y="2321052"/>
                  </a:lnTo>
                  <a:close/>
                </a:path>
                <a:path w="916304" h="4819015">
                  <a:moveTo>
                    <a:pt x="737616" y="2252472"/>
                  </a:moveTo>
                  <a:lnTo>
                    <a:pt x="734568" y="2249424"/>
                  </a:lnTo>
                  <a:lnTo>
                    <a:pt x="728472" y="2249424"/>
                  </a:lnTo>
                  <a:lnTo>
                    <a:pt x="725424" y="2252472"/>
                  </a:lnTo>
                  <a:lnTo>
                    <a:pt x="725424" y="2293620"/>
                  </a:lnTo>
                  <a:lnTo>
                    <a:pt x="728472" y="2295144"/>
                  </a:lnTo>
                  <a:lnTo>
                    <a:pt x="734568" y="2295144"/>
                  </a:lnTo>
                  <a:lnTo>
                    <a:pt x="737616" y="2293620"/>
                  </a:lnTo>
                  <a:lnTo>
                    <a:pt x="737616" y="2252472"/>
                  </a:lnTo>
                  <a:close/>
                </a:path>
                <a:path w="916304" h="4819015">
                  <a:moveTo>
                    <a:pt x="737616" y="2183892"/>
                  </a:moveTo>
                  <a:lnTo>
                    <a:pt x="734568" y="2180844"/>
                  </a:lnTo>
                  <a:lnTo>
                    <a:pt x="728472" y="2180844"/>
                  </a:lnTo>
                  <a:lnTo>
                    <a:pt x="725424" y="2183892"/>
                  </a:lnTo>
                  <a:lnTo>
                    <a:pt x="725424" y="2225040"/>
                  </a:lnTo>
                  <a:lnTo>
                    <a:pt x="728472" y="2226564"/>
                  </a:lnTo>
                  <a:lnTo>
                    <a:pt x="734568" y="2226564"/>
                  </a:lnTo>
                  <a:lnTo>
                    <a:pt x="737616" y="2225040"/>
                  </a:lnTo>
                  <a:lnTo>
                    <a:pt x="737616" y="2183892"/>
                  </a:lnTo>
                  <a:close/>
                </a:path>
                <a:path w="916304" h="4819015">
                  <a:moveTo>
                    <a:pt x="737616" y="2115312"/>
                  </a:moveTo>
                  <a:lnTo>
                    <a:pt x="734568" y="2112264"/>
                  </a:lnTo>
                  <a:lnTo>
                    <a:pt x="728472" y="2112264"/>
                  </a:lnTo>
                  <a:lnTo>
                    <a:pt x="725424" y="2115312"/>
                  </a:lnTo>
                  <a:lnTo>
                    <a:pt x="725424" y="2154948"/>
                  </a:lnTo>
                  <a:lnTo>
                    <a:pt x="728472" y="2157984"/>
                  </a:lnTo>
                  <a:lnTo>
                    <a:pt x="734568" y="2157984"/>
                  </a:lnTo>
                  <a:lnTo>
                    <a:pt x="737616" y="2154948"/>
                  </a:lnTo>
                  <a:lnTo>
                    <a:pt x="737616" y="2115312"/>
                  </a:lnTo>
                  <a:close/>
                </a:path>
                <a:path w="916304" h="4819015">
                  <a:moveTo>
                    <a:pt x="737616" y="2045208"/>
                  </a:moveTo>
                  <a:lnTo>
                    <a:pt x="734568" y="2043684"/>
                  </a:lnTo>
                  <a:lnTo>
                    <a:pt x="728472" y="2043684"/>
                  </a:lnTo>
                  <a:lnTo>
                    <a:pt x="725424" y="2045208"/>
                  </a:lnTo>
                  <a:lnTo>
                    <a:pt x="725424" y="2086356"/>
                  </a:lnTo>
                  <a:lnTo>
                    <a:pt x="728472" y="2089404"/>
                  </a:lnTo>
                  <a:lnTo>
                    <a:pt x="734568" y="2089404"/>
                  </a:lnTo>
                  <a:lnTo>
                    <a:pt x="737616" y="2086356"/>
                  </a:lnTo>
                  <a:lnTo>
                    <a:pt x="737616" y="2045208"/>
                  </a:lnTo>
                  <a:close/>
                </a:path>
                <a:path w="916304" h="4819015">
                  <a:moveTo>
                    <a:pt x="737616" y="1976628"/>
                  </a:moveTo>
                  <a:lnTo>
                    <a:pt x="734568" y="1973580"/>
                  </a:lnTo>
                  <a:lnTo>
                    <a:pt x="728472" y="1973580"/>
                  </a:lnTo>
                  <a:lnTo>
                    <a:pt x="725424" y="1976628"/>
                  </a:lnTo>
                  <a:lnTo>
                    <a:pt x="725424" y="2017776"/>
                  </a:lnTo>
                  <a:lnTo>
                    <a:pt x="728472" y="2020824"/>
                  </a:lnTo>
                  <a:lnTo>
                    <a:pt x="734568" y="2020824"/>
                  </a:lnTo>
                  <a:lnTo>
                    <a:pt x="737616" y="2017776"/>
                  </a:lnTo>
                  <a:lnTo>
                    <a:pt x="737616" y="1976628"/>
                  </a:lnTo>
                  <a:close/>
                </a:path>
                <a:path w="916304" h="4819015">
                  <a:moveTo>
                    <a:pt x="737616" y="1908048"/>
                  </a:moveTo>
                  <a:lnTo>
                    <a:pt x="734568" y="1905000"/>
                  </a:lnTo>
                  <a:lnTo>
                    <a:pt x="728472" y="1905000"/>
                  </a:lnTo>
                  <a:lnTo>
                    <a:pt x="725424" y="1908048"/>
                  </a:lnTo>
                  <a:lnTo>
                    <a:pt x="725424" y="1949196"/>
                  </a:lnTo>
                  <a:lnTo>
                    <a:pt x="728472" y="1950720"/>
                  </a:lnTo>
                  <a:lnTo>
                    <a:pt x="734568" y="1950720"/>
                  </a:lnTo>
                  <a:lnTo>
                    <a:pt x="737616" y="1949196"/>
                  </a:lnTo>
                  <a:lnTo>
                    <a:pt x="737616" y="1908048"/>
                  </a:lnTo>
                  <a:close/>
                </a:path>
                <a:path w="916304" h="4819015">
                  <a:moveTo>
                    <a:pt x="737616" y="1839468"/>
                  </a:moveTo>
                  <a:lnTo>
                    <a:pt x="734568" y="1836420"/>
                  </a:lnTo>
                  <a:lnTo>
                    <a:pt x="728472" y="1836420"/>
                  </a:lnTo>
                  <a:lnTo>
                    <a:pt x="725424" y="1839468"/>
                  </a:lnTo>
                  <a:lnTo>
                    <a:pt x="725424" y="1879092"/>
                  </a:lnTo>
                  <a:lnTo>
                    <a:pt x="728472" y="1882140"/>
                  </a:lnTo>
                  <a:lnTo>
                    <a:pt x="734568" y="1882140"/>
                  </a:lnTo>
                  <a:lnTo>
                    <a:pt x="737616" y="1879092"/>
                  </a:lnTo>
                  <a:lnTo>
                    <a:pt x="737616" y="1839468"/>
                  </a:lnTo>
                  <a:close/>
                </a:path>
                <a:path w="916304" h="4819015">
                  <a:moveTo>
                    <a:pt x="737616" y="1769364"/>
                  </a:moveTo>
                  <a:lnTo>
                    <a:pt x="734568" y="1767840"/>
                  </a:lnTo>
                  <a:lnTo>
                    <a:pt x="728472" y="1767840"/>
                  </a:lnTo>
                  <a:lnTo>
                    <a:pt x="725424" y="1769364"/>
                  </a:lnTo>
                  <a:lnTo>
                    <a:pt x="725424" y="1810512"/>
                  </a:lnTo>
                  <a:lnTo>
                    <a:pt x="728472" y="1813560"/>
                  </a:lnTo>
                  <a:lnTo>
                    <a:pt x="734568" y="1813560"/>
                  </a:lnTo>
                  <a:lnTo>
                    <a:pt x="737616" y="1810512"/>
                  </a:lnTo>
                  <a:lnTo>
                    <a:pt x="737616" y="1769364"/>
                  </a:lnTo>
                  <a:close/>
                </a:path>
                <a:path w="916304" h="4819015">
                  <a:moveTo>
                    <a:pt x="737616" y="1700784"/>
                  </a:moveTo>
                  <a:lnTo>
                    <a:pt x="734568" y="1697736"/>
                  </a:lnTo>
                  <a:lnTo>
                    <a:pt x="728472" y="1697736"/>
                  </a:lnTo>
                  <a:lnTo>
                    <a:pt x="725424" y="1700784"/>
                  </a:lnTo>
                  <a:lnTo>
                    <a:pt x="725424" y="1741932"/>
                  </a:lnTo>
                  <a:lnTo>
                    <a:pt x="728472" y="1744980"/>
                  </a:lnTo>
                  <a:lnTo>
                    <a:pt x="734568" y="1744980"/>
                  </a:lnTo>
                  <a:lnTo>
                    <a:pt x="737616" y="1741932"/>
                  </a:lnTo>
                  <a:lnTo>
                    <a:pt x="737616" y="1700784"/>
                  </a:lnTo>
                  <a:close/>
                </a:path>
                <a:path w="916304" h="4819015">
                  <a:moveTo>
                    <a:pt x="737616" y="1632204"/>
                  </a:moveTo>
                  <a:lnTo>
                    <a:pt x="734568" y="1629156"/>
                  </a:lnTo>
                  <a:lnTo>
                    <a:pt x="728472" y="1629156"/>
                  </a:lnTo>
                  <a:lnTo>
                    <a:pt x="725424" y="1632204"/>
                  </a:lnTo>
                  <a:lnTo>
                    <a:pt x="725424" y="1673352"/>
                  </a:lnTo>
                  <a:lnTo>
                    <a:pt x="728472" y="1674876"/>
                  </a:lnTo>
                  <a:lnTo>
                    <a:pt x="734568" y="1674876"/>
                  </a:lnTo>
                  <a:lnTo>
                    <a:pt x="737616" y="1673352"/>
                  </a:lnTo>
                  <a:lnTo>
                    <a:pt x="737616" y="1632204"/>
                  </a:lnTo>
                  <a:close/>
                </a:path>
                <a:path w="916304" h="4819015">
                  <a:moveTo>
                    <a:pt x="737616" y="1563624"/>
                  </a:moveTo>
                  <a:lnTo>
                    <a:pt x="734568" y="1560576"/>
                  </a:lnTo>
                  <a:lnTo>
                    <a:pt x="728472" y="1560576"/>
                  </a:lnTo>
                  <a:lnTo>
                    <a:pt x="725424" y="1563624"/>
                  </a:lnTo>
                  <a:lnTo>
                    <a:pt x="725424" y="1603248"/>
                  </a:lnTo>
                  <a:lnTo>
                    <a:pt x="728472" y="1606296"/>
                  </a:lnTo>
                  <a:lnTo>
                    <a:pt x="734568" y="1606296"/>
                  </a:lnTo>
                  <a:lnTo>
                    <a:pt x="737616" y="1603248"/>
                  </a:lnTo>
                  <a:lnTo>
                    <a:pt x="737616" y="1563624"/>
                  </a:lnTo>
                  <a:close/>
                </a:path>
                <a:path w="916304" h="4819015">
                  <a:moveTo>
                    <a:pt x="737616" y="1493520"/>
                  </a:moveTo>
                  <a:lnTo>
                    <a:pt x="734568" y="1491996"/>
                  </a:lnTo>
                  <a:lnTo>
                    <a:pt x="728472" y="1491996"/>
                  </a:lnTo>
                  <a:lnTo>
                    <a:pt x="725424" y="1493520"/>
                  </a:lnTo>
                  <a:lnTo>
                    <a:pt x="725424" y="1534668"/>
                  </a:lnTo>
                  <a:lnTo>
                    <a:pt x="728472" y="1537716"/>
                  </a:lnTo>
                  <a:lnTo>
                    <a:pt x="734568" y="1537716"/>
                  </a:lnTo>
                  <a:lnTo>
                    <a:pt x="737616" y="1534668"/>
                  </a:lnTo>
                  <a:lnTo>
                    <a:pt x="737616" y="1493520"/>
                  </a:lnTo>
                  <a:close/>
                </a:path>
                <a:path w="916304" h="4819015">
                  <a:moveTo>
                    <a:pt x="737616" y="1424940"/>
                  </a:moveTo>
                  <a:lnTo>
                    <a:pt x="734568" y="1421892"/>
                  </a:lnTo>
                  <a:lnTo>
                    <a:pt x="728472" y="1421892"/>
                  </a:lnTo>
                  <a:lnTo>
                    <a:pt x="725424" y="1424940"/>
                  </a:lnTo>
                  <a:lnTo>
                    <a:pt x="725424" y="1466088"/>
                  </a:lnTo>
                  <a:lnTo>
                    <a:pt x="728472" y="1469136"/>
                  </a:lnTo>
                  <a:lnTo>
                    <a:pt x="734568" y="1469136"/>
                  </a:lnTo>
                  <a:lnTo>
                    <a:pt x="737616" y="1466088"/>
                  </a:lnTo>
                  <a:lnTo>
                    <a:pt x="737616" y="1424940"/>
                  </a:lnTo>
                  <a:close/>
                </a:path>
                <a:path w="916304" h="4819015">
                  <a:moveTo>
                    <a:pt x="737616" y="1356360"/>
                  </a:moveTo>
                  <a:lnTo>
                    <a:pt x="734568" y="1353312"/>
                  </a:lnTo>
                  <a:lnTo>
                    <a:pt x="728472" y="1353312"/>
                  </a:lnTo>
                  <a:lnTo>
                    <a:pt x="725424" y="1356360"/>
                  </a:lnTo>
                  <a:lnTo>
                    <a:pt x="725424" y="1397508"/>
                  </a:lnTo>
                  <a:lnTo>
                    <a:pt x="728472" y="1399032"/>
                  </a:lnTo>
                  <a:lnTo>
                    <a:pt x="734568" y="1399032"/>
                  </a:lnTo>
                  <a:lnTo>
                    <a:pt x="737616" y="1397508"/>
                  </a:lnTo>
                  <a:lnTo>
                    <a:pt x="737616" y="1356360"/>
                  </a:lnTo>
                  <a:close/>
                </a:path>
                <a:path w="916304" h="4819015">
                  <a:moveTo>
                    <a:pt x="737616" y="1287780"/>
                  </a:moveTo>
                  <a:lnTo>
                    <a:pt x="734568" y="1284732"/>
                  </a:lnTo>
                  <a:lnTo>
                    <a:pt x="728472" y="1284732"/>
                  </a:lnTo>
                  <a:lnTo>
                    <a:pt x="725424" y="1287780"/>
                  </a:lnTo>
                  <a:lnTo>
                    <a:pt x="725424" y="1327404"/>
                  </a:lnTo>
                  <a:lnTo>
                    <a:pt x="728472" y="1330452"/>
                  </a:lnTo>
                  <a:lnTo>
                    <a:pt x="734568" y="1330452"/>
                  </a:lnTo>
                  <a:lnTo>
                    <a:pt x="737616" y="1327404"/>
                  </a:lnTo>
                  <a:lnTo>
                    <a:pt x="737616" y="1287780"/>
                  </a:lnTo>
                  <a:close/>
                </a:path>
                <a:path w="916304" h="4819015">
                  <a:moveTo>
                    <a:pt x="737616" y="1217676"/>
                  </a:moveTo>
                  <a:lnTo>
                    <a:pt x="734568" y="1216152"/>
                  </a:lnTo>
                  <a:lnTo>
                    <a:pt x="728472" y="1216152"/>
                  </a:lnTo>
                  <a:lnTo>
                    <a:pt x="725424" y="1217676"/>
                  </a:lnTo>
                  <a:lnTo>
                    <a:pt x="725424" y="1258824"/>
                  </a:lnTo>
                  <a:lnTo>
                    <a:pt x="728472" y="1261872"/>
                  </a:lnTo>
                  <a:lnTo>
                    <a:pt x="734568" y="1261872"/>
                  </a:lnTo>
                  <a:lnTo>
                    <a:pt x="737616" y="1258824"/>
                  </a:lnTo>
                  <a:lnTo>
                    <a:pt x="737616" y="1217676"/>
                  </a:lnTo>
                  <a:close/>
                </a:path>
                <a:path w="916304" h="4819015">
                  <a:moveTo>
                    <a:pt x="737616" y="1149096"/>
                  </a:moveTo>
                  <a:lnTo>
                    <a:pt x="734568" y="1147572"/>
                  </a:lnTo>
                  <a:lnTo>
                    <a:pt x="728472" y="1147572"/>
                  </a:lnTo>
                  <a:lnTo>
                    <a:pt x="725424" y="1149096"/>
                  </a:lnTo>
                  <a:lnTo>
                    <a:pt x="725424" y="1190244"/>
                  </a:lnTo>
                  <a:lnTo>
                    <a:pt x="728472" y="1193292"/>
                  </a:lnTo>
                  <a:lnTo>
                    <a:pt x="734568" y="1193292"/>
                  </a:lnTo>
                  <a:lnTo>
                    <a:pt x="737616" y="1190244"/>
                  </a:lnTo>
                  <a:lnTo>
                    <a:pt x="737616" y="1149096"/>
                  </a:lnTo>
                  <a:close/>
                </a:path>
                <a:path w="916304" h="4819015">
                  <a:moveTo>
                    <a:pt x="737616" y="1080516"/>
                  </a:moveTo>
                  <a:lnTo>
                    <a:pt x="734568" y="1077468"/>
                  </a:lnTo>
                  <a:lnTo>
                    <a:pt x="728472" y="1077468"/>
                  </a:lnTo>
                  <a:lnTo>
                    <a:pt x="725424" y="1080516"/>
                  </a:lnTo>
                  <a:lnTo>
                    <a:pt x="725424" y="1121664"/>
                  </a:lnTo>
                  <a:lnTo>
                    <a:pt x="728472" y="1123188"/>
                  </a:lnTo>
                  <a:lnTo>
                    <a:pt x="734568" y="1123188"/>
                  </a:lnTo>
                  <a:lnTo>
                    <a:pt x="737616" y="1121664"/>
                  </a:lnTo>
                  <a:lnTo>
                    <a:pt x="737616" y="1080516"/>
                  </a:lnTo>
                  <a:close/>
                </a:path>
                <a:path w="916304" h="4819015">
                  <a:moveTo>
                    <a:pt x="737616" y="1011936"/>
                  </a:moveTo>
                  <a:lnTo>
                    <a:pt x="734568" y="1008888"/>
                  </a:lnTo>
                  <a:lnTo>
                    <a:pt x="728472" y="1008888"/>
                  </a:lnTo>
                  <a:lnTo>
                    <a:pt x="725424" y="1011936"/>
                  </a:lnTo>
                  <a:lnTo>
                    <a:pt x="725424" y="1053084"/>
                  </a:lnTo>
                  <a:lnTo>
                    <a:pt x="728472" y="1054608"/>
                  </a:lnTo>
                  <a:lnTo>
                    <a:pt x="734568" y="1054608"/>
                  </a:lnTo>
                  <a:lnTo>
                    <a:pt x="737616" y="1053084"/>
                  </a:lnTo>
                  <a:lnTo>
                    <a:pt x="737616" y="1011936"/>
                  </a:lnTo>
                  <a:close/>
                </a:path>
                <a:path w="916304" h="4819015">
                  <a:moveTo>
                    <a:pt x="737616" y="943356"/>
                  </a:moveTo>
                  <a:lnTo>
                    <a:pt x="734568" y="940308"/>
                  </a:lnTo>
                  <a:lnTo>
                    <a:pt x="728472" y="940308"/>
                  </a:lnTo>
                  <a:lnTo>
                    <a:pt x="725424" y="943356"/>
                  </a:lnTo>
                  <a:lnTo>
                    <a:pt x="725424" y="982980"/>
                  </a:lnTo>
                  <a:lnTo>
                    <a:pt x="728472" y="986028"/>
                  </a:lnTo>
                  <a:lnTo>
                    <a:pt x="734568" y="986028"/>
                  </a:lnTo>
                  <a:lnTo>
                    <a:pt x="737616" y="982980"/>
                  </a:lnTo>
                  <a:lnTo>
                    <a:pt x="737616" y="943356"/>
                  </a:lnTo>
                  <a:close/>
                </a:path>
                <a:path w="916304" h="4819015">
                  <a:moveTo>
                    <a:pt x="737616" y="873252"/>
                  </a:moveTo>
                  <a:lnTo>
                    <a:pt x="734568" y="871728"/>
                  </a:lnTo>
                  <a:lnTo>
                    <a:pt x="728472" y="871728"/>
                  </a:lnTo>
                  <a:lnTo>
                    <a:pt x="725424" y="873252"/>
                  </a:lnTo>
                  <a:lnTo>
                    <a:pt x="725424" y="914400"/>
                  </a:lnTo>
                  <a:lnTo>
                    <a:pt x="728472" y="917448"/>
                  </a:lnTo>
                  <a:lnTo>
                    <a:pt x="734568" y="917448"/>
                  </a:lnTo>
                  <a:lnTo>
                    <a:pt x="737616" y="914400"/>
                  </a:lnTo>
                  <a:lnTo>
                    <a:pt x="737616" y="873252"/>
                  </a:lnTo>
                  <a:close/>
                </a:path>
                <a:path w="916304" h="4819015">
                  <a:moveTo>
                    <a:pt x="737616" y="804672"/>
                  </a:moveTo>
                  <a:lnTo>
                    <a:pt x="734568" y="801624"/>
                  </a:lnTo>
                  <a:lnTo>
                    <a:pt x="728472" y="801624"/>
                  </a:lnTo>
                  <a:lnTo>
                    <a:pt x="725424" y="804672"/>
                  </a:lnTo>
                  <a:lnTo>
                    <a:pt x="725424" y="845820"/>
                  </a:lnTo>
                  <a:lnTo>
                    <a:pt x="728472" y="848868"/>
                  </a:lnTo>
                  <a:lnTo>
                    <a:pt x="734568" y="848868"/>
                  </a:lnTo>
                  <a:lnTo>
                    <a:pt x="737616" y="845820"/>
                  </a:lnTo>
                  <a:lnTo>
                    <a:pt x="737616" y="804672"/>
                  </a:lnTo>
                  <a:close/>
                </a:path>
                <a:path w="916304" h="4819015">
                  <a:moveTo>
                    <a:pt x="737616" y="736092"/>
                  </a:moveTo>
                  <a:lnTo>
                    <a:pt x="734568" y="733044"/>
                  </a:lnTo>
                  <a:lnTo>
                    <a:pt x="728472" y="733044"/>
                  </a:lnTo>
                  <a:lnTo>
                    <a:pt x="725424" y="736092"/>
                  </a:lnTo>
                  <a:lnTo>
                    <a:pt x="725424" y="777240"/>
                  </a:lnTo>
                  <a:lnTo>
                    <a:pt x="728472" y="778764"/>
                  </a:lnTo>
                  <a:lnTo>
                    <a:pt x="734568" y="778764"/>
                  </a:lnTo>
                  <a:lnTo>
                    <a:pt x="737616" y="777240"/>
                  </a:lnTo>
                  <a:lnTo>
                    <a:pt x="737616" y="736092"/>
                  </a:lnTo>
                  <a:close/>
                </a:path>
                <a:path w="916304" h="4819015">
                  <a:moveTo>
                    <a:pt x="737616" y="667512"/>
                  </a:moveTo>
                  <a:lnTo>
                    <a:pt x="734568" y="664464"/>
                  </a:lnTo>
                  <a:lnTo>
                    <a:pt x="728472" y="664464"/>
                  </a:lnTo>
                  <a:lnTo>
                    <a:pt x="725424" y="667512"/>
                  </a:lnTo>
                  <a:lnTo>
                    <a:pt x="725424" y="707136"/>
                  </a:lnTo>
                  <a:lnTo>
                    <a:pt x="728472" y="710184"/>
                  </a:lnTo>
                  <a:lnTo>
                    <a:pt x="734568" y="710184"/>
                  </a:lnTo>
                  <a:lnTo>
                    <a:pt x="737616" y="707136"/>
                  </a:lnTo>
                  <a:lnTo>
                    <a:pt x="737616" y="667512"/>
                  </a:lnTo>
                  <a:close/>
                </a:path>
                <a:path w="916304" h="4819015">
                  <a:moveTo>
                    <a:pt x="737616" y="597408"/>
                  </a:moveTo>
                  <a:lnTo>
                    <a:pt x="734568" y="595884"/>
                  </a:lnTo>
                  <a:lnTo>
                    <a:pt x="728472" y="595884"/>
                  </a:lnTo>
                  <a:lnTo>
                    <a:pt x="725424" y="597408"/>
                  </a:lnTo>
                  <a:lnTo>
                    <a:pt x="725424" y="638556"/>
                  </a:lnTo>
                  <a:lnTo>
                    <a:pt x="728472" y="641604"/>
                  </a:lnTo>
                  <a:lnTo>
                    <a:pt x="734568" y="641604"/>
                  </a:lnTo>
                  <a:lnTo>
                    <a:pt x="737616" y="638556"/>
                  </a:lnTo>
                  <a:lnTo>
                    <a:pt x="737616" y="597408"/>
                  </a:lnTo>
                  <a:close/>
                </a:path>
                <a:path w="916304" h="4819015">
                  <a:moveTo>
                    <a:pt x="737616" y="528828"/>
                  </a:moveTo>
                  <a:lnTo>
                    <a:pt x="734568" y="525780"/>
                  </a:lnTo>
                  <a:lnTo>
                    <a:pt x="728472" y="525780"/>
                  </a:lnTo>
                  <a:lnTo>
                    <a:pt x="725424" y="528828"/>
                  </a:lnTo>
                  <a:lnTo>
                    <a:pt x="725424" y="569976"/>
                  </a:lnTo>
                  <a:lnTo>
                    <a:pt x="728472" y="573024"/>
                  </a:lnTo>
                  <a:lnTo>
                    <a:pt x="734568" y="573024"/>
                  </a:lnTo>
                  <a:lnTo>
                    <a:pt x="737616" y="569976"/>
                  </a:lnTo>
                  <a:lnTo>
                    <a:pt x="737616" y="528828"/>
                  </a:lnTo>
                  <a:close/>
                </a:path>
                <a:path w="916304" h="4819015">
                  <a:moveTo>
                    <a:pt x="737616" y="460248"/>
                  </a:moveTo>
                  <a:lnTo>
                    <a:pt x="734568" y="457200"/>
                  </a:lnTo>
                  <a:lnTo>
                    <a:pt x="728472" y="457200"/>
                  </a:lnTo>
                  <a:lnTo>
                    <a:pt x="725424" y="460248"/>
                  </a:lnTo>
                  <a:lnTo>
                    <a:pt x="725424" y="501396"/>
                  </a:lnTo>
                  <a:lnTo>
                    <a:pt x="728472" y="502920"/>
                  </a:lnTo>
                  <a:lnTo>
                    <a:pt x="734568" y="502920"/>
                  </a:lnTo>
                  <a:lnTo>
                    <a:pt x="737616" y="501396"/>
                  </a:lnTo>
                  <a:lnTo>
                    <a:pt x="737616" y="460248"/>
                  </a:lnTo>
                  <a:close/>
                </a:path>
                <a:path w="916304" h="4819015">
                  <a:moveTo>
                    <a:pt x="737616" y="391668"/>
                  </a:moveTo>
                  <a:lnTo>
                    <a:pt x="734568" y="388620"/>
                  </a:lnTo>
                  <a:lnTo>
                    <a:pt x="728472" y="388620"/>
                  </a:lnTo>
                  <a:lnTo>
                    <a:pt x="725424" y="391668"/>
                  </a:lnTo>
                  <a:lnTo>
                    <a:pt x="725424" y="431292"/>
                  </a:lnTo>
                  <a:lnTo>
                    <a:pt x="728472" y="434340"/>
                  </a:lnTo>
                  <a:lnTo>
                    <a:pt x="734568" y="434340"/>
                  </a:lnTo>
                  <a:lnTo>
                    <a:pt x="737616" y="431292"/>
                  </a:lnTo>
                  <a:lnTo>
                    <a:pt x="737616" y="391668"/>
                  </a:lnTo>
                  <a:close/>
                </a:path>
                <a:path w="916304" h="4819015">
                  <a:moveTo>
                    <a:pt x="737616" y="321564"/>
                  </a:moveTo>
                  <a:lnTo>
                    <a:pt x="734568" y="320040"/>
                  </a:lnTo>
                  <a:lnTo>
                    <a:pt x="728472" y="320040"/>
                  </a:lnTo>
                  <a:lnTo>
                    <a:pt x="725424" y="321564"/>
                  </a:lnTo>
                  <a:lnTo>
                    <a:pt x="725424" y="362712"/>
                  </a:lnTo>
                  <a:lnTo>
                    <a:pt x="728472" y="365760"/>
                  </a:lnTo>
                  <a:lnTo>
                    <a:pt x="734568" y="365760"/>
                  </a:lnTo>
                  <a:lnTo>
                    <a:pt x="737616" y="362712"/>
                  </a:lnTo>
                  <a:lnTo>
                    <a:pt x="737616" y="321564"/>
                  </a:lnTo>
                  <a:close/>
                </a:path>
                <a:path w="916304" h="4819015">
                  <a:moveTo>
                    <a:pt x="737616" y="252984"/>
                  </a:moveTo>
                  <a:lnTo>
                    <a:pt x="734568" y="249936"/>
                  </a:lnTo>
                  <a:lnTo>
                    <a:pt x="728472" y="249936"/>
                  </a:lnTo>
                  <a:lnTo>
                    <a:pt x="725424" y="252984"/>
                  </a:lnTo>
                  <a:lnTo>
                    <a:pt x="725424" y="294132"/>
                  </a:lnTo>
                  <a:lnTo>
                    <a:pt x="728472" y="297180"/>
                  </a:lnTo>
                  <a:lnTo>
                    <a:pt x="734568" y="297180"/>
                  </a:lnTo>
                  <a:lnTo>
                    <a:pt x="737616" y="294132"/>
                  </a:lnTo>
                  <a:lnTo>
                    <a:pt x="737616" y="252984"/>
                  </a:lnTo>
                  <a:close/>
                </a:path>
                <a:path w="916304" h="4819015">
                  <a:moveTo>
                    <a:pt x="737616" y="184404"/>
                  </a:moveTo>
                  <a:lnTo>
                    <a:pt x="734568" y="181356"/>
                  </a:lnTo>
                  <a:lnTo>
                    <a:pt x="728472" y="181356"/>
                  </a:lnTo>
                  <a:lnTo>
                    <a:pt x="725424" y="184404"/>
                  </a:lnTo>
                  <a:lnTo>
                    <a:pt x="725424" y="225552"/>
                  </a:lnTo>
                  <a:lnTo>
                    <a:pt x="728472" y="227076"/>
                  </a:lnTo>
                  <a:lnTo>
                    <a:pt x="734568" y="227076"/>
                  </a:lnTo>
                  <a:lnTo>
                    <a:pt x="737616" y="225552"/>
                  </a:lnTo>
                  <a:lnTo>
                    <a:pt x="737616" y="184404"/>
                  </a:lnTo>
                  <a:close/>
                </a:path>
                <a:path w="916304" h="4819015">
                  <a:moveTo>
                    <a:pt x="737616" y="115824"/>
                  </a:moveTo>
                  <a:lnTo>
                    <a:pt x="734568" y="112776"/>
                  </a:lnTo>
                  <a:lnTo>
                    <a:pt x="728472" y="112776"/>
                  </a:lnTo>
                  <a:lnTo>
                    <a:pt x="725424" y="115824"/>
                  </a:lnTo>
                  <a:lnTo>
                    <a:pt x="725424" y="155448"/>
                  </a:lnTo>
                  <a:lnTo>
                    <a:pt x="728472" y="158496"/>
                  </a:lnTo>
                  <a:lnTo>
                    <a:pt x="734568" y="158496"/>
                  </a:lnTo>
                  <a:lnTo>
                    <a:pt x="737616" y="155448"/>
                  </a:lnTo>
                  <a:lnTo>
                    <a:pt x="737616" y="115824"/>
                  </a:lnTo>
                  <a:close/>
                </a:path>
                <a:path w="916304" h="4819015">
                  <a:moveTo>
                    <a:pt x="915924" y="4343400"/>
                  </a:moveTo>
                  <a:lnTo>
                    <a:pt x="909828" y="4343400"/>
                  </a:lnTo>
                  <a:lnTo>
                    <a:pt x="906780" y="4344924"/>
                  </a:lnTo>
                  <a:lnTo>
                    <a:pt x="906780" y="4386072"/>
                  </a:lnTo>
                  <a:lnTo>
                    <a:pt x="909828" y="4389120"/>
                  </a:lnTo>
                  <a:lnTo>
                    <a:pt x="915924" y="4389120"/>
                  </a:lnTo>
                  <a:lnTo>
                    <a:pt x="915924" y="4343400"/>
                  </a:lnTo>
                  <a:close/>
                </a:path>
                <a:path w="916304" h="4819015">
                  <a:moveTo>
                    <a:pt x="915924" y="4274820"/>
                  </a:moveTo>
                  <a:lnTo>
                    <a:pt x="909828" y="4274820"/>
                  </a:lnTo>
                  <a:lnTo>
                    <a:pt x="906780" y="4276344"/>
                  </a:lnTo>
                  <a:lnTo>
                    <a:pt x="906780" y="4317492"/>
                  </a:lnTo>
                  <a:lnTo>
                    <a:pt x="909828" y="4320540"/>
                  </a:lnTo>
                  <a:lnTo>
                    <a:pt x="915924" y="4320540"/>
                  </a:lnTo>
                  <a:lnTo>
                    <a:pt x="915924" y="4274820"/>
                  </a:lnTo>
                  <a:close/>
                </a:path>
                <a:path w="916304" h="4819015">
                  <a:moveTo>
                    <a:pt x="915924" y="4204716"/>
                  </a:moveTo>
                  <a:lnTo>
                    <a:pt x="909828" y="4204716"/>
                  </a:lnTo>
                  <a:lnTo>
                    <a:pt x="906780" y="4207764"/>
                  </a:lnTo>
                  <a:lnTo>
                    <a:pt x="906780" y="4248912"/>
                  </a:lnTo>
                  <a:lnTo>
                    <a:pt x="909828" y="4250436"/>
                  </a:lnTo>
                  <a:lnTo>
                    <a:pt x="915924" y="4250436"/>
                  </a:lnTo>
                  <a:lnTo>
                    <a:pt x="915924" y="4204716"/>
                  </a:lnTo>
                  <a:close/>
                </a:path>
                <a:path w="916304" h="4819015">
                  <a:moveTo>
                    <a:pt x="915924" y="4136136"/>
                  </a:moveTo>
                  <a:lnTo>
                    <a:pt x="909828" y="4136136"/>
                  </a:lnTo>
                  <a:lnTo>
                    <a:pt x="906780" y="4139184"/>
                  </a:lnTo>
                  <a:lnTo>
                    <a:pt x="906780" y="4180332"/>
                  </a:lnTo>
                  <a:lnTo>
                    <a:pt x="909828" y="4181856"/>
                  </a:lnTo>
                  <a:lnTo>
                    <a:pt x="915924" y="4181856"/>
                  </a:lnTo>
                  <a:lnTo>
                    <a:pt x="915924" y="4136136"/>
                  </a:lnTo>
                  <a:close/>
                </a:path>
                <a:path w="916304" h="4819015">
                  <a:moveTo>
                    <a:pt x="915924" y="4067556"/>
                  </a:moveTo>
                  <a:lnTo>
                    <a:pt x="909828" y="4067556"/>
                  </a:lnTo>
                  <a:lnTo>
                    <a:pt x="906780" y="4070604"/>
                  </a:lnTo>
                  <a:lnTo>
                    <a:pt x="906780" y="4110228"/>
                  </a:lnTo>
                  <a:lnTo>
                    <a:pt x="909828" y="4113276"/>
                  </a:lnTo>
                  <a:lnTo>
                    <a:pt x="915924" y="4113276"/>
                  </a:lnTo>
                  <a:lnTo>
                    <a:pt x="915924" y="4067556"/>
                  </a:lnTo>
                  <a:close/>
                </a:path>
                <a:path w="916304" h="4819015">
                  <a:moveTo>
                    <a:pt x="915924" y="3998976"/>
                  </a:moveTo>
                  <a:lnTo>
                    <a:pt x="909828" y="3998976"/>
                  </a:lnTo>
                  <a:lnTo>
                    <a:pt x="906780" y="4000500"/>
                  </a:lnTo>
                  <a:lnTo>
                    <a:pt x="906780" y="4041648"/>
                  </a:lnTo>
                  <a:lnTo>
                    <a:pt x="909828" y="4044696"/>
                  </a:lnTo>
                  <a:lnTo>
                    <a:pt x="915924" y="4044696"/>
                  </a:lnTo>
                  <a:lnTo>
                    <a:pt x="915924" y="3998976"/>
                  </a:lnTo>
                  <a:close/>
                </a:path>
                <a:path w="916304" h="4819015">
                  <a:moveTo>
                    <a:pt x="915924" y="3928872"/>
                  </a:moveTo>
                  <a:lnTo>
                    <a:pt x="909828" y="3928872"/>
                  </a:lnTo>
                  <a:lnTo>
                    <a:pt x="906780" y="3931920"/>
                  </a:lnTo>
                  <a:lnTo>
                    <a:pt x="906780" y="3973068"/>
                  </a:lnTo>
                  <a:lnTo>
                    <a:pt x="909828" y="3976116"/>
                  </a:lnTo>
                  <a:lnTo>
                    <a:pt x="915924" y="3976116"/>
                  </a:lnTo>
                  <a:lnTo>
                    <a:pt x="915924" y="3928872"/>
                  </a:lnTo>
                  <a:close/>
                </a:path>
                <a:path w="916304" h="4819015">
                  <a:moveTo>
                    <a:pt x="915924" y="3860292"/>
                  </a:moveTo>
                  <a:lnTo>
                    <a:pt x="909828" y="3860292"/>
                  </a:lnTo>
                  <a:lnTo>
                    <a:pt x="906780" y="3863340"/>
                  </a:lnTo>
                  <a:lnTo>
                    <a:pt x="906780" y="3904488"/>
                  </a:lnTo>
                  <a:lnTo>
                    <a:pt x="909828" y="3906012"/>
                  </a:lnTo>
                  <a:lnTo>
                    <a:pt x="915924" y="3906012"/>
                  </a:lnTo>
                  <a:lnTo>
                    <a:pt x="915924" y="3860292"/>
                  </a:lnTo>
                  <a:close/>
                </a:path>
                <a:path w="916304" h="4819015">
                  <a:moveTo>
                    <a:pt x="915924" y="3791712"/>
                  </a:moveTo>
                  <a:lnTo>
                    <a:pt x="909828" y="3791712"/>
                  </a:lnTo>
                  <a:lnTo>
                    <a:pt x="906780" y="3794760"/>
                  </a:lnTo>
                  <a:lnTo>
                    <a:pt x="906780" y="3834384"/>
                  </a:lnTo>
                  <a:lnTo>
                    <a:pt x="909828" y="3837444"/>
                  </a:lnTo>
                  <a:lnTo>
                    <a:pt x="915924" y="3837444"/>
                  </a:lnTo>
                  <a:lnTo>
                    <a:pt x="915924" y="3791712"/>
                  </a:lnTo>
                  <a:close/>
                </a:path>
                <a:path w="916304" h="4819015">
                  <a:moveTo>
                    <a:pt x="915924" y="3723132"/>
                  </a:moveTo>
                  <a:lnTo>
                    <a:pt x="909828" y="3723132"/>
                  </a:lnTo>
                  <a:lnTo>
                    <a:pt x="906780" y="3724656"/>
                  </a:lnTo>
                  <a:lnTo>
                    <a:pt x="906780" y="3765804"/>
                  </a:lnTo>
                  <a:lnTo>
                    <a:pt x="909828" y="3768852"/>
                  </a:lnTo>
                  <a:lnTo>
                    <a:pt x="915924" y="3768852"/>
                  </a:lnTo>
                  <a:lnTo>
                    <a:pt x="915924" y="3723132"/>
                  </a:lnTo>
                  <a:close/>
                </a:path>
                <a:path w="916304" h="4819015">
                  <a:moveTo>
                    <a:pt x="915924" y="3653028"/>
                  </a:moveTo>
                  <a:lnTo>
                    <a:pt x="909828" y="3653028"/>
                  </a:lnTo>
                  <a:lnTo>
                    <a:pt x="906780" y="3656076"/>
                  </a:lnTo>
                  <a:lnTo>
                    <a:pt x="906780" y="3697224"/>
                  </a:lnTo>
                  <a:lnTo>
                    <a:pt x="909828" y="3700272"/>
                  </a:lnTo>
                  <a:lnTo>
                    <a:pt x="915924" y="3700272"/>
                  </a:lnTo>
                  <a:lnTo>
                    <a:pt x="915924" y="3653028"/>
                  </a:lnTo>
                  <a:close/>
                </a:path>
                <a:path w="916304" h="4819015">
                  <a:moveTo>
                    <a:pt x="915924" y="3584448"/>
                  </a:moveTo>
                  <a:lnTo>
                    <a:pt x="909828" y="3584448"/>
                  </a:lnTo>
                  <a:lnTo>
                    <a:pt x="906780" y="3587496"/>
                  </a:lnTo>
                  <a:lnTo>
                    <a:pt x="906780" y="3628644"/>
                  </a:lnTo>
                  <a:lnTo>
                    <a:pt x="909828" y="3630168"/>
                  </a:lnTo>
                  <a:lnTo>
                    <a:pt x="915924" y="3630168"/>
                  </a:lnTo>
                  <a:lnTo>
                    <a:pt x="915924" y="3584448"/>
                  </a:lnTo>
                  <a:close/>
                </a:path>
                <a:path w="916304" h="4819015">
                  <a:moveTo>
                    <a:pt x="915924" y="3515868"/>
                  </a:moveTo>
                  <a:lnTo>
                    <a:pt x="909828" y="3515868"/>
                  </a:lnTo>
                  <a:lnTo>
                    <a:pt x="906780" y="3518916"/>
                  </a:lnTo>
                  <a:lnTo>
                    <a:pt x="906780" y="3558540"/>
                  </a:lnTo>
                  <a:lnTo>
                    <a:pt x="909828" y="3561588"/>
                  </a:lnTo>
                  <a:lnTo>
                    <a:pt x="915924" y="3561588"/>
                  </a:lnTo>
                  <a:lnTo>
                    <a:pt x="915924" y="3515868"/>
                  </a:lnTo>
                  <a:close/>
                </a:path>
                <a:path w="916304" h="4819015">
                  <a:moveTo>
                    <a:pt x="915924" y="3447288"/>
                  </a:moveTo>
                  <a:lnTo>
                    <a:pt x="909828" y="3447288"/>
                  </a:lnTo>
                  <a:lnTo>
                    <a:pt x="906780" y="3448812"/>
                  </a:lnTo>
                  <a:lnTo>
                    <a:pt x="906780" y="3489960"/>
                  </a:lnTo>
                  <a:lnTo>
                    <a:pt x="909828" y="3493008"/>
                  </a:lnTo>
                  <a:lnTo>
                    <a:pt x="915924" y="3493008"/>
                  </a:lnTo>
                  <a:lnTo>
                    <a:pt x="915924" y="3447288"/>
                  </a:lnTo>
                  <a:close/>
                </a:path>
                <a:path w="916304" h="4819015">
                  <a:moveTo>
                    <a:pt x="915924" y="3378708"/>
                  </a:moveTo>
                  <a:lnTo>
                    <a:pt x="909828" y="3378708"/>
                  </a:lnTo>
                  <a:lnTo>
                    <a:pt x="906780" y="3380232"/>
                  </a:lnTo>
                  <a:lnTo>
                    <a:pt x="906780" y="3421380"/>
                  </a:lnTo>
                  <a:lnTo>
                    <a:pt x="909828" y="3424428"/>
                  </a:lnTo>
                  <a:lnTo>
                    <a:pt x="915924" y="3424428"/>
                  </a:lnTo>
                  <a:lnTo>
                    <a:pt x="915924" y="3378708"/>
                  </a:lnTo>
                  <a:close/>
                </a:path>
                <a:path w="916304" h="4819015">
                  <a:moveTo>
                    <a:pt x="915924" y="3308604"/>
                  </a:moveTo>
                  <a:lnTo>
                    <a:pt x="909828" y="3308604"/>
                  </a:lnTo>
                  <a:lnTo>
                    <a:pt x="906780" y="3311652"/>
                  </a:lnTo>
                  <a:lnTo>
                    <a:pt x="906780" y="3352800"/>
                  </a:lnTo>
                  <a:lnTo>
                    <a:pt x="909828" y="3354324"/>
                  </a:lnTo>
                  <a:lnTo>
                    <a:pt x="915924" y="3354324"/>
                  </a:lnTo>
                  <a:lnTo>
                    <a:pt x="915924" y="3308604"/>
                  </a:lnTo>
                  <a:close/>
                </a:path>
                <a:path w="916304" h="4819015">
                  <a:moveTo>
                    <a:pt x="915924" y="3240024"/>
                  </a:moveTo>
                  <a:lnTo>
                    <a:pt x="909828" y="3240024"/>
                  </a:lnTo>
                  <a:lnTo>
                    <a:pt x="906780" y="3243072"/>
                  </a:lnTo>
                  <a:lnTo>
                    <a:pt x="906780" y="3284220"/>
                  </a:lnTo>
                  <a:lnTo>
                    <a:pt x="909828" y="3285744"/>
                  </a:lnTo>
                  <a:lnTo>
                    <a:pt x="915924" y="3285744"/>
                  </a:lnTo>
                  <a:lnTo>
                    <a:pt x="915924" y="3240024"/>
                  </a:lnTo>
                  <a:close/>
                </a:path>
                <a:path w="916304" h="4819015">
                  <a:moveTo>
                    <a:pt x="915924" y="3171444"/>
                  </a:moveTo>
                  <a:lnTo>
                    <a:pt x="909828" y="3171444"/>
                  </a:lnTo>
                  <a:lnTo>
                    <a:pt x="906780" y="3172968"/>
                  </a:lnTo>
                  <a:lnTo>
                    <a:pt x="906780" y="3214116"/>
                  </a:lnTo>
                  <a:lnTo>
                    <a:pt x="909828" y="3217164"/>
                  </a:lnTo>
                  <a:lnTo>
                    <a:pt x="915924" y="3217164"/>
                  </a:lnTo>
                  <a:lnTo>
                    <a:pt x="915924" y="3171444"/>
                  </a:lnTo>
                  <a:close/>
                </a:path>
                <a:path w="916304" h="4819015">
                  <a:moveTo>
                    <a:pt x="915924" y="3102864"/>
                  </a:moveTo>
                  <a:lnTo>
                    <a:pt x="909828" y="3102864"/>
                  </a:lnTo>
                  <a:lnTo>
                    <a:pt x="906780" y="3104388"/>
                  </a:lnTo>
                  <a:lnTo>
                    <a:pt x="906780" y="3145536"/>
                  </a:lnTo>
                  <a:lnTo>
                    <a:pt x="909828" y="3148584"/>
                  </a:lnTo>
                  <a:lnTo>
                    <a:pt x="915924" y="3148584"/>
                  </a:lnTo>
                  <a:lnTo>
                    <a:pt x="915924" y="3102864"/>
                  </a:lnTo>
                  <a:close/>
                </a:path>
                <a:path w="916304" h="4819015">
                  <a:moveTo>
                    <a:pt x="915924" y="3032760"/>
                  </a:moveTo>
                  <a:lnTo>
                    <a:pt x="909828" y="3032760"/>
                  </a:lnTo>
                  <a:lnTo>
                    <a:pt x="906780" y="3035808"/>
                  </a:lnTo>
                  <a:lnTo>
                    <a:pt x="906780" y="3076956"/>
                  </a:lnTo>
                  <a:lnTo>
                    <a:pt x="909828" y="3078480"/>
                  </a:lnTo>
                  <a:lnTo>
                    <a:pt x="915924" y="3078480"/>
                  </a:lnTo>
                  <a:lnTo>
                    <a:pt x="915924" y="3032760"/>
                  </a:lnTo>
                  <a:close/>
                </a:path>
                <a:path w="916304" h="4819015">
                  <a:moveTo>
                    <a:pt x="915924" y="2964180"/>
                  </a:moveTo>
                  <a:lnTo>
                    <a:pt x="909828" y="2964180"/>
                  </a:lnTo>
                  <a:lnTo>
                    <a:pt x="906780" y="2967228"/>
                  </a:lnTo>
                  <a:lnTo>
                    <a:pt x="906780" y="3008376"/>
                  </a:lnTo>
                  <a:lnTo>
                    <a:pt x="909828" y="3009900"/>
                  </a:lnTo>
                  <a:lnTo>
                    <a:pt x="915924" y="3009900"/>
                  </a:lnTo>
                  <a:lnTo>
                    <a:pt x="915924" y="2964180"/>
                  </a:lnTo>
                  <a:close/>
                </a:path>
                <a:path w="916304" h="4819015">
                  <a:moveTo>
                    <a:pt x="915924" y="2895600"/>
                  </a:moveTo>
                  <a:lnTo>
                    <a:pt x="909828" y="2895600"/>
                  </a:lnTo>
                  <a:lnTo>
                    <a:pt x="906780" y="2898648"/>
                  </a:lnTo>
                  <a:lnTo>
                    <a:pt x="906780" y="2938272"/>
                  </a:lnTo>
                  <a:lnTo>
                    <a:pt x="909828" y="2941320"/>
                  </a:lnTo>
                  <a:lnTo>
                    <a:pt x="915924" y="2941320"/>
                  </a:lnTo>
                  <a:lnTo>
                    <a:pt x="915924" y="2895600"/>
                  </a:lnTo>
                  <a:close/>
                </a:path>
                <a:path w="916304" h="4819015">
                  <a:moveTo>
                    <a:pt x="915924" y="2827020"/>
                  </a:moveTo>
                  <a:lnTo>
                    <a:pt x="909828" y="2827020"/>
                  </a:lnTo>
                  <a:lnTo>
                    <a:pt x="906780" y="2828544"/>
                  </a:lnTo>
                  <a:lnTo>
                    <a:pt x="906780" y="2869692"/>
                  </a:lnTo>
                  <a:lnTo>
                    <a:pt x="909828" y="2872740"/>
                  </a:lnTo>
                  <a:lnTo>
                    <a:pt x="915924" y="2872740"/>
                  </a:lnTo>
                  <a:lnTo>
                    <a:pt x="915924" y="2827020"/>
                  </a:lnTo>
                  <a:close/>
                </a:path>
                <a:path w="916304" h="4819015">
                  <a:moveTo>
                    <a:pt x="915924" y="2756916"/>
                  </a:moveTo>
                  <a:lnTo>
                    <a:pt x="909828" y="2756916"/>
                  </a:lnTo>
                  <a:lnTo>
                    <a:pt x="906780" y="2759964"/>
                  </a:lnTo>
                  <a:lnTo>
                    <a:pt x="906780" y="2801112"/>
                  </a:lnTo>
                  <a:lnTo>
                    <a:pt x="909828" y="2804160"/>
                  </a:lnTo>
                  <a:lnTo>
                    <a:pt x="915924" y="2804160"/>
                  </a:lnTo>
                  <a:lnTo>
                    <a:pt x="915924" y="2756916"/>
                  </a:lnTo>
                  <a:close/>
                </a:path>
                <a:path w="916304" h="4819015">
                  <a:moveTo>
                    <a:pt x="915924" y="2688336"/>
                  </a:moveTo>
                  <a:lnTo>
                    <a:pt x="909828" y="2688336"/>
                  </a:lnTo>
                  <a:lnTo>
                    <a:pt x="906780" y="2691384"/>
                  </a:lnTo>
                  <a:lnTo>
                    <a:pt x="906780" y="2732532"/>
                  </a:lnTo>
                  <a:lnTo>
                    <a:pt x="909828" y="2734056"/>
                  </a:lnTo>
                  <a:lnTo>
                    <a:pt x="915924" y="2734056"/>
                  </a:lnTo>
                  <a:lnTo>
                    <a:pt x="915924" y="2688336"/>
                  </a:lnTo>
                  <a:close/>
                </a:path>
                <a:path w="916304" h="4819015">
                  <a:moveTo>
                    <a:pt x="915924" y="2619756"/>
                  </a:moveTo>
                  <a:lnTo>
                    <a:pt x="909828" y="2619756"/>
                  </a:lnTo>
                  <a:lnTo>
                    <a:pt x="906780" y="2622804"/>
                  </a:lnTo>
                  <a:lnTo>
                    <a:pt x="906780" y="2662428"/>
                  </a:lnTo>
                  <a:lnTo>
                    <a:pt x="909828" y="2665476"/>
                  </a:lnTo>
                  <a:lnTo>
                    <a:pt x="915924" y="2665476"/>
                  </a:lnTo>
                  <a:lnTo>
                    <a:pt x="915924" y="2619756"/>
                  </a:lnTo>
                  <a:close/>
                </a:path>
                <a:path w="916304" h="4819015">
                  <a:moveTo>
                    <a:pt x="915924" y="2551176"/>
                  </a:moveTo>
                  <a:lnTo>
                    <a:pt x="909828" y="2551176"/>
                  </a:lnTo>
                  <a:lnTo>
                    <a:pt x="906780" y="2552700"/>
                  </a:lnTo>
                  <a:lnTo>
                    <a:pt x="906780" y="2593848"/>
                  </a:lnTo>
                  <a:lnTo>
                    <a:pt x="909828" y="2596896"/>
                  </a:lnTo>
                  <a:lnTo>
                    <a:pt x="915924" y="2596896"/>
                  </a:lnTo>
                  <a:lnTo>
                    <a:pt x="915924" y="2551176"/>
                  </a:lnTo>
                  <a:close/>
                </a:path>
                <a:path w="916304" h="4819015">
                  <a:moveTo>
                    <a:pt x="915924" y="2481072"/>
                  </a:moveTo>
                  <a:lnTo>
                    <a:pt x="909828" y="2481072"/>
                  </a:lnTo>
                  <a:lnTo>
                    <a:pt x="906780" y="2484120"/>
                  </a:lnTo>
                  <a:lnTo>
                    <a:pt x="906780" y="2525268"/>
                  </a:lnTo>
                  <a:lnTo>
                    <a:pt x="909828" y="2528316"/>
                  </a:lnTo>
                  <a:lnTo>
                    <a:pt x="915924" y="2528316"/>
                  </a:lnTo>
                  <a:lnTo>
                    <a:pt x="915924" y="2481072"/>
                  </a:lnTo>
                  <a:close/>
                </a:path>
                <a:path w="916304" h="4819015">
                  <a:moveTo>
                    <a:pt x="915924" y="2412492"/>
                  </a:moveTo>
                  <a:lnTo>
                    <a:pt x="909828" y="2412492"/>
                  </a:lnTo>
                  <a:lnTo>
                    <a:pt x="906780" y="2415540"/>
                  </a:lnTo>
                  <a:lnTo>
                    <a:pt x="906780" y="2456688"/>
                  </a:lnTo>
                  <a:lnTo>
                    <a:pt x="909828" y="2458212"/>
                  </a:lnTo>
                  <a:lnTo>
                    <a:pt x="915924" y="2458212"/>
                  </a:lnTo>
                  <a:lnTo>
                    <a:pt x="915924" y="2412492"/>
                  </a:lnTo>
                  <a:close/>
                </a:path>
                <a:path w="916304" h="4819015">
                  <a:moveTo>
                    <a:pt x="915924" y="2343912"/>
                  </a:moveTo>
                  <a:lnTo>
                    <a:pt x="909828" y="2343912"/>
                  </a:lnTo>
                  <a:lnTo>
                    <a:pt x="906780" y="2346960"/>
                  </a:lnTo>
                  <a:lnTo>
                    <a:pt x="906780" y="2386584"/>
                  </a:lnTo>
                  <a:lnTo>
                    <a:pt x="909828" y="2389632"/>
                  </a:lnTo>
                  <a:lnTo>
                    <a:pt x="915924" y="2389632"/>
                  </a:lnTo>
                  <a:lnTo>
                    <a:pt x="915924" y="2343912"/>
                  </a:lnTo>
                  <a:close/>
                </a:path>
                <a:path w="916304" h="4819015">
                  <a:moveTo>
                    <a:pt x="915924" y="2275332"/>
                  </a:moveTo>
                  <a:lnTo>
                    <a:pt x="909828" y="2275332"/>
                  </a:lnTo>
                  <a:lnTo>
                    <a:pt x="906780" y="2276856"/>
                  </a:lnTo>
                  <a:lnTo>
                    <a:pt x="906780" y="2318004"/>
                  </a:lnTo>
                  <a:lnTo>
                    <a:pt x="909828" y="2321052"/>
                  </a:lnTo>
                  <a:lnTo>
                    <a:pt x="915924" y="2321052"/>
                  </a:lnTo>
                  <a:lnTo>
                    <a:pt x="915924" y="2275332"/>
                  </a:lnTo>
                  <a:close/>
                </a:path>
                <a:path w="916304" h="4819015">
                  <a:moveTo>
                    <a:pt x="915924" y="2205228"/>
                  </a:moveTo>
                  <a:lnTo>
                    <a:pt x="909828" y="2205228"/>
                  </a:lnTo>
                  <a:lnTo>
                    <a:pt x="906780" y="2208276"/>
                  </a:lnTo>
                  <a:lnTo>
                    <a:pt x="906780" y="2249424"/>
                  </a:lnTo>
                  <a:lnTo>
                    <a:pt x="909828" y="2252472"/>
                  </a:lnTo>
                  <a:lnTo>
                    <a:pt x="915924" y="2252472"/>
                  </a:lnTo>
                  <a:lnTo>
                    <a:pt x="915924" y="2205228"/>
                  </a:lnTo>
                  <a:close/>
                </a:path>
                <a:path w="916304" h="4819015">
                  <a:moveTo>
                    <a:pt x="915924" y="2136648"/>
                  </a:moveTo>
                  <a:lnTo>
                    <a:pt x="909828" y="2136648"/>
                  </a:lnTo>
                  <a:lnTo>
                    <a:pt x="906780" y="2139696"/>
                  </a:lnTo>
                  <a:lnTo>
                    <a:pt x="906780" y="2180844"/>
                  </a:lnTo>
                  <a:lnTo>
                    <a:pt x="909828" y="2182368"/>
                  </a:lnTo>
                  <a:lnTo>
                    <a:pt x="915924" y="2182368"/>
                  </a:lnTo>
                  <a:lnTo>
                    <a:pt x="915924" y="2136648"/>
                  </a:lnTo>
                  <a:close/>
                </a:path>
                <a:path w="916304" h="4819015">
                  <a:moveTo>
                    <a:pt x="915924" y="2068068"/>
                  </a:moveTo>
                  <a:lnTo>
                    <a:pt x="909828" y="2068068"/>
                  </a:lnTo>
                  <a:lnTo>
                    <a:pt x="906780" y="2071116"/>
                  </a:lnTo>
                  <a:lnTo>
                    <a:pt x="906780" y="2110740"/>
                  </a:lnTo>
                  <a:lnTo>
                    <a:pt x="909828" y="2113788"/>
                  </a:lnTo>
                  <a:lnTo>
                    <a:pt x="915924" y="2113788"/>
                  </a:lnTo>
                  <a:lnTo>
                    <a:pt x="915924" y="2068068"/>
                  </a:lnTo>
                  <a:close/>
                </a:path>
                <a:path w="916304" h="4819015">
                  <a:moveTo>
                    <a:pt x="915924" y="1999488"/>
                  </a:moveTo>
                  <a:lnTo>
                    <a:pt x="909828" y="1999488"/>
                  </a:lnTo>
                  <a:lnTo>
                    <a:pt x="906780" y="2001012"/>
                  </a:lnTo>
                  <a:lnTo>
                    <a:pt x="906780" y="2042160"/>
                  </a:lnTo>
                  <a:lnTo>
                    <a:pt x="909828" y="2045208"/>
                  </a:lnTo>
                  <a:lnTo>
                    <a:pt x="915924" y="2045208"/>
                  </a:lnTo>
                  <a:lnTo>
                    <a:pt x="915924" y="1999488"/>
                  </a:lnTo>
                  <a:close/>
                </a:path>
                <a:path w="916304" h="4819015">
                  <a:moveTo>
                    <a:pt x="915924" y="1930908"/>
                  </a:moveTo>
                  <a:lnTo>
                    <a:pt x="909828" y="1930908"/>
                  </a:lnTo>
                  <a:lnTo>
                    <a:pt x="906780" y="1932432"/>
                  </a:lnTo>
                  <a:lnTo>
                    <a:pt x="906780" y="1973580"/>
                  </a:lnTo>
                  <a:lnTo>
                    <a:pt x="909828" y="1976628"/>
                  </a:lnTo>
                  <a:lnTo>
                    <a:pt x="915924" y="1976628"/>
                  </a:lnTo>
                  <a:lnTo>
                    <a:pt x="915924" y="1930908"/>
                  </a:lnTo>
                  <a:close/>
                </a:path>
                <a:path w="916304" h="4819015">
                  <a:moveTo>
                    <a:pt x="915924" y="1860804"/>
                  </a:moveTo>
                  <a:lnTo>
                    <a:pt x="909828" y="1860804"/>
                  </a:lnTo>
                  <a:lnTo>
                    <a:pt x="906780" y="1863852"/>
                  </a:lnTo>
                  <a:lnTo>
                    <a:pt x="906780" y="1905000"/>
                  </a:lnTo>
                  <a:lnTo>
                    <a:pt x="909828" y="1906524"/>
                  </a:lnTo>
                  <a:lnTo>
                    <a:pt x="915924" y="1906524"/>
                  </a:lnTo>
                  <a:lnTo>
                    <a:pt x="915924" y="1860804"/>
                  </a:lnTo>
                  <a:close/>
                </a:path>
                <a:path w="916304" h="4819015">
                  <a:moveTo>
                    <a:pt x="915924" y="1792224"/>
                  </a:moveTo>
                  <a:lnTo>
                    <a:pt x="909828" y="1792224"/>
                  </a:lnTo>
                  <a:lnTo>
                    <a:pt x="906780" y="1795272"/>
                  </a:lnTo>
                  <a:lnTo>
                    <a:pt x="906780" y="1836420"/>
                  </a:lnTo>
                  <a:lnTo>
                    <a:pt x="909828" y="1837944"/>
                  </a:lnTo>
                  <a:lnTo>
                    <a:pt x="915924" y="1837944"/>
                  </a:lnTo>
                  <a:lnTo>
                    <a:pt x="915924" y="1792224"/>
                  </a:lnTo>
                  <a:close/>
                </a:path>
                <a:path w="916304" h="4819015">
                  <a:moveTo>
                    <a:pt x="915924" y="1723644"/>
                  </a:moveTo>
                  <a:lnTo>
                    <a:pt x="909828" y="1723644"/>
                  </a:lnTo>
                  <a:lnTo>
                    <a:pt x="906780" y="1726692"/>
                  </a:lnTo>
                  <a:lnTo>
                    <a:pt x="906780" y="1766316"/>
                  </a:lnTo>
                  <a:lnTo>
                    <a:pt x="909828" y="1769364"/>
                  </a:lnTo>
                  <a:lnTo>
                    <a:pt x="915924" y="1769364"/>
                  </a:lnTo>
                  <a:lnTo>
                    <a:pt x="915924" y="1723644"/>
                  </a:lnTo>
                  <a:close/>
                </a:path>
                <a:path w="916304" h="4819015">
                  <a:moveTo>
                    <a:pt x="915924" y="1655064"/>
                  </a:moveTo>
                  <a:lnTo>
                    <a:pt x="909828" y="1655064"/>
                  </a:lnTo>
                  <a:lnTo>
                    <a:pt x="906780" y="1656588"/>
                  </a:lnTo>
                  <a:lnTo>
                    <a:pt x="906780" y="1697736"/>
                  </a:lnTo>
                  <a:lnTo>
                    <a:pt x="909828" y="1700784"/>
                  </a:lnTo>
                  <a:lnTo>
                    <a:pt x="915924" y="1700784"/>
                  </a:lnTo>
                  <a:lnTo>
                    <a:pt x="915924" y="1655064"/>
                  </a:lnTo>
                  <a:close/>
                </a:path>
                <a:path w="916304" h="4819015">
                  <a:moveTo>
                    <a:pt x="915924" y="1584960"/>
                  </a:moveTo>
                  <a:lnTo>
                    <a:pt x="909828" y="1584960"/>
                  </a:lnTo>
                  <a:lnTo>
                    <a:pt x="906780" y="1588008"/>
                  </a:lnTo>
                  <a:lnTo>
                    <a:pt x="906780" y="1629156"/>
                  </a:lnTo>
                  <a:lnTo>
                    <a:pt x="909828" y="1632204"/>
                  </a:lnTo>
                  <a:lnTo>
                    <a:pt x="915924" y="1632204"/>
                  </a:lnTo>
                  <a:lnTo>
                    <a:pt x="915924" y="1584960"/>
                  </a:lnTo>
                  <a:close/>
                </a:path>
                <a:path w="916304" h="4819015">
                  <a:moveTo>
                    <a:pt x="915924" y="1516380"/>
                  </a:moveTo>
                  <a:lnTo>
                    <a:pt x="909828" y="1516380"/>
                  </a:lnTo>
                  <a:lnTo>
                    <a:pt x="906780" y="1519428"/>
                  </a:lnTo>
                  <a:lnTo>
                    <a:pt x="906780" y="1560576"/>
                  </a:lnTo>
                  <a:lnTo>
                    <a:pt x="909828" y="1562100"/>
                  </a:lnTo>
                  <a:lnTo>
                    <a:pt x="915924" y="1562100"/>
                  </a:lnTo>
                  <a:lnTo>
                    <a:pt x="915924" y="1516380"/>
                  </a:lnTo>
                  <a:close/>
                </a:path>
                <a:path w="916304" h="4819015">
                  <a:moveTo>
                    <a:pt x="915924" y="1447800"/>
                  </a:moveTo>
                  <a:lnTo>
                    <a:pt x="909828" y="1447800"/>
                  </a:lnTo>
                  <a:lnTo>
                    <a:pt x="906780" y="1450848"/>
                  </a:lnTo>
                  <a:lnTo>
                    <a:pt x="906780" y="1490472"/>
                  </a:lnTo>
                  <a:lnTo>
                    <a:pt x="909828" y="1493520"/>
                  </a:lnTo>
                  <a:lnTo>
                    <a:pt x="915924" y="1493520"/>
                  </a:lnTo>
                  <a:lnTo>
                    <a:pt x="915924" y="1447800"/>
                  </a:lnTo>
                  <a:close/>
                </a:path>
                <a:path w="916304" h="4819015">
                  <a:moveTo>
                    <a:pt x="915924" y="1379220"/>
                  </a:moveTo>
                  <a:lnTo>
                    <a:pt x="909828" y="1379220"/>
                  </a:lnTo>
                  <a:lnTo>
                    <a:pt x="906780" y="1380744"/>
                  </a:lnTo>
                  <a:lnTo>
                    <a:pt x="906780" y="1421892"/>
                  </a:lnTo>
                  <a:lnTo>
                    <a:pt x="909828" y="1424940"/>
                  </a:lnTo>
                  <a:lnTo>
                    <a:pt x="915924" y="1424940"/>
                  </a:lnTo>
                  <a:lnTo>
                    <a:pt x="915924" y="1379220"/>
                  </a:lnTo>
                  <a:close/>
                </a:path>
                <a:path w="916304" h="4819015">
                  <a:moveTo>
                    <a:pt x="915924" y="1309116"/>
                  </a:moveTo>
                  <a:lnTo>
                    <a:pt x="909828" y="1309116"/>
                  </a:lnTo>
                  <a:lnTo>
                    <a:pt x="906780" y="1312164"/>
                  </a:lnTo>
                  <a:lnTo>
                    <a:pt x="906780" y="1353312"/>
                  </a:lnTo>
                  <a:lnTo>
                    <a:pt x="909828" y="1356360"/>
                  </a:lnTo>
                  <a:lnTo>
                    <a:pt x="915924" y="1356360"/>
                  </a:lnTo>
                  <a:lnTo>
                    <a:pt x="915924" y="1309116"/>
                  </a:lnTo>
                  <a:close/>
                </a:path>
                <a:path w="916304" h="4819015">
                  <a:moveTo>
                    <a:pt x="915924" y="1240536"/>
                  </a:moveTo>
                  <a:lnTo>
                    <a:pt x="909828" y="1240536"/>
                  </a:lnTo>
                  <a:lnTo>
                    <a:pt x="906780" y="1243584"/>
                  </a:lnTo>
                  <a:lnTo>
                    <a:pt x="906780" y="1284732"/>
                  </a:lnTo>
                  <a:lnTo>
                    <a:pt x="909828" y="1286256"/>
                  </a:lnTo>
                  <a:lnTo>
                    <a:pt x="915924" y="1286256"/>
                  </a:lnTo>
                  <a:lnTo>
                    <a:pt x="915924" y="1240536"/>
                  </a:lnTo>
                  <a:close/>
                </a:path>
                <a:path w="916304" h="4819015">
                  <a:moveTo>
                    <a:pt x="915924" y="1171956"/>
                  </a:moveTo>
                  <a:lnTo>
                    <a:pt x="909828" y="1171956"/>
                  </a:lnTo>
                  <a:lnTo>
                    <a:pt x="906780" y="1175004"/>
                  </a:lnTo>
                  <a:lnTo>
                    <a:pt x="906780" y="1214628"/>
                  </a:lnTo>
                  <a:lnTo>
                    <a:pt x="909828" y="1217676"/>
                  </a:lnTo>
                  <a:lnTo>
                    <a:pt x="915924" y="1217676"/>
                  </a:lnTo>
                  <a:lnTo>
                    <a:pt x="915924" y="1171956"/>
                  </a:lnTo>
                  <a:close/>
                </a:path>
                <a:path w="916304" h="4819015">
                  <a:moveTo>
                    <a:pt x="915924" y="1103376"/>
                  </a:moveTo>
                  <a:lnTo>
                    <a:pt x="909828" y="1103376"/>
                  </a:lnTo>
                  <a:lnTo>
                    <a:pt x="906780" y="1104900"/>
                  </a:lnTo>
                  <a:lnTo>
                    <a:pt x="906780" y="1146048"/>
                  </a:lnTo>
                  <a:lnTo>
                    <a:pt x="909828" y="1149096"/>
                  </a:lnTo>
                  <a:lnTo>
                    <a:pt x="915924" y="1149096"/>
                  </a:lnTo>
                  <a:lnTo>
                    <a:pt x="915924" y="1103376"/>
                  </a:lnTo>
                  <a:close/>
                </a:path>
                <a:path w="916304" h="4819015">
                  <a:moveTo>
                    <a:pt x="915924" y="1033272"/>
                  </a:moveTo>
                  <a:lnTo>
                    <a:pt x="909828" y="1033272"/>
                  </a:lnTo>
                  <a:lnTo>
                    <a:pt x="906780" y="1036320"/>
                  </a:lnTo>
                  <a:lnTo>
                    <a:pt x="906780" y="1077468"/>
                  </a:lnTo>
                  <a:lnTo>
                    <a:pt x="909828" y="1080516"/>
                  </a:lnTo>
                  <a:lnTo>
                    <a:pt x="915924" y="1080516"/>
                  </a:lnTo>
                  <a:lnTo>
                    <a:pt x="915924" y="1033272"/>
                  </a:lnTo>
                  <a:close/>
                </a:path>
                <a:path w="916304" h="4819015">
                  <a:moveTo>
                    <a:pt x="915924" y="964692"/>
                  </a:moveTo>
                  <a:lnTo>
                    <a:pt x="909828" y="964692"/>
                  </a:lnTo>
                  <a:lnTo>
                    <a:pt x="906780" y="967740"/>
                  </a:lnTo>
                  <a:lnTo>
                    <a:pt x="906780" y="1008888"/>
                  </a:lnTo>
                  <a:lnTo>
                    <a:pt x="909828" y="1010412"/>
                  </a:lnTo>
                  <a:lnTo>
                    <a:pt x="915924" y="1010412"/>
                  </a:lnTo>
                  <a:lnTo>
                    <a:pt x="915924" y="964692"/>
                  </a:lnTo>
                  <a:close/>
                </a:path>
                <a:path w="916304" h="4819015">
                  <a:moveTo>
                    <a:pt x="915924" y="896112"/>
                  </a:moveTo>
                  <a:lnTo>
                    <a:pt x="909828" y="896112"/>
                  </a:lnTo>
                  <a:lnTo>
                    <a:pt x="906780" y="899160"/>
                  </a:lnTo>
                  <a:lnTo>
                    <a:pt x="906780" y="938784"/>
                  </a:lnTo>
                  <a:lnTo>
                    <a:pt x="909828" y="941832"/>
                  </a:lnTo>
                  <a:lnTo>
                    <a:pt x="915924" y="941832"/>
                  </a:lnTo>
                  <a:lnTo>
                    <a:pt x="915924" y="896112"/>
                  </a:lnTo>
                  <a:close/>
                </a:path>
                <a:path w="916304" h="4819015">
                  <a:moveTo>
                    <a:pt x="915924" y="827532"/>
                  </a:moveTo>
                  <a:lnTo>
                    <a:pt x="909828" y="827532"/>
                  </a:lnTo>
                  <a:lnTo>
                    <a:pt x="906780" y="829056"/>
                  </a:lnTo>
                  <a:lnTo>
                    <a:pt x="906780" y="870204"/>
                  </a:lnTo>
                  <a:lnTo>
                    <a:pt x="909828" y="873252"/>
                  </a:lnTo>
                  <a:lnTo>
                    <a:pt x="915924" y="873252"/>
                  </a:lnTo>
                  <a:lnTo>
                    <a:pt x="915924" y="827532"/>
                  </a:lnTo>
                  <a:close/>
                </a:path>
                <a:path w="916304" h="4819015">
                  <a:moveTo>
                    <a:pt x="915924" y="758952"/>
                  </a:moveTo>
                  <a:lnTo>
                    <a:pt x="909828" y="758952"/>
                  </a:lnTo>
                  <a:lnTo>
                    <a:pt x="906780" y="760476"/>
                  </a:lnTo>
                  <a:lnTo>
                    <a:pt x="906780" y="801624"/>
                  </a:lnTo>
                  <a:lnTo>
                    <a:pt x="909828" y="804672"/>
                  </a:lnTo>
                  <a:lnTo>
                    <a:pt x="915924" y="804672"/>
                  </a:lnTo>
                  <a:lnTo>
                    <a:pt x="915924" y="758952"/>
                  </a:lnTo>
                  <a:close/>
                </a:path>
                <a:path w="916304" h="4819015">
                  <a:moveTo>
                    <a:pt x="915924" y="688848"/>
                  </a:moveTo>
                  <a:lnTo>
                    <a:pt x="909828" y="688848"/>
                  </a:lnTo>
                  <a:lnTo>
                    <a:pt x="906780" y="691896"/>
                  </a:lnTo>
                  <a:lnTo>
                    <a:pt x="906780" y="733044"/>
                  </a:lnTo>
                  <a:lnTo>
                    <a:pt x="909828" y="734568"/>
                  </a:lnTo>
                  <a:lnTo>
                    <a:pt x="915924" y="734568"/>
                  </a:lnTo>
                  <a:lnTo>
                    <a:pt x="915924" y="688848"/>
                  </a:lnTo>
                  <a:close/>
                </a:path>
                <a:path w="916304" h="4819015">
                  <a:moveTo>
                    <a:pt x="915924" y="620268"/>
                  </a:moveTo>
                  <a:lnTo>
                    <a:pt x="909828" y="620268"/>
                  </a:lnTo>
                  <a:lnTo>
                    <a:pt x="906780" y="623316"/>
                  </a:lnTo>
                  <a:lnTo>
                    <a:pt x="906780" y="664464"/>
                  </a:lnTo>
                  <a:lnTo>
                    <a:pt x="909828" y="665988"/>
                  </a:lnTo>
                  <a:lnTo>
                    <a:pt x="915924" y="665988"/>
                  </a:lnTo>
                  <a:lnTo>
                    <a:pt x="915924" y="620268"/>
                  </a:lnTo>
                  <a:close/>
                </a:path>
                <a:path w="916304" h="4819015">
                  <a:moveTo>
                    <a:pt x="915924" y="551688"/>
                  </a:moveTo>
                  <a:lnTo>
                    <a:pt x="909828" y="551688"/>
                  </a:lnTo>
                  <a:lnTo>
                    <a:pt x="906780" y="554736"/>
                  </a:lnTo>
                  <a:lnTo>
                    <a:pt x="906780" y="594360"/>
                  </a:lnTo>
                  <a:lnTo>
                    <a:pt x="909828" y="597408"/>
                  </a:lnTo>
                  <a:lnTo>
                    <a:pt x="915924" y="597408"/>
                  </a:lnTo>
                  <a:lnTo>
                    <a:pt x="915924" y="551688"/>
                  </a:lnTo>
                  <a:close/>
                </a:path>
                <a:path w="916304" h="4819015">
                  <a:moveTo>
                    <a:pt x="915924" y="483108"/>
                  </a:moveTo>
                  <a:lnTo>
                    <a:pt x="909828" y="483108"/>
                  </a:lnTo>
                  <a:lnTo>
                    <a:pt x="906780" y="484632"/>
                  </a:lnTo>
                  <a:lnTo>
                    <a:pt x="906780" y="525780"/>
                  </a:lnTo>
                  <a:lnTo>
                    <a:pt x="909828" y="528828"/>
                  </a:lnTo>
                  <a:lnTo>
                    <a:pt x="915924" y="528828"/>
                  </a:lnTo>
                  <a:lnTo>
                    <a:pt x="915924" y="483108"/>
                  </a:lnTo>
                  <a:close/>
                </a:path>
                <a:path w="916304" h="4819015">
                  <a:moveTo>
                    <a:pt x="915924" y="413004"/>
                  </a:moveTo>
                  <a:lnTo>
                    <a:pt x="909828" y="413004"/>
                  </a:lnTo>
                  <a:lnTo>
                    <a:pt x="906780" y="416052"/>
                  </a:lnTo>
                  <a:lnTo>
                    <a:pt x="906780" y="457200"/>
                  </a:lnTo>
                  <a:lnTo>
                    <a:pt x="909828" y="460248"/>
                  </a:lnTo>
                  <a:lnTo>
                    <a:pt x="915924" y="460248"/>
                  </a:lnTo>
                  <a:lnTo>
                    <a:pt x="915924" y="413004"/>
                  </a:lnTo>
                  <a:close/>
                </a:path>
                <a:path w="916304" h="4819015">
                  <a:moveTo>
                    <a:pt x="915924" y="344424"/>
                  </a:moveTo>
                  <a:lnTo>
                    <a:pt x="909828" y="344424"/>
                  </a:lnTo>
                  <a:lnTo>
                    <a:pt x="906780" y="347472"/>
                  </a:lnTo>
                  <a:lnTo>
                    <a:pt x="906780" y="388620"/>
                  </a:lnTo>
                  <a:lnTo>
                    <a:pt x="909828" y="390144"/>
                  </a:lnTo>
                  <a:lnTo>
                    <a:pt x="915924" y="390144"/>
                  </a:lnTo>
                  <a:lnTo>
                    <a:pt x="915924" y="344424"/>
                  </a:lnTo>
                  <a:close/>
                </a:path>
                <a:path w="916304" h="4819015">
                  <a:moveTo>
                    <a:pt x="915924" y="275844"/>
                  </a:moveTo>
                  <a:lnTo>
                    <a:pt x="909828" y="275844"/>
                  </a:lnTo>
                  <a:lnTo>
                    <a:pt x="906780" y="278892"/>
                  </a:lnTo>
                  <a:lnTo>
                    <a:pt x="906780" y="318516"/>
                  </a:lnTo>
                  <a:lnTo>
                    <a:pt x="909828" y="321564"/>
                  </a:lnTo>
                  <a:lnTo>
                    <a:pt x="915924" y="321564"/>
                  </a:lnTo>
                  <a:lnTo>
                    <a:pt x="915924" y="275844"/>
                  </a:lnTo>
                  <a:close/>
                </a:path>
                <a:path w="916304" h="4819015">
                  <a:moveTo>
                    <a:pt x="915924" y="207264"/>
                  </a:moveTo>
                  <a:lnTo>
                    <a:pt x="909828" y="207264"/>
                  </a:lnTo>
                  <a:lnTo>
                    <a:pt x="906780" y="208788"/>
                  </a:lnTo>
                  <a:lnTo>
                    <a:pt x="906780" y="249936"/>
                  </a:lnTo>
                  <a:lnTo>
                    <a:pt x="909828" y="252984"/>
                  </a:lnTo>
                  <a:lnTo>
                    <a:pt x="915924" y="252984"/>
                  </a:lnTo>
                  <a:lnTo>
                    <a:pt x="915924" y="207264"/>
                  </a:lnTo>
                  <a:close/>
                </a:path>
                <a:path w="916304" h="4819015">
                  <a:moveTo>
                    <a:pt x="915924" y="137160"/>
                  </a:moveTo>
                  <a:lnTo>
                    <a:pt x="909828" y="137160"/>
                  </a:lnTo>
                  <a:lnTo>
                    <a:pt x="906780" y="140208"/>
                  </a:lnTo>
                  <a:lnTo>
                    <a:pt x="906780" y="181356"/>
                  </a:lnTo>
                  <a:lnTo>
                    <a:pt x="909828" y="184404"/>
                  </a:lnTo>
                  <a:lnTo>
                    <a:pt x="915924" y="184404"/>
                  </a:lnTo>
                  <a:lnTo>
                    <a:pt x="915924" y="137160"/>
                  </a:lnTo>
                  <a:close/>
                </a:path>
                <a:path w="916304" h="4819015">
                  <a:moveTo>
                    <a:pt x="915924" y="68580"/>
                  </a:moveTo>
                  <a:lnTo>
                    <a:pt x="909828" y="68580"/>
                  </a:lnTo>
                  <a:lnTo>
                    <a:pt x="906780" y="71628"/>
                  </a:lnTo>
                  <a:lnTo>
                    <a:pt x="906780" y="112776"/>
                  </a:lnTo>
                  <a:lnTo>
                    <a:pt x="909828" y="114300"/>
                  </a:lnTo>
                  <a:lnTo>
                    <a:pt x="915924" y="114300"/>
                  </a:lnTo>
                  <a:lnTo>
                    <a:pt x="915924" y="68580"/>
                  </a:lnTo>
                  <a:close/>
                </a:path>
                <a:path w="916304" h="4819015">
                  <a:moveTo>
                    <a:pt x="915924" y="0"/>
                  </a:moveTo>
                  <a:lnTo>
                    <a:pt x="909828" y="0"/>
                  </a:lnTo>
                  <a:lnTo>
                    <a:pt x="906780" y="3048"/>
                  </a:lnTo>
                  <a:lnTo>
                    <a:pt x="906780" y="42672"/>
                  </a:lnTo>
                  <a:lnTo>
                    <a:pt x="909828" y="45720"/>
                  </a:lnTo>
                  <a:lnTo>
                    <a:pt x="915924" y="45720"/>
                  </a:lnTo>
                  <a:lnTo>
                    <a:pt x="915924" y="0"/>
                  </a:lnTo>
                  <a:close/>
                </a:path>
              </a:pathLst>
            </a:custGeom>
            <a:solidFill>
              <a:srgbClr val="9A9A9A"/>
            </a:solidFill>
          </p:spPr>
          <p:txBody>
            <a:bodyPr wrap="square" lIns="0" tIns="0" rIns="0" bIns="0" rtlCol="0"/>
            <a:lstStyle/>
            <a:p>
              <a:endParaRPr/>
            </a:p>
          </p:txBody>
        </p:sp>
        <p:sp>
          <p:nvSpPr>
            <p:cNvPr id="7" name="object 7"/>
            <p:cNvSpPr/>
            <p:nvPr/>
          </p:nvSpPr>
          <p:spPr>
            <a:xfrm>
              <a:off x="7098791" y="2165616"/>
              <a:ext cx="1274445" cy="1027430"/>
            </a:xfrm>
            <a:custGeom>
              <a:avLst/>
              <a:gdLst/>
              <a:ahLst/>
              <a:cxnLst/>
              <a:rect l="l" t="t" r="r" b="b"/>
              <a:pathLst>
                <a:path w="1274445" h="1027430">
                  <a:moveTo>
                    <a:pt x="1274064" y="1014984"/>
                  </a:moveTo>
                  <a:lnTo>
                    <a:pt x="0" y="1014984"/>
                  </a:lnTo>
                  <a:lnTo>
                    <a:pt x="0" y="1027176"/>
                  </a:lnTo>
                  <a:lnTo>
                    <a:pt x="1274064" y="1027176"/>
                  </a:lnTo>
                  <a:lnTo>
                    <a:pt x="1274064" y="1014984"/>
                  </a:lnTo>
                  <a:close/>
                </a:path>
                <a:path w="1274445" h="1027430">
                  <a:moveTo>
                    <a:pt x="1274064" y="676656"/>
                  </a:moveTo>
                  <a:lnTo>
                    <a:pt x="0" y="676656"/>
                  </a:lnTo>
                  <a:lnTo>
                    <a:pt x="0" y="688848"/>
                  </a:lnTo>
                  <a:lnTo>
                    <a:pt x="1274064" y="688848"/>
                  </a:lnTo>
                  <a:lnTo>
                    <a:pt x="1274064" y="676656"/>
                  </a:lnTo>
                  <a:close/>
                </a:path>
                <a:path w="1274445" h="1027430">
                  <a:moveTo>
                    <a:pt x="1274064" y="338328"/>
                  </a:moveTo>
                  <a:lnTo>
                    <a:pt x="0" y="338328"/>
                  </a:lnTo>
                  <a:lnTo>
                    <a:pt x="0" y="350520"/>
                  </a:lnTo>
                  <a:lnTo>
                    <a:pt x="1274064" y="350520"/>
                  </a:lnTo>
                  <a:lnTo>
                    <a:pt x="1274064" y="338328"/>
                  </a:lnTo>
                  <a:close/>
                </a:path>
                <a:path w="1274445" h="1027430">
                  <a:moveTo>
                    <a:pt x="1274064" y="0"/>
                  </a:moveTo>
                  <a:lnTo>
                    <a:pt x="0" y="0"/>
                  </a:lnTo>
                  <a:lnTo>
                    <a:pt x="0" y="12192"/>
                  </a:lnTo>
                  <a:lnTo>
                    <a:pt x="1274064" y="12192"/>
                  </a:lnTo>
                  <a:lnTo>
                    <a:pt x="1274064" y="0"/>
                  </a:lnTo>
                  <a:close/>
                </a:path>
              </a:pathLst>
            </a:custGeom>
            <a:solidFill>
              <a:srgbClr val="666666"/>
            </a:solidFill>
          </p:spPr>
          <p:txBody>
            <a:bodyPr wrap="square" lIns="0" tIns="0" rIns="0" bIns="0" rtlCol="0"/>
            <a:lstStyle/>
            <a:p>
              <a:endParaRPr/>
            </a:p>
          </p:txBody>
        </p:sp>
        <p:sp>
          <p:nvSpPr>
            <p:cNvPr id="8" name="object 8"/>
            <p:cNvSpPr/>
            <p:nvPr/>
          </p:nvSpPr>
          <p:spPr>
            <a:xfrm>
              <a:off x="7098791" y="1223772"/>
              <a:ext cx="0" cy="5055235"/>
            </a:xfrm>
            <a:custGeom>
              <a:avLst/>
              <a:gdLst/>
              <a:ahLst/>
              <a:cxnLst/>
              <a:rect l="l" t="t" r="r" b="b"/>
              <a:pathLst>
                <a:path h="5055235">
                  <a:moveTo>
                    <a:pt x="0" y="0"/>
                  </a:moveTo>
                  <a:lnTo>
                    <a:pt x="0" y="5055107"/>
                  </a:lnTo>
                </a:path>
              </a:pathLst>
            </a:custGeom>
            <a:ln w="12191">
              <a:solidFill>
                <a:srgbClr val="666666"/>
              </a:solidFill>
            </a:ln>
          </p:spPr>
          <p:txBody>
            <a:bodyPr wrap="square" lIns="0" tIns="0" rIns="0" bIns="0" rtlCol="0"/>
            <a:lstStyle/>
            <a:p>
              <a:endParaRPr/>
            </a:p>
          </p:txBody>
        </p:sp>
        <p:sp>
          <p:nvSpPr>
            <p:cNvPr id="9" name="object 9"/>
            <p:cNvSpPr/>
            <p:nvPr/>
          </p:nvSpPr>
          <p:spPr>
            <a:xfrm>
              <a:off x="7098791" y="1488948"/>
              <a:ext cx="1274445" cy="12700"/>
            </a:xfrm>
            <a:custGeom>
              <a:avLst/>
              <a:gdLst/>
              <a:ahLst/>
              <a:cxnLst/>
              <a:rect l="l" t="t" r="r" b="b"/>
              <a:pathLst>
                <a:path w="1274445" h="12700">
                  <a:moveTo>
                    <a:pt x="0" y="0"/>
                  </a:moveTo>
                  <a:lnTo>
                    <a:pt x="1274063" y="0"/>
                  </a:lnTo>
                  <a:lnTo>
                    <a:pt x="1274063" y="12192"/>
                  </a:lnTo>
                  <a:lnTo>
                    <a:pt x="0" y="12192"/>
                  </a:lnTo>
                  <a:lnTo>
                    <a:pt x="0" y="0"/>
                  </a:lnTo>
                  <a:close/>
                </a:path>
              </a:pathLst>
            </a:custGeom>
            <a:solidFill>
              <a:srgbClr val="666666"/>
            </a:solidFill>
          </p:spPr>
          <p:txBody>
            <a:bodyPr wrap="square" lIns="0" tIns="0" rIns="0" bIns="0" rtlCol="0"/>
            <a:lstStyle/>
            <a:p>
              <a:endParaRPr/>
            </a:p>
          </p:txBody>
        </p:sp>
        <p:sp>
          <p:nvSpPr>
            <p:cNvPr id="10" name="object 10"/>
            <p:cNvSpPr/>
            <p:nvPr/>
          </p:nvSpPr>
          <p:spPr>
            <a:xfrm>
              <a:off x="7274051" y="1376172"/>
              <a:ext cx="12700" cy="4389120"/>
            </a:xfrm>
            <a:custGeom>
              <a:avLst/>
              <a:gdLst/>
              <a:ahLst/>
              <a:cxnLst/>
              <a:rect l="l" t="t" r="r" b="b"/>
              <a:pathLst>
                <a:path w="12700" h="4389120">
                  <a:moveTo>
                    <a:pt x="9144" y="0"/>
                  </a:moveTo>
                  <a:lnTo>
                    <a:pt x="3048" y="0"/>
                  </a:lnTo>
                  <a:lnTo>
                    <a:pt x="0" y="3048"/>
                  </a:lnTo>
                  <a:lnTo>
                    <a:pt x="0" y="42672"/>
                  </a:lnTo>
                  <a:lnTo>
                    <a:pt x="3048" y="45719"/>
                  </a:lnTo>
                  <a:lnTo>
                    <a:pt x="9144" y="45719"/>
                  </a:lnTo>
                  <a:lnTo>
                    <a:pt x="12192" y="42672"/>
                  </a:lnTo>
                  <a:lnTo>
                    <a:pt x="12192" y="3048"/>
                  </a:lnTo>
                  <a:lnTo>
                    <a:pt x="9144" y="0"/>
                  </a:lnTo>
                  <a:close/>
                </a:path>
                <a:path w="12700" h="4389120">
                  <a:moveTo>
                    <a:pt x="9144" y="68579"/>
                  </a:moveTo>
                  <a:lnTo>
                    <a:pt x="3048" y="68579"/>
                  </a:lnTo>
                  <a:lnTo>
                    <a:pt x="0" y="71627"/>
                  </a:lnTo>
                  <a:lnTo>
                    <a:pt x="0" y="112775"/>
                  </a:lnTo>
                  <a:lnTo>
                    <a:pt x="3048" y="114300"/>
                  </a:lnTo>
                  <a:lnTo>
                    <a:pt x="9144" y="114300"/>
                  </a:lnTo>
                  <a:lnTo>
                    <a:pt x="12192" y="112775"/>
                  </a:lnTo>
                  <a:lnTo>
                    <a:pt x="12192" y="71627"/>
                  </a:lnTo>
                  <a:lnTo>
                    <a:pt x="9144" y="68579"/>
                  </a:lnTo>
                  <a:close/>
                </a:path>
                <a:path w="12700" h="4389120">
                  <a:moveTo>
                    <a:pt x="9144" y="137160"/>
                  </a:moveTo>
                  <a:lnTo>
                    <a:pt x="3048" y="137160"/>
                  </a:lnTo>
                  <a:lnTo>
                    <a:pt x="0" y="140207"/>
                  </a:lnTo>
                  <a:lnTo>
                    <a:pt x="0" y="181355"/>
                  </a:lnTo>
                  <a:lnTo>
                    <a:pt x="3048" y="184403"/>
                  </a:lnTo>
                  <a:lnTo>
                    <a:pt x="9144" y="184403"/>
                  </a:lnTo>
                  <a:lnTo>
                    <a:pt x="12192" y="181355"/>
                  </a:lnTo>
                  <a:lnTo>
                    <a:pt x="12192" y="140207"/>
                  </a:lnTo>
                  <a:lnTo>
                    <a:pt x="9144" y="137160"/>
                  </a:lnTo>
                  <a:close/>
                </a:path>
                <a:path w="12700" h="4389120">
                  <a:moveTo>
                    <a:pt x="9144" y="207263"/>
                  </a:moveTo>
                  <a:lnTo>
                    <a:pt x="3048" y="207263"/>
                  </a:lnTo>
                  <a:lnTo>
                    <a:pt x="0" y="208787"/>
                  </a:lnTo>
                  <a:lnTo>
                    <a:pt x="0" y="249936"/>
                  </a:lnTo>
                  <a:lnTo>
                    <a:pt x="3048" y="252983"/>
                  </a:lnTo>
                  <a:lnTo>
                    <a:pt x="9144" y="252983"/>
                  </a:lnTo>
                  <a:lnTo>
                    <a:pt x="12192" y="249936"/>
                  </a:lnTo>
                  <a:lnTo>
                    <a:pt x="12192" y="208787"/>
                  </a:lnTo>
                  <a:lnTo>
                    <a:pt x="9144" y="207263"/>
                  </a:lnTo>
                  <a:close/>
                </a:path>
                <a:path w="12700" h="4389120">
                  <a:moveTo>
                    <a:pt x="9144" y="275843"/>
                  </a:moveTo>
                  <a:lnTo>
                    <a:pt x="3048" y="275843"/>
                  </a:lnTo>
                  <a:lnTo>
                    <a:pt x="0" y="278891"/>
                  </a:lnTo>
                  <a:lnTo>
                    <a:pt x="0" y="318515"/>
                  </a:lnTo>
                  <a:lnTo>
                    <a:pt x="3048" y="321563"/>
                  </a:lnTo>
                  <a:lnTo>
                    <a:pt x="9144" y="321563"/>
                  </a:lnTo>
                  <a:lnTo>
                    <a:pt x="12192" y="318515"/>
                  </a:lnTo>
                  <a:lnTo>
                    <a:pt x="12192" y="278891"/>
                  </a:lnTo>
                  <a:lnTo>
                    <a:pt x="9144" y="275843"/>
                  </a:lnTo>
                  <a:close/>
                </a:path>
                <a:path w="12700" h="4389120">
                  <a:moveTo>
                    <a:pt x="9144" y="344424"/>
                  </a:moveTo>
                  <a:lnTo>
                    <a:pt x="3048" y="344424"/>
                  </a:lnTo>
                  <a:lnTo>
                    <a:pt x="0" y="347472"/>
                  </a:lnTo>
                  <a:lnTo>
                    <a:pt x="0" y="388619"/>
                  </a:lnTo>
                  <a:lnTo>
                    <a:pt x="3048" y="390143"/>
                  </a:lnTo>
                  <a:lnTo>
                    <a:pt x="9144" y="390143"/>
                  </a:lnTo>
                  <a:lnTo>
                    <a:pt x="12192" y="388619"/>
                  </a:lnTo>
                  <a:lnTo>
                    <a:pt x="12192" y="347472"/>
                  </a:lnTo>
                  <a:lnTo>
                    <a:pt x="9144" y="344424"/>
                  </a:lnTo>
                  <a:close/>
                </a:path>
                <a:path w="12700" h="4389120">
                  <a:moveTo>
                    <a:pt x="9144" y="413003"/>
                  </a:moveTo>
                  <a:lnTo>
                    <a:pt x="3048" y="413003"/>
                  </a:lnTo>
                  <a:lnTo>
                    <a:pt x="0" y="416051"/>
                  </a:lnTo>
                  <a:lnTo>
                    <a:pt x="0" y="457200"/>
                  </a:lnTo>
                  <a:lnTo>
                    <a:pt x="3048" y="460248"/>
                  </a:lnTo>
                  <a:lnTo>
                    <a:pt x="9144" y="460248"/>
                  </a:lnTo>
                  <a:lnTo>
                    <a:pt x="12192" y="457200"/>
                  </a:lnTo>
                  <a:lnTo>
                    <a:pt x="12192" y="416051"/>
                  </a:lnTo>
                  <a:lnTo>
                    <a:pt x="9144" y="413003"/>
                  </a:lnTo>
                  <a:close/>
                </a:path>
                <a:path w="12700" h="4389120">
                  <a:moveTo>
                    <a:pt x="9144" y="483107"/>
                  </a:moveTo>
                  <a:lnTo>
                    <a:pt x="3048" y="483107"/>
                  </a:lnTo>
                  <a:lnTo>
                    <a:pt x="0" y="484631"/>
                  </a:lnTo>
                  <a:lnTo>
                    <a:pt x="0" y="525779"/>
                  </a:lnTo>
                  <a:lnTo>
                    <a:pt x="3048" y="528827"/>
                  </a:lnTo>
                  <a:lnTo>
                    <a:pt x="9144" y="528827"/>
                  </a:lnTo>
                  <a:lnTo>
                    <a:pt x="12192" y="525779"/>
                  </a:lnTo>
                  <a:lnTo>
                    <a:pt x="12192" y="484631"/>
                  </a:lnTo>
                  <a:lnTo>
                    <a:pt x="9144" y="483107"/>
                  </a:lnTo>
                  <a:close/>
                </a:path>
                <a:path w="12700" h="4389120">
                  <a:moveTo>
                    <a:pt x="9144" y="551688"/>
                  </a:moveTo>
                  <a:lnTo>
                    <a:pt x="3048" y="551688"/>
                  </a:lnTo>
                  <a:lnTo>
                    <a:pt x="0" y="554736"/>
                  </a:lnTo>
                  <a:lnTo>
                    <a:pt x="0" y="594360"/>
                  </a:lnTo>
                  <a:lnTo>
                    <a:pt x="3048" y="597407"/>
                  </a:lnTo>
                  <a:lnTo>
                    <a:pt x="9144" y="597407"/>
                  </a:lnTo>
                  <a:lnTo>
                    <a:pt x="12192" y="594360"/>
                  </a:lnTo>
                  <a:lnTo>
                    <a:pt x="12192" y="554736"/>
                  </a:lnTo>
                  <a:lnTo>
                    <a:pt x="9144" y="551688"/>
                  </a:lnTo>
                  <a:close/>
                </a:path>
                <a:path w="12700" h="4389120">
                  <a:moveTo>
                    <a:pt x="9144" y="620267"/>
                  </a:moveTo>
                  <a:lnTo>
                    <a:pt x="3048" y="620267"/>
                  </a:lnTo>
                  <a:lnTo>
                    <a:pt x="0" y="623315"/>
                  </a:lnTo>
                  <a:lnTo>
                    <a:pt x="0" y="664463"/>
                  </a:lnTo>
                  <a:lnTo>
                    <a:pt x="3048" y="665988"/>
                  </a:lnTo>
                  <a:lnTo>
                    <a:pt x="9144" y="665988"/>
                  </a:lnTo>
                  <a:lnTo>
                    <a:pt x="12192" y="664463"/>
                  </a:lnTo>
                  <a:lnTo>
                    <a:pt x="12192" y="623315"/>
                  </a:lnTo>
                  <a:lnTo>
                    <a:pt x="9144" y="620267"/>
                  </a:lnTo>
                  <a:close/>
                </a:path>
                <a:path w="12700" h="4389120">
                  <a:moveTo>
                    <a:pt x="9144" y="688848"/>
                  </a:moveTo>
                  <a:lnTo>
                    <a:pt x="3048" y="688848"/>
                  </a:lnTo>
                  <a:lnTo>
                    <a:pt x="0" y="691895"/>
                  </a:lnTo>
                  <a:lnTo>
                    <a:pt x="0" y="733043"/>
                  </a:lnTo>
                  <a:lnTo>
                    <a:pt x="3048" y="734567"/>
                  </a:lnTo>
                  <a:lnTo>
                    <a:pt x="9144" y="734567"/>
                  </a:lnTo>
                  <a:lnTo>
                    <a:pt x="12192" y="733043"/>
                  </a:lnTo>
                  <a:lnTo>
                    <a:pt x="12192" y="691895"/>
                  </a:lnTo>
                  <a:lnTo>
                    <a:pt x="9144" y="688848"/>
                  </a:lnTo>
                  <a:close/>
                </a:path>
                <a:path w="12700" h="4389120">
                  <a:moveTo>
                    <a:pt x="9144" y="758951"/>
                  </a:moveTo>
                  <a:lnTo>
                    <a:pt x="3048" y="758951"/>
                  </a:lnTo>
                  <a:lnTo>
                    <a:pt x="0" y="760476"/>
                  </a:lnTo>
                  <a:lnTo>
                    <a:pt x="0" y="801624"/>
                  </a:lnTo>
                  <a:lnTo>
                    <a:pt x="3048" y="804672"/>
                  </a:lnTo>
                  <a:lnTo>
                    <a:pt x="9144" y="804672"/>
                  </a:lnTo>
                  <a:lnTo>
                    <a:pt x="12192" y="801624"/>
                  </a:lnTo>
                  <a:lnTo>
                    <a:pt x="12192" y="760476"/>
                  </a:lnTo>
                  <a:lnTo>
                    <a:pt x="9144" y="758951"/>
                  </a:lnTo>
                  <a:close/>
                </a:path>
                <a:path w="12700" h="4389120">
                  <a:moveTo>
                    <a:pt x="9144" y="827531"/>
                  </a:moveTo>
                  <a:lnTo>
                    <a:pt x="3048" y="827531"/>
                  </a:lnTo>
                  <a:lnTo>
                    <a:pt x="0" y="829055"/>
                  </a:lnTo>
                  <a:lnTo>
                    <a:pt x="0" y="870203"/>
                  </a:lnTo>
                  <a:lnTo>
                    <a:pt x="3048" y="873251"/>
                  </a:lnTo>
                  <a:lnTo>
                    <a:pt x="9144" y="873251"/>
                  </a:lnTo>
                  <a:lnTo>
                    <a:pt x="12192" y="870203"/>
                  </a:lnTo>
                  <a:lnTo>
                    <a:pt x="12192" y="829055"/>
                  </a:lnTo>
                  <a:lnTo>
                    <a:pt x="9144" y="827531"/>
                  </a:lnTo>
                  <a:close/>
                </a:path>
                <a:path w="12700" h="4389120">
                  <a:moveTo>
                    <a:pt x="9144" y="896112"/>
                  </a:moveTo>
                  <a:lnTo>
                    <a:pt x="3048" y="896112"/>
                  </a:lnTo>
                  <a:lnTo>
                    <a:pt x="0" y="899160"/>
                  </a:lnTo>
                  <a:lnTo>
                    <a:pt x="0" y="938783"/>
                  </a:lnTo>
                  <a:lnTo>
                    <a:pt x="3048" y="941831"/>
                  </a:lnTo>
                  <a:lnTo>
                    <a:pt x="9144" y="941831"/>
                  </a:lnTo>
                  <a:lnTo>
                    <a:pt x="12192" y="938783"/>
                  </a:lnTo>
                  <a:lnTo>
                    <a:pt x="12192" y="899160"/>
                  </a:lnTo>
                  <a:lnTo>
                    <a:pt x="9144" y="896112"/>
                  </a:lnTo>
                  <a:close/>
                </a:path>
                <a:path w="12700" h="4389120">
                  <a:moveTo>
                    <a:pt x="9144" y="964691"/>
                  </a:moveTo>
                  <a:lnTo>
                    <a:pt x="3048" y="964691"/>
                  </a:lnTo>
                  <a:lnTo>
                    <a:pt x="0" y="967739"/>
                  </a:lnTo>
                  <a:lnTo>
                    <a:pt x="0" y="1008888"/>
                  </a:lnTo>
                  <a:lnTo>
                    <a:pt x="3048" y="1010412"/>
                  </a:lnTo>
                  <a:lnTo>
                    <a:pt x="9144" y="1010412"/>
                  </a:lnTo>
                  <a:lnTo>
                    <a:pt x="12192" y="1008888"/>
                  </a:lnTo>
                  <a:lnTo>
                    <a:pt x="12192" y="967739"/>
                  </a:lnTo>
                  <a:lnTo>
                    <a:pt x="9144" y="964691"/>
                  </a:lnTo>
                  <a:close/>
                </a:path>
                <a:path w="12700" h="4389120">
                  <a:moveTo>
                    <a:pt x="9144" y="1033272"/>
                  </a:moveTo>
                  <a:lnTo>
                    <a:pt x="3048" y="1033272"/>
                  </a:lnTo>
                  <a:lnTo>
                    <a:pt x="0" y="1036319"/>
                  </a:lnTo>
                  <a:lnTo>
                    <a:pt x="0" y="1077467"/>
                  </a:lnTo>
                  <a:lnTo>
                    <a:pt x="3048" y="1080515"/>
                  </a:lnTo>
                  <a:lnTo>
                    <a:pt x="9144" y="1080515"/>
                  </a:lnTo>
                  <a:lnTo>
                    <a:pt x="12192" y="1077467"/>
                  </a:lnTo>
                  <a:lnTo>
                    <a:pt x="12192" y="1036319"/>
                  </a:lnTo>
                  <a:lnTo>
                    <a:pt x="9144" y="1033272"/>
                  </a:lnTo>
                  <a:close/>
                </a:path>
                <a:path w="12700" h="4389120">
                  <a:moveTo>
                    <a:pt x="9144" y="1103376"/>
                  </a:moveTo>
                  <a:lnTo>
                    <a:pt x="3048" y="1103376"/>
                  </a:lnTo>
                  <a:lnTo>
                    <a:pt x="0" y="1104900"/>
                  </a:lnTo>
                  <a:lnTo>
                    <a:pt x="0" y="1146048"/>
                  </a:lnTo>
                  <a:lnTo>
                    <a:pt x="3048" y="1149095"/>
                  </a:lnTo>
                  <a:lnTo>
                    <a:pt x="9144" y="1149095"/>
                  </a:lnTo>
                  <a:lnTo>
                    <a:pt x="12192" y="1146048"/>
                  </a:lnTo>
                  <a:lnTo>
                    <a:pt x="12192" y="1104900"/>
                  </a:lnTo>
                  <a:lnTo>
                    <a:pt x="9144" y="1103376"/>
                  </a:lnTo>
                  <a:close/>
                </a:path>
                <a:path w="12700" h="4389120">
                  <a:moveTo>
                    <a:pt x="9144" y="1171955"/>
                  </a:moveTo>
                  <a:lnTo>
                    <a:pt x="3048" y="1171955"/>
                  </a:lnTo>
                  <a:lnTo>
                    <a:pt x="0" y="1175003"/>
                  </a:lnTo>
                  <a:lnTo>
                    <a:pt x="0" y="1214627"/>
                  </a:lnTo>
                  <a:lnTo>
                    <a:pt x="3048" y="1217676"/>
                  </a:lnTo>
                  <a:lnTo>
                    <a:pt x="9144" y="1217676"/>
                  </a:lnTo>
                  <a:lnTo>
                    <a:pt x="12192" y="1214627"/>
                  </a:lnTo>
                  <a:lnTo>
                    <a:pt x="12192" y="1175003"/>
                  </a:lnTo>
                  <a:lnTo>
                    <a:pt x="9144" y="1171955"/>
                  </a:lnTo>
                  <a:close/>
                </a:path>
                <a:path w="12700" h="4389120">
                  <a:moveTo>
                    <a:pt x="9144" y="1240536"/>
                  </a:moveTo>
                  <a:lnTo>
                    <a:pt x="3048" y="1240536"/>
                  </a:lnTo>
                  <a:lnTo>
                    <a:pt x="0" y="1243583"/>
                  </a:lnTo>
                  <a:lnTo>
                    <a:pt x="0" y="1284731"/>
                  </a:lnTo>
                  <a:lnTo>
                    <a:pt x="3048" y="1286255"/>
                  </a:lnTo>
                  <a:lnTo>
                    <a:pt x="9144" y="1286255"/>
                  </a:lnTo>
                  <a:lnTo>
                    <a:pt x="12192" y="1284731"/>
                  </a:lnTo>
                  <a:lnTo>
                    <a:pt x="12192" y="1243583"/>
                  </a:lnTo>
                  <a:lnTo>
                    <a:pt x="9144" y="1240536"/>
                  </a:lnTo>
                  <a:close/>
                </a:path>
                <a:path w="12700" h="4389120">
                  <a:moveTo>
                    <a:pt x="9144" y="1309115"/>
                  </a:moveTo>
                  <a:lnTo>
                    <a:pt x="3048" y="1309115"/>
                  </a:lnTo>
                  <a:lnTo>
                    <a:pt x="0" y="1312164"/>
                  </a:lnTo>
                  <a:lnTo>
                    <a:pt x="0" y="1353312"/>
                  </a:lnTo>
                  <a:lnTo>
                    <a:pt x="3048" y="1356360"/>
                  </a:lnTo>
                  <a:lnTo>
                    <a:pt x="9144" y="1356360"/>
                  </a:lnTo>
                  <a:lnTo>
                    <a:pt x="12192" y="1353312"/>
                  </a:lnTo>
                  <a:lnTo>
                    <a:pt x="12192" y="1312164"/>
                  </a:lnTo>
                  <a:lnTo>
                    <a:pt x="9144" y="1309115"/>
                  </a:lnTo>
                  <a:close/>
                </a:path>
                <a:path w="12700" h="4389120">
                  <a:moveTo>
                    <a:pt x="9144" y="1379219"/>
                  </a:moveTo>
                  <a:lnTo>
                    <a:pt x="3048" y="1379219"/>
                  </a:lnTo>
                  <a:lnTo>
                    <a:pt x="0" y="1380743"/>
                  </a:lnTo>
                  <a:lnTo>
                    <a:pt x="0" y="1421891"/>
                  </a:lnTo>
                  <a:lnTo>
                    <a:pt x="3048" y="1424939"/>
                  </a:lnTo>
                  <a:lnTo>
                    <a:pt x="9144" y="1424939"/>
                  </a:lnTo>
                  <a:lnTo>
                    <a:pt x="12192" y="1421891"/>
                  </a:lnTo>
                  <a:lnTo>
                    <a:pt x="12192" y="1380743"/>
                  </a:lnTo>
                  <a:lnTo>
                    <a:pt x="9144" y="1379219"/>
                  </a:lnTo>
                  <a:close/>
                </a:path>
                <a:path w="12700" h="4389120">
                  <a:moveTo>
                    <a:pt x="9144" y="1447800"/>
                  </a:moveTo>
                  <a:lnTo>
                    <a:pt x="3048" y="1447800"/>
                  </a:lnTo>
                  <a:lnTo>
                    <a:pt x="0" y="1450848"/>
                  </a:lnTo>
                  <a:lnTo>
                    <a:pt x="0" y="1490472"/>
                  </a:lnTo>
                  <a:lnTo>
                    <a:pt x="3048" y="1493519"/>
                  </a:lnTo>
                  <a:lnTo>
                    <a:pt x="9144" y="1493519"/>
                  </a:lnTo>
                  <a:lnTo>
                    <a:pt x="12192" y="1490472"/>
                  </a:lnTo>
                  <a:lnTo>
                    <a:pt x="12192" y="1450848"/>
                  </a:lnTo>
                  <a:lnTo>
                    <a:pt x="9144" y="1447800"/>
                  </a:lnTo>
                  <a:close/>
                </a:path>
                <a:path w="12700" h="4389120">
                  <a:moveTo>
                    <a:pt x="9144" y="1516379"/>
                  </a:moveTo>
                  <a:lnTo>
                    <a:pt x="3048" y="1516379"/>
                  </a:lnTo>
                  <a:lnTo>
                    <a:pt x="0" y="1519427"/>
                  </a:lnTo>
                  <a:lnTo>
                    <a:pt x="0" y="1560576"/>
                  </a:lnTo>
                  <a:lnTo>
                    <a:pt x="3048" y="1562100"/>
                  </a:lnTo>
                  <a:lnTo>
                    <a:pt x="9144" y="1562100"/>
                  </a:lnTo>
                  <a:lnTo>
                    <a:pt x="12192" y="1560576"/>
                  </a:lnTo>
                  <a:lnTo>
                    <a:pt x="12192" y="1519427"/>
                  </a:lnTo>
                  <a:lnTo>
                    <a:pt x="9144" y="1516379"/>
                  </a:lnTo>
                  <a:close/>
                </a:path>
                <a:path w="12700" h="4389120">
                  <a:moveTo>
                    <a:pt x="9144" y="1584960"/>
                  </a:moveTo>
                  <a:lnTo>
                    <a:pt x="3048" y="1584960"/>
                  </a:lnTo>
                  <a:lnTo>
                    <a:pt x="0" y="1588007"/>
                  </a:lnTo>
                  <a:lnTo>
                    <a:pt x="0" y="1629155"/>
                  </a:lnTo>
                  <a:lnTo>
                    <a:pt x="3048" y="1632203"/>
                  </a:lnTo>
                  <a:lnTo>
                    <a:pt x="9144" y="1632203"/>
                  </a:lnTo>
                  <a:lnTo>
                    <a:pt x="12192" y="1629155"/>
                  </a:lnTo>
                  <a:lnTo>
                    <a:pt x="12192" y="1588007"/>
                  </a:lnTo>
                  <a:lnTo>
                    <a:pt x="9144" y="1584960"/>
                  </a:lnTo>
                  <a:close/>
                </a:path>
                <a:path w="12700" h="4389120">
                  <a:moveTo>
                    <a:pt x="9144" y="1655064"/>
                  </a:moveTo>
                  <a:lnTo>
                    <a:pt x="3048" y="1655064"/>
                  </a:lnTo>
                  <a:lnTo>
                    <a:pt x="0" y="1656588"/>
                  </a:lnTo>
                  <a:lnTo>
                    <a:pt x="0" y="1697736"/>
                  </a:lnTo>
                  <a:lnTo>
                    <a:pt x="3048" y="1700783"/>
                  </a:lnTo>
                  <a:lnTo>
                    <a:pt x="9144" y="1700783"/>
                  </a:lnTo>
                  <a:lnTo>
                    <a:pt x="12192" y="1697736"/>
                  </a:lnTo>
                  <a:lnTo>
                    <a:pt x="12192" y="1656588"/>
                  </a:lnTo>
                  <a:lnTo>
                    <a:pt x="9144" y="1655064"/>
                  </a:lnTo>
                  <a:close/>
                </a:path>
                <a:path w="12700" h="4389120">
                  <a:moveTo>
                    <a:pt x="9144" y="1723643"/>
                  </a:moveTo>
                  <a:lnTo>
                    <a:pt x="3048" y="1723643"/>
                  </a:lnTo>
                  <a:lnTo>
                    <a:pt x="0" y="1726691"/>
                  </a:lnTo>
                  <a:lnTo>
                    <a:pt x="0" y="1766315"/>
                  </a:lnTo>
                  <a:lnTo>
                    <a:pt x="3048" y="1769364"/>
                  </a:lnTo>
                  <a:lnTo>
                    <a:pt x="9144" y="1769364"/>
                  </a:lnTo>
                  <a:lnTo>
                    <a:pt x="12192" y="1766315"/>
                  </a:lnTo>
                  <a:lnTo>
                    <a:pt x="12192" y="1726691"/>
                  </a:lnTo>
                  <a:lnTo>
                    <a:pt x="9144" y="1723643"/>
                  </a:lnTo>
                  <a:close/>
                </a:path>
                <a:path w="12700" h="4389120">
                  <a:moveTo>
                    <a:pt x="9144" y="1792224"/>
                  </a:moveTo>
                  <a:lnTo>
                    <a:pt x="3048" y="1792224"/>
                  </a:lnTo>
                  <a:lnTo>
                    <a:pt x="0" y="1795272"/>
                  </a:lnTo>
                  <a:lnTo>
                    <a:pt x="0" y="1836419"/>
                  </a:lnTo>
                  <a:lnTo>
                    <a:pt x="3048" y="1837943"/>
                  </a:lnTo>
                  <a:lnTo>
                    <a:pt x="9144" y="1837943"/>
                  </a:lnTo>
                  <a:lnTo>
                    <a:pt x="12192" y="1836419"/>
                  </a:lnTo>
                  <a:lnTo>
                    <a:pt x="12192" y="1795272"/>
                  </a:lnTo>
                  <a:lnTo>
                    <a:pt x="9144" y="1792224"/>
                  </a:lnTo>
                  <a:close/>
                </a:path>
                <a:path w="12700" h="4389120">
                  <a:moveTo>
                    <a:pt x="9144" y="1860803"/>
                  </a:moveTo>
                  <a:lnTo>
                    <a:pt x="3048" y="1860803"/>
                  </a:lnTo>
                  <a:lnTo>
                    <a:pt x="0" y="1863852"/>
                  </a:lnTo>
                  <a:lnTo>
                    <a:pt x="0" y="1905000"/>
                  </a:lnTo>
                  <a:lnTo>
                    <a:pt x="3048" y="1906524"/>
                  </a:lnTo>
                  <a:lnTo>
                    <a:pt x="9144" y="1906524"/>
                  </a:lnTo>
                  <a:lnTo>
                    <a:pt x="12192" y="1905000"/>
                  </a:lnTo>
                  <a:lnTo>
                    <a:pt x="12192" y="1863852"/>
                  </a:lnTo>
                  <a:lnTo>
                    <a:pt x="9144" y="1860803"/>
                  </a:lnTo>
                  <a:close/>
                </a:path>
                <a:path w="12700" h="4389120">
                  <a:moveTo>
                    <a:pt x="9144" y="1930907"/>
                  </a:moveTo>
                  <a:lnTo>
                    <a:pt x="3048" y="1930907"/>
                  </a:lnTo>
                  <a:lnTo>
                    <a:pt x="0" y="1932431"/>
                  </a:lnTo>
                  <a:lnTo>
                    <a:pt x="0" y="1973579"/>
                  </a:lnTo>
                  <a:lnTo>
                    <a:pt x="3048" y="1976627"/>
                  </a:lnTo>
                  <a:lnTo>
                    <a:pt x="9144" y="1976627"/>
                  </a:lnTo>
                  <a:lnTo>
                    <a:pt x="12192" y="1973579"/>
                  </a:lnTo>
                  <a:lnTo>
                    <a:pt x="12192" y="1932431"/>
                  </a:lnTo>
                  <a:lnTo>
                    <a:pt x="9144" y="1930907"/>
                  </a:lnTo>
                  <a:close/>
                </a:path>
                <a:path w="12700" h="4389120">
                  <a:moveTo>
                    <a:pt x="9144" y="1999488"/>
                  </a:moveTo>
                  <a:lnTo>
                    <a:pt x="3048" y="1999488"/>
                  </a:lnTo>
                  <a:lnTo>
                    <a:pt x="0" y="2001012"/>
                  </a:lnTo>
                  <a:lnTo>
                    <a:pt x="0" y="2042160"/>
                  </a:lnTo>
                  <a:lnTo>
                    <a:pt x="3048" y="2045207"/>
                  </a:lnTo>
                  <a:lnTo>
                    <a:pt x="9144" y="2045207"/>
                  </a:lnTo>
                  <a:lnTo>
                    <a:pt x="12192" y="2042160"/>
                  </a:lnTo>
                  <a:lnTo>
                    <a:pt x="12192" y="2001012"/>
                  </a:lnTo>
                  <a:lnTo>
                    <a:pt x="9144" y="1999488"/>
                  </a:lnTo>
                  <a:close/>
                </a:path>
                <a:path w="12700" h="4389120">
                  <a:moveTo>
                    <a:pt x="9144" y="2068067"/>
                  </a:moveTo>
                  <a:lnTo>
                    <a:pt x="3048" y="2068067"/>
                  </a:lnTo>
                  <a:lnTo>
                    <a:pt x="0" y="2071115"/>
                  </a:lnTo>
                  <a:lnTo>
                    <a:pt x="0" y="2110740"/>
                  </a:lnTo>
                  <a:lnTo>
                    <a:pt x="3048" y="2113788"/>
                  </a:lnTo>
                  <a:lnTo>
                    <a:pt x="9144" y="2113788"/>
                  </a:lnTo>
                  <a:lnTo>
                    <a:pt x="12192" y="2110740"/>
                  </a:lnTo>
                  <a:lnTo>
                    <a:pt x="12192" y="2071115"/>
                  </a:lnTo>
                  <a:lnTo>
                    <a:pt x="9144" y="2068067"/>
                  </a:lnTo>
                  <a:close/>
                </a:path>
                <a:path w="12700" h="4389120">
                  <a:moveTo>
                    <a:pt x="9144" y="2136648"/>
                  </a:moveTo>
                  <a:lnTo>
                    <a:pt x="3048" y="2136648"/>
                  </a:lnTo>
                  <a:lnTo>
                    <a:pt x="0" y="2139695"/>
                  </a:lnTo>
                  <a:lnTo>
                    <a:pt x="0" y="2180843"/>
                  </a:lnTo>
                  <a:lnTo>
                    <a:pt x="3048" y="2182367"/>
                  </a:lnTo>
                  <a:lnTo>
                    <a:pt x="9144" y="2182367"/>
                  </a:lnTo>
                  <a:lnTo>
                    <a:pt x="12192" y="2180843"/>
                  </a:lnTo>
                  <a:lnTo>
                    <a:pt x="12192" y="2139695"/>
                  </a:lnTo>
                  <a:lnTo>
                    <a:pt x="9144" y="2136648"/>
                  </a:lnTo>
                  <a:close/>
                </a:path>
                <a:path w="12700" h="4389120">
                  <a:moveTo>
                    <a:pt x="9144" y="2205228"/>
                  </a:moveTo>
                  <a:lnTo>
                    <a:pt x="3048" y="2205228"/>
                  </a:lnTo>
                  <a:lnTo>
                    <a:pt x="0" y="2208276"/>
                  </a:lnTo>
                  <a:lnTo>
                    <a:pt x="0" y="2249423"/>
                  </a:lnTo>
                  <a:lnTo>
                    <a:pt x="3048" y="2252472"/>
                  </a:lnTo>
                  <a:lnTo>
                    <a:pt x="9144" y="2252472"/>
                  </a:lnTo>
                  <a:lnTo>
                    <a:pt x="12192" y="2249423"/>
                  </a:lnTo>
                  <a:lnTo>
                    <a:pt x="12192" y="2208276"/>
                  </a:lnTo>
                  <a:lnTo>
                    <a:pt x="9144" y="2205228"/>
                  </a:lnTo>
                  <a:close/>
                </a:path>
                <a:path w="12700" h="4389120">
                  <a:moveTo>
                    <a:pt x="9144" y="2275332"/>
                  </a:moveTo>
                  <a:lnTo>
                    <a:pt x="3048" y="2275332"/>
                  </a:lnTo>
                  <a:lnTo>
                    <a:pt x="0" y="2276855"/>
                  </a:lnTo>
                  <a:lnTo>
                    <a:pt x="0" y="2318004"/>
                  </a:lnTo>
                  <a:lnTo>
                    <a:pt x="3048" y="2321052"/>
                  </a:lnTo>
                  <a:lnTo>
                    <a:pt x="9144" y="2321052"/>
                  </a:lnTo>
                  <a:lnTo>
                    <a:pt x="12192" y="2318004"/>
                  </a:lnTo>
                  <a:lnTo>
                    <a:pt x="12192" y="2276855"/>
                  </a:lnTo>
                  <a:lnTo>
                    <a:pt x="9144" y="2275332"/>
                  </a:lnTo>
                  <a:close/>
                </a:path>
                <a:path w="12700" h="4389120">
                  <a:moveTo>
                    <a:pt x="9144" y="2343911"/>
                  </a:moveTo>
                  <a:lnTo>
                    <a:pt x="3048" y="2343911"/>
                  </a:lnTo>
                  <a:lnTo>
                    <a:pt x="0" y="2346960"/>
                  </a:lnTo>
                  <a:lnTo>
                    <a:pt x="0" y="2386584"/>
                  </a:lnTo>
                  <a:lnTo>
                    <a:pt x="3048" y="2389632"/>
                  </a:lnTo>
                  <a:lnTo>
                    <a:pt x="9144" y="2389632"/>
                  </a:lnTo>
                  <a:lnTo>
                    <a:pt x="12192" y="2386584"/>
                  </a:lnTo>
                  <a:lnTo>
                    <a:pt x="12192" y="2346960"/>
                  </a:lnTo>
                  <a:lnTo>
                    <a:pt x="9144" y="2343911"/>
                  </a:lnTo>
                  <a:close/>
                </a:path>
                <a:path w="12700" h="4389120">
                  <a:moveTo>
                    <a:pt x="9144" y="2412491"/>
                  </a:moveTo>
                  <a:lnTo>
                    <a:pt x="3048" y="2412491"/>
                  </a:lnTo>
                  <a:lnTo>
                    <a:pt x="0" y="2415540"/>
                  </a:lnTo>
                  <a:lnTo>
                    <a:pt x="0" y="2456688"/>
                  </a:lnTo>
                  <a:lnTo>
                    <a:pt x="3048" y="2458211"/>
                  </a:lnTo>
                  <a:lnTo>
                    <a:pt x="9144" y="2458211"/>
                  </a:lnTo>
                  <a:lnTo>
                    <a:pt x="12192" y="2456688"/>
                  </a:lnTo>
                  <a:lnTo>
                    <a:pt x="12192" y="2415540"/>
                  </a:lnTo>
                  <a:lnTo>
                    <a:pt x="9144" y="2412491"/>
                  </a:lnTo>
                  <a:close/>
                </a:path>
                <a:path w="12700" h="4389120">
                  <a:moveTo>
                    <a:pt x="9144" y="2481072"/>
                  </a:moveTo>
                  <a:lnTo>
                    <a:pt x="3048" y="2481072"/>
                  </a:lnTo>
                  <a:lnTo>
                    <a:pt x="0" y="2484120"/>
                  </a:lnTo>
                  <a:lnTo>
                    <a:pt x="0" y="2525267"/>
                  </a:lnTo>
                  <a:lnTo>
                    <a:pt x="3048" y="2528316"/>
                  </a:lnTo>
                  <a:lnTo>
                    <a:pt x="9144" y="2528316"/>
                  </a:lnTo>
                  <a:lnTo>
                    <a:pt x="12192" y="2525267"/>
                  </a:lnTo>
                  <a:lnTo>
                    <a:pt x="12192" y="2484120"/>
                  </a:lnTo>
                  <a:lnTo>
                    <a:pt x="9144" y="2481072"/>
                  </a:lnTo>
                  <a:close/>
                </a:path>
                <a:path w="12700" h="4389120">
                  <a:moveTo>
                    <a:pt x="9144" y="2551176"/>
                  </a:moveTo>
                  <a:lnTo>
                    <a:pt x="3048" y="2551176"/>
                  </a:lnTo>
                  <a:lnTo>
                    <a:pt x="0" y="2552700"/>
                  </a:lnTo>
                  <a:lnTo>
                    <a:pt x="0" y="2593847"/>
                  </a:lnTo>
                  <a:lnTo>
                    <a:pt x="3048" y="2596896"/>
                  </a:lnTo>
                  <a:lnTo>
                    <a:pt x="9144" y="2596896"/>
                  </a:lnTo>
                  <a:lnTo>
                    <a:pt x="12192" y="2593847"/>
                  </a:lnTo>
                  <a:lnTo>
                    <a:pt x="12192" y="2552700"/>
                  </a:lnTo>
                  <a:lnTo>
                    <a:pt x="9144" y="2551176"/>
                  </a:lnTo>
                  <a:close/>
                </a:path>
                <a:path w="12700" h="4389120">
                  <a:moveTo>
                    <a:pt x="9144" y="2619755"/>
                  </a:moveTo>
                  <a:lnTo>
                    <a:pt x="3048" y="2619755"/>
                  </a:lnTo>
                  <a:lnTo>
                    <a:pt x="0" y="2622804"/>
                  </a:lnTo>
                  <a:lnTo>
                    <a:pt x="0" y="2662428"/>
                  </a:lnTo>
                  <a:lnTo>
                    <a:pt x="3048" y="2665476"/>
                  </a:lnTo>
                  <a:lnTo>
                    <a:pt x="9144" y="2665476"/>
                  </a:lnTo>
                  <a:lnTo>
                    <a:pt x="12192" y="2662428"/>
                  </a:lnTo>
                  <a:lnTo>
                    <a:pt x="12192" y="2622804"/>
                  </a:lnTo>
                  <a:lnTo>
                    <a:pt x="9144" y="2619755"/>
                  </a:lnTo>
                  <a:close/>
                </a:path>
                <a:path w="12700" h="4389120">
                  <a:moveTo>
                    <a:pt x="9144" y="2688335"/>
                  </a:moveTo>
                  <a:lnTo>
                    <a:pt x="3048" y="2688335"/>
                  </a:lnTo>
                  <a:lnTo>
                    <a:pt x="0" y="2691384"/>
                  </a:lnTo>
                  <a:lnTo>
                    <a:pt x="0" y="2732532"/>
                  </a:lnTo>
                  <a:lnTo>
                    <a:pt x="3048" y="2734055"/>
                  </a:lnTo>
                  <a:lnTo>
                    <a:pt x="9144" y="2734055"/>
                  </a:lnTo>
                  <a:lnTo>
                    <a:pt x="12192" y="2732532"/>
                  </a:lnTo>
                  <a:lnTo>
                    <a:pt x="12192" y="2691384"/>
                  </a:lnTo>
                  <a:lnTo>
                    <a:pt x="9144" y="2688335"/>
                  </a:lnTo>
                  <a:close/>
                </a:path>
                <a:path w="12700" h="4389120">
                  <a:moveTo>
                    <a:pt x="9144" y="2756916"/>
                  </a:moveTo>
                  <a:lnTo>
                    <a:pt x="3048" y="2756916"/>
                  </a:lnTo>
                  <a:lnTo>
                    <a:pt x="0" y="2759964"/>
                  </a:lnTo>
                  <a:lnTo>
                    <a:pt x="0" y="2801111"/>
                  </a:lnTo>
                  <a:lnTo>
                    <a:pt x="3048" y="2804160"/>
                  </a:lnTo>
                  <a:lnTo>
                    <a:pt x="9144" y="2804160"/>
                  </a:lnTo>
                  <a:lnTo>
                    <a:pt x="12192" y="2801111"/>
                  </a:lnTo>
                  <a:lnTo>
                    <a:pt x="12192" y="2759964"/>
                  </a:lnTo>
                  <a:lnTo>
                    <a:pt x="9144" y="2756916"/>
                  </a:lnTo>
                  <a:close/>
                </a:path>
                <a:path w="12700" h="4389120">
                  <a:moveTo>
                    <a:pt x="9144" y="2827020"/>
                  </a:moveTo>
                  <a:lnTo>
                    <a:pt x="3048" y="2827020"/>
                  </a:lnTo>
                  <a:lnTo>
                    <a:pt x="0" y="2828544"/>
                  </a:lnTo>
                  <a:lnTo>
                    <a:pt x="0" y="2869691"/>
                  </a:lnTo>
                  <a:lnTo>
                    <a:pt x="3048" y="2872740"/>
                  </a:lnTo>
                  <a:lnTo>
                    <a:pt x="9144" y="2872740"/>
                  </a:lnTo>
                  <a:lnTo>
                    <a:pt x="12192" y="2869691"/>
                  </a:lnTo>
                  <a:lnTo>
                    <a:pt x="12192" y="2828544"/>
                  </a:lnTo>
                  <a:lnTo>
                    <a:pt x="9144" y="2827020"/>
                  </a:lnTo>
                  <a:close/>
                </a:path>
                <a:path w="12700" h="4389120">
                  <a:moveTo>
                    <a:pt x="9144" y="2895600"/>
                  </a:moveTo>
                  <a:lnTo>
                    <a:pt x="3048" y="2895600"/>
                  </a:lnTo>
                  <a:lnTo>
                    <a:pt x="0" y="2898647"/>
                  </a:lnTo>
                  <a:lnTo>
                    <a:pt x="0" y="2938272"/>
                  </a:lnTo>
                  <a:lnTo>
                    <a:pt x="3048" y="2941320"/>
                  </a:lnTo>
                  <a:lnTo>
                    <a:pt x="9144" y="2941320"/>
                  </a:lnTo>
                  <a:lnTo>
                    <a:pt x="12192" y="2938272"/>
                  </a:lnTo>
                  <a:lnTo>
                    <a:pt x="12192" y="2898647"/>
                  </a:lnTo>
                  <a:lnTo>
                    <a:pt x="9144" y="2895600"/>
                  </a:lnTo>
                  <a:close/>
                </a:path>
                <a:path w="12700" h="4389120">
                  <a:moveTo>
                    <a:pt x="9144" y="2964179"/>
                  </a:moveTo>
                  <a:lnTo>
                    <a:pt x="3048" y="2964179"/>
                  </a:lnTo>
                  <a:lnTo>
                    <a:pt x="0" y="2967228"/>
                  </a:lnTo>
                  <a:lnTo>
                    <a:pt x="0" y="3008376"/>
                  </a:lnTo>
                  <a:lnTo>
                    <a:pt x="3048" y="3009900"/>
                  </a:lnTo>
                  <a:lnTo>
                    <a:pt x="9144" y="3009900"/>
                  </a:lnTo>
                  <a:lnTo>
                    <a:pt x="12192" y="3008376"/>
                  </a:lnTo>
                  <a:lnTo>
                    <a:pt x="12192" y="2967228"/>
                  </a:lnTo>
                  <a:lnTo>
                    <a:pt x="9144" y="2964179"/>
                  </a:lnTo>
                  <a:close/>
                </a:path>
                <a:path w="12700" h="4389120">
                  <a:moveTo>
                    <a:pt x="9144" y="3032760"/>
                  </a:moveTo>
                  <a:lnTo>
                    <a:pt x="3048" y="3032760"/>
                  </a:lnTo>
                  <a:lnTo>
                    <a:pt x="0" y="3035808"/>
                  </a:lnTo>
                  <a:lnTo>
                    <a:pt x="0" y="3076955"/>
                  </a:lnTo>
                  <a:lnTo>
                    <a:pt x="3048" y="3078479"/>
                  </a:lnTo>
                  <a:lnTo>
                    <a:pt x="9144" y="3078479"/>
                  </a:lnTo>
                  <a:lnTo>
                    <a:pt x="12192" y="3076955"/>
                  </a:lnTo>
                  <a:lnTo>
                    <a:pt x="12192" y="3035808"/>
                  </a:lnTo>
                  <a:lnTo>
                    <a:pt x="9144" y="3032760"/>
                  </a:lnTo>
                  <a:close/>
                </a:path>
                <a:path w="12700" h="4389120">
                  <a:moveTo>
                    <a:pt x="9144" y="3102864"/>
                  </a:moveTo>
                  <a:lnTo>
                    <a:pt x="3048" y="3102864"/>
                  </a:lnTo>
                  <a:lnTo>
                    <a:pt x="0" y="3104388"/>
                  </a:lnTo>
                  <a:lnTo>
                    <a:pt x="0" y="3145535"/>
                  </a:lnTo>
                  <a:lnTo>
                    <a:pt x="3048" y="3148584"/>
                  </a:lnTo>
                  <a:lnTo>
                    <a:pt x="9144" y="3148584"/>
                  </a:lnTo>
                  <a:lnTo>
                    <a:pt x="12192" y="3145535"/>
                  </a:lnTo>
                  <a:lnTo>
                    <a:pt x="12192" y="3104388"/>
                  </a:lnTo>
                  <a:lnTo>
                    <a:pt x="9144" y="3102864"/>
                  </a:lnTo>
                  <a:close/>
                </a:path>
                <a:path w="12700" h="4389120">
                  <a:moveTo>
                    <a:pt x="9144" y="3171444"/>
                  </a:moveTo>
                  <a:lnTo>
                    <a:pt x="3048" y="3171444"/>
                  </a:lnTo>
                  <a:lnTo>
                    <a:pt x="0" y="3172967"/>
                  </a:lnTo>
                  <a:lnTo>
                    <a:pt x="0" y="3214116"/>
                  </a:lnTo>
                  <a:lnTo>
                    <a:pt x="3048" y="3217164"/>
                  </a:lnTo>
                  <a:lnTo>
                    <a:pt x="9144" y="3217164"/>
                  </a:lnTo>
                  <a:lnTo>
                    <a:pt x="12192" y="3214116"/>
                  </a:lnTo>
                  <a:lnTo>
                    <a:pt x="12192" y="3172967"/>
                  </a:lnTo>
                  <a:lnTo>
                    <a:pt x="9144" y="3171444"/>
                  </a:lnTo>
                  <a:close/>
                </a:path>
                <a:path w="12700" h="4389120">
                  <a:moveTo>
                    <a:pt x="9144" y="3240023"/>
                  </a:moveTo>
                  <a:lnTo>
                    <a:pt x="3048" y="3240023"/>
                  </a:lnTo>
                  <a:lnTo>
                    <a:pt x="0" y="3243072"/>
                  </a:lnTo>
                  <a:lnTo>
                    <a:pt x="0" y="3284220"/>
                  </a:lnTo>
                  <a:lnTo>
                    <a:pt x="3048" y="3285744"/>
                  </a:lnTo>
                  <a:lnTo>
                    <a:pt x="9144" y="3285744"/>
                  </a:lnTo>
                  <a:lnTo>
                    <a:pt x="12192" y="3284220"/>
                  </a:lnTo>
                  <a:lnTo>
                    <a:pt x="12192" y="3243072"/>
                  </a:lnTo>
                  <a:lnTo>
                    <a:pt x="9144" y="3240023"/>
                  </a:lnTo>
                  <a:close/>
                </a:path>
                <a:path w="12700" h="4389120">
                  <a:moveTo>
                    <a:pt x="9144" y="3308604"/>
                  </a:moveTo>
                  <a:lnTo>
                    <a:pt x="3048" y="3308604"/>
                  </a:lnTo>
                  <a:lnTo>
                    <a:pt x="0" y="3311652"/>
                  </a:lnTo>
                  <a:lnTo>
                    <a:pt x="0" y="3352800"/>
                  </a:lnTo>
                  <a:lnTo>
                    <a:pt x="3048" y="3354324"/>
                  </a:lnTo>
                  <a:lnTo>
                    <a:pt x="9144" y="3354324"/>
                  </a:lnTo>
                  <a:lnTo>
                    <a:pt x="12192" y="3352800"/>
                  </a:lnTo>
                  <a:lnTo>
                    <a:pt x="12192" y="3311652"/>
                  </a:lnTo>
                  <a:lnTo>
                    <a:pt x="9144" y="3308604"/>
                  </a:lnTo>
                  <a:close/>
                </a:path>
                <a:path w="12700" h="4389120">
                  <a:moveTo>
                    <a:pt x="9144" y="3378707"/>
                  </a:moveTo>
                  <a:lnTo>
                    <a:pt x="3048" y="3378707"/>
                  </a:lnTo>
                  <a:lnTo>
                    <a:pt x="0" y="3380231"/>
                  </a:lnTo>
                  <a:lnTo>
                    <a:pt x="0" y="3421379"/>
                  </a:lnTo>
                  <a:lnTo>
                    <a:pt x="3048" y="3424428"/>
                  </a:lnTo>
                  <a:lnTo>
                    <a:pt x="9144" y="3424428"/>
                  </a:lnTo>
                  <a:lnTo>
                    <a:pt x="12192" y="3421379"/>
                  </a:lnTo>
                  <a:lnTo>
                    <a:pt x="12192" y="3380231"/>
                  </a:lnTo>
                  <a:lnTo>
                    <a:pt x="9144" y="3378707"/>
                  </a:lnTo>
                  <a:close/>
                </a:path>
                <a:path w="12700" h="4389120">
                  <a:moveTo>
                    <a:pt x="9144" y="3447288"/>
                  </a:moveTo>
                  <a:lnTo>
                    <a:pt x="3048" y="3447288"/>
                  </a:lnTo>
                  <a:lnTo>
                    <a:pt x="0" y="3448811"/>
                  </a:lnTo>
                  <a:lnTo>
                    <a:pt x="0" y="3489959"/>
                  </a:lnTo>
                  <a:lnTo>
                    <a:pt x="3048" y="3493007"/>
                  </a:lnTo>
                  <a:lnTo>
                    <a:pt x="9144" y="3493007"/>
                  </a:lnTo>
                  <a:lnTo>
                    <a:pt x="12192" y="3489959"/>
                  </a:lnTo>
                  <a:lnTo>
                    <a:pt x="12192" y="3448811"/>
                  </a:lnTo>
                  <a:lnTo>
                    <a:pt x="9144" y="3447288"/>
                  </a:lnTo>
                  <a:close/>
                </a:path>
                <a:path w="12700" h="4389120">
                  <a:moveTo>
                    <a:pt x="9144" y="3515867"/>
                  </a:moveTo>
                  <a:lnTo>
                    <a:pt x="3048" y="3515867"/>
                  </a:lnTo>
                  <a:lnTo>
                    <a:pt x="0" y="3518916"/>
                  </a:lnTo>
                  <a:lnTo>
                    <a:pt x="0" y="3558540"/>
                  </a:lnTo>
                  <a:lnTo>
                    <a:pt x="3048" y="3561588"/>
                  </a:lnTo>
                  <a:lnTo>
                    <a:pt x="9144" y="3561588"/>
                  </a:lnTo>
                  <a:lnTo>
                    <a:pt x="12192" y="3558540"/>
                  </a:lnTo>
                  <a:lnTo>
                    <a:pt x="12192" y="3518916"/>
                  </a:lnTo>
                  <a:lnTo>
                    <a:pt x="9144" y="3515867"/>
                  </a:lnTo>
                  <a:close/>
                </a:path>
                <a:path w="12700" h="4389120">
                  <a:moveTo>
                    <a:pt x="9144" y="3584448"/>
                  </a:moveTo>
                  <a:lnTo>
                    <a:pt x="3048" y="3584448"/>
                  </a:lnTo>
                  <a:lnTo>
                    <a:pt x="0" y="3587496"/>
                  </a:lnTo>
                  <a:lnTo>
                    <a:pt x="0" y="3628644"/>
                  </a:lnTo>
                  <a:lnTo>
                    <a:pt x="3048" y="3630167"/>
                  </a:lnTo>
                  <a:lnTo>
                    <a:pt x="9144" y="3630167"/>
                  </a:lnTo>
                  <a:lnTo>
                    <a:pt x="12192" y="3628644"/>
                  </a:lnTo>
                  <a:lnTo>
                    <a:pt x="12192" y="3587496"/>
                  </a:lnTo>
                  <a:lnTo>
                    <a:pt x="9144" y="3584448"/>
                  </a:lnTo>
                  <a:close/>
                </a:path>
                <a:path w="12700" h="4389120">
                  <a:moveTo>
                    <a:pt x="9144" y="3653028"/>
                  </a:moveTo>
                  <a:lnTo>
                    <a:pt x="3048" y="3653028"/>
                  </a:lnTo>
                  <a:lnTo>
                    <a:pt x="0" y="3656076"/>
                  </a:lnTo>
                  <a:lnTo>
                    <a:pt x="0" y="3697224"/>
                  </a:lnTo>
                  <a:lnTo>
                    <a:pt x="3048" y="3700272"/>
                  </a:lnTo>
                  <a:lnTo>
                    <a:pt x="9144" y="3700272"/>
                  </a:lnTo>
                  <a:lnTo>
                    <a:pt x="12192" y="3697224"/>
                  </a:lnTo>
                  <a:lnTo>
                    <a:pt x="12192" y="3656076"/>
                  </a:lnTo>
                  <a:lnTo>
                    <a:pt x="9144" y="3653028"/>
                  </a:lnTo>
                  <a:close/>
                </a:path>
                <a:path w="12700" h="4389120">
                  <a:moveTo>
                    <a:pt x="9144" y="3723131"/>
                  </a:moveTo>
                  <a:lnTo>
                    <a:pt x="3048" y="3723131"/>
                  </a:lnTo>
                  <a:lnTo>
                    <a:pt x="0" y="3724655"/>
                  </a:lnTo>
                  <a:lnTo>
                    <a:pt x="0" y="3765804"/>
                  </a:lnTo>
                  <a:lnTo>
                    <a:pt x="3048" y="3768852"/>
                  </a:lnTo>
                  <a:lnTo>
                    <a:pt x="9144" y="3768852"/>
                  </a:lnTo>
                  <a:lnTo>
                    <a:pt x="12192" y="3765804"/>
                  </a:lnTo>
                  <a:lnTo>
                    <a:pt x="12192" y="3724655"/>
                  </a:lnTo>
                  <a:lnTo>
                    <a:pt x="9144" y="3723131"/>
                  </a:lnTo>
                  <a:close/>
                </a:path>
                <a:path w="12700" h="4389120">
                  <a:moveTo>
                    <a:pt x="9144" y="3791711"/>
                  </a:moveTo>
                  <a:lnTo>
                    <a:pt x="3048" y="3791711"/>
                  </a:lnTo>
                  <a:lnTo>
                    <a:pt x="0" y="3794759"/>
                  </a:lnTo>
                  <a:lnTo>
                    <a:pt x="0" y="3834383"/>
                  </a:lnTo>
                  <a:lnTo>
                    <a:pt x="3048" y="3837431"/>
                  </a:lnTo>
                  <a:lnTo>
                    <a:pt x="9144" y="3837431"/>
                  </a:lnTo>
                  <a:lnTo>
                    <a:pt x="12192" y="3834383"/>
                  </a:lnTo>
                  <a:lnTo>
                    <a:pt x="12192" y="3794759"/>
                  </a:lnTo>
                  <a:lnTo>
                    <a:pt x="9144" y="3791711"/>
                  </a:lnTo>
                  <a:close/>
                </a:path>
                <a:path w="12700" h="4389120">
                  <a:moveTo>
                    <a:pt x="9144" y="3860291"/>
                  </a:moveTo>
                  <a:lnTo>
                    <a:pt x="3048" y="3860291"/>
                  </a:lnTo>
                  <a:lnTo>
                    <a:pt x="0" y="3863340"/>
                  </a:lnTo>
                  <a:lnTo>
                    <a:pt x="0" y="3904488"/>
                  </a:lnTo>
                  <a:lnTo>
                    <a:pt x="3048" y="3906012"/>
                  </a:lnTo>
                  <a:lnTo>
                    <a:pt x="9144" y="3906012"/>
                  </a:lnTo>
                  <a:lnTo>
                    <a:pt x="12192" y="3904488"/>
                  </a:lnTo>
                  <a:lnTo>
                    <a:pt x="12192" y="3863340"/>
                  </a:lnTo>
                  <a:lnTo>
                    <a:pt x="9144" y="3860291"/>
                  </a:lnTo>
                  <a:close/>
                </a:path>
                <a:path w="12700" h="4389120">
                  <a:moveTo>
                    <a:pt x="9144" y="3928872"/>
                  </a:moveTo>
                  <a:lnTo>
                    <a:pt x="3048" y="3928872"/>
                  </a:lnTo>
                  <a:lnTo>
                    <a:pt x="0" y="3931919"/>
                  </a:lnTo>
                  <a:lnTo>
                    <a:pt x="0" y="3973067"/>
                  </a:lnTo>
                  <a:lnTo>
                    <a:pt x="3048" y="3976116"/>
                  </a:lnTo>
                  <a:lnTo>
                    <a:pt x="9144" y="3976116"/>
                  </a:lnTo>
                  <a:lnTo>
                    <a:pt x="12192" y="3973067"/>
                  </a:lnTo>
                  <a:lnTo>
                    <a:pt x="12192" y="3931919"/>
                  </a:lnTo>
                  <a:lnTo>
                    <a:pt x="9144" y="3928872"/>
                  </a:lnTo>
                  <a:close/>
                </a:path>
                <a:path w="12700" h="4389120">
                  <a:moveTo>
                    <a:pt x="9144" y="3998976"/>
                  </a:moveTo>
                  <a:lnTo>
                    <a:pt x="3048" y="3998976"/>
                  </a:lnTo>
                  <a:lnTo>
                    <a:pt x="0" y="4000500"/>
                  </a:lnTo>
                  <a:lnTo>
                    <a:pt x="0" y="4041648"/>
                  </a:lnTo>
                  <a:lnTo>
                    <a:pt x="3048" y="4044696"/>
                  </a:lnTo>
                  <a:lnTo>
                    <a:pt x="9144" y="4044696"/>
                  </a:lnTo>
                  <a:lnTo>
                    <a:pt x="12192" y="4041648"/>
                  </a:lnTo>
                  <a:lnTo>
                    <a:pt x="12192" y="4000500"/>
                  </a:lnTo>
                  <a:lnTo>
                    <a:pt x="9144" y="3998976"/>
                  </a:lnTo>
                  <a:close/>
                </a:path>
                <a:path w="12700" h="4389120">
                  <a:moveTo>
                    <a:pt x="9144" y="4067555"/>
                  </a:moveTo>
                  <a:lnTo>
                    <a:pt x="3048" y="4067555"/>
                  </a:lnTo>
                  <a:lnTo>
                    <a:pt x="0" y="4070604"/>
                  </a:lnTo>
                  <a:lnTo>
                    <a:pt x="0" y="4110228"/>
                  </a:lnTo>
                  <a:lnTo>
                    <a:pt x="3048" y="4113276"/>
                  </a:lnTo>
                  <a:lnTo>
                    <a:pt x="9144" y="4113276"/>
                  </a:lnTo>
                  <a:lnTo>
                    <a:pt x="12192" y="4110228"/>
                  </a:lnTo>
                  <a:lnTo>
                    <a:pt x="12192" y="4070604"/>
                  </a:lnTo>
                  <a:lnTo>
                    <a:pt x="9144" y="4067555"/>
                  </a:lnTo>
                  <a:close/>
                </a:path>
                <a:path w="12700" h="4389120">
                  <a:moveTo>
                    <a:pt x="9144" y="4136136"/>
                  </a:moveTo>
                  <a:lnTo>
                    <a:pt x="3048" y="4136136"/>
                  </a:lnTo>
                  <a:lnTo>
                    <a:pt x="0" y="4139183"/>
                  </a:lnTo>
                  <a:lnTo>
                    <a:pt x="0" y="4180331"/>
                  </a:lnTo>
                  <a:lnTo>
                    <a:pt x="3048" y="4181855"/>
                  </a:lnTo>
                  <a:lnTo>
                    <a:pt x="9144" y="4181855"/>
                  </a:lnTo>
                  <a:lnTo>
                    <a:pt x="12192" y="4180331"/>
                  </a:lnTo>
                  <a:lnTo>
                    <a:pt x="12192" y="4139183"/>
                  </a:lnTo>
                  <a:lnTo>
                    <a:pt x="9144" y="4136136"/>
                  </a:lnTo>
                  <a:close/>
                </a:path>
                <a:path w="12700" h="4389120">
                  <a:moveTo>
                    <a:pt x="9144" y="4204716"/>
                  </a:moveTo>
                  <a:lnTo>
                    <a:pt x="3048" y="4204716"/>
                  </a:lnTo>
                  <a:lnTo>
                    <a:pt x="0" y="4207764"/>
                  </a:lnTo>
                  <a:lnTo>
                    <a:pt x="0" y="4248912"/>
                  </a:lnTo>
                  <a:lnTo>
                    <a:pt x="3048" y="4250436"/>
                  </a:lnTo>
                  <a:lnTo>
                    <a:pt x="9144" y="4250436"/>
                  </a:lnTo>
                  <a:lnTo>
                    <a:pt x="12192" y="4248912"/>
                  </a:lnTo>
                  <a:lnTo>
                    <a:pt x="12192" y="4207764"/>
                  </a:lnTo>
                  <a:lnTo>
                    <a:pt x="9144" y="4204716"/>
                  </a:lnTo>
                  <a:close/>
                </a:path>
                <a:path w="12700" h="4389120">
                  <a:moveTo>
                    <a:pt x="9144" y="4274820"/>
                  </a:moveTo>
                  <a:lnTo>
                    <a:pt x="3048" y="4274820"/>
                  </a:lnTo>
                  <a:lnTo>
                    <a:pt x="0" y="4276344"/>
                  </a:lnTo>
                  <a:lnTo>
                    <a:pt x="0" y="4317492"/>
                  </a:lnTo>
                  <a:lnTo>
                    <a:pt x="3048" y="4320540"/>
                  </a:lnTo>
                  <a:lnTo>
                    <a:pt x="9144" y="4320540"/>
                  </a:lnTo>
                  <a:lnTo>
                    <a:pt x="12192" y="4317492"/>
                  </a:lnTo>
                  <a:lnTo>
                    <a:pt x="12192" y="4276344"/>
                  </a:lnTo>
                  <a:lnTo>
                    <a:pt x="9144" y="4274820"/>
                  </a:lnTo>
                  <a:close/>
                </a:path>
                <a:path w="12700" h="4389120">
                  <a:moveTo>
                    <a:pt x="9144" y="4343400"/>
                  </a:moveTo>
                  <a:lnTo>
                    <a:pt x="3048" y="4343400"/>
                  </a:lnTo>
                  <a:lnTo>
                    <a:pt x="0" y="4344924"/>
                  </a:lnTo>
                  <a:lnTo>
                    <a:pt x="0" y="4386072"/>
                  </a:lnTo>
                  <a:lnTo>
                    <a:pt x="3048" y="4389120"/>
                  </a:lnTo>
                  <a:lnTo>
                    <a:pt x="9144" y="4389120"/>
                  </a:lnTo>
                  <a:lnTo>
                    <a:pt x="12192" y="4386072"/>
                  </a:lnTo>
                  <a:lnTo>
                    <a:pt x="12192" y="4344924"/>
                  </a:lnTo>
                  <a:lnTo>
                    <a:pt x="9144" y="4343400"/>
                  </a:lnTo>
                  <a:close/>
                </a:path>
              </a:pathLst>
            </a:custGeom>
            <a:solidFill>
              <a:srgbClr val="9A9A9A"/>
            </a:solidFill>
          </p:spPr>
          <p:txBody>
            <a:bodyPr wrap="square" lIns="0" tIns="0" rIns="0" bIns="0" rtlCol="0"/>
            <a:lstStyle/>
            <a:p>
              <a:endParaRPr/>
            </a:p>
          </p:txBody>
        </p:sp>
        <p:sp>
          <p:nvSpPr>
            <p:cNvPr id="11" name="object 11"/>
            <p:cNvSpPr/>
            <p:nvPr/>
          </p:nvSpPr>
          <p:spPr>
            <a:xfrm>
              <a:off x="7098791" y="1348740"/>
              <a:ext cx="546100" cy="1499870"/>
            </a:xfrm>
            <a:custGeom>
              <a:avLst/>
              <a:gdLst/>
              <a:ahLst/>
              <a:cxnLst/>
              <a:rect l="l" t="t" r="r" b="b"/>
              <a:pathLst>
                <a:path w="546100" h="1499870">
                  <a:moveTo>
                    <a:pt x="0" y="146303"/>
                  </a:moveTo>
                  <a:lnTo>
                    <a:pt x="0" y="0"/>
                  </a:lnTo>
                  <a:lnTo>
                    <a:pt x="545591" y="0"/>
                  </a:lnTo>
                  <a:lnTo>
                    <a:pt x="545591" y="146303"/>
                  </a:lnTo>
                </a:path>
                <a:path w="546100" h="1499870">
                  <a:moveTo>
                    <a:pt x="181355" y="1354835"/>
                  </a:moveTo>
                  <a:lnTo>
                    <a:pt x="181355" y="1499615"/>
                  </a:lnTo>
                </a:path>
              </a:pathLst>
            </a:custGeom>
            <a:ln w="19811">
              <a:solidFill>
                <a:srgbClr val="800000"/>
              </a:solidFill>
            </a:ln>
          </p:spPr>
          <p:txBody>
            <a:bodyPr wrap="square" lIns="0" tIns="0" rIns="0" bIns="0" rtlCol="0"/>
            <a:lstStyle/>
            <a:p>
              <a:endParaRPr/>
            </a:p>
          </p:txBody>
        </p:sp>
        <p:sp>
          <p:nvSpPr>
            <p:cNvPr id="12" name="object 12"/>
            <p:cNvSpPr/>
            <p:nvPr/>
          </p:nvSpPr>
          <p:spPr>
            <a:xfrm>
              <a:off x="8188451" y="1348740"/>
              <a:ext cx="184785" cy="146685"/>
            </a:xfrm>
            <a:custGeom>
              <a:avLst/>
              <a:gdLst/>
              <a:ahLst/>
              <a:cxnLst/>
              <a:rect l="l" t="t" r="r" b="b"/>
              <a:pathLst>
                <a:path w="184784" h="146684">
                  <a:moveTo>
                    <a:pt x="0" y="146303"/>
                  </a:moveTo>
                  <a:lnTo>
                    <a:pt x="0" y="0"/>
                  </a:lnTo>
                  <a:lnTo>
                    <a:pt x="184403" y="0"/>
                  </a:lnTo>
                </a:path>
              </a:pathLst>
            </a:custGeom>
            <a:ln w="19811">
              <a:solidFill>
                <a:srgbClr val="800000"/>
              </a:solidFill>
            </a:ln>
          </p:spPr>
          <p:txBody>
            <a:bodyPr wrap="square" lIns="0" tIns="0" rIns="0" bIns="0" rtlCol="0"/>
            <a:lstStyle/>
            <a:p>
              <a:endParaRPr/>
            </a:p>
          </p:txBody>
        </p:sp>
        <p:sp>
          <p:nvSpPr>
            <p:cNvPr id="13" name="object 13"/>
            <p:cNvSpPr/>
            <p:nvPr/>
          </p:nvSpPr>
          <p:spPr>
            <a:xfrm>
              <a:off x="7644383" y="1491995"/>
              <a:ext cx="544195" cy="0"/>
            </a:xfrm>
            <a:custGeom>
              <a:avLst/>
              <a:gdLst/>
              <a:ahLst/>
              <a:cxnLst/>
              <a:rect l="l" t="t" r="r" b="b"/>
              <a:pathLst>
                <a:path w="544195">
                  <a:moveTo>
                    <a:pt x="0" y="0"/>
                  </a:moveTo>
                  <a:lnTo>
                    <a:pt x="544067" y="0"/>
                  </a:lnTo>
                </a:path>
              </a:pathLst>
            </a:custGeom>
            <a:ln w="19811">
              <a:solidFill>
                <a:srgbClr val="800000"/>
              </a:solidFill>
            </a:ln>
          </p:spPr>
          <p:txBody>
            <a:bodyPr wrap="square" lIns="0" tIns="0" rIns="0" bIns="0" rtlCol="0"/>
            <a:lstStyle/>
            <a:p>
              <a:endParaRPr/>
            </a:p>
          </p:txBody>
        </p:sp>
        <p:sp>
          <p:nvSpPr>
            <p:cNvPr id="14" name="object 14"/>
            <p:cNvSpPr/>
            <p:nvPr/>
          </p:nvSpPr>
          <p:spPr>
            <a:xfrm>
              <a:off x="7280147" y="1827276"/>
              <a:ext cx="1092835" cy="12700"/>
            </a:xfrm>
            <a:custGeom>
              <a:avLst/>
              <a:gdLst/>
              <a:ahLst/>
              <a:cxnLst/>
              <a:rect l="l" t="t" r="r" b="b"/>
              <a:pathLst>
                <a:path w="1092834" h="12700">
                  <a:moveTo>
                    <a:pt x="0" y="0"/>
                  </a:moveTo>
                  <a:lnTo>
                    <a:pt x="1092707" y="0"/>
                  </a:lnTo>
                  <a:lnTo>
                    <a:pt x="1092707" y="12192"/>
                  </a:lnTo>
                  <a:lnTo>
                    <a:pt x="0" y="12192"/>
                  </a:lnTo>
                  <a:lnTo>
                    <a:pt x="0" y="0"/>
                  </a:lnTo>
                  <a:close/>
                </a:path>
              </a:pathLst>
            </a:custGeom>
            <a:solidFill>
              <a:srgbClr val="666666"/>
            </a:solidFill>
          </p:spPr>
          <p:txBody>
            <a:bodyPr wrap="square" lIns="0" tIns="0" rIns="0" bIns="0" rtlCol="0"/>
            <a:lstStyle/>
            <a:p>
              <a:endParaRPr/>
            </a:p>
          </p:txBody>
        </p:sp>
        <p:sp>
          <p:nvSpPr>
            <p:cNvPr id="15" name="object 15"/>
            <p:cNvSpPr/>
            <p:nvPr/>
          </p:nvSpPr>
          <p:spPr>
            <a:xfrm>
              <a:off x="7280147" y="1687068"/>
              <a:ext cx="546100" cy="146685"/>
            </a:xfrm>
            <a:custGeom>
              <a:avLst/>
              <a:gdLst/>
              <a:ahLst/>
              <a:cxnLst/>
              <a:rect l="l" t="t" r="r" b="b"/>
              <a:pathLst>
                <a:path w="546100" h="146685">
                  <a:moveTo>
                    <a:pt x="0" y="146303"/>
                  </a:moveTo>
                  <a:lnTo>
                    <a:pt x="0" y="0"/>
                  </a:lnTo>
                  <a:lnTo>
                    <a:pt x="545591" y="0"/>
                  </a:lnTo>
                  <a:lnTo>
                    <a:pt x="545591" y="146303"/>
                  </a:lnTo>
                </a:path>
              </a:pathLst>
            </a:custGeom>
            <a:ln w="19811">
              <a:solidFill>
                <a:srgbClr val="800000"/>
              </a:solidFill>
            </a:ln>
          </p:spPr>
          <p:txBody>
            <a:bodyPr wrap="square" lIns="0" tIns="0" rIns="0" bIns="0" rtlCol="0"/>
            <a:lstStyle/>
            <a:p>
              <a:endParaRPr/>
            </a:p>
          </p:txBody>
        </p:sp>
        <p:sp>
          <p:nvSpPr>
            <p:cNvPr id="16" name="object 16"/>
            <p:cNvSpPr/>
            <p:nvPr/>
          </p:nvSpPr>
          <p:spPr>
            <a:xfrm>
              <a:off x="7825739" y="1687068"/>
              <a:ext cx="547370" cy="146685"/>
            </a:xfrm>
            <a:custGeom>
              <a:avLst/>
              <a:gdLst/>
              <a:ahLst/>
              <a:cxnLst/>
              <a:rect l="l" t="t" r="r" b="b"/>
              <a:pathLst>
                <a:path w="547370" h="146685">
                  <a:moveTo>
                    <a:pt x="544067" y="146303"/>
                  </a:moveTo>
                  <a:lnTo>
                    <a:pt x="544067" y="0"/>
                  </a:lnTo>
                  <a:lnTo>
                    <a:pt x="547115" y="0"/>
                  </a:lnTo>
                </a:path>
                <a:path w="547370" h="146685">
                  <a:moveTo>
                    <a:pt x="0" y="143255"/>
                  </a:moveTo>
                  <a:lnTo>
                    <a:pt x="544067" y="143255"/>
                  </a:lnTo>
                </a:path>
              </a:pathLst>
            </a:custGeom>
            <a:ln w="19811">
              <a:solidFill>
                <a:srgbClr val="800000"/>
              </a:solidFill>
            </a:ln>
          </p:spPr>
          <p:txBody>
            <a:bodyPr wrap="square" lIns="0" tIns="0" rIns="0" bIns="0" rtlCol="0"/>
            <a:lstStyle/>
            <a:p>
              <a:endParaRPr/>
            </a:p>
          </p:txBody>
        </p:sp>
        <p:sp>
          <p:nvSpPr>
            <p:cNvPr id="17" name="object 17"/>
            <p:cNvSpPr/>
            <p:nvPr/>
          </p:nvSpPr>
          <p:spPr>
            <a:xfrm>
              <a:off x="7098791" y="1833372"/>
              <a:ext cx="908685" cy="338455"/>
            </a:xfrm>
            <a:custGeom>
              <a:avLst/>
              <a:gdLst/>
              <a:ahLst/>
              <a:cxnLst/>
              <a:rect l="l" t="t" r="r" b="b"/>
              <a:pathLst>
                <a:path w="908684" h="338455">
                  <a:moveTo>
                    <a:pt x="0" y="0"/>
                  </a:moveTo>
                  <a:lnTo>
                    <a:pt x="181355" y="0"/>
                  </a:lnTo>
                </a:path>
                <a:path w="908684" h="338455">
                  <a:moveTo>
                    <a:pt x="362711" y="338327"/>
                  </a:moveTo>
                  <a:lnTo>
                    <a:pt x="362711" y="192023"/>
                  </a:lnTo>
                  <a:lnTo>
                    <a:pt x="908303" y="192023"/>
                  </a:lnTo>
                  <a:lnTo>
                    <a:pt x="908303" y="338327"/>
                  </a:lnTo>
                </a:path>
              </a:pathLst>
            </a:custGeom>
            <a:ln w="19811">
              <a:solidFill>
                <a:srgbClr val="800000"/>
              </a:solidFill>
            </a:ln>
          </p:spPr>
          <p:txBody>
            <a:bodyPr wrap="square" lIns="0" tIns="0" rIns="0" bIns="0" rtlCol="0"/>
            <a:lstStyle/>
            <a:p>
              <a:endParaRPr/>
            </a:p>
          </p:txBody>
        </p:sp>
        <p:sp>
          <p:nvSpPr>
            <p:cNvPr id="18" name="object 18"/>
            <p:cNvSpPr/>
            <p:nvPr/>
          </p:nvSpPr>
          <p:spPr>
            <a:xfrm>
              <a:off x="8007095" y="2160270"/>
              <a:ext cx="365760" cy="20320"/>
            </a:xfrm>
            <a:custGeom>
              <a:avLst/>
              <a:gdLst/>
              <a:ahLst/>
              <a:cxnLst/>
              <a:rect l="l" t="t" r="r" b="b"/>
              <a:pathLst>
                <a:path w="365759" h="20319">
                  <a:moveTo>
                    <a:pt x="0" y="0"/>
                  </a:moveTo>
                  <a:lnTo>
                    <a:pt x="365759" y="0"/>
                  </a:lnTo>
                  <a:lnTo>
                    <a:pt x="365759" y="19812"/>
                  </a:lnTo>
                  <a:lnTo>
                    <a:pt x="0" y="19812"/>
                  </a:lnTo>
                  <a:lnTo>
                    <a:pt x="0" y="0"/>
                  </a:lnTo>
                  <a:close/>
                </a:path>
              </a:pathLst>
            </a:custGeom>
            <a:solidFill>
              <a:srgbClr val="800000"/>
            </a:solidFill>
          </p:spPr>
          <p:txBody>
            <a:bodyPr wrap="square" lIns="0" tIns="0" rIns="0" bIns="0" rtlCol="0"/>
            <a:lstStyle/>
            <a:p>
              <a:endParaRPr/>
            </a:p>
          </p:txBody>
        </p:sp>
        <p:sp>
          <p:nvSpPr>
            <p:cNvPr id="19" name="object 19"/>
            <p:cNvSpPr/>
            <p:nvPr/>
          </p:nvSpPr>
          <p:spPr>
            <a:xfrm>
              <a:off x="7098791" y="2171700"/>
              <a:ext cx="1089660" cy="338455"/>
            </a:xfrm>
            <a:custGeom>
              <a:avLst/>
              <a:gdLst/>
              <a:ahLst/>
              <a:cxnLst/>
              <a:rect l="l" t="t" r="r" b="b"/>
              <a:pathLst>
                <a:path w="1089659" h="338455">
                  <a:moveTo>
                    <a:pt x="0" y="0"/>
                  </a:moveTo>
                  <a:lnTo>
                    <a:pt x="362711" y="0"/>
                  </a:lnTo>
                </a:path>
                <a:path w="1089659" h="338455">
                  <a:moveTo>
                    <a:pt x="545591" y="338327"/>
                  </a:moveTo>
                  <a:lnTo>
                    <a:pt x="545591" y="192023"/>
                  </a:lnTo>
                  <a:lnTo>
                    <a:pt x="1089659" y="192023"/>
                  </a:lnTo>
                  <a:lnTo>
                    <a:pt x="1089659" y="338327"/>
                  </a:lnTo>
                </a:path>
              </a:pathLst>
            </a:custGeom>
            <a:ln w="19811">
              <a:solidFill>
                <a:srgbClr val="800000"/>
              </a:solidFill>
            </a:ln>
          </p:spPr>
          <p:txBody>
            <a:bodyPr wrap="square" lIns="0" tIns="0" rIns="0" bIns="0" rtlCol="0"/>
            <a:lstStyle/>
            <a:p>
              <a:endParaRPr/>
            </a:p>
          </p:txBody>
        </p:sp>
        <p:sp>
          <p:nvSpPr>
            <p:cNvPr id="20" name="object 20"/>
            <p:cNvSpPr/>
            <p:nvPr/>
          </p:nvSpPr>
          <p:spPr>
            <a:xfrm>
              <a:off x="8188451" y="2498598"/>
              <a:ext cx="184785" cy="20320"/>
            </a:xfrm>
            <a:custGeom>
              <a:avLst/>
              <a:gdLst/>
              <a:ahLst/>
              <a:cxnLst/>
              <a:rect l="l" t="t" r="r" b="b"/>
              <a:pathLst>
                <a:path w="184784" h="20319">
                  <a:moveTo>
                    <a:pt x="0" y="0"/>
                  </a:moveTo>
                  <a:lnTo>
                    <a:pt x="184403" y="0"/>
                  </a:lnTo>
                  <a:lnTo>
                    <a:pt x="184403" y="19812"/>
                  </a:lnTo>
                  <a:lnTo>
                    <a:pt x="0" y="19812"/>
                  </a:lnTo>
                  <a:lnTo>
                    <a:pt x="0" y="0"/>
                  </a:lnTo>
                  <a:close/>
                </a:path>
              </a:pathLst>
            </a:custGeom>
            <a:solidFill>
              <a:srgbClr val="800000"/>
            </a:solidFill>
          </p:spPr>
          <p:txBody>
            <a:bodyPr wrap="square" lIns="0" tIns="0" rIns="0" bIns="0" rtlCol="0"/>
            <a:lstStyle/>
            <a:p>
              <a:endParaRPr/>
            </a:p>
          </p:txBody>
        </p:sp>
        <p:sp>
          <p:nvSpPr>
            <p:cNvPr id="21" name="object 21"/>
            <p:cNvSpPr/>
            <p:nvPr/>
          </p:nvSpPr>
          <p:spPr>
            <a:xfrm>
              <a:off x="7098791" y="2510027"/>
              <a:ext cx="546100" cy="0"/>
            </a:xfrm>
            <a:custGeom>
              <a:avLst/>
              <a:gdLst/>
              <a:ahLst/>
              <a:cxnLst/>
              <a:rect l="l" t="t" r="r" b="b"/>
              <a:pathLst>
                <a:path w="546100">
                  <a:moveTo>
                    <a:pt x="0" y="0"/>
                  </a:moveTo>
                  <a:lnTo>
                    <a:pt x="545591" y="0"/>
                  </a:lnTo>
                </a:path>
              </a:pathLst>
            </a:custGeom>
            <a:ln w="19811">
              <a:solidFill>
                <a:srgbClr val="800000"/>
              </a:solidFill>
            </a:ln>
          </p:spPr>
          <p:txBody>
            <a:bodyPr wrap="square" lIns="0" tIns="0" rIns="0" bIns="0" rtlCol="0"/>
            <a:lstStyle/>
            <a:p>
              <a:endParaRPr/>
            </a:p>
          </p:txBody>
        </p:sp>
        <p:sp>
          <p:nvSpPr>
            <p:cNvPr id="22" name="object 22"/>
            <p:cNvSpPr/>
            <p:nvPr/>
          </p:nvSpPr>
          <p:spPr>
            <a:xfrm>
              <a:off x="7825739" y="2702051"/>
              <a:ext cx="544195" cy="146685"/>
            </a:xfrm>
            <a:custGeom>
              <a:avLst/>
              <a:gdLst/>
              <a:ahLst/>
              <a:cxnLst/>
              <a:rect l="l" t="t" r="r" b="b"/>
              <a:pathLst>
                <a:path w="544195" h="146685">
                  <a:moveTo>
                    <a:pt x="0" y="146303"/>
                  </a:moveTo>
                  <a:lnTo>
                    <a:pt x="0" y="0"/>
                  </a:lnTo>
                  <a:lnTo>
                    <a:pt x="544067" y="0"/>
                  </a:lnTo>
                  <a:lnTo>
                    <a:pt x="544067" y="146303"/>
                  </a:lnTo>
                </a:path>
              </a:pathLst>
            </a:custGeom>
            <a:ln w="19811">
              <a:solidFill>
                <a:srgbClr val="800000"/>
              </a:solidFill>
            </a:ln>
          </p:spPr>
          <p:txBody>
            <a:bodyPr wrap="square" lIns="0" tIns="0" rIns="0" bIns="0" rtlCol="0"/>
            <a:lstStyle/>
            <a:p>
              <a:endParaRPr/>
            </a:p>
          </p:txBody>
        </p:sp>
        <p:sp>
          <p:nvSpPr>
            <p:cNvPr id="23" name="object 23"/>
            <p:cNvSpPr/>
            <p:nvPr/>
          </p:nvSpPr>
          <p:spPr>
            <a:xfrm>
              <a:off x="8369807" y="2836926"/>
              <a:ext cx="3175" cy="20320"/>
            </a:xfrm>
            <a:custGeom>
              <a:avLst/>
              <a:gdLst/>
              <a:ahLst/>
              <a:cxnLst/>
              <a:rect l="l" t="t" r="r" b="b"/>
              <a:pathLst>
                <a:path w="3175" h="20319">
                  <a:moveTo>
                    <a:pt x="0" y="0"/>
                  </a:moveTo>
                  <a:lnTo>
                    <a:pt x="3047" y="0"/>
                  </a:lnTo>
                  <a:lnTo>
                    <a:pt x="3047" y="19812"/>
                  </a:lnTo>
                  <a:lnTo>
                    <a:pt x="0" y="19812"/>
                  </a:lnTo>
                  <a:lnTo>
                    <a:pt x="0" y="0"/>
                  </a:lnTo>
                  <a:close/>
                </a:path>
              </a:pathLst>
            </a:custGeom>
            <a:solidFill>
              <a:srgbClr val="800000"/>
            </a:solidFill>
          </p:spPr>
          <p:txBody>
            <a:bodyPr wrap="square" lIns="0" tIns="0" rIns="0" bIns="0" rtlCol="0"/>
            <a:lstStyle/>
            <a:p>
              <a:endParaRPr/>
            </a:p>
          </p:txBody>
        </p:sp>
        <p:sp>
          <p:nvSpPr>
            <p:cNvPr id="24" name="object 24"/>
            <p:cNvSpPr/>
            <p:nvPr/>
          </p:nvSpPr>
          <p:spPr>
            <a:xfrm>
              <a:off x="7098791" y="2703575"/>
              <a:ext cx="727075" cy="483234"/>
            </a:xfrm>
            <a:custGeom>
              <a:avLst/>
              <a:gdLst/>
              <a:ahLst/>
              <a:cxnLst/>
              <a:rect l="l" t="t" r="r" b="b"/>
              <a:pathLst>
                <a:path w="727075" h="483235">
                  <a:moveTo>
                    <a:pt x="181355" y="144779"/>
                  </a:moveTo>
                  <a:lnTo>
                    <a:pt x="726947" y="144779"/>
                  </a:lnTo>
                </a:path>
                <a:path w="727075" h="483235">
                  <a:moveTo>
                    <a:pt x="0" y="0"/>
                  </a:moveTo>
                  <a:lnTo>
                    <a:pt x="181355" y="0"/>
                  </a:lnTo>
                </a:path>
                <a:path w="727075" h="483235">
                  <a:moveTo>
                    <a:pt x="362711" y="339851"/>
                  </a:moveTo>
                  <a:lnTo>
                    <a:pt x="362711" y="483107"/>
                  </a:lnTo>
                </a:path>
              </a:pathLst>
            </a:custGeom>
            <a:ln w="19811">
              <a:solidFill>
                <a:srgbClr val="800000"/>
              </a:solidFill>
            </a:ln>
          </p:spPr>
          <p:txBody>
            <a:bodyPr wrap="square" lIns="0" tIns="0" rIns="0" bIns="0" rtlCol="0"/>
            <a:lstStyle/>
            <a:p>
              <a:endParaRPr/>
            </a:p>
          </p:txBody>
        </p:sp>
        <p:sp>
          <p:nvSpPr>
            <p:cNvPr id="25" name="object 25"/>
            <p:cNvSpPr/>
            <p:nvPr/>
          </p:nvSpPr>
          <p:spPr>
            <a:xfrm>
              <a:off x="8007095" y="3040379"/>
              <a:ext cx="365760" cy="146685"/>
            </a:xfrm>
            <a:custGeom>
              <a:avLst/>
              <a:gdLst/>
              <a:ahLst/>
              <a:cxnLst/>
              <a:rect l="l" t="t" r="r" b="b"/>
              <a:pathLst>
                <a:path w="365759" h="146685">
                  <a:moveTo>
                    <a:pt x="0" y="146303"/>
                  </a:moveTo>
                  <a:lnTo>
                    <a:pt x="0" y="0"/>
                  </a:lnTo>
                  <a:lnTo>
                    <a:pt x="365759" y="0"/>
                  </a:lnTo>
                </a:path>
              </a:pathLst>
            </a:custGeom>
            <a:ln w="19811">
              <a:solidFill>
                <a:srgbClr val="800000"/>
              </a:solidFill>
            </a:ln>
          </p:spPr>
          <p:txBody>
            <a:bodyPr wrap="square" lIns="0" tIns="0" rIns="0" bIns="0" rtlCol="0"/>
            <a:lstStyle/>
            <a:p>
              <a:endParaRPr/>
            </a:p>
          </p:txBody>
        </p:sp>
        <p:sp>
          <p:nvSpPr>
            <p:cNvPr id="26" name="object 26"/>
            <p:cNvSpPr/>
            <p:nvPr/>
          </p:nvSpPr>
          <p:spPr>
            <a:xfrm>
              <a:off x="7098791" y="3043427"/>
              <a:ext cx="908685" cy="143510"/>
            </a:xfrm>
            <a:custGeom>
              <a:avLst/>
              <a:gdLst/>
              <a:ahLst/>
              <a:cxnLst/>
              <a:rect l="l" t="t" r="r" b="b"/>
              <a:pathLst>
                <a:path w="908684" h="143510">
                  <a:moveTo>
                    <a:pt x="362711" y="143255"/>
                  </a:moveTo>
                  <a:lnTo>
                    <a:pt x="908303" y="143255"/>
                  </a:lnTo>
                </a:path>
                <a:path w="908684" h="143510">
                  <a:moveTo>
                    <a:pt x="0" y="0"/>
                  </a:moveTo>
                  <a:lnTo>
                    <a:pt x="362711" y="0"/>
                  </a:lnTo>
                </a:path>
              </a:pathLst>
            </a:custGeom>
            <a:ln w="19811">
              <a:solidFill>
                <a:srgbClr val="800000"/>
              </a:solidFill>
            </a:ln>
          </p:spPr>
          <p:txBody>
            <a:bodyPr wrap="square" lIns="0" tIns="0" rIns="0" bIns="0" rtlCol="0"/>
            <a:lstStyle/>
            <a:p>
              <a:endParaRPr/>
            </a:p>
          </p:txBody>
        </p:sp>
        <p:sp>
          <p:nvSpPr>
            <p:cNvPr id="27" name="object 27"/>
            <p:cNvSpPr/>
            <p:nvPr/>
          </p:nvSpPr>
          <p:spPr>
            <a:xfrm>
              <a:off x="7098791" y="3368039"/>
              <a:ext cx="546100" cy="271780"/>
            </a:xfrm>
            <a:custGeom>
              <a:avLst/>
              <a:gdLst/>
              <a:ahLst/>
              <a:cxnLst/>
              <a:rect l="l" t="t" r="r" b="b"/>
              <a:pathLst>
                <a:path w="546100" h="271779">
                  <a:moveTo>
                    <a:pt x="0" y="271271"/>
                  </a:moveTo>
                  <a:lnTo>
                    <a:pt x="0" y="135635"/>
                  </a:lnTo>
                  <a:lnTo>
                    <a:pt x="181355" y="135635"/>
                  </a:lnTo>
                  <a:lnTo>
                    <a:pt x="181355" y="0"/>
                  </a:lnTo>
                  <a:lnTo>
                    <a:pt x="362711" y="0"/>
                  </a:lnTo>
                  <a:lnTo>
                    <a:pt x="362711" y="135635"/>
                  </a:lnTo>
                  <a:lnTo>
                    <a:pt x="545591" y="135635"/>
                  </a:lnTo>
                  <a:lnTo>
                    <a:pt x="545591" y="271271"/>
                  </a:lnTo>
                </a:path>
              </a:pathLst>
            </a:custGeom>
            <a:ln w="19811">
              <a:solidFill>
                <a:srgbClr val="FF0000"/>
              </a:solidFill>
            </a:ln>
          </p:spPr>
          <p:txBody>
            <a:bodyPr wrap="square" lIns="0" tIns="0" rIns="0" bIns="0" rtlCol="0"/>
            <a:lstStyle/>
            <a:p>
              <a:endParaRPr/>
            </a:p>
          </p:txBody>
        </p:sp>
        <p:sp>
          <p:nvSpPr>
            <p:cNvPr id="28" name="object 28"/>
            <p:cNvSpPr/>
            <p:nvPr/>
          </p:nvSpPr>
          <p:spPr>
            <a:xfrm>
              <a:off x="7098791" y="3633216"/>
              <a:ext cx="1274445" cy="12700"/>
            </a:xfrm>
            <a:custGeom>
              <a:avLst/>
              <a:gdLst/>
              <a:ahLst/>
              <a:cxnLst/>
              <a:rect l="l" t="t" r="r" b="b"/>
              <a:pathLst>
                <a:path w="1274445" h="12700">
                  <a:moveTo>
                    <a:pt x="0" y="0"/>
                  </a:moveTo>
                  <a:lnTo>
                    <a:pt x="1274063" y="0"/>
                  </a:lnTo>
                  <a:lnTo>
                    <a:pt x="1274063" y="12192"/>
                  </a:lnTo>
                  <a:lnTo>
                    <a:pt x="0" y="12192"/>
                  </a:lnTo>
                  <a:lnTo>
                    <a:pt x="0" y="0"/>
                  </a:lnTo>
                  <a:close/>
                </a:path>
              </a:pathLst>
            </a:custGeom>
            <a:solidFill>
              <a:srgbClr val="666666"/>
            </a:solidFill>
          </p:spPr>
          <p:txBody>
            <a:bodyPr wrap="square" lIns="0" tIns="0" rIns="0" bIns="0" rtlCol="0"/>
            <a:lstStyle/>
            <a:p>
              <a:endParaRPr/>
            </a:p>
          </p:txBody>
        </p:sp>
        <p:sp>
          <p:nvSpPr>
            <p:cNvPr id="29" name="object 29"/>
            <p:cNvSpPr/>
            <p:nvPr/>
          </p:nvSpPr>
          <p:spPr>
            <a:xfrm>
              <a:off x="7644383" y="3639311"/>
              <a:ext cx="544195" cy="269875"/>
            </a:xfrm>
            <a:custGeom>
              <a:avLst/>
              <a:gdLst/>
              <a:ahLst/>
              <a:cxnLst/>
              <a:rect l="l" t="t" r="r" b="b"/>
              <a:pathLst>
                <a:path w="544195" h="269875">
                  <a:moveTo>
                    <a:pt x="0" y="0"/>
                  </a:moveTo>
                  <a:lnTo>
                    <a:pt x="0" y="134111"/>
                  </a:lnTo>
                  <a:lnTo>
                    <a:pt x="181355" y="134111"/>
                  </a:lnTo>
                  <a:lnTo>
                    <a:pt x="181355" y="269747"/>
                  </a:lnTo>
                  <a:lnTo>
                    <a:pt x="362711" y="269747"/>
                  </a:lnTo>
                  <a:lnTo>
                    <a:pt x="362711" y="134111"/>
                  </a:lnTo>
                  <a:lnTo>
                    <a:pt x="544067" y="134111"/>
                  </a:lnTo>
                  <a:lnTo>
                    <a:pt x="544067" y="0"/>
                  </a:lnTo>
                </a:path>
              </a:pathLst>
            </a:custGeom>
            <a:ln w="19811">
              <a:solidFill>
                <a:srgbClr val="FF0000"/>
              </a:solidFill>
            </a:ln>
          </p:spPr>
          <p:txBody>
            <a:bodyPr wrap="square" lIns="0" tIns="0" rIns="0" bIns="0" rtlCol="0"/>
            <a:lstStyle/>
            <a:p>
              <a:endParaRPr/>
            </a:p>
          </p:txBody>
        </p:sp>
        <p:sp>
          <p:nvSpPr>
            <p:cNvPr id="30" name="object 30"/>
            <p:cNvSpPr/>
            <p:nvPr/>
          </p:nvSpPr>
          <p:spPr>
            <a:xfrm>
              <a:off x="8188451" y="3368039"/>
              <a:ext cx="184785" cy="271780"/>
            </a:xfrm>
            <a:custGeom>
              <a:avLst/>
              <a:gdLst/>
              <a:ahLst/>
              <a:cxnLst/>
              <a:rect l="l" t="t" r="r" b="b"/>
              <a:pathLst>
                <a:path w="184784" h="271779">
                  <a:moveTo>
                    <a:pt x="0" y="271271"/>
                  </a:moveTo>
                  <a:lnTo>
                    <a:pt x="0" y="135635"/>
                  </a:lnTo>
                  <a:lnTo>
                    <a:pt x="181355" y="135635"/>
                  </a:lnTo>
                  <a:lnTo>
                    <a:pt x="181355" y="0"/>
                  </a:lnTo>
                  <a:lnTo>
                    <a:pt x="184403" y="0"/>
                  </a:lnTo>
                </a:path>
              </a:pathLst>
            </a:custGeom>
            <a:ln w="19811">
              <a:solidFill>
                <a:srgbClr val="FF0000"/>
              </a:solidFill>
            </a:ln>
          </p:spPr>
          <p:txBody>
            <a:bodyPr wrap="square" lIns="0" tIns="0" rIns="0" bIns="0" rtlCol="0"/>
            <a:lstStyle/>
            <a:p>
              <a:endParaRPr/>
            </a:p>
          </p:txBody>
        </p:sp>
        <p:sp>
          <p:nvSpPr>
            <p:cNvPr id="31" name="object 31"/>
            <p:cNvSpPr/>
            <p:nvPr/>
          </p:nvSpPr>
          <p:spPr>
            <a:xfrm>
              <a:off x="7098791" y="4309872"/>
              <a:ext cx="1274445" cy="12700"/>
            </a:xfrm>
            <a:custGeom>
              <a:avLst/>
              <a:gdLst/>
              <a:ahLst/>
              <a:cxnLst/>
              <a:rect l="l" t="t" r="r" b="b"/>
              <a:pathLst>
                <a:path w="1274445" h="12700">
                  <a:moveTo>
                    <a:pt x="0" y="0"/>
                  </a:moveTo>
                  <a:lnTo>
                    <a:pt x="1274063" y="0"/>
                  </a:lnTo>
                  <a:lnTo>
                    <a:pt x="1274063" y="12192"/>
                  </a:lnTo>
                  <a:lnTo>
                    <a:pt x="0" y="12192"/>
                  </a:lnTo>
                  <a:lnTo>
                    <a:pt x="0" y="0"/>
                  </a:lnTo>
                  <a:close/>
                </a:path>
              </a:pathLst>
            </a:custGeom>
            <a:solidFill>
              <a:srgbClr val="666666"/>
            </a:solidFill>
          </p:spPr>
          <p:txBody>
            <a:bodyPr wrap="square" lIns="0" tIns="0" rIns="0" bIns="0" rtlCol="0"/>
            <a:lstStyle/>
            <a:p>
              <a:endParaRPr/>
            </a:p>
          </p:txBody>
        </p:sp>
        <p:sp>
          <p:nvSpPr>
            <p:cNvPr id="32" name="object 32"/>
            <p:cNvSpPr/>
            <p:nvPr/>
          </p:nvSpPr>
          <p:spPr>
            <a:xfrm>
              <a:off x="7461503" y="4044695"/>
              <a:ext cx="546100" cy="271780"/>
            </a:xfrm>
            <a:custGeom>
              <a:avLst/>
              <a:gdLst/>
              <a:ahLst/>
              <a:cxnLst/>
              <a:rect l="l" t="t" r="r" b="b"/>
              <a:pathLst>
                <a:path w="546100" h="271779">
                  <a:moveTo>
                    <a:pt x="0" y="271271"/>
                  </a:moveTo>
                  <a:lnTo>
                    <a:pt x="0" y="135635"/>
                  </a:lnTo>
                  <a:lnTo>
                    <a:pt x="182879" y="135635"/>
                  </a:lnTo>
                  <a:lnTo>
                    <a:pt x="182879" y="0"/>
                  </a:lnTo>
                  <a:lnTo>
                    <a:pt x="364235" y="0"/>
                  </a:lnTo>
                  <a:lnTo>
                    <a:pt x="364235" y="135635"/>
                  </a:lnTo>
                  <a:lnTo>
                    <a:pt x="545591" y="135635"/>
                  </a:lnTo>
                  <a:lnTo>
                    <a:pt x="545591" y="271271"/>
                  </a:lnTo>
                </a:path>
              </a:pathLst>
            </a:custGeom>
            <a:ln w="19811">
              <a:solidFill>
                <a:srgbClr val="008000"/>
              </a:solidFill>
            </a:ln>
          </p:spPr>
          <p:txBody>
            <a:bodyPr wrap="square" lIns="0" tIns="0" rIns="0" bIns="0" rtlCol="0"/>
            <a:lstStyle/>
            <a:p>
              <a:endParaRPr/>
            </a:p>
          </p:txBody>
        </p:sp>
        <p:sp>
          <p:nvSpPr>
            <p:cNvPr id="33" name="object 33"/>
            <p:cNvSpPr/>
            <p:nvPr/>
          </p:nvSpPr>
          <p:spPr>
            <a:xfrm>
              <a:off x="8007095" y="4315967"/>
              <a:ext cx="365760" cy="269875"/>
            </a:xfrm>
            <a:custGeom>
              <a:avLst/>
              <a:gdLst/>
              <a:ahLst/>
              <a:cxnLst/>
              <a:rect l="l" t="t" r="r" b="b"/>
              <a:pathLst>
                <a:path w="365759" h="269875">
                  <a:moveTo>
                    <a:pt x="0" y="0"/>
                  </a:moveTo>
                  <a:lnTo>
                    <a:pt x="0" y="135635"/>
                  </a:lnTo>
                  <a:lnTo>
                    <a:pt x="181355" y="135635"/>
                  </a:lnTo>
                  <a:lnTo>
                    <a:pt x="181355" y="269747"/>
                  </a:lnTo>
                  <a:lnTo>
                    <a:pt x="362711" y="269747"/>
                  </a:lnTo>
                  <a:lnTo>
                    <a:pt x="362711" y="135635"/>
                  </a:lnTo>
                  <a:lnTo>
                    <a:pt x="365759" y="135635"/>
                  </a:lnTo>
                </a:path>
              </a:pathLst>
            </a:custGeom>
            <a:ln w="19811">
              <a:solidFill>
                <a:srgbClr val="008000"/>
              </a:solidFill>
            </a:ln>
          </p:spPr>
          <p:txBody>
            <a:bodyPr wrap="square" lIns="0" tIns="0" rIns="0" bIns="0" rtlCol="0"/>
            <a:lstStyle/>
            <a:p>
              <a:endParaRPr/>
            </a:p>
          </p:txBody>
        </p:sp>
        <p:sp>
          <p:nvSpPr>
            <p:cNvPr id="34" name="object 34"/>
            <p:cNvSpPr/>
            <p:nvPr/>
          </p:nvSpPr>
          <p:spPr>
            <a:xfrm>
              <a:off x="7098791" y="4315967"/>
              <a:ext cx="363220" cy="269875"/>
            </a:xfrm>
            <a:custGeom>
              <a:avLst/>
              <a:gdLst/>
              <a:ahLst/>
              <a:cxnLst/>
              <a:rect l="l" t="t" r="r" b="b"/>
              <a:pathLst>
                <a:path w="363220" h="269875">
                  <a:moveTo>
                    <a:pt x="362711" y="0"/>
                  </a:moveTo>
                  <a:lnTo>
                    <a:pt x="362711" y="135635"/>
                  </a:lnTo>
                  <a:lnTo>
                    <a:pt x="181355" y="135635"/>
                  </a:lnTo>
                  <a:lnTo>
                    <a:pt x="181355" y="269747"/>
                  </a:lnTo>
                  <a:lnTo>
                    <a:pt x="0" y="269747"/>
                  </a:lnTo>
                  <a:lnTo>
                    <a:pt x="0" y="135635"/>
                  </a:lnTo>
                </a:path>
              </a:pathLst>
            </a:custGeom>
            <a:ln w="19811">
              <a:solidFill>
                <a:srgbClr val="008000"/>
              </a:solidFill>
            </a:ln>
          </p:spPr>
          <p:txBody>
            <a:bodyPr wrap="square" lIns="0" tIns="0" rIns="0" bIns="0" rtlCol="0"/>
            <a:lstStyle/>
            <a:p>
              <a:endParaRPr/>
            </a:p>
          </p:txBody>
        </p:sp>
        <p:sp>
          <p:nvSpPr>
            <p:cNvPr id="35" name="object 35"/>
            <p:cNvSpPr/>
            <p:nvPr/>
          </p:nvSpPr>
          <p:spPr>
            <a:xfrm>
              <a:off x="7098791" y="4986528"/>
              <a:ext cx="1274445" cy="12700"/>
            </a:xfrm>
            <a:custGeom>
              <a:avLst/>
              <a:gdLst/>
              <a:ahLst/>
              <a:cxnLst/>
              <a:rect l="l" t="t" r="r" b="b"/>
              <a:pathLst>
                <a:path w="1274445" h="12700">
                  <a:moveTo>
                    <a:pt x="0" y="0"/>
                  </a:moveTo>
                  <a:lnTo>
                    <a:pt x="1274063" y="0"/>
                  </a:lnTo>
                  <a:lnTo>
                    <a:pt x="1274063" y="12192"/>
                  </a:lnTo>
                  <a:lnTo>
                    <a:pt x="0" y="12192"/>
                  </a:lnTo>
                  <a:lnTo>
                    <a:pt x="0" y="0"/>
                  </a:lnTo>
                  <a:close/>
                </a:path>
              </a:pathLst>
            </a:custGeom>
            <a:solidFill>
              <a:srgbClr val="666666"/>
            </a:solidFill>
          </p:spPr>
          <p:txBody>
            <a:bodyPr wrap="square" lIns="0" tIns="0" rIns="0" bIns="0" rtlCol="0"/>
            <a:lstStyle/>
            <a:p>
              <a:endParaRPr/>
            </a:p>
          </p:txBody>
        </p:sp>
        <p:sp>
          <p:nvSpPr>
            <p:cNvPr id="36" name="object 36"/>
            <p:cNvSpPr/>
            <p:nvPr/>
          </p:nvSpPr>
          <p:spPr>
            <a:xfrm>
              <a:off x="7825739" y="4721351"/>
              <a:ext cx="547370" cy="407034"/>
            </a:xfrm>
            <a:custGeom>
              <a:avLst/>
              <a:gdLst/>
              <a:ahLst/>
              <a:cxnLst/>
              <a:rect l="l" t="t" r="r" b="b"/>
              <a:pathLst>
                <a:path w="547370" h="407035">
                  <a:moveTo>
                    <a:pt x="0" y="271271"/>
                  </a:moveTo>
                  <a:lnTo>
                    <a:pt x="0" y="135635"/>
                  </a:lnTo>
                  <a:lnTo>
                    <a:pt x="181355" y="135635"/>
                  </a:lnTo>
                  <a:lnTo>
                    <a:pt x="181355" y="0"/>
                  </a:lnTo>
                  <a:lnTo>
                    <a:pt x="362711" y="0"/>
                  </a:lnTo>
                  <a:lnTo>
                    <a:pt x="362711" y="135635"/>
                  </a:lnTo>
                  <a:lnTo>
                    <a:pt x="544067" y="135635"/>
                  </a:lnTo>
                  <a:lnTo>
                    <a:pt x="544067" y="271271"/>
                  </a:lnTo>
                </a:path>
                <a:path w="547370" h="407035">
                  <a:moveTo>
                    <a:pt x="544067" y="271271"/>
                  </a:moveTo>
                  <a:lnTo>
                    <a:pt x="544067" y="406907"/>
                  </a:lnTo>
                  <a:lnTo>
                    <a:pt x="547115" y="406907"/>
                  </a:lnTo>
                </a:path>
              </a:pathLst>
            </a:custGeom>
            <a:ln w="19811">
              <a:solidFill>
                <a:srgbClr val="000080"/>
              </a:solidFill>
            </a:ln>
          </p:spPr>
          <p:txBody>
            <a:bodyPr wrap="square" lIns="0" tIns="0" rIns="0" bIns="0" rtlCol="0"/>
            <a:lstStyle/>
            <a:p>
              <a:endParaRPr/>
            </a:p>
          </p:txBody>
        </p:sp>
        <p:sp>
          <p:nvSpPr>
            <p:cNvPr id="37" name="object 37"/>
            <p:cNvSpPr/>
            <p:nvPr/>
          </p:nvSpPr>
          <p:spPr>
            <a:xfrm>
              <a:off x="7098791" y="4721351"/>
              <a:ext cx="727075" cy="542925"/>
            </a:xfrm>
            <a:custGeom>
              <a:avLst/>
              <a:gdLst/>
              <a:ahLst/>
              <a:cxnLst/>
              <a:rect l="l" t="t" r="r" b="b"/>
              <a:pathLst>
                <a:path w="727075" h="542925">
                  <a:moveTo>
                    <a:pt x="181355" y="271271"/>
                  </a:moveTo>
                  <a:lnTo>
                    <a:pt x="181355" y="406907"/>
                  </a:lnTo>
                  <a:lnTo>
                    <a:pt x="362711" y="406907"/>
                  </a:lnTo>
                  <a:lnTo>
                    <a:pt x="362711" y="542543"/>
                  </a:lnTo>
                  <a:lnTo>
                    <a:pt x="545591" y="542543"/>
                  </a:lnTo>
                  <a:lnTo>
                    <a:pt x="545591" y="406907"/>
                  </a:lnTo>
                  <a:lnTo>
                    <a:pt x="726947" y="406907"/>
                  </a:lnTo>
                  <a:lnTo>
                    <a:pt x="726947" y="271271"/>
                  </a:lnTo>
                </a:path>
                <a:path w="727075" h="542925">
                  <a:moveTo>
                    <a:pt x="181355" y="271271"/>
                  </a:moveTo>
                  <a:lnTo>
                    <a:pt x="181355" y="135635"/>
                  </a:lnTo>
                  <a:lnTo>
                    <a:pt x="0" y="135635"/>
                  </a:lnTo>
                  <a:lnTo>
                    <a:pt x="0" y="0"/>
                  </a:lnTo>
                </a:path>
              </a:pathLst>
            </a:custGeom>
            <a:ln w="19811">
              <a:solidFill>
                <a:srgbClr val="000080"/>
              </a:solidFill>
            </a:ln>
          </p:spPr>
          <p:txBody>
            <a:bodyPr wrap="square" lIns="0" tIns="0" rIns="0" bIns="0" rtlCol="0"/>
            <a:lstStyle/>
            <a:p>
              <a:endParaRPr/>
            </a:p>
          </p:txBody>
        </p:sp>
        <p:sp>
          <p:nvSpPr>
            <p:cNvPr id="38" name="object 38"/>
            <p:cNvSpPr/>
            <p:nvPr/>
          </p:nvSpPr>
          <p:spPr>
            <a:xfrm>
              <a:off x="7098791" y="5775960"/>
              <a:ext cx="1274445" cy="12700"/>
            </a:xfrm>
            <a:custGeom>
              <a:avLst/>
              <a:gdLst/>
              <a:ahLst/>
              <a:cxnLst/>
              <a:rect l="l" t="t" r="r" b="b"/>
              <a:pathLst>
                <a:path w="1274445" h="12700">
                  <a:moveTo>
                    <a:pt x="0" y="0"/>
                  </a:moveTo>
                  <a:lnTo>
                    <a:pt x="1274063" y="0"/>
                  </a:lnTo>
                  <a:lnTo>
                    <a:pt x="1274063" y="12192"/>
                  </a:lnTo>
                  <a:lnTo>
                    <a:pt x="0" y="12192"/>
                  </a:lnTo>
                  <a:lnTo>
                    <a:pt x="0" y="0"/>
                  </a:lnTo>
                  <a:close/>
                </a:path>
              </a:pathLst>
            </a:custGeom>
            <a:solidFill>
              <a:srgbClr val="666666"/>
            </a:solidFill>
          </p:spPr>
          <p:txBody>
            <a:bodyPr wrap="square" lIns="0" tIns="0" rIns="0" bIns="0" rtlCol="0"/>
            <a:lstStyle/>
            <a:p>
              <a:endParaRPr/>
            </a:p>
          </p:txBody>
        </p:sp>
        <p:sp>
          <p:nvSpPr>
            <p:cNvPr id="39" name="object 39"/>
            <p:cNvSpPr/>
            <p:nvPr/>
          </p:nvSpPr>
          <p:spPr>
            <a:xfrm>
              <a:off x="7098791" y="5376672"/>
              <a:ext cx="1274445" cy="812800"/>
            </a:xfrm>
            <a:custGeom>
              <a:avLst/>
              <a:gdLst/>
              <a:ahLst/>
              <a:cxnLst/>
              <a:rect l="l" t="t" r="r" b="b"/>
              <a:pathLst>
                <a:path w="1274445" h="812800">
                  <a:moveTo>
                    <a:pt x="0" y="405383"/>
                  </a:moveTo>
                  <a:lnTo>
                    <a:pt x="0" y="0"/>
                  </a:lnTo>
                  <a:lnTo>
                    <a:pt x="362711" y="0"/>
                  </a:lnTo>
                  <a:lnTo>
                    <a:pt x="362711" y="405383"/>
                  </a:lnTo>
                  <a:lnTo>
                    <a:pt x="545591" y="405383"/>
                  </a:lnTo>
                  <a:lnTo>
                    <a:pt x="545591" y="812291"/>
                  </a:lnTo>
                  <a:lnTo>
                    <a:pt x="908303" y="812291"/>
                  </a:lnTo>
                  <a:lnTo>
                    <a:pt x="908303" y="405383"/>
                  </a:lnTo>
                  <a:lnTo>
                    <a:pt x="1089659" y="405383"/>
                  </a:lnTo>
                  <a:lnTo>
                    <a:pt x="1089659" y="0"/>
                  </a:lnTo>
                  <a:lnTo>
                    <a:pt x="1274063" y="0"/>
                  </a:lnTo>
                </a:path>
              </a:pathLst>
            </a:custGeom>
            <a:ln w="19811">
              <a:solidFill>
                <a:srgbClr val="FF00FF"/>
              </a:solidFill>
            </a:ln>
          </p:spPr>
          <p:txBody>
            <a:bodyPr wrap="square" lIns="0" tIns="0" rIns="0" bIns="0" rtlCol="0"/>
            <a:lstStyle/>
            <a:p>
              <a:endParaRPr/>
            </a:p>
          </p:txBody>
        </p:sp>
        <p:sp>
          <p:nvSpPr>
            <p:cNvPr id="40" name="object 40"/>
            <p:cNvSpPr/>
            <p:nvPr/>
          </p:nvSpPr>
          <p:spPr>
            <a:xfrm>
              <a:off x="6824471" y="1685544"/>
              <a:ext cx="99059" cy="114300"/>
            </a:xfrm>
            <a:prstGeom prst="rect">
              <a:avLst/>
            </a:prstGeom>
            <a:blipFill>
              <a:blip r:embed="rId2" cstate="print"/>
              <a:stretch>
                <a:fillRect/>
              </a:stretch>
            </a:blipFill>
          </p:spPr>
          <p:txBody>
            <a:bodyPr wrap="square" lIns="0" tIns="0" rIns="0" bIns="0" rtlCol="0"/>
            <a:lstStyle/>
            <a:p>
              <a:endParaRPr/>
            </a:p>
          </p:txBody>
        </p:sp>
        <p:sp>
          <p:nvSpPr>
            <p:cNvPr id="41" name="object 41"/>
            <p:cNvSpPr/>
            <p:nvPr/>
          </p:nvSpPr>
          <p:spPr>
            <a:xfrm>
              <a:off x="6918959" y="1775460"/>
              <a:ext cx="134111" cy="82296"/>
            </a:xfrm>
            <a:prstGeom prst="rect">
              <a:avLst/>
            </a:prstGeom>
            <a:blipFill>
              <a:blip r:embed="rId3" cstate="print"/>
              <a:stretch>
                <a:fillRect/>
              </a:stretch>
            </a:blipFill>
          </p:spPr>
          <p:txBody>
            <a:bodyPr wrap="square" lIns="0" tIns="0" rIns="0" bIns="0" rtlCol="0"/>
            <a:lstStyle/>
            <a:p>
              <a:endParaRPr/>
            </a:p>
          </p:txBody>
        </p:sp>
        <p:sp>
          <p:nvSpPr>
            <p:cNvPr id="42" name="object 42"/>
            <p:cNvSpPr/>
            <p:nvPr/>
          </p:nvSpPr>
          <p:spPr>
            <a:xfrm>
              <a:off x="6824471" y="1990344"/>
              <a:ext cx="99059" cy="114300"/>
            </a:xfrm>
            <a:prstGeom prst="rect">
              <a:avLst/>
            </a:prstGeom>
            <a:blipFill>
              <a:blip r:embed="rId2" cstate="print"/>
              <a:stretch>
                <a:fillRect/>
              </a:stretch>
            </a:blipFill>
          </p:spPr>
          <p:txBody>
            <a:bodyPr wrap="square" lIns="0" tIns="0" rIns="0" bIns="0" rtlCol="0"/>
            <a:lstStyle/>
            <a:p>
              <a:endParaRPr/>
            </a:p>
          </p:txBody>
        </p:sp>
        <p:sp>
          <p:nvSpPr>
            <p:cNvPr id="43" name="object 43"/>
            <p:cNvSpPr/>
            <p:nvPr/>
          </p:nvSpPr>
          <p:spPr>
            <a:xfrm>
              <a:off x="6918959" y="2080260"/>
              <a:ext cx="134111" cy="82296"/>
            </a:xfrm>
            <a:prstGeom prst="rect">
              <a:avLst/>
            </a:prstGeom>
            <a:blipFill>
              <a:blip r:embed="rId4" cstate="print"/>
              <a:stretch>
                <a:fillRect/>
              </a:stretch>
            </a:blipFill>
          </p:spPr>
          <p:txBody>
            <a:bodyPr wrap="square" lIns="0" tIns="0" rIns="0" bIns="0" rtlCol="0"/>
            <a:lstStyle/>
            <a:p>
              <a:endParaRPr/>
            </a:p>
          </p:txBody>
        </p:sp>
        <p:sp>
          <p:nvSpPr>
            <p:cNvPr id="44" name="object 44"/>
            <p:cNvSpPr/>
            <p:nvPr/>
          </p:nvSpPr>
          <p:spPr>
            <a:xfrm>
              <a:off x="6676643" y="4884419"/>
              <a:ext cx="126492" cy="137160"/>
            </a:xfrm>
            <a:prstGeom prst="rect">
              <a:avLst/>
            </a:prstGeom>
            <a:blipFill>
              <a:blip r:embed="rId5" cstate="print"/>
              <a:stretch>
                <a:fillRect/>
              </a:stretch>
            </a:blipFill>
          </p:spPr>
          <p:txBody>
            <a:bodyPr wrap="square" lIns="0" tIns="0" rIns="0" bIns="0" rtlCol="0"/>
            <a:lstStyle/>
            <a:p>
              <a:endParaRPr/>
            </a:p>
          </p:txBody>
        </p:sp>
        <p:sp>
          <p:nvSpPr>
            <p:cNvPr id="45" name="object 45"/>
            <p:cNvSpPr/>
            <p:nvPr/>
          </p:nvSpPr>
          <p:spPr>
            <a:xfrm>
              <a:off x="6809231" y="4992624"/>
              <a:ext cx="176783" cy="94487"/>
            </a:xfrm>
            <a:prstGeom prst="rect">
              <a:avLst/>
            </a:prstGeom>
            <a:blipFill>
              <a:blip r:embed="rId6" cstate="print"/>
              <a:stretch>
                <a:fillRect/>
              </a:stretch>
            </a:blipFill>
          </p:spPr>
          <p:txBody>
            <a:bodyPr wrap="square" lIns="0" tIns="0" rIns="0" bIns="0" rtlCol="0"/>
            <a:lstStyle/>
            <a:p>
              <a:endParaRPr/>
            </a:p>
          </p:txBody>
        </p:sp>
        <p:sp>
          <p:nvSpPr>
            <p:cNvPr id="46" name="object 46"/>
            <p:cNvSpPr/>
            <p:nvPr/>
          </p:nvSpPr>
          <p:spPr>
            <a:xfrm>
              <a:off x="6679691" y="4207764"/>
              <a:ext cx="126492" cy="137160"/>
            </a:xfrm>
            <a:prstGeom prst="rect">
              <a:avLst/>
            </a:prstGeom>
            <a:blipFill>
              <a:blip r:embed="rId5" cstate="print"/>
              <a:stretch>
                <a:fillRect/>
              </a:stretch>
            </a:blipFill>
          </p:spPr>
          <p:txBody>
            <a:bodyPr wrap="square" lIns="0" tIns="0" rIns="0" bIns="0" rtlCol="0"/>
            <a:lstStyle/>
            <a:p>
              <a:endParaRPr/>
            </a:p>
          </p:txBody>
        </p:sp>
        <p:sp>
          <p:nvSpPr>
            <p:cNvPr id="47" name="object 47"/>
            <p:cNvSpPr/>
            <p:nvPr/>
          </p:nvSpPr>
          <p:spPr>
            <a:xfrm>
              <a:off x="6807707" y="4317492"/>
              <a:ext cx="175259" cy="91439"/>
            </a:xfrm>
            <a:prstGeom prst="rect">
              <a:avLst/>
            </a:prstGeom>
            <a:blipFill>
              <a:blip r:embed="rId7" cstate="print"/>
              <a:stretch>
                <a:fillRect/>
              </a:stretch>
            </a:blipFill>
          </p:spPr>
          <p:txBody>
            <a:bodyPr wrap="square" lIns="0" tIns="0" rIns="0" bIns="0" rtlCol="0"/>
            <a:lstStyle/>
            <a:p>
              <a:endParaRPr/>
            </a:p>
          </p:txBody>
        </p:sp>
        <p:sp>
          <p:nvSpPr>
            <p:cNvPr id="48" name="object 48"/>
            <p:cNvSpPr/>
            <p:nvPr/>
          </p:nvSpPr>
          <p:spPr>
            <a:xfrm>
              <a:off x="6694931" y="5652516"/>
              <a:ext cx="126492" cy="137159"/>
            </a:xfrm>
            <a:prstGeom prst="rect">
              <a:avLst/>
            </a:prstGeom>
            <a:blipFill>
              <a:blip r:embed="rId5" cstate="print"/>
              <a:stretch>
                <a:fillRect/>
              </a:stretch>
            </a:blipFill>
          </p:spPr>
          <p:txBody>
            <a:bodyPr wrap="square" lIns="0" tIns="0" rIns="0" bIns="0" rtlCol="0"/>
            <a:lstStyle/>
            <a:p>
              <a:endParaRPr/>
            </a:p>
          </p:txBody>
        </p:sp>
        <p:sp>
          <p:nvSpPr>
            <p:cNvPr id="49" name="object 49"/>
            <p:cNvSpPr/>
            <p:nvPr/>
          </p:nvSpPr>
          <p:spPr>
            <a:xfrm>
              <a:off x="6813803" y="5760719"/>
              <a:ext cx="169164" cy="91440"/>
            </a:xfrm>
            <a:prstGeom prst="rect">
              <a:avLst/>
            </a:prstGeom>
            <a:blipFill>
              <a:blip r:embed="rId8" cstate="print"/>
              <a:stretch>
                <a:fillRect/>
              </a:stretch>
            </a:blipFill>
          </p:spPr>
          <p:txBody>
            <a:bodyPr wrap="square" lIns="0" tIns="0" rIns="0" bIns="0" rtlCol="0"/>
            <a:lstStyle/>
            <a:p>
              <a:endParaRPr/>
            </a:p>
          </p:txBody>
        </p:sp>
      </p:grpSp>
      <p:grpSp>
        <p:nvGrpSpPr>
          <p:cNvPr id="50" name="object 50"/>
          <p:cNvGrpSpPr/>
          <p:nvPr/>
        </p:nvGrpSpPr>
        <p:grpSpPr>
          <a:xfrm>
            <a:off x="6691883" y="3552444"/>
            <a:ext cx="302260" cy="201295"/>
            <a:chOff x="6691883" y="3552444"/>
            <a:chExt cx="302260" cy="201295"/>
          </a:xfrm>
        </p:grpSpPr>
        <p:sp>
          <p:nvSpPr>
            <p:cNvPr id="51" name="object 51"/>
            <p:cNvSpPr/>
            <p:nvPr/>
          </p:nvSpPr>
          <p:spPr>
            <a:xfrm>
              <a:off x="6691883" y="3552444"/>
              <a:ext cx="126492" cy="137159"/>
            </a:xfrm>
            <a:prstGeom prst="rect">
              <a:avLst/>
            </a:prstGeom>
            <a:blipFill>
              <a:blip r:embed="rId5" cstate="print"/>
              <a:stretch>
                <a:fillRect/>
              </a:stretch>
            </a:blipFill>
          </p:spPr>
          <p:txBody>
            <a:bodyPr wrap="square" lIns="0" tIns="0" rIns="0" bIns="0" rtlCol="0"/>
            <a:lstStyle/>
            <a:p>
              <a:endParaRPr/>
            </a:p>
          </p:txBody>
        </p:sp>
        <p:sp>
          <p:nvSpPr>
            <p:cNvPr id="52" name="object 52"/>
            <p:cNvSpPr/>
            <p:nvPr/>
          </p:nvSpPr>
          <p:spPr>
            <a:xfrm>
              <a:off x="6810755" y="3662172"/>
              <a:ext cx="182879" cy="91439"/>
            </a:xfrm>
            <a:prstGeom prst="rect">
              <a:avLst/>
            </a:prstGeom>
            <a:blipFill>
              <a:blip r:embed="rId9" cstate="print"/>
              <a:stretch>
                <a:fillRect/>
              </a:stretch>
            </a:blipFill>
          </p:spPr>
          <p:txBody>
            <a:bodyPr wrap="square" lIns="0" tIns="0" rIns="0" bIns="0" rtlCol="0"/>
            <a:lstStyle/>
            <a:p>
              <a:endParaRPr/>
            </a:p>
          </p:txBody>
        </p:sp>
      </p:grpSp>
      <p:grpSp>
        <p:nvGrpSpPr>
          <p:cNvPr id="53" name="object 53"/>
          <p:cNvGrpSpPr/>
          <p:nvPr/>
        </p:nvGrpSpPr>
        <p:grpSpPr>
          <a:xfrm>
            <a:off x="6801611" y="1341119"/>
            <a:ext cx="220979" cy="172720"/>
            <a:chOff x="6801611" y="1341119"/>
            <a:chExt cx="220979" cy="172720"/>
          </a:xfrm>
        </p:grpSpPr>
        <p:sp>
          <p:nvSpPr>
            <p:cNvPr id="54" name="object 54"/>
            <p:cNvSpPr/>
            <p:nvPr/>
          </p:nvSpPr>
          <p:spPr>
            <a:xfrm>
              <a:off x="6801611" y="1341119"/>
              <a:ext cx="99059" cy="114300"/>
            </a:xfrm>
            <a:prstGeom prst="rect">
              <a:avLst/>
            </a:prstGeom>
            <a:blipFill>
              <a:blip r:embed="rId2" cstate="print"/>
              <a:stretch>
                <a:fillRect/>
              </a:stretch>
            </a:blipFill>
          </p:spPr>
          <p:txBody>
            <a:bodyPr wrap="square" lIns="0" tIns="0" rIns="0" bIns="0" rtlCol="0"/>
            <a:lstStyle/>
            <a:p>
              <a:endParaRPr/>
            </a:p>
          </p:txBody>
        </p:sp>
        <p:sp>
          <p:nvSpPr>
            <p:cNvPr id="55" name="object 55"/>
            <p:cNvSpPr/>
            <p:nvPr/>
          </p:nvSpPr>
          <p:spPr>
            <a:xfrm>
              <a:off x="6896099" y="1431035"/>
              <a:ext cx="126492" cy="82296"/>
            </a:xfrm>
            <a:prstGeom prst="rect">
              <a:avLst/>
            </a:prstGeom>
            <a:blipFill>
              <a:blip r:embed="rId10" cstate="print"/>
              <a:stretch>
                <a:fillRect/>
              </a:stretch>
            </a:blipFill>
          </p:spPr>
          <p:txBody>
            <a:bodyPr wrap="square" lIns="0" tIns="0" rIns="0" bIns="0" rtlCol="0"/>
            <a:lstStyle/>
            <a:p>
              <a:endParaRPr/>
            </a:p>
          </p:txBody>
        </p:sp>
      </p:grpSp>
      <p:grpSp>
        <p:nvGrpSpPr>
          <p:cNvPr id="56" name="object 56"/>
          <p:cNvGrpSpPr/>
          <p:nvPr/>
        </p:nvGrpSpPr>
        <p:grpSpPr>
          <a:xfrm>
            <a:off x="6801611" y="3038855"/>
            <a:ext cx="230504" cy="172720"/>
            <a:chOff x="6801611" y="3038855"/>
            <a:chExt cx="230504" cy="172720"/>
          </a:xfrm>
        </p:grpSpPr>
        <p:sp>
          <p:nvSpPr>
            <p:cNvPr id="57" name="object 57"/>
            <p:cNvSpPr/>
            <p:nvPr/>
          </p:nvSpPr>
          <p:spPr>
            <a:xfrm>
              <a:off x="6801611" y="3038855"/>
              <a:ext cx="99059" cy="114300"/>
            </a:xfrm>
            <a:prstGeom prst="rect">
              <a:avLst/>
            </a:prstGeom>
            <a:blipFill>
              <a:blip r:embed="rId2" cstate="print"/>
              <a:stretch>
                <a:fillRect/>
              </a:stretch>
            </a:blipFill>
          </p:spPr>
          <p:txBody>
            <a:bodyPr wrap="square" lIns="0" tIns="0" rIns="0" bIns="0" rtlCol="0"/>
            <a:lstStyle/>
            <a:p>
              <a:endParaRPr/>
            </a:p>
          </p:txBody>
        </p:sp>
        <p:sp>
          <p:nvSpPr>
            <p:cNvPr id="58" name="object 58"/>
            <p:cNvSpPr/>
            <p:nvPr/>
          </p:nvSpPr>
          <p:spPr>
            <a:xfrm>
              <a:off x="6896099" y="3128771"/>
              <a:ext cx="135635" cy="82296"/>
            </a:xfrm>
            <a:prstGeom prst="rect">
              <a:avLst/>
            </a:prstGeom>
            <a:blipFill>
              <a:blip r:embed="rId11" cstate="print"/>
              <a:stretch>
                <a:fillRect/>
              </a:stretch>
            </a:blipFill>
          </p:spPr>
          <p:txBody>
            <a:bodyPr wrap="square" lIns="0" tIns="0" rIns="0" bIns="0" rtlCol="0"/>
            <a:lstStyle/>
            <a:p>
              <a:endParaRPr/>
            </a:p>
          </p:txBody>
        </p:sp>
      </p:grpSp>
      <p:grpSp>
        <p:nvGrpSpPr>
          <p:cNvPr id="59" name="object 59"/>
          <p:cNvGrpSpPr/>
          <p:nvPr/>
        </p:nvGrpSpPr>
        <p:grpSpPr>
          <a:xfrm>
            <a:off x="6801611" y="2695955"/>
            <a:ext cx="230504" cy="170815"/>
            <a:chOff x="6801611" y="2695955"/>
            <a:chExt cx="230504" cy="170815"/>
          </a:xfrm>
        </p:grpSpPr>
        <p:sp>
          <p:nvSpPr>
            <p:cNvPr id="60" name="object 60"/>
            <p:cNvSpPr/>
            <p:nvPr/>
          </p:nvSpPr>
          <p:spPr>
            <a:xfrm>
              <a:off x="6801611" y="2695955"/>
              <a:ext cx="99059" cy="114300"/>
            </a:xfrm>
            <a:prstGeom prst="rect">
              <a:avLst/>
            </a:prstGeom>
            <a:blipFill>
              <a:blip r:embed="rId2" cstate="print"/>
              <a:stretch>
                <a:fillRect/>
              </a:stretch>
            </a:blipFill>
          </p:spPr>
          <p:txBody>
            <a:bodyPr wrap="square" lIns="0" tIns="0" rIns="0" bIns="0" rtlCol="0"/>
            <a:lstStyle/>
            <a:p>
              <a:endParaRPr/>
            </a:p>
          </p:txBody>
        </p:sp>
        <p:sp>
          <p:nvSpPr>
            <p:cNvPr id="61" name="object 61"/>
            <p:cNvSpPr/>
            <p:nvPr/>
          </p:nvSpPr>
          <p:spPr>
            <a:xfrm>
              <a:off x="6896099" y="2784347"/>
              <a:ext cx="135635" cy="82296"/>
            </a:xfrm>
            <a:prstGeom prst="rect">
              <a:avLst/>
            </a:prstGeom>
            <a:blipFill>
              <a:blip r:embed="rId12" cstate="print"/>
              <a:stretch>
                <a:fillRect/>
              </a:stretch>
            </a:blipFill>
          </p:spPr>
          <p:txBody>
            <a:bodyPr wrap="square" lIns="0" tIns="0" rIns="0" bIns="0" rtlCol="0"/>
            <a:lstStyle/>
            <a:p>
              <a:endParaRPr/>
            </a:p>
          </p:txBody>
        </p:sp>
      </p:grpSp>
      <p:grpSp>
        <p:nvGrpSpPr>
          <p:cNvPr id="62" name="object 62"/>
          <p:cNvGrpSpPr/>
          <p:nvPr/>
        </p:nvGrpSpPr>
        <p:grpSpPr>
          <a:xfrm>
            <a:off x="6801611" y="2351532"/>
            <a:ext cx="226060" cy="172720"/>
            <a:chOff x="6801611" y="2351532"/>
            <a:chExt cx="226060" cy="172720"/>
          </a:xfrm>
        </p:grpSpPr>
        <p:sp>
          <p:nvSpPr>
            <p:cNvPr id="63" name="object 63"/>
            <p:cNvSpPr/>
            <p:nvPr/>
          </p:nvSpPr>
          <p:spPr>
            <a:xfrm>
              <a:off x="6801611" y="2351532"/>
              <a:ext cx="99059" cy="114300"/>
            </a:xfrm>
            <a:prstGeom prst="rect">
              <a:avLst/>
            </a:prstGeom>
            <a:blipFill>
              <a:blip r:embed="rId2" cstate="print"/>
              <a:stretch>
                <a:fillRect/>
              </a:stretch>
            </a:blipFill>
          </p:spPr>
          <p:txBody>
            <a:bodyPr wrap="square" lIns="0" tIns="0" rIns="0" bIns="0" rtlCol="0"/>
            <a:lstStyle/>
            <a:p>
              <a:endParaRPr/>
            </a:p>
          </p:txBody>
        </p:sp>
        <p:sp>
          <p:nvSpPr>
            <p:cNvPr id="64" name="object 64"/>
            <p:cNvSpPr/>
            <p:nvPr/>
          </p:nvSpPr>
          <p:spPr>
            <a:xfrm>
              <a:off x="6896099" y="2441448"/>
              <a:ext cx="131064" cy="82296"/>
            </a:xfrm>
            <a:prstGeom prst="rect">
              <a:avLst/>
            </a:prstGeom>
            <a:blipFill>
              <a:blip r:embed="rId13" cstate="print"/>
              <a:stretch>
                <a:fillRect/>
              </a:stretch>
            </a:blip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3043" y="447700"/>
            <a:ext cx="3168650" cy="978535"/>
          </a:xfrm>
          <a:prstGeom prst="rect">
            <a:avLst/>
          </a:prstGeom>
        </p:spPr>
        <p:txBody>
          <a:bodyPr vert="horz" wrap="square" lIns="0" tIns="12700" rIns="0" bIns="0" rtlCol="0">
            <a:spAutoFit/>
          </a:bodyPr>
          <a:lstStyle/>
          <a:p>
            <a:pPr marL="12700">
              <a:lnSpc>
                <a:spcPts val="4054"/>
              </a:lnSpc>
              <a:spcBef>
                <a:spcPts val="100"/>
              </a:spcBef>
              <a:tabLst>
                <a:tab pos="3154680" algn="l"/>
              </a:tabLst>
            </a:pPr>
            <a:r>
              <a:rPr sz="3600" u="sng" spc="-315" smtClean="0">
                <a:solidFill>
                  <a:srgbClr val="002060"/>
                </a:solidFill>
                <a:uFill>
                  <a:solidFill>
                    <a:srgbClr val="7F7F7F"/>
                  </a:solidFill>
                </a:uFill>
              </a:rPr>
              <a:t>3-</a:t>
            </a:r>
            <a:r>
              <a:rPr lang="en-US" sz="3600" u="sng" spc="-315" dirty="0" smtClean="0">
                <a:solidFill>
                  <a:srgbClr val="002060"/>
                </a:solidFill>
                <a:uFill>
                  <a:solidFill>
                    <a:srgbClr val="7F7F7F"/>
                  </a:solidFill>
                </a:uFill>
              </a:rPr>
              <a:t> </a:t>
            </a:r>
            <a:r>
              <a:rPr sz="3600" u="sng" spc="-315" smtClean="0">
                <a:solidFill>
                  <a:srgbClr val="002060"/>
                </a:solidFill>
                <a:uFill>
                  <a:solidFill>
                    <a:srgbClr val="7F7F7F"/>
                  </a:solidFill>
                </a:uFill>
              </a:rPr>
              <a:t>Phase</a:t>
            </a:r>
            <a:r>
              <a:rPr sz="3600" u="sng" spc="-509" smtClean="0">
                <a:solidFill>
                  <a:srgbClr val="002060"/>
                </a:solidFill>
                <a:uFill>
                  <a:solidFill>
                    <a:srgbClr val="7F7F7F"/>
                  </a:solidFill>
                </a:uFill>
              </a:rPr>
              <a:t> </a:t>
            </a:r>
            <a:r>
              <a:rPr sz="3600" u="sng" spc="-350" dirty="0">
                <a:solidFill>
                  <a:srgbClr val="002060"/>
                </a:solidFill>
                <a:uFill>
                  <a:solidFill>
                    <a:srgbClr val="7F7F7F"/>
                  </a:solidFill>
                </a:uFill>
              </a:rPr>
              <a:t>Inverter	</a:t>
            </a:r>
            <a:endParaRPr sz="3600"/>
          </a:p>
          <a:p>
            <a:pPr marL="12700">
              <a:lnSpc>
                <a:spcPts val="3454"/>
              </a:lnSpc>
            </a:pPr>
            <a:r>
              <a:rPr sz="3100" spc="-240" dirty="0">
                <a:solidFill>
                  <a:srgbClr val="C00000"/>
                </a:solidFill>
              </a:rPr>
              <a:t>120</a:t>
            </a:r>
            <a:r>
              <a:rPr sz="3100" spc="-240" dirty="0">
                <a:solidFill>
                  <a:srgbClr val="C00000"/>
                </a:solidFill>
                <a:latin typeface="Times New Roman"/>
                <a:cs typeface="Times New Roman"/>
              </a:rPr>
              <a:t>° </a:t>
            </a:r>
            <a:r>
              <a:rPr sz="3100" spc="-280" dirty="0">
                <a:solidFill>
                  <a:srgbClr val="C00000"/>
                </a:solidFill>
              </a:rPr>
              <a:t>conduction</a:t>
            </a:r>
            <a:endParaRPr sz="3100">
              <a:latin typeface="Times New Roman"/>
              <a:cs typeface="Times New Roman"/>
            </a:endParaRPr>
          </a:p>
        </p:txBody>
      </p:sp>
      <p:grpSp>
        <p:nvGrpSpPr>
          <p:cNvPr id="50" name="object 50"/>
          <p:cNvGrpSpPr/>
          <p:nvPr/>
        </p:nvGrpSpPr>
        <p:grpSpPr>
          <a:xfrm>
            <a:off x="685800" y="4648200"/>
            <a:ext cx="2868295" cy="1644650"/>
            <a:chOff x="704087" y="4501896"/>
            <a:chExt cx="2868295" cy="1644650"/>
          </a:xfrm>
        </p:grpSpPr>
        <p:sp>
          <p:nvSpPr>
            <p:cNvPr id="51" name="object 51"/>
            <p:cNvSpPr/>
            <p:nvPr/>
          </p:nvSpPr>
          <p:spPr>
            <a:xfrm>
              <a:off x="2932176" y="4846320"/>
              <a:ext cx="506095" cy="802005"/>
            </a:xfrm>
            <a:custGeom>
              <a:avLst/>
              <a:gdLst/>
              <a:ahLst/>
              <a:cxnLst/>
              <a:rect l="l" t="t" r="r" b="b"/>
              <a:pathLst>
                <a:path w="506095" h="802004">
                  <a:moveTo>
                    <a:pt x="65531" y="289559"/>
                  </a:moveTo>
                  <a:lnTo>
                    <a:pt x="1523" y="263651"/>
                  </a:lnTo>
                </a:path>
                <a:path w="506095" h="802004">
                  <a:moveTo>
                    <a:pt x="1523" y="263651"/>
                  </a:moveTo>
                  <a:lnTo>
                    <a:pt x="115823" y="222503"/>
                  </a:lnTo>
                </a:path>
                <a:path w="506095" h="802004">
                  <a:moveTo>
                    <a:pt x="115823" y="222503"/>
                  </a:moveTo>
                  <a:lnTo>
                    <a:pt x="0" y="184403"/>
                  </a:lnTo>
                </a:path>
                <a:path w="506095" h="802004">
                  <a:moveTo>
                    <a:pt x="0" y="184403"/>
                  </a:moveTo>
                  <a:lnTo>
                    <a:pt x="115823" y="144779"/>
                  </a:lnTo>
                </a:path>
                <a:path w="506095" h="802004">
                  <a:moveTo>
                    <a:pt x="115823" y="144779"/>
                  </a:moveTo>
                  <a:lnTo>
                    <a:pt x="0" y="103631"/>
                  </a:lnTo>
                </a:path>
                <a:path w="506095" h="802004">
                  <a:moveTo>
                    <a:pt x="0" y="103631"/>
                  </a:moveTo>
                  <a:lnTo>
                    <a:pt x="115823" y="62483"/>
                  </a:lnTo>
                </a:path>
                <a:path w="506095" h="802004">
                  <a:moveTo>
                    <a:pt x="115823" y="62483"/>
                  </a:moveTo>
                  <a:lnTo>
                    <a:pt x="0" y="28955"/>
                  </a:lnTo>
                </a:path>
                <a:path w="506095" h="802004">
                  <a:moveTo>
                    <a:pt x="0" y="28955"/>
                  </a:moveTo>
                  <a:lnTo>
                    <a:pt x="65531" y="0"/>
                  </a:lnTo>
                </a:path>
                <a:path w="506095" h="802004">
                  <a:moveTo>
                    <a:pt x="65531" y="289559"/>
                  </a:moveTo>
                  <a:lnTo>
                    <a:pt x="65531" y="505967"/>
                  </a:lnTo>
                </a:path>
                <a:path w="506095" h="802004">
                  <a:moveTo>
                    <a:pt x="505967" y="758951"/>
                  </a:moveTo>
                  <a:lnTo>
                    <a:pt x="451103" y="801623"/>
                  </a:lnTo>
                </a:path>
                <a:path w="506095" h="802004">
                  <a:moveTo>
                    <a:pt x="451103" y="801623"/>
                  </a:moveTo>
                  <a:lnTo>
                    <a:pt x="472439" y="682751"/>
                  </a:lnTo>
                </a:path>
                <a:path w="506095" h="802004">
                  <a:moveTo>
                    <a:pt x="472439" y="682751"/>
                  </a:moveTo>
                  <a:lnTo>
                    <a:pt x="382523" y="763523"/>
                  </a:lnTo>
                </a:path>
                <a:path w="506095" h="802004">
                  <a:moveTo>
                    <a:pt x="382523" y="763523"/>
                  </a:moveTo>
                  <a:lnTo>
                    <a:pt x="405383" y="643127"/>
                  </a:lnTo>
                </a:path>
                <a:path w="506095" h="802004">
                  <a:moveTo>
                    <a:pt x="405383" y="643127"/>
                  </a:moveTo>
                  <a:lnTo>
                    <a:pt x="310895" y="722375"/>
                  </a:lnTo>
                </a:path>
                <a:path w="506095" h="802004">
                  <a:moveTo>
                    <a:pt x="310895" y="722375"/>
                  </a:moveTo>
                  <a:lnTo>
                    <a:pt x="335279" y="603503"/>
                  </a:lnTo>
                </a:path>
                <a:path w="506095" h="802004">
                  <a:moveTo>
                    <a:pt x="335279" y="603503"/>
                  </a:moveTo>
                  <a:lnTo>
                    <a:pt x="246887" y="685799"/>
                  </a:lnTo>
                </a:path>
              </a:pathLst>
            </a:custGeom>
            <a:ln w="15239">
              <a:solidFill>
                <a:srgbClr val="000000"/>
              </a:solidFill>
            </a:ln>
          </p:spPr>
          <p:txBody>
            <a:bodyPr wrap="square" lIns="0" tIns="0" rIns="0" bIns="0" rtlCol="0"/>
            <a:lstStyle/>
            <a:p>
              <a:endParaRPr/>
            </a:p>
          </p:txBody>
        </p:sp>
        <p:sp>
          <p:nvSpPr>
            <p:cNvPr id="52" name="object 52"/>
            <p:cNvSpPr/>
            <p:nvPr/>
          </p:nvSpPr>
          <p:spPr>
            <a:xfrm>
              <a:off x="3179063" y="5460491"/>
              <a:ext cx="7620" cy="71755"/>
            </a:xfrm>
            <a:custGeom>
              <a:avLst/>
              <a:gdLst/>
              <a:ahLst/>
              <a:cxnLst/>
              <a:rect l="l" t="t" r="r" b="b"/>
              <a:pathLst>
                <a:path w="7619" h="71754">
                  <a:moveTo>
                    <a:pt x="3809" y="-7619"/>
                  </a:moveTo>
                  <a:lnTo>
                    <a:pt x="3809" y="79247"/>
                  </a:lnTo>
                </a:path>
              </a:pathLst>
            </a:custGeom>
            <a:ln w="22859">
              <a:solidFill>
                <a:srgbClr val="000000"/>
              </a:solidFill>
            </a:ln>
          </p:spPr>
          <p:txBody>
            <a:bodyPr wrap="square" lIns="0" tIns="0" rIns="0" bIns="0" rtlCol="0"/>
            <a:lstStyle/>
            <a:p>
              <a:endParaRPr/>
            </a:p>
          </p:txBody>
        </p:sp>
        <p:sp>
          <p:nvSpPr>
            <p:cNvPr id="53" name="object 53"/>
            <p:cNvSpPr/>
            <p:nvPr/>
          </p:nvSpPr>
          <p:spPr>
            <a:xfrm>
              <a:off x="2049779" y="4738116"/>
              <a:ext cx="1515110" cy="1175385"/>
            </a:xfrm>
            <a:custGeom>
              <a:avLst/>
              <a:gdLst/>
              <a:ahLst/>
              <a:cxnLst/>
              <a:rect l="l" t="t" r="r" b="b"/>
              <a:pathLst>
                <a:path w="1515110" h="1175385">
                  <a:moveTo>
                    <a:pt x="947927" y="614171"/>
                  </a:moveTo>
                  <a:lnTo>
                    <a:pt x="1136903" y="722375"/>
                  </a:lnTo>
                </a:path>
                <a:path w="1515110" h="1175385">
                  <a:moveTo>
                    <a:pt x="757427" y="722375"/>
                  </a:moveTo>
                  <a:lnTo>
                    <a:pt x="947927" y="614171"/>
                  </a:lnTo>
                </a:path>
                <a:path w="1515110" h="1175385">
                  <a:moveTo>
                    <a:pt x="505967" y="867155"/>
                  </a:moveTo>
                  <a:lnTo>
                    <a:pt x="496823" y="798575"/>
                  </a:lnTo>
                </a:path>
                <a:path w="1515110" h="1175385">
                  <a:moveTo>
                    <a:pt x="496823" y="798575"/>
                  </a:moveTo>
                  <a:lnTo>
                    <a:pt x="589787" y="877823"/>
                  </a:lnTo>
                </a:path>
                <a:path w="1515110" h="1175385">
                  <a:moveTo>
                    <a:pt x="589787" y="877823"/>
                  </a:moveTo>
                  <a:lnTo>
                    <a:pt x="565403" y="758951"/>
                  </a:lnTo>
                </a:path>
                <a:path w="1515110" h="1175385">
                  <a:moveTo>
                    <a:pt x="565403" y="758951"/>
                  </a:moveTo>
                  <a:lnTo>
                    <a:pt x="656843" y="838199"/>
                  </a:lnTo>
                </a:path>
                <a:path w="1515110" h="1175385">
                  <a:moveTo>
                    <a:pt x="656843" y="838199"/>
                  </a:moveTo>
                  <a:lnTo>
                    <a:pt x="635507" y="717803"/>
                  </a:lnTo>
                </a:path>
                <a:path w="1515110" h="1175385">
                  <a:moveTo>
                    <a:pt x="635507" y="717803"/>
                  </a:moveTo>
                  <a:lnTo>
                    <a:pt x="728471" y="798575"/>
                  </a:lnTo>
                </a:path>
                <a:path w="1515110" h="1175385">
                  <a:moveTo>
                    <a:pt x="728471" y="798575"/>
                  </a:moveTo>
                  <a:lnTo>
                    <a:pt x="699515" y="681227"/>
                  </a:lnTo>
                </a:path>
                <a:path w="1515110" h="1175385">
                  <a:moveTo>
                    <a:pt x="699515" y="681227"/>
                  </a:moveTo>
                  <a:lnTo>
                    <a:pt x="757427" y="722375"/>
                  </a:lnTo>
                </a:path>
                <a:path w="1515110" h="1175385">
                  <a:moveTo>
                    <a:pt x="947927" y="108203"/>
                  </a:moveTo>
                  <a:lnTo>
                    <a:pt x="947927" y="0"/>
                  </a:lnTo>
                  <a:lnTo>
                    <a:pt x="3047" y="0"/>
                  </a:lnTo>
                </a:path>
                <a:path w="1515110" h="1175385">
                  <a:moveTo>
                    <a:pt x="380999" y="938783"/>
                  </a:moveTo>
                  <a:lnTo>
                    <a:pt x="505967" y="867155"/>
                  </a:lnTo>
                </a:path>
                <a:path w="1515110" h="1175385">
                  <a:moveTo>
                    <a:pt x="380999" y="940307"/>
                  </a:moveTo>
                  <a:lnTo>
                    <a:pt x="3047" y="940307"/>
                  </a:lnTo>
                </a:path>
                <a:path w="1515110" h="1175385">
                  <a:moveTo>
                    <a:pt x="1513331" y="940307"/>
                  </a:moveTo>
                  <a:lnTo>
                    <a:pt x="1388363" y="867155"/>
                  </a:lnTo>
                </a:path>
                <a:path w="1515110" h="1175385">
                  <a:moveTo>
                    <a:pt x="1514855" y="940307"/>
                  </a:moveTo>
                  <a:lnTo>
                    <a:pt x="1514855" y="1175003"/>
                  </a:lnTo>
                </a:path>
                <a:path w="1515110" h="1175385">
                  <a:moveTo>
                    <a:pt x="1510283" y="1175003"/>
                  </a:moveTo>
                  <a:lnTo>
                    <a:pt x="0" y="1175003"/>
                  </a:lnTo>
                </a:path>
              </a:pathLst>
            </a:custGeom>
            <a:ln w="15239">
              <a:solidFill>
                <a:srgbClr val="000000"/>
              </a:solidFill>
            </a:ln>
          </p:spPr>
          <p:txBody>
            <a:bodyPr wrap="square" lIns="0" tIns="0" rIns="0" bIns="0" rtlCol="0"/>
            <a:lstStyle/>
            <a:p>
              <a:endParaRPr/>
            </a:p>
          </p:txBody>
        </p:sp>
        <p:sp>
          <p:nvSpPr>
            <p:cNvPr id="54" name="object 54"/>
            <p:cNvSpPr/>
            <p:nvPr/>
          </p:nvSpPr>
          <p:spPr>
            <a:xfrm>
              <a:off x="1909571" y="4687824"/>
              <a:ext cx="102107" cy="109727"/>
            </a:xfrm>
            <a:prstGeom prst="rect">
              <a:avLst/>
            </a:prstGeom>
            <a:blipFill>
              <a:blip r:embed="rId2" cstate="print"/>
              <a:stretch>
                <a:fillRect/>
              </a:stretch>
            </a:blipFill>
          </p:spPr>
          <p:txBody>
            <a:bodyPr wrap="square" lIns="0" tIns="0" rIns="0" bIns="0" rtlCol="0"/>
            <a:lstStyle/>
            <a:p>
              <a:endParaRPr/>
            </a:p>
          </p:txBody>
        </p:sp>
        <p:sp>
          <p:nvSpPr>
            <p:cNvPr id="55" name="object 55"/>
            <p:cNvSpPr/>
            <p:nvPr/>
          </p:nvSpPr>
          <p:spPr>
            <a:xfrm>
              <a:off x="1895856" y="5861304"/>
              <a:ext cx="96012" cy="112775"/>
            </a:xfrm>
            <a:prstGeom prst="rect">
              <a:avLst/>
            </a:prstGeom>
            <a:blipFill>
              <a:blip r:embed="rId3" cstate="print"/>
              <a:stretch>
                <a:fillRect/>
              </a:stretch>
            </a:blipFill>
          </p:spPr>
          <p:txBody>
            <a:bodyPr wrap="square" lIns="0" tIns="0" rIns="0" bIns="0" rtlCol="0"/>
            <a:lstStyle/>
            <a:p>
              <a:endParaRPr/>
            </a:p>
          </p:txBody>
        </p:sp>
        <p:sp>
          <p:nvSpPr>
            <p:cNvPr id="56" name="object 56"/>
            <p:cNvSpPr/>
            <p:nvPr/>
          </p:nvSpPr>
          <p:spPr>
            <a:xfrm>
              <a:off x="1904999" y="5609844"/>
              <a:ext cx="82295" cy="109728"/>
            </a:xfrm>
            <a:prstGeom prst="rect">
              <a:avLst/>
            </a:prstGeom>
            <a:blipFill>
              <a:blip r:embed="rId4" cstate="print"/>
              <a:stretch>
                <a:fillRect/>
              </a:stretch>
            </a:blipFill>
          </p:spPr>
          <p:txBody>
            <a:bodyPr wrap="square" lIns="0" tIns="0" rIns="0" bIns="0" rtlCol="0"/>
            <a:lstStyle/>
            <a:p>
              <a:endParaRPr/>
            </a:p>
          </p:txBody>
        </p:sp>
        <p:sp>
          <p:nvSpPr>
            <p:cNvPr id="57" name="object 57"/>
            <p:cNvSpPr/>
            <p:nvPr/>
          </p:nvSpPr>
          <p:spPr>
            <a:xfrm>
              <a:off x="3112008" y="4922520"/>
              <a:ext cx="105156" cy="109727"/>
            </a:xfrm>
            <a:prstGeom prst="rect">
              <a:avLst/>
            </a:prstGeom>
            <a:blipFill>
              <a:blip r:embed="rId5" cstate="print"/>
              <a:stretch>
                <a:fillRect/>
              </a:stretch>
            </a:blipFill>
          </p:spPr>
          <p:txBody>
            <a:bodyPr wrap="square" lIns="0" tIns="0" rIns="0" bIns="0" rtlCol="0"/>
            <a:lstStyle/>
            <a:p>
              <a:endParaRPr/>
            </a:p>
          </p:txBody>
        </p:sp>
        <p:sp>
          <p:nvSpPr>
            <p:cNvPr id="58" name="object 58"/>
            <p:cNvSpPr/>
            <p:nvPr/>
          </p:nvSpPr>
          <p:spPr>
            <a:xfrm>
              <a:off x="2567939" y="5301996"/>
              <a:ext cx="105156" cy="109728"/>
            </a:xfrm>
            <a:prstGeom prst="rect">
              <a:avLst/>
            </a:prstGeom>
            <a:blipFill>
              <a:blip r:embed="rId5" cstate="print"/>
              <a:stretch>
                <a:fillRect/>
              </a:stretch>
            </a:blipFill>
          </p:spPr>
          <p:txBody>
            <a:bodyPr wrap="square" lIns="0" tIns="0" rIns="0" bIns="0" rtlCol="0"/>
            <a:lstStyle/>
            <a:p>
              <a:endParaRPr/>
            </a:p>
          </p:txBody>
        </p:sp>
        <p:sp>
          <p:nvSpPr>
            <p:cNvPr id="59" name="object 59"/>
            <p:cNvSpPr/>
            <p:nvPr/>
          </p:nvSpPr>
          <p:spPr>
            <a:xfrm>
              <a:off x="3148583" y="5644896"/>
              <a:ext cx="105156" cy="109728"/>
            </a:xfrm>
            <a:prstGeom prst="rect">
              <a:avLst/>
            </a:prstGeom>
            <a:blipFill>
              <a:blip r:embed="rId5" cstate="print"/>
              <a:stretch>
                <a:fillRect/>
              </a:stretch>
            </a:blipFill>
          </p:spPr>
          <p:txBody>
            <a:bodyPr wrap="square" lIns="0" tIns="0" rIns="0" bIns="0" rtlCol="0"/>
            <a:lstStyle/>
            <a:p>
              <a:endParaRPr/>
            </a:p>
          </p:txBody>
        </p:sp>
        <p:sp>
          <p:nvSpPr>
            <p:cNvPr id="60" name="object 60"/>
            <p:cNvSpPr/>
            <p:nvPr/>
          </p:nvSpPr>
          <p:spPr>
            <a:xfrm>
              <a:off x="841248" y="4509516"/>
              <a:ext cx="425450" cy="12700"/>
            </a:xfrm>
            <a:custGeom>
              <a:avLst/>
              <a:gdLst/>
              <a:ahLst/>
              <a:cxnLst/>
              <a:rect l="l" t="t" r="r" b="b"/>
              <a:pathLst>
                <a:path w="425450" h="12700">
                  <a:moveTo>
                    <a:pt x="0" y="0"/>
                  </a:moveTo>
                  <a:lnTo>
                    <a:pt x="425195" y="0"/>
                  </a:lnTo>
                  <a:lnTo>
                    <a:pt x="425195" y="12192"/>
                  </a:lnTo>
                  <a:lnTo>
                    <a:pt x="0" y="12192"/>
                  </a:lnTo>
                  <a:lnTo>
                    <a:pt x="0" y="0"/>
                  </a:lnTo>
                  <a:close/>
                </a:path>
              </a:pathLst>
            </a:custGeom>
            <a:solidFill>
              <a:srgbClr val="000000"/>
            </a:solidFill>
          </p:spPr>
          <p:txBody>
            <a:bodyPr wrap="square" lIns="0" tIns="0" rIns="0" bIns="0" rtlCol="0"/>
            <a:lstStyle/>
            <a:p>
              <a:endParaRPr/>
            </a:p>
          </p:txBody>
        </p:sp>
        <p:sp>
          <p:nvSpPr>
            <p:cNvPr id="61" name="object 61"/>
            <p:cNvSpPr/>
            <p:nvPr/>
          </p:nvSpPr>
          <p:spPr>
            <a:xfrm>
              <a:off x="841247" y="4521708"/>
              <a:ext cx="0" cy="772795"/>
            </a:xfrm>
            <a:custGeom>
              <a:avLst/>
              <a:gdLst/>
              <a:ahLst/>
              <a:cxnLst/>
              <a:rect l="l" t="t" r="r" b="b"/>
              <a:pathLst>
                <a:path h="772795">
                  <a:moveTo>
                    <a:pt x="0" y="772667"/>
                  </a:moveTo>
                  <a:lnTo>
                    <a:pt x="0" y="0"/>
                  </a:lnTo>
                </a:path>
              </a:pathLst>
            </a:custGeom>
            <a:ln w="12191">
              <a:solidFill>
                <a:srgbClr val="000000"/>
              </a:solidFill>
            </a:ln>
          </p:spPr>
          <p:txBody>
            <a:bodyPr wrap="square" lIns="0" tIns="0" rIns="0" bIns="0" rtlCol="0"/>
            <a:lstStyle/>
            <a:p>
              <a:endParaRPr/>
            </a:p>
          </p:txBody>
        </p:sp>
        <p:sp>
          <p:nvSpPr>
            <p:cNvPr id="62" name="object 62"/>
            <p:cNvSpPr/>
            <p:nvPr/>
          </p:nvSpPr>
          <p:spPr>
            <a:xfrm>
              <a:off x="704087" y="5294376"/>
              <a:ext cx="274320" cy="0"/>
            </a:xfrm>
            <a:custGeom>
              <a:avLst/>
              <a:gdLst/>
              <a:ahLst/>
              <a:cxnLst/>
              <a:rect l="l" t="t" r="r" b="b"/>
              <a:pathLst>
                <a:path w="274319">
                  <a:moveTo>
                    <a:pt x="0" y="0"/>
                  </a:moveTo>
                  <a:lnTo>
                    <a:pt x="274319" y="0"/>
                  </a:lnTo>
                </a:path>
              </a:pathLst>
            </a:custGeom>
            <a:ln w="21335">
              <a:solidFill>
                <a:srgbClr val="000000"/>
              </a:solidFill>
            </a:ln>
          </p:spPr>
          <p:txBody>
            <a:bodyPr wrap="square" lIns="0" tIns="0" rIns="0" bIns="0" rtlCol="0"/>
            <a:lstStyle/>
            <a:p>
              <a:endParaRPr/>
            </a:p>
          </p:txBody>
        </p:sp>
        <p:sp>
          <p:nvSpPr>
            <p:cNvPr id="63" name="object 63"/>
            <p:cNvSpPr/>
            <p:nvPr/>
          </p:nvSpPr>
          <p:spPr>
            <a:xfrm>
              <a:off x="941831" y="5140452"/>
              <a:ext cx="185928" cy="123443"/>
            </a:xfrm>
            <a:prstGeom prst="rect">
              <a:avLst/>
            </a:prstGeom>
            <a:blipFill>
              <a:blip r:embed="rId6" cstate="print"/>
              <a:stretch>
                <a:fillRect/>
              </a:stretch>
            </a:blipFill>
          </p:spPr>
          <p:txBody>
            <a:bodyPr wrap="square" lIns="0" tIns="0" rIns="0" bIns="0" rtlCol="0"/>
            <a:lstStyle/>
            <a:p>
              <a:endParaRPr/>
            </a:p>
          </p:txBody>
        </p:sp>
        <p:sp>
          <p:nvSpPr>
            <p:cNvPr id="64" name="object 64"/>
            <p:cNvSpPr/>
            <p:nvPr/>
          </p:nvSpPr>
          <p:spPr>
            <a:xfrm>
              <a:off x="1266444" y="4501896"/>
              <a:ext cx="875030" cy="234950"/>
            </a:xfrm>
            <a:custGeom>
              <a:avLst/>
              <a:gdLst/>
              <a:ahLst/>
              <a:cxnLst/>
              <a:rect l="l" t="t" r="r" b="b"/>
              <a:pathLst>
                <a:path w="875030" h="234950">
                  <a:moveTo>
                    <a:pt x="874776" y="9144"/>
                  </a:moveTo>
                  <a:lnTo>
                    <a:pt x="864108" y="9144"/>
                  </a:lnTo>
                  <a:lnTo>
                    <a:pt x="864108" y="0"/>
                  </a:lnTo>
                  <a:lnTo>
                    <a:pt x="0" y="0"/>
                  </a:lnTo>
                  <a:lnTo>
                    <a:pt x="0" y="19812"/>
                  </a:lnTo>
                  <a:lnTo>
                    <a:pt x="854964" y="19812"/>
                  </a:lnTo>
                  <a:lnTo>
                    <a:pt x="854964" y="234696"/>
                  </a:lnTo>
                  <a:lnTo>
                    <a:pt x="874776" y="234696"/>
                  </a:lnTo>
                  <a:lnTo>
                    <a:pt x="874776" y="9144"/>
                  </a:lnTo>
                  <a:close/>
                </a:path>
              </a:pathLst>
            </a:custGeom>
            <a:solidFill>
              <a:srgbClr val="C00000"/>
            </a:solidFill>
          </p:spPr>
          <p:txBody>
            <a:bodyPr wrap="square" lIns="0" tIns="0" rIns="0" bIns="0" rtlCol="0"/>
            <a:lstStyle/>
            <a:p>
              <a:endParaRPr/>
            </a:p>
          </p:txBody>
        </p:sp>
        <p:sp>
          <p:nvSpPr>
            <p:cNvPr id="65" name="object 65"/>
            <p:cNvSpPr/>
            <p:nvPr/>
          </p:nvSpPr>
          <p:spPr>
            <a:xfrm>
              <a:off x="841248" y="6134100"/>
              <a:ext cx="425450" cy="12700"/>
            </a:xfrm>
            <a:custGeom>
              <a:avLst/>
              <a:gdLst/>
              <a:ahLst/>
              <a:cxnLst/>
              <a:rect l="l" t="t" r="r" b="b"/>
              <a:pathLst>
                <a:path w="425450" h="12700">
                  <a:moveTo>
                    <a:pt x="0" y="0"/>
                  </a:moveTo>
                  <a:lnTo>
                    <a:pt x="425195" y="0"/>
                  </a:lnTo>
                  <a:lnTo>
                    <a:pt x="425195" y="12192"/>
                  </a:lnTo>
                  <a:lnTo>
                    <a:pt x="0" y="12192"/>
                  </a:lnTo>
                  <a:lnTo>
                    <a:pt x="0" y="0"/>
                  </a:lnTo>
                  <a:close/>
                </a:path>
              </a:pathLst>
            </a:custGeom>
            <a:solidFill>
              <a:srgbClr val="000000"/>
            </a:solidFill>
          </p:spPr>
          <p:txBody>
            <a:bodyPr wrap="square" lIns="0" tIns="0" rIns="0" bIns="0" rtlCol="0"/>
            <a:lstStyle/>
            <a:p>
              <a:endParaRPr/>
            </a:p>
          </p:txBody>
        </p:sp>
        <p:sp>
          <p:nvSpPr>
            <p:cNvPr id="66" name="object 66"/>
            <p:cNvSpPr/>
            <p:nvPr/>
          </p:nvSpPr>
          <p:spPr>
            <a:xfrm>
              <a:off x="841247" y="5361432"/>
              <a:ext cx="0" cy="772795"/>
            </a:xfrm>
            <a:custGeom>
              <a:avLst/>
              <a:gdLst/>
              <a:ahLst/>
              <a:cxnLst/>
              <a:rect l="l" t="t" r="r" b="b"/>
              <a:pathLst>
                <a:path h="772795">
                  <a:moveTo>
                    <a:pt x="0" y="772667"/>
                  </a:moveTo>
                  <a:lnTo>
                    <a:pt x="0" y="0"/>
                  </a:lnTo>
                </a:path>
              </a:pathLst>
            </a:custGeom>
            <a:ln w="12191">
              <a:solidFill>
                <a:srgbClr val="000000"/>
              </a:solidFill>
            </a:ln>
          </p:spPr>
          <p:txBody>
            <a:bodyPr wrap="square" lIns="0" tIns="0" rIns="0" bIns="0" rtlCol="0"/>
            <a:lstStyle/>
            <a:p>
              <a:endParaRPr/>
            </a:p>
          </p:txBody>
        </p:sp>
        <p:sp>
          <p:nvSpPr>
            <p:cNvPr id="67" name="object 67"/>
            <p:cNvSpPr/>
            <p:nvPr/>
          </p:nvSpPr>
          <p:spPr>
            <a:xfrm>
              <a:off x="772667" y="5361432"/>
              <a:ext cx="137160" cy="0"/>
            </a:xfrm>
            <a:custGeom>
              <a:avLst/>
              <a:gdLst/>
              <a:ahLst/>
              <a:cxnLst/>
              <a:rect l="l" t="t" r="r" b="b"/>
              <a:pathLst>
                <a:path w="137159">
                  <a:moveTo>
                    <a:pt x="0" y="0"/>
                  </a:moveTo>
                  <a:lnTo>
                    <a:pt x="137159" y="0"/>
                  </a:lnTo>
                </a:path>
              </a:pathLst>
            </a:custGeom>
            <a:ln w="21335">
              <a:solidFill>
                <a:srgbClr val="000000"/>
              </a:solidFill>
            </a:ln>
          </p:spPr>
          <p:txBody>
            <a:bodyPr wrap="square" lIns="0" tIns="0" rIns="0" bIns="0" rtlCol="0"/>
            <a:lstStyle/>
            <a:p>
              <a:endParaRPr/>
            </a:p>
          </p:txBody>
        </p:sp>
        <p:sp>
          <p:nvSpPr>
            <p:cNvPr id="68" name="object 68"/>
            <p:cNvSpPr/>
            <p:nvPr/>
          </p:nvSpPr>
          <p:spPr>
            <a:xfrm>
              <a:off x="1257300" y="5469636"/>
              <a:ext cx="887094" cy="660400"/>
            </a:xfrm>
            <a:custGeom>
              <a:avLst/>
              <a:gdLst/>
              <a:ahLst/>
              <a:cxnLst/>
              <a:rect l="l" t="t" r="r" b="b"/>
              <a:pathLst>
                <a:path w="887094" h="660400">
                  <a:moveTo>
                    <a:pt x="886968" y="10668"/>
                  </a:moveTo>
                  <a:lnTo>
                    <a:pt x="873252" y="10668"/>
                  </a:lnTo>
                  <a:lnTo>
                    <a:pt x="873252" y="0"/>
                  </a:lnTo>
                  <a:lnTo>
                    <a:pt x="6096" y="0"/>
                  </a:lnTo>
                  <a:lnTo>
                    <a:pt x="6096" y="10668"/>
                  </a:lnTo>
                  <a:lnTo>
                    <a:pt x="0" y="10668"/>
                  </a:lnTo>
                  <a:lnTo>
                    <a:pt x="0" y="659892"/>
                  </a:lnTo>
                  <a:lnTo>
                    <a:pt x="19812" y="659892"/>
                  </a:lnTo>
                  <a:lnTo>
                    <a:pt x="19812" y="19812"/>
                  </a:lnTo>
                  <a:lnTo>
                    <a:pt x="867156" y="19812"/>
                  </a:lnTo>
                  <a:lnTo>
                    <a:pt x="867156" y="202692"/>
                  </a:lnTo>
                  <a:lnTo>
                    <a:pt x="886968" y="202692"/>
                  </a:lnTo>
                  <a:lnTo>
                    <a:pt x="886968" y="10668"/>
                  </a:lnTo>
                  <a:close/>
                </a:path>
              </a:pathLst>
            </a:custGeom>
            <a:solidFill>
              <a:srgbClr val="C00000"/>
            </a:solidFill>
          </p:spPr>
          <p:txBody>
            <a:bodyPr wrap="square" lIns="0" tIns="0" rIns="0" bIns="0" rtlCol="0"/>
            <a:lstStyle/>
            <a:p>
              <a:endParaRPr/>
            </a:p>
          </p:txBody>
        </p:sp>
      </p:grpSp>
      <p:sp>
        <p:nvSpPr>
          <p:cNvPr id="69" name="object 69"/>
          <p:cNvSpPr txBox="1"/>
          <p:nvPr/>
        </p:nvSpPr>
        <p:spPr>
          <a:xfrm>
            <a:off x="3003384" y="5159755"/>
            <a:ext cx="140970"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rlito"/>
                <a:cs typeface="Carlito"/>
              </a:rPr>
              <a:t>N</a:t>
            </a:r>
            <a:endParaRPr sz="1400">
              <a:latin typeface="Carlito"/>
              <a:cs typeface="Carlito"/>
            </a:endParaRPr>
          </a:p>
        </p:txBody>
      </p:sp>
      <p:sp>
        <p:nvSpPr>
          <p:cNvPr id="70" name="object 70"/>
          <p:cNvSpPr txBox="1"/>
          <p:nvPr/>
        </p:nvSpPr>
        <p:spPr>
          <a:xfrm>
            <a:off x="381000" y="3810000"/>
            <a:ext cx="291084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rlito"/>
                <a:cs typeface="Carlito"/>
              </a:rPr>
              <a:t>Connection during </a:t>
            </a:r>
            <a:r>
              <a:rPr sz="1800" spc="-15" dirty="0">
                <a:solidFill>
                  <a:srgbClr val="C00000"/>
                </a:solidFill>
                <a:latin typeface="Carlito"/>
                <a:cs typeface="Carlito"/>
              </a:rPr>
              <a:t>first</a:t>
            </a:r>
            <a:r>
              <a:rPr sz="1800" dirty="0">
                <a:solidFill>
                  <a:srgbClr val="C00000"/>
                </a:solidFill>
                <a:latin typeface="Carlito"/>
                <a:cs typeface="Carlito"/>
              </a:rPr>
              <a:t> </a:t>
            </a:r>
            <a:r>
              <a:rPr sz="1800" spc="-10" dirty="0">
                <a:latin typeface="Carlito"/>
                <a:cs typeface="Carlito"/>
              </a:rPr>
              <a:t>interval</a:t>
            </a:r>
            <a:endParaRPr sz="1800">
              <a:latin typeface="Carlito"/>
              <a:cs typeface="Carlito"/>
            </a:endParaRPr>
          </a:p>
        </p:txBody>
      </p:sp>
      <p:grpSp>
        <p:nvGrpSpPr>
          <p:cNvPr id="71" name="object 71"/>
          <p:cNvGrpSpPr/>
          <p:nvPr/>
        </p:nvGrpSpPr>
        <p:grpSpPr>
          <a:xfrm>
            <a:off x="4824984" y="546226"/>
            <a:ext cx="3543300" cy="5490210"/>
            <a:chOff x="4824984" y="546226"/>
            <a:chExt cx="3543300" cy="5490210"/>
          </a:xfrm>
        </p:grpSpPr>
        <p:sp>
          <p:nvSpPr>
            <p:cNvPr id="72" name="object 72"/>
            <p:cNvSpPr/>
            <p:nvPr/>
          </p:nvSpPr>
          <p:spPr>
            <a:xfrm>
              <a:off x="5274564" y="4076699"/>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73" name="object 73"/>
            <p:cNvSpPr/>
            <p:nvPr/>
          </p:nvSpPr>
          <p:spPr>
            <a:xfrm>
              <a:off x="5702808" y="736091"/>
              <a:ext cx="2184400" cy="4994275"/>
            </a:xfrm>
            <a:custGeom>
              <a:avLst/>
              <a:gdLst/>
              <a:ahLst/>
              <a:cxnLst/>
              <a:rect l="l" t="t" r="r" b="b"/>
              <a:pathLst>
                <a:path w="2184400" h="4994275">
                  <a:moveTo>
                    <a:pt x="13716" y="4610100"/>
                  </a:moveTo>
                  <a:lnTo>
                    <a:pt x="10668" y="4607052"/>
                  </a:lnTo>
                  <a:lnTo>
                    <a:pt x="3048" y="4607052"/>
                  </a:lnTo>
                  <a:lnTo>
                    <a:pt x="0" y="4610100"/>
                  </a:lnTo>
                  <a:lnTo>
                    <a:pt x="0" y="4619244"/>
                  </a:lnTo>
                  <a:lnTo>
                    <a:pt x="3048" y="4622292"/>
                  </a:lnTo>
                  <a:lnTo>
                    <a:pt x="10668" y="4622292"/>
                  </a:lnTo>
                  <a:lnTo>
                    <a:pt x="13716" y="4619244"/>
                  </a:lnTo>
                  <a:lnTo>
                    <a:pt x="13716" y="4610100"/>
                  </a:lnTo>
                  <a:close/>
                </a:path>
                <a:path w="2184400" h="4994275">
                  <a:moveTo>
                    <a:pt x="13716" y="4527804"/>
                  </a:moveTo>
                  <a:lnTo>
                    <a:pt x="10668" y="4524756"/>
                  </a:lnTo>
                  <a:lnTo>
                    <a:pt x="3048" y="4524756"/>
                  </a:lnTo>
                  <a:lnTo>
                    <a:pt x="0" y="4527804"/>
                  </a:lnTo>
                  <a:lnTo>
                    <a:pt x="0" y="4576572"/>
                  </a:lnTo>
                  <a:lnTo>
                    <a:pt x="3048" y="4579620"/>
                  </a:lnTo>
                  <a:lnTo>
                    <a:pt x="10668" y="4579620"/>
                  </a:lnTo>
                  <a:lnTo>
                    <a:pt x="13716" y="4576572"/>
                  </a:lnTo>
                  <a:lnTo>
                    <a:pt x="13716" y="4527804"/>
                  </a:lnTo>
                  <a:close/>
                </a:path>
                <a:path w="2184400" h="4994275">
                  <a:moveTo>
                    <a:pt x="13716" y="4443984"/>
                  </a:moveTo>
                  <a:lnTo>
                    <a:pt x="10668" y="4440936"/>
                  </a:lnTo>
                  <a:lnTo>
                    <a:pt x="3048" y="4440936"/>
                  </a:lnTo>
                  <a:lnTo>
                    <a:pt x="0" y="4443984"/>
                  </a:lnTo>
                  <a:lnTo>
                    <a:pt x="0" y="4494276"/>
                  </a:lnTo>
                  <a:lnTo>
                    <a:pt x="3048" y="4497324"/>
                  </a:lnTo>
                  <a:lnTo>
                    <a:pt x="10668" y="4497324"/>
                  </a:lnTo>
                  <a:lnTo>
                    <a:pt x="13716" y="4494276"/>
                  </a:lnTo>
                  <a:lnTo>
                    <a:pt x="13716" y="4443984"/>
                  </a:lnTo>
                  <a:close/>
                </a:path>
                <a:path w="2184400" h="4994275">
                  <a:moveTo>
                    <a:pt x="13716" y="4361688"/>
                  </a:moveTo>
                  <a:lnTo>
                    <a:pt x="10668" y="4358640"/>
                  </a:lnTo>
                  <a:lnTo>
                    <a:pt x="3048" y="4358640"/>
                  </a:lnTo>
                  <a:lnTo>
                    <a:pt x="0" y="4361688"/>
                  </a:lnTo>
                  <a:lnTo>
                    <a:pt x="0" y="4410456"/>
                  </a:lnTo>
                  <a:lnTo>
                    <a:pt x="3048" y="4413504"/>
                  </a:lnTo>
                  <a:lnTo>
                    <a:pt x="10668" y="4413504"/>
                  </a:lnTo>
                  <a:lnTo>
                    <a:pt x="13716" y="4410456"/>
                  </a:lnTo>
                  <a:lnTo>
                    <a:pt x="13716" y="4361688"/>
                  </a:lnTo>
                  <a:close/>
                </a:path>
                <a:path w="2184400" h="4994275">
                  <a:moveTo>
                    <a:pt x="13716" y="4279392"/>
                  </a:moveTo>
                  <a:lnTo>
                    <a:pt x="10668" y="4276344"/>
                  </a:lnTo>
                  <a:lnTo>
                    <a:pt x="3048" y="4276344"/>
                  </a:lnTo>
                  <a:lnTo>
                    <a:pt x="0" y="4279392"/>
                  </a:lnTo>
                  <a:lnTo>
                    <a:pt x="0" y="4328160"/>
                  </a:lnTo>
                  <a:lnTo>
                    <a:pt x="3048" y="4331208"/>
                  </a:lnTo>
                  <a:lnTo>
                    <a:pt x="10668" y="4331208"/>
                  </a:lnTo>
                  <a:lnTo>
                    <a:pt x="13716" y="4328160"/>
                  </a:lnTo>
                  <a:lnTo>
                    <a:pt x="13716" y="4279392"/>
                  </a:lnTo>
                  <a:close/>
                </a:path>
                <a:path w="2184400" h="4994275">
                  <a:moveTo>
                    <a:pt x="13716" y="4195572"/>
                  </a:moveTo>
                  <a:lnTo>
                    <a:pt x="10668" y="4192524"/>
                  </a:lnTo>
                  <a:lnTo>
                    <a:pt x="3048" y="4192524"/>
                  </a:lnTo>
                  <a:lnTo>
                    <a:pt x="0" y="4195572"/>
                  </a:lnTo>
                  <a:lnTo>
                    <a:pt x="0" y="4245864"/>
                  </a:lnTo>
                  <a:lnTo>
                    <a:pt x="3048" y="4248912"/>
                  </a:lnTo>
                  <a:lnTo>
                    <a:pt x="10668" y="4248912"/>
                  </a:lnTo>
                  <a:lnTo>
                    <a:pt x="13716" y="4245864"/>
                  </a:lnTo>
                  <a:lnTo>
                    <a:pt x="13716" y="4195572"/>
                  </a:lnTo>
                  <a:close/>
                </a:path>
                <a:path w="2184400" h="4994275">
                  <a:moveTo>
                    <a:pt x="13716" y="4113276"/>
                  </a:moveTo>
                  <a:lnTo>
                    <a:pt x="10668" y="4110228"/>
                  </a:lnTo>
                  <a:lnTo>
                    <a:pt x="3048" y="4110228"/>
                  </a:lnTo>
                  <a:lnTo>
                    <a:pt x="0" y="4113276"/>
                  </a:lnTo>
                  <a:lnTo>
                    <a:pt x="0" y="4162044"/>
                  </a:lnTo>
                  <a:lnTo>
                    <a:pt x="3048" y="4165092"/>
                  </a:lnTo>
                  <a:lnTo>
                    <a:pt x="10668" y="4165092"/>
                  </a:lnTo>
                  <a:lnTo>
                    <a:pt x="13716" y="4162044"/>
                  </a:lnTo>
                  <a:lnTo>
                    <a:pt x="13716" y="4113276"/>
                  </a:lnTo>
                  <a:close/>
                </a:path>
                <a:path w="2184400" h="4994275">
                  <a:moveTo>
                    <a:pt x="13716" y="4030980"/>
                  </a:moveTo>
                  <a:lnTo>
                    <a:pt x="10668" y="4027932"/>
                  </a:lnTo>
                  <a:lnTo>
                    <a:pt x="3048" y="4027932"/>
                  </a:lnTo>
                  <a:lnTo>
                    <a:pt x="0" y="4030980"/>
                  </a:lnTo>
                  <a:lnTo>
                    <a:pt x="0" y="4079748"/>
                  </a:lnTo>
                  <a:lnTo>
                    <a:pt x="3048" y="4082796"/>
                  </a:lnTo>
                  <a:lnTo>
                    <a:pt x="10668" y="4082796"/>
                  </a:lnTo>
                  <a:lnTo>
                    <a:pt x="13716" y="4079748"/>
                  </a:lnTo>
                  <a:lnTo>
                    <a:pt x="13716" y="4030980"/>
                  </a:lnTo>
                  <a:close/>
                </a:path>
                <a:path w="2184400" h="4994275">
                  <a:moveTo>
                    <a:pt x="13716" y="3947160"/>
                  </a:moveTo>
                  <a:lnTo>
                    <a:pt x="10668" y="3944112"/>
                  </a:lnTo>
                  <a:lnTo>
                    <a:pt x="3048" y="3944112"/>
                  </a:lnTo>
                  <a:lnTo>
                    <a:pt x="0" y="3947160"/>
                  </a:lnTo>
                  <a:lnTo>
                    <a:pt x="0" y="3997452"/>
                  </a:lnTo>
                  <a:lnTo>
                    <a:pt x="3048" y="4000500"/>
                  </a:lnTo>
                  <a:lnTo>
                    <a:pt x="10668" y="4000500"/>
                  </a:lnTo>
                  <a:lnTo>
                    <a:pt x="13716" y="3997452"/>
                  </a:lnTo>
                  <a:lnTo>
                    <a:pt x="13716" y="3947160"/>
                  </a:lnTo>
                  <a:close/>
                </a:path>
                <a:path w="2184400" h="4994275">
                  <a:moveTo>
                    <a:pt x="13716" y="3864864"/>
                  </a:moveTo>
                  <a:lnTo>
                    <a:pt x="10668" y="3861816"/>
                  </a:lnTo>
                  <a:lnTo>
                    <a:pt x="3048" y="3861816"/>
                  </a:lnTo>
                  <a:lnTo>
                    <a:pt x="0" y="3864864"/>
                  </a:lnTo>
                  <a:lnTo>
                    <a:pt x="0" y="3913632"/>
                  </a:lnTo>
                  <a:lnTo>
                    <a:pt x="3048" y="3916680"/>
                  </a:lnTo>
                  <a:lnTo>
                    <a:pt x="10668" y="3916680"/>
                  </a:lnTo>
                  <a:lnTo>
                    <a:pt x="13716" y="3913632"/>
                  </a:lnTo>
                  <a:lnTo>
                    <a:pt x="13716" y="3864864"/>
                  </a:lnTo>
                  <a:close/>
                </a:path>
                <a:path w="2184400" h="4994275">
                  <a:moveTo>
                    <a:pt x="13716" y="3782568"/>
                  </a:moveTo>
                  <a:lnTo>
                    <a:pt x="10668" y="3779520"/>
                  </a:lnTo>
                  <a:lnTo>
                    <a:pt x="3048" y="3779520"/>
                  </a:lnTo>
                  <a:lnTo>
                    <a:pt x="0" y="3782568"/>
                  </a:lnTo>
                  <a:lnTo>
                    <a:pt x="0" y="3831336"/>
                  </a:lnTo>
                  <a:lnTo>
                    <a:pt x="3048" y="3834384"/>
                  </a:lnTo>
                  <a:lnTo>
                    <a:pt x="10668" y="3834384"/>
                  </a:lnTo>
                  <a:lnTo>
                    <a:pt x="13716" y="3831336"/>
                  </a:lnTo>
                  <a:lnTo>
                    <a:pt x="13716" y="3782568"/>
                  </a:lnTo>
                  <a:close/>
                </a:path>
                <a:path w="2184400" h="4994275">
                  <a:moveTo>
                    <a:pt x="13716" y="3698748"/>
                  </a:moveTo>
                  <a:lnTo>
                    <a:pt x="10668" y="3695700"/>
                  </a:lnTo>
                  <a:lnTo>
                    <a:pt x="3048" y="3695700"/>
                  </a:lnTo>
                  <a:lnTo>
                    <a:pt x="0" y="3698748"/>
                  </a:lnTo>
                  <a:lnTo>
                    <a:pt x="0" y="3749040"/>
                  </a:lnTo>
                  <a:lnTo>
                    <a:pt x="3048" y="3752088"/>
                  </a:lnTo>
                  <a:lnTo>
                    <a:pt x="10668" y="3752088"/>
                  </a:lnTo>
                  <a:lnTo>
                    <a:pt x="13716" y="3749040"/>
                  </a:lnTo>
                  <a:lnTo>
                    <a:pt x="13716" y="3698748"/>
                  </a:lnTo>
                  <a:close/>
                </a:path>
                <a:path w="2184400" h="4994275">
                  <a:moveTo>
                    <a:pt x="13716" y="3616452"/>
                  </a:moveTo>
                  <a:lnTo>
                    <a:pt x="10668" y="3613404"/>
                  </a:lnTo>
                  <a:lnTo>
                    <a:pt x="3048" y="3613404"/>
                  </a:lnTo>
                  <a:lnTo>
                    <a:pt x="0" y="3616452"/>
                  </a:lnTo>
                  <a:lnTo>
                    <a:pt x="0" y="3665220"/>
                  </a:lnTo>
                  <a:lnTo>
                    <a:pt x="3048" y="3668268"/>
                  </a:lnTo>
                  <a:lnTo>
                    <a:pt x="10668" y="3668268"/>
                  </a:lnTo>
                  <a:lnTo>
                    <a:pt x="13716" y="3665220"/>
                  </a:lnTo>
                  <a:lnTo>
                    <a:pt x="13716" y="3616452"/>
                  </a:lnTo>
                  <a:close/>
                </a:path>
                <a:path w="2184400" h="4994275">
                  <a:moveTo>
                    <a:pt x="13716" y="3534156"/>
                  </a:moveTo>
                  <a:lnTo>
                    <a:pt x="10668" y="3531108"/>
                  </a:lnTo>
                  <a:lnTo>
                    <a:pt x="3048" y="3531108"/>
                  </a:lnTo>
                  <a:lnTo>
                    <a:pt x="0" y="3534156"/>
                  </a:lnTo>
                  <a:lnTo>
                    <a:pt x="0" y="3582924"/>
                  </a:lnTo>
                  <a:lnTo>
                    <a:pt x="3048" y="3585972"/>
                  </a:lnTo>
                  <a:lnTo>
                    <a:pt x="10668" y="3585972"/>
                  </a:lnTo>
                  <a:lnTo>
                    <a:pt x="13716" y="3582924"/>
                  </a:lnTo>
                  <a:lnTo>
                    <a:pt x="13716" y="3534156"/>
                  </a:lnTo>
                  <a:close/>
                </a:path>
                <a:path w="2184400" h="4994275">
                  <a:moveTo>
                    <a:pt x="13716" y="3450336"/>
                  </a:moveTo>
                  <a:lnTo>
                    <a:pt x="10668" y="3447288"/>
                  </a:lnTo>
                  <a:lnTo>
                    <a:pt x="3048" y="3447288"/>
                  </a:lnTo>
                  <a:lnTo>
                    <a:pt x="0" y="3450336"/>
                  </a:lnTo>
                  <a:lnTo>
                    <a:pt x="0" y="3500628"/>
                  </a:lnTo>
                  <a:lnTo>
                    <a:pt x="3048" y="3503676"/>
                  </a:lnTo>
                  <a:lnTo>
                    <a:pt x="10668" y="3503676"/>
                  </a:lnTo>
                  <a:lnTo>
                    <a:pt x="13716" y="3500628"/>
                  </a:lnTo>
                  <a:lnTo>
                    <a:pt x="13716" y="3450336"/>
                  </a:lnTo>
                  <a:close/>
                </a:path>
                <a:path w="2184400" h="4994275">
                  <a:moveTo>
                    <a:pt x="13716" y="3368040"/>
                  </a:moveTo>
                  <a:lnTo>
                    <a:pt x="10668" y="3364992"/>
                  </a:lnTo>
                  <a:lnTo>
                    <a:pt x="3048" y="3364992"/>
                  </a:lnTo>
                  <a:lnTo>
                    <a:pt x="0" y="3368040"/>
                  </a:lnTo>
                  <a:lnTo>
                    <a:pt x="0" y="3416808"/>
                  </a:lnTo>
                  <a:lnTo>
                    <a:pt x="3048" y="3419856"/>
                  </a:lnTo>
                  <a:lnTo>
                    <a:pt x="10668" y="3419856"/>
                  </a:lnTo>
                  <a:lnTo>
                    <a:pt x="13716" y="3416808"/>
                  </a:lnTo>
                  <a:lnTo>
                    <a:pt x="13716" y="3368040"/>
                  </a:lnTo>
                  <a:close/>
                </a:path>
                <a:path w="2184400" h="4994275">
                  <a:moveTo>
                    <a:pt x="13716" y="3285744"/>
                  </a:moveTo>
                  <a:lnTo>
                    <a:pt x="10668" y="3282696"/>
                  </a:lnTo>
                  <a:lnTo>
                    <a:pt x="3048" y="3282696"/>
                  </a:lnTo>
                  <a:lnTo>
                    <a:pt x="0" y="3285744"/>
                  </a:lnTo>
                  <a:lnTo>
                    <a:pt x="0" y="3334512"/>
                  </a:lnTo>
                  <a:lnTo>
                    <a:pt x="3048" y="3337560"/>
                  </a:lnTo>
                  <a:lnTo>
                    <a:pt x="10668" y="3337560"/>
                  </a:lnTo>
                  <a:lnTo>
                    <a:pt x="13716" y="3334512"/>
                  </a:lnTo>
                  <a:lnTo>
                    <a:pt x="13716" y="3285744"/>
                  </a:lnTo>
                  <a:close/>
                </a:path>
                <a:path w="2184400" h="4994275">
                  <a:moveTo>
                    <a:pt x="13716" y="3201924"/>
                  </a:moveTo>
                  <a:lnTo>
                    <a:pt x="10668" y="3198876"/>
                  </a:lnTo>
                  <a:lnTo>
                    <a:pt x="3048" y="3198876"/>
                  </a:lnTo>
                  <a:lnTo>
                    <a:pt x="0" y="3201924"/>
                  </a:lnTo>
                  <a:lnTo>
                    <a:pt x="0" y="3252216"/>
                  </a:lnTo>
                  <a:lnTo>
                    <a:pt x="3048" y="3255264"/>
                  </a:lnTo>
                  <a:lnTo>
                    <a:pt x="10668" y="3255264"/>
                  </a:lnTo>
                  <a:lnTo>
                    <a:pt x="13716" y="3252216"/>
                  </a:lnTo>
                  <a:lnTo>
                    <a:pt x="13716" y="3201924"/>
                  </a:lnTo>
                  <a:close/>
                </a:path>
                <a:path w="2184400" h="4994275">
                  <a:moveTo>
                    <a:pt x="13716" y="3119628"/>
                  </a:moveTo>
                  <a:lnTo>
                    <a:pt x="10668" y="3116580"/>
                  </a:lnTo>
                  <a:lnTo>
                    <a:pt x="3048" y="3116580"/>
                  </a:lnTo>
                  <a:lnTo>
                    <a:pt x="0" y="3119628"/>
                  </a:lnTo>
                  <a:lnTo>
                    <a:pt x="0" y="3168396"/>
                  </a:lnTo>
                  <a:lnTo>
                    <a:pt x="3048" y="3171444"/>
                  </a:lnTo>
                  <a:lnTo>
                    <a:pt x="10668" y="3171444"/>
                  </a:lnTo>
                  <a:lnTo>
                    <a:pt x="13716" y="3168396"/>
                  </a:lnTo>
                  <a:lnTo>
                    <a:pt x="13716" y="3119628"/>
                  </a:lnTo>
                  <a:close/>
                </a:path>
                <a:path w="2184400" h="4994275">
                  <a:moveTo>
                    <a:pt x="13716" y="3037332"/>
                  </a:moveTo>
                  <a:lnTo>
                    <a:pt x="10668" y="3034284"/>
                  </a:lnTo>
                  <a:lnTo>
                    <a:pt x="3048" y="3034284"/>
                  </a:lnTo>
                  <a:lnTo>
                    <a:pt x="0" y="3037332"/>
                  </a:lnTo>
                  <a:lnTo>
                    <a:pt x="0" y="3086100"/>
                  </a:lnTo>
                  <a:lnTo>
                    <a:pt x="3048" y="3089148"/>
                  </a:lnTo>
                  <a:lnTo>
                    <a:pt x="10668" y="3089148"/>
                  </a:lnTo>
                  <a:lnTo>
                    <a:pt x="13716" y="3086100"/>
                  </a:lnTo>
                  <a:lnTo>
                    <a:pt x="13716" y="3037332"/>
                  </a:lnTo>
                  <a:close/>
                </a:path>
                <a:path w="2184400" h="4994275">
                  <a:moveTo>
                    <a:pt x="13716" y="2953512"/>
                  </a:moveTo>
                  <a:lnTo>
                    <a:pt x="10668" y="2950464"/>
                  </a:lnTo>
                  <a:lnTo>
                    <a:pt x="3048" y="2950464"/>
                  </a:lnTo>
                  <a:lnTo>
                    <a:pt x="0" y="2953512"/>
                  </a:lnTo>
                  <a:lnTo>
                    <a:pt x="0" y="3003804"/>
                  </a:lnTo>
                  <a:lnTo>
                    <a:pt x="3048" y="3006852"/>
                  </a:lnTo>
                  <a:lnTo>
                    <a:pt x="10668" y="3006852"/>
                  </a:lnTo>
                  <a:lnTo>
                    <a:pt x="13716" y="3003804"/>
                  </a:lnTo>
                  <a:lnTo>
                    <a:pt x="13716" y="2953512"/>
                  </a:lnTo>
                  <a:close/>
                </a:path>
                <a:path w="2184400" h="4994275">
                  <a:moveTo>
                    <a:pt x="13716" y="2871216"/>
                  </a:moveTo>
                  <a:lnTo>
                    <a:pt x="10668" y="2868168"/>
                  </a:lnTo>
                  <a:lnTo>
                    <a:pt x="3048" y="2868168"/>
                  </a:lnTo>
                  <a:lnTo>
                    <a:pt x="0" y="2871216"/>
                  </a:lnTo>
                  <a:lnTo>
                    <a:pt x="0" y="2919984"/>
                  </a:lnTo>
                  <a:lnTo>
                    <a:pt x="3048" y="2923032"/>
                  </a:lnTo>
                  <a:lnTo>
                    <a:pt x="10668" y="2923032"/>
                  </a:lnTo>
                  <a:lnTo>
                    <a:pt x="13716" y="2919984"/>
                  </a:lnTo>
                  <a:lnTo>
                    <a:pt x="13716" y="2871216"/>
                  </a:lnTo>
                  <a:close/>
                </a:path>
                <a:path w="2184400" h="4994275">
                  <a:moveTo>
                    <a:pt x="13716" y="2788920"/>
                  </a:moveTo>
                  <a:lnTo>
                    <a:pt x="10668" y="2785872"/>
                  </a:lnTo>
                  <a:lnTo>
                    <a:pt x="3048" y="2785872"/>
                  </a:lnTo>
                  <a:lnTo>
                    <a:pt x="0" y="2788920"/>
                  </a:lnTo>
                  <a:lnTo>
                    <a:pt x="0" y="2837688"/>
                  </a:lnTo>
                  <a:lnTo>
                    <a:pt x="3048" y="2840736"/>
                  </a:lnTo>
                  <a:lnTo>
                    <a:pt x="10668" y="2840736"/>
                  </a:lnTo>
                  <a:lnTo>
                    <a:pt x="13716" y="2837688"/>
                  </a:lnTo>
                  <a:lnTo>
                    <a:pt x="13716" y="2788920"/>
                  </a:lnTo>
                  <a:close/>
                </a:path>
                <a:path w="2184400" h="4994275">
                  <a:moveTo>
                    <a:pt x="13716" y="2705100"/>
                  </a:moveTo>
                  <a:lnTo>
                    <a:pt x="10668" y="2702052"/>
                  </a:lnTo>
                  <a:lnTo>
                    <a:pt x="3048" y="2702052"/>
                  </a:lnTo>
                  <a:lnTo>
                    <a:pt x="0" y="2705100"/>
                  </a:lnTo>
                  <a:lnTo>
                    <a:pt x="0" y="2755392"/>
                  </a:lnTo>
                  <a:lnTo>
                    <a:pt x="3048" y="2758440"/>
                  </a:lnTo>
                  <a:lnTo>
                    <a:pt x="10668" y="2758440"/>
                  </a:lnTo>
                  <a:lnTo>
                    <a:pt x="13716" y="2755392"/>
                  </a:lnTo>
                  <a:lnTo>
                    <a:pt x="13716" y="2705100"/>
                  </a:lnTo>
                  <a:close/>
                </a:path>
                <a:path w="2184400" h="4994275">
                  <a:moveTo>
                    <a:pt x="13716" y="2622804"/>
                  </a:moveTo>
                  <a:lnTo>
                    <a:pt x="10668" y="2619756"/>
                  </a:lnTo>
                  <a:lnTo>
                    <a:pt x="3048" y="2619756"/>
                  </a:lnTo>
                  <a:lnTo>
                    <a:pt x="0" y="2622804"/>
                  </a:lnTo>
                  <a:lnTo>
                    <a:pt x="0" y="2671572"/>
                  </a:lnTo>
                  <a:lnTo>
                    <a:pt x="3048" y="2674620"/>
                  </a:lnTo>
                  <a:lnTo>
                    <a:pt x="10668" y="2674620"/>
                  </a:lnTo>
                  <a:lnTo>
                    <a:pt x="13716" y="2671572"/>
                  </a:lnTo>
                  <a:lnTo>
                    <a:pt x="13716" y="2622804"/>
                  </a:lnTo>
                  <a:close/>
                </a:path>
                <a:path w="2184400" h="4994275">
                  <a:moveTo>
                    <a:pt x="13716" y="2540508"/>
                  </a:moveTo>
                  <a:lnTo>
                    <a:pt x="10668" y="2537460"/>
                  </a:lnTo>
                  <a:lnTo>
                    <a:pt x="3048" y="2537460"/>
                  </a:lnTo>
                  <a:lnTo>
                    <a:pt x="0" y="2540508"/>
                  </a:lnTo>
                  <a:lnTo>
                    <a:pt x="0" y="2589276"/>
                  </a:lnTo>
                  <a:lnTo>
                    <a:pt x="3048" y="2592324"/>
                  </a:lnTo>
                  <a:lnTo>
                    <a:pt x="10668" y="2592324"/>
                  </a:lnTo>
                  <a:lnTo>
                    <a:pt x="13716" y="2589276"/>
                  </a:lnTo>
                  <a:lnTo>
                    <a:pt x="13716" y="2540508"/>
                  </a:lnTo>
                  <a:close/>
                </a:path>
                <a:path w="2184400" h="4994275">
                  <a:moveTo>
                    <a:pt x="13716" y="2456688"/>
                  </a:moveTo>
                  <a:lnTo>
                    <a:pt x="10668" y="2453640"/>
                  </a:lnTo>
                  <a:lnTo>
                    <a:pt x="3048" y="2453640"/>
                  </a:lnTo>
                  <a:lnTo>
                    <a:pt x="0" y="2456688"/>
                  </a:lnTo>
                  <a:lnTo>
                    <a:pt x="0" y="2506980"/>
                  </a:lnTo>
                  <a:lnTo>
                    <a:pt x="3048" y="2510028"/>
                  </a:lnTo>
                  <a:lnTo>
                    <a:pt x="10668" y="2510028"/>
                  </a:lnTo>
                  <a:lnTo>
                    <a:pt x="13716" y="2506980"/>
                  </a:lnTo>
                  <a:lnTo>
                    <a:pt x="13716" y="2456688"/>
                  </a:lnTo>
                  <a:close/>
                </a:path>
                <a:path w="2184400" h="4994275">
                  <a:moveTo>
                    <a:pt x="13716" y="2374392"/>
                  </a:moveTo>
                  <a:lnTo>
                    <a:pt x="10668" y="2371344"/>
                  </a:lnTo>
                  <a:lnTo>
                    <a:pt x="3048" y="2371344"/>
                  </a:lnTo>
                  <a:lnTo>
                    <a:pt x="0" y="2374392"/>
                  </a:lnTo>
                  <a:lnTo>
                    <a:pt x="0" y="2423160"/>
                  </a:lnTo>
                  <a:lnTo>
                    <a:pt x="3048" y="2426208"/>
                  </a:lnTo>
                  <a:lnTo>
                    <a:pt x="10668" y="2426208"/>
                  </a:lnTo>
                  <a:lnTo>
                    <a:pt x="13716" y="2423160"/>
                  </a:lnTo>
                  <a:lnTo>
                    <a:pt x="13716" y="2374392"/>
                  </a:lnTo>
                  <a:close/>
                </a:path>
                <a:path w="2184400" h="4994275">
                  <a:moveTo>
                    <a:pt x="13716" y="2292096"/>
                  </a:moveTo>
                  <a:lnTo>
                    <a:pt x="10668" y="2289048"/>
                  </a:lnTo>
                  <a:lnTo>
                    <a:pt x="3048" y="2289048"/>
                  </a:lnTo>
                  <a:lnTo>
                    <a:pt x="0" y="2292096"/>
                  </a:lnTo>
                  <a:lnTo>
                    <a:pt x="0" y="2340864"/>
                  </a:lnTo>
                  <a:lnTo>
                    <a:pt x="3048" y="2343912"/>
                  </a:lnTo>
                  <a:lnTo>
                    <a:pt x="10668" y="2343912"/>
                  </a:lnTo>
                  <a:lnTo>
                    <a:pt x="13716" y="2340864"/>
                  </a:lnTo>
                  <a:lnTo>
                    <a:pt x="13716" y="2292096"/>
                  </a:lnTo>
                  <a:close/>
                </a:path>
                <a:path w="2184400" h="4994275">
                  <a:moveTo>
                    <a:pt x="13716" y="2209800"/>
                  </a:moveTo>
                  <a:lnTo>
                    <a:pt x="10668" y="2205228"/>
                  </a:lnTo>
                  <a:lnTo>
                    <a:pt x="3048" y="2205228"/>
                  </a:lnTo>
                  <a:lnTo>
                    <a:pt x="0" y="2209800"/>
                  </a:lnTo>
                  <a:lnTo>
                    <a:pt x="0" y="2258568"/>
                  </a:lnTo>
                  <a:lnTo>
                    <a:pt x="3048" y="2261616"/>
                  </a:lnTo>
                  <a:lnTo>
                    <a:pt x="10668" y="2261616"/>
                  </a:lnTo>
                  <a:lnTo>
                    <a:pt x="13716" y="2258568"/>
                  </a:lnTo>
                  <a:lnTo>
                    <a:pt x="13716" y="2209800"/>
                  </a:lnTo>
                  <a:close/>
                </a:path>
                <a:path w="2184400" h="4994275">
                  <a:moveTo>
                    <a:pt x="13716" y="2125980"/>
                  </a:moveTo>
                  <a:lnTo>
                    <a:pt x="10668" y="2122932"/>
                  </a:lnTo>
                  <a:lnTo>
                    <a:pt x="3048" y="2122932"/>
                  </a:lnTo>
                  <a:lnTo>
                    <a:pt x="0" y="2125980"/>
                  </a:lnTo>
                  <a:lnTo>
                    <a:pt x="0" y="2174748"/>
                  </a:lnTo>
                  <a:lnTo>
                    <a:pt x="3048" y="2177796"/>
                  </a:lnTo>
                  <a:lnTo>
                    <a:pt x="10668" y="2177796"/>
                  </a:lnTo>
                  <a:lnTo>
                    <a:pt x="13716" y="2174748"/>
                  </a:lnTo>
                  <a:lnTo>
                    <a:pt x="13716" y="2125980"/>
                  </a:lnTo>
                  <a:close/>
                </a:path>
                <a:path w="2184400" h="4994275">
                  <a:moveTo>
                    <a:pt x="13716" y="2043684"/>
                  </a:moveTo>
                  <a:lnTo>
                    <a:pt x="10668" y="2040636"/>
                  </a:lnTo>
                  <a:lnTo>
                    <a:pt x="3048" y="2040636"/>
                  </a:lnTo>
                  <a:lnTo>
                    <a:pt x="0" y="2043684"/>
                  </a:lnTo>
                  <a:lnTo>
                    <a:pt x="0" y="2092452"/>
                  </a:lnTo>
                  <a:lnTo>
                    <a:pt x="3048" y="2095500"/>
                  </a:lnTo>
                  <a:lnTo>
                    <a:pt x="10668" y="2095500"/>
                  </a:lnTo>
                  <a:lnTo>
                    <a:pt x="13716" y="2092452"/>
                  </a:lnTo>
                  <a:lnTo>
                    <a:pt x="13716" y="2043684"/>
                  </a:lnTo>
                  <a:close/>
                </a:path>
                <a:path w="2184400" h="4994275">
                  <a:moveTo>
                    <a:pt x="13716" y="1961388"/>
                  </a:moveTo>
                  <a:lnTo>
                    <a:pt x="10668" y="1956816"/>
                  </a:lnTo>
                  <a:lnTo>
                    <a:pt x="3048" y="1956816"/>
                  </a:lnTo>
                  <a:lnTo>
                    <a:pt x="0" y="1961388"/>
                  </a:lnTo>
                  <a:lnTo>
                    <a:pt x="0" y="2010156"/>
                  </a:lnTo>
                  <a:lnTo>
                    <a:pt x="3048" y="2013204"/>
                  </a:lnTo>
                  <a:lnTo>
                    <a:pt x="10668" y="2013204"/>
                  </a:lnTo>
                  <a:lnTo>
                    <a:pt x="13716" y="2010156"/>
                  </a:lnTo>
                  <a:lnTo>
                    <a:pt x="13716" y="1961388"/>
                  </a:lnTo>
                  <a:close/>
                </a:path>
                <a:path w="2184400" h="4994275">
                  <a:moveTo>
                    <a:pt x="13716" y="1877568"/>
                  </a:moveTo>
                  <a:lnTo>
                    <a:pt x="10668" y="1874520"/>
                  </a:lnTo>
                  <a:lnTo>
                    <a:pt x="3048" y="1874520"/>
                  </a:lnTo>
                  <a:lnTo>
                    <a:pt x="0" y="1877568"/>
                  </a:lnTo>
                  <a:lnTo>
                    <a:pt x="0" y="1926336"/>
                  </a:lnTo>
                  <a:lnTo>
                    <a:pt x="3048" y="1929384"/>
                  </a:lnTo>
                  <a:lnTo>
                    <a:pt x="10668" y="1929384"/>
                  </a:lnTo>
                  <a:lnTo>
                    <a:pt x="13716" y="1926336"/>
                  </a:lnTo>
                  <a:lnTo>
                    <a:pt x="13716" y="1877568"/>
                  </a:lnTo>
                  <a:close/>
                </a:path>
                <a:path w="2184400" h="4994275">
                  <a:moveTo>
                    <a:pt x="13716" y="1795272"/>
                  </a:moveTo>
                  <a:lnTo>
                    <a:pt x="10668" y="1792224"/>
                  </a:lnTo>
                  <a:lnTo>
                    <a:pt x="3048" y="1792224"/>
                  </a:lnTo>
                  <a:lnTo>
                    <a:pt x="0" y="1795272"/>
                  </a:lnTo>
                  <a:lnTo>
                    <a:pt x="0" y="1844040"/>
                  </a:lnTo>
                  <a:lnTo>
                    <a:pt x="3048" y="1847088"/>
                  </a:lnTo>
                  <a:lnTo>
                    <a:pt x="10668" y="1847088"/>
                  </a:lnTo>
                  <a:lnTo>
                    <a:pt x="13716" y="1844040"/>
                  </a:lnTo>
                  <a:lnTo>
                    <a:pt x="13716" y="1795272"/>
                  </a:lnTo>
                  <a:close/>
                </a:path>
                <a:path w="2184400" h="4994275">
                  <a:moveTo>
                    <a:pt x="13716" y="1712976"/>
                  </a:moveTo>
                  <a:lnTo>
                    <a:pt x="10668" y="1709928"/>
                  </a:lnTo>
                  <a:lnTo>
                    <a:pt x="3048" y="1709928"/>
                  </a:lnTo>
                  <a:lnTo>
                    <a:pt x="0" y="1712976"/>
                  </a:lnTo>
                  <a:lnTo>
                    <a:pt x="0" y="1761744"/>
                  </a:lnTo>
                  <a:lnTo>
                    <a:pt x="3048" y="1764792"/>
                  </a:lnTo>
                  <a:lnTo>
                    <a:pt x="10668" y="1764792"/>
                  </a:lnTo>
                  <a:lnTo>
                    <a:pt x="13716" y="1761744"/>
                  </a:lnTo>
                  <a:lnTo>
                    <a:pt x="13716" y="1712976"/>
                  </a:lnTo>
                  <a:close/>
                </a:path>
                <a:path w="2184400" h="4994275">
                  <a:moveTo>
                    <a:pt x="13716" y="1629156"/>
                  </a:moveTo>
                  <a:lnTo>
                    <a:pt x="10668" y="1626108"/>
                  </a:lnTo>
                  <a:lnTo>
                    <a:pt x="3048" y="1626108"/>
                  </a:lnTo>
                  <a:lnTo>
                    <a:pt x="0" y="1629156"/>
                  </a:lnTo>
                  <a:lnTo>
                    <a:pt x="0" y="1677924"/>
                  </a:lnTo>
                  <a:lnTo>
                    <a:pt x="3048" y="1680972"/>
                  </a:lnTo>
                  <a:lnTo>
                    <a:pt x="10668" y="1680972"/>
                  </a:lnTo>
                  <a:lnTo>
                    <a:pt x="13716" y="1677924"/>
                  </a:lnTo>
                  <a:lnTo>
                    <a:pt x="13716" y="1629156"/>
                  </a:lnTo>
                  <a:close/>
                </a:path>
                <a:path w="2184400" h="4994275">
                  <a:moveTo>
                    <a:pt x="13716" y="1546860"/>
                  </a:moveTo>
                  <a:lnTo>
                    <a:pt x="10668" y="1543812"/>
                  </a:lnTo>
                  <a:lnTo>
                    <a:pt x="3048" y="1543812"/>
                  </a:lnTo>
                  <a:lnTo>
                    <a:pt x="0" y="1546860"/>
                  </a:lnTo>
                  <a:lnTo>
                    <a:pt x="0" y="1595628"/>
                  </a:lnTo>
                  <a:lnTo>
                    <a:pt x="3048" y="1598676"/>
                  </a:lnTo>
                  <a:lnTo>
                    <a:pt x="10668" y="1598676"/>
                  </a:lnTo>
                  <a:lnTo>
                    <a:pt x="13716" y="1595628"/>
                  </a:lnTo>
                  <a:lnTo>
                    <a:pt x="13716" y="1546860"/>
                  </a:lnTo>
                  <a:close/>
                </a:path>
                <a:path w="2184400" h="4994275">
                  <a:moveTo>
                    <a:pt x="13716" y="1464564"/>
                  </a:moveTo>
                  <a:lnTo>
                    <a:pt x="10668" y="1461516"/>
                  </a:lnTo>
                  <a:lnTo>
                    <a:pt x="3048" y="1461516"/>
                  </a:lnTo>
                  <a:lnTo>
                    <a:pt x="0" y="1464564"/>
                  </a:lnTo>
                  <a:lnTo>
                    <a:pt x="0" y="1513332"/>
                  </a:lnTo>
                  <a:lnTo>
                    <a:pt x="3048" y="1516380"/>
                  </a:lnTo>
                  <a:lnTo>
                    <a:pt x="10668" y="1516380"/>
                  </a:lnTo>
                  <a:lnTo>
                    <a:pt x="13716" y="1513332"/>
                  </a:lnTo>
                  <a:lnTo>
                    <a:pt x="13716" y="1464564"/>
                  </a:lnTo>
                  <a:close/>
                </a:path>
                <a:path w="2184400" h="4994275">
                  <a:moveTo>
                    <a:pt x="13716" y="1380744"/>
                  </a:moveTo>
                  <a:lnTo>
                    <a:pt x="10668" y="1377696"/>
                  </a:lnTo>
                  <a:lnTo>
                    <a:pt x="3048" y="1377696"/>
                  </a:lnTo>
                  <a:lnTo>
                    <a:pt x="0" y="1380744"/>
                  </a:lnTo>
                  <a:lnTo>
                    <a:pt x="0" y="1429512"/>
                  </a:lnTo>
                  <a:lnTo>
                    <a:pt x="3048" y="1432560"/>
                  </a:lnTo>
                  <a:lnTo>
                    <a:pt x="10668" y="1432560"/>
                  </a:lnTo>
                  <a:lnTo>
                    <a:pt x="13716" y="1429512"/>
                  </a:lnTo>
                  <a:lnTo>
                    <a:pt x="13716" y="1380744"/>
                  </a:lnTo>
                  <a:close/>
                </a:path>
                <a:path w="2184400" h="4994275">
                  <a:moveTo>
                    <a:pt x="13716" y="1298448"/>
                  </a:moveTo>
                  <a:lnTo>
                    <a:pt x="10668" y="1295400"/>
                  </a:lnTo>
                  <a:lnTo>
                    <a:pt x="3048" y="1295400"/>
                  </a:lnTo>
                  <a:lnTo>
                    <a:pt x="0" y="1298448"/>
                  </a:lnTo>
                  <a:lnTo>
                    <a:pt x="0" y="1347216"/>
                  </a:lnTo>
                  <a:lnTo>
                    <a:pt x="3048" y="1350264"/>
                  </a:lnTo>
                  <a:lnTo>
                    <a:pt x="10668" y="1350264"/>
                  </a:lnTo>
                  <a:lnTo>
                    <a:pt x="13716" y="1347216"/>
                  </a:lnTo>
                  <a:lnTo>
                    <a:pt x="13716" y="1298448"/>
                  </a:lnTo>
                  <a:close/>
                </a:path>
                <a:path w="2184400" h="4994275">
                  <a:moveTo>
                    <a:pt x="13716" y="1216152"/>
                  </a:moveTo>
                  <a:lnTo>
                    <a:pt x="10668" y="1213104"/>
                  </a:lnTo>
                  <a:lnTo>
                    <a:pt x="3048" y="1213104"/>
                  </a:lnTo>
                  <a:lnTo>
                    <a:pt x="0" y="1216152"/>
                  </a:lnTo>
                  <a:lnTo>
                    <a:pt x="0" y="1264920"/>
                  </a:lnTo>
                  <a:lnTo>
                    <a:pt x="3048" y="1267968"/>
                  </a:lnTo>
                  <a:lnTo>
                    <a:pt x="10668" y="1267968"/>
                  </a:lnTo>
                  <a:lnTo>
                    <a:pt x="13716" y="1264920"/>
                  </a:lnTo>
                  <a:lnTo>
                    <a:pt x="13716" y="1216152"/>
                  </a:lnTo>
                  <a:close/>
                </a:path>
                <a:path w="2184400" h="4994275">
                  <a:moveTo>
                    <a:pt x="13716" y="1132332"/>
                  </a:moveTo>
                  <a:lnTo>
                    <a:pt x="10668" y="1129284"/>
                  </a:lnTo>
                  <a:lnTo>
                    <a:pt x="3048" y="1129284"/>
                  </a:lnTo>
                  <a:lnTo>
                    <a:pt x="0" y="1132332"/>
                  </a:lnTo>
                  <a:lnTo>
                    <a:pt x="0" y="1181100"/>
                  </a:lnTo>
                  <a:lnTo>
                    <a:pt x="3048" y="1184148"/>
                  </a:lnTo>
                  <a:lnTo>
                    <a:pt x="10668" y="1184148"/>
                  </a:lnTo>
                  <a:lnTo>
                    <a:pt x="13716" y="1181100"/>
                  </a:lnTo>
                  <a:lnTo>
                    <a:pt x="13716" y="1132332"/>
                  </a:lnTo>
                  <a:close/>
                </a:path>
                <a:path w="2184400" h="4994275">
                  <a:moveTo>
                    <a:pt x="13716" y="1050036"/>
                  </a:moveTo>
                  <a:lnTo>
                    <a:pt x="10668" y="1046988"/>
                  </a:lnTo>
                  <a:lnTo>
                    <a:pt x="3048" y="1046988"/>
                  </a:lnTo>
                  <a:lnTo>
                    <a:pt x="0" y="1050036"/>
                  </a:lnTo>
                  <a:lnTo>
                    <a:pt x="0" y="1098804"/>
                  </a:lnTo>
                  <a:lnTo>
                    <a:pt x="3048" y="1101852"/>
                  </a:lnTo>
                  <a:lnTo>
                    <a:pt x="10668" y="1101852"/>
                  </a:lnTo>
                  <a:lnTo>
                    <a:pt x="13716" y="1098804"/>
                  </a:lnTo>
                  <a:lnTo>
                    <a:pt x="13716" y="1050036"/>
                  </a:lnTo>
                  <a:close/>
                </a:path>
                <a:path w="2184400" h="4994275">
                  <a:moveTo>
                    <a:pt x="13716" y="967740"/>
                  </a:moveTo>
                  <a:lnTo>
                    <a:pt x="10668" y="964692"/>
                  </a:lnTo>
                  <a:lnTo>
                    <a:pt x="3048" y="964692"/>
                  </a:lnTo>
                  <a:lnTo>
                    <a:pt x="0" y="967740"/>
                  </a:lnTo>
                  <a:lnTo>
                    <a:pt x="0" y="1016508"/>
                  </a:lnTo>
                  <a:lnTo>
                    <a:pt x="3048" y="1019556"/>
                  </a:lnTo>
                  <a:lnTo>
                    <a:pt x="10668" y="1019556"/>
                  </a:lnTo>
                  <a:lnTo>
                    <a:pt x="13716" y="1016508"/>
                  </a:lnTo>
                  <a:lnTo>
                    <a:pt x="13716" y="967740"/>
                  </a:lnTo>
                  <a:close/>
                </a:path>
                <a:path w="2184400" h="4994275">
                  <a:moveTo>
                    <a:pt x="13716" y="883920"/>
                  </a:moveTo>
                  <a:lnTo>
                    <a:pt x="10668" y="880872"/>
                  </a:lnTo>
                  <a:lnTo>
                    <a:pt x="3048" y="880872"/>
                  </a:lnTo>
                  <a:lnTo>
                    <a:pt x="0" y="883920"/>
                  </a:lnTo>
                  <a:lnTo>
                    <a:pt x="0" y="932688"/>
                  </a:lnTo>
                  <a:lnTo>
                    <a:pt x="3048" y="935736"/>
                  </a:lnTo>
                  <a:lnTo>
                    <a:pt x="10668" y="935736"/>
                  </a:lnTo>
                  <a:lnTo>
                    <a:pt x="13716" y="932688"/>
                  </a:lnTo>
                  <a:lnTo>
                    <a:pt x="13716" y="883920"/>
                  </a:lnTo>
                  <a:close/>
                </a:path>
                <a:path w="2184400" h="4994275">
                  <a:moveTo>
                    <a:pt x="13716" y="801624"/>
                  </a:moveTo>
                  <a:lnTo>
                    <a:pt x="10668" y="798576"/>
                  </a:lnTo>
                  <a:lnTo>
                    <a:pt x="3048" y="798576"/>
                  </a:lnTo>
                  <a:lnTo>
                    <a:pt x="0" y="801624"/>
                  </a:lnTo>
                  <a:lnTo>
                    <a:pt x="0" y="850392"/>
                  </a:lnTo>
                  <a:lnTo>
                    <a:pt x="3048" y="853440"/>
                  </a:lnTo>
                  <a:lnTo>
                    <a:pt x="10668" y="853440"/>
                  </a:lnTo>
                  <a:lnTo>
                    <a:pt x="13716" y="850392"/>
                  </a:lnTo>
                  <a:lnTo>
                    <a:pt x="13716" y="801624"/>
                  </a:lnTo>
                  <a:close/>
                </a:path>
                <a:path w="2184400" h="4994275">
                  <a:moveTo>
                    <a:pt x="13716" y="719328"/>
                  </a:moveTo>
                  <a:lnTo>
                    <a:pt x="10668" y="716280"/>
                  </a:lnTo>
                  <a:lnTo>
                    <a:pt x="3048" y="716280"/>
                  </a:lnTo>
                  <a:lnTo>
                    <a:pt x="0" y="719328"/>
                  </a:lnTo>
                  <a:lnTo>
                    <a:pt x="0" y="768096"/>
                  </a:lnTo>
                  <a:lnTo>
                    <a:pt x="3048" y="771144"/>
                  </a:lnTo>
                  <a:lnTo>
                    <a:pt x="10668" y="771144"/>
                  </a:lnTo>
                  <a:lnTo>
                    <a:pt x="13716" y="768096"/>
                  </a:lnTo>
                  <a:lnTo>
                    <a:pt x="13716" y="719328"/>
                  </a:lnTo>
                  <a:close/>
                </a:path>
                <a:path w="2184400" h="4994275">
                  <a:moveTo>
                    <a:pt x="13716" y="635508"/>
                  </a:moveTo>
                  <a:lnTo>
                    <a:pt x="10668" y="632460"/>
                  </a:lnTo>
                  <a:lnTo>
                    <a:pt x="3048" y="632460"/>
                  </a:lnTo>
                  <a:lnTo>
                    <a:pt x="0" y="635508"/>
                  </a:lnTo>
                  <a:lnTo>
                    <a:pt x="0" y="684276"/>
                  </a:lnTo>
                  <a:lnTo>
                    <a:pt x="3048" y="687324"/>
                  </a:lnTo>
                  <a:lnTo>
                    <a:pt x="10668" y="687324"/>
                  </a:lnTo>
                  <a:lnTo>
                    <a:pt x="13716" y="684276"/>
                  </a:lnTo>
                  <a:lnTo>
                    <a:pt x="13716" y="635508"/>
                  </a:lnTo>
                  <a:close/>
                </a:path>
                <a:path w="2184400" h="4994275">
                  <a:moveTo>
                    <a:pt x="13716" y="553212"/>
                  </a:moveTo>
                  <a:lnTo>
                    <a:pt x="10668" y="550164"/>
                  </a:lnTo>
                  <a:lnTo>
                    <a:pt x="3048" y="550164"/>
                  </a:lnTo>
                  <a:lnTo>
                    <a:pt x="0" y="553212"/>
                  </a:lnTo>
                  <a:lnTo>
                    <a:pt x="0" y="601980"/>
                  </a:lnTo>
                  <a:lnTo>
                    <a:pt x="3048" y="605028"/>
                  </a:lnTo>
                  <a:lnTo>
                    <a:pt x="10668" y="605028"/>
                  </a:lnTo>
                  <a:lnTo>
                    <a:pt x="13716" y="601980"/>
                  </a:lnTo>
                  <a:lnTo>
                    <a:pt x="13716" y="553212"/>
                  </a:lnTo>
                  <a:close/>
                </a:path>
                <a:path w="2184400" h="4994275">
                  <a:moveTo>
                    <a:pt x="13716" y="470916"/>
                  </a:moveTo>
                  <a:lnTo>
                    <a:pt x="10668" y="467868"/>
                  </a:lnTo>
                  <a:lnTo>
                    <a:pt x="3048" y="467868"/>
                  </a:lnTo>
                  <a:lnTo>
                    <a:pt x="0" y="470916"/>
                  </a:lnTo>
                  <a:lnTo>
                    <a:pt x="0" y="519684"/>
                  </a:lnTo>
                  <a:lnTo>
                    <a:pt x="3048" y="522732"/>
                  </a:lnTo>
                  <a:lnTo>
                    <a:pt x="10668" y="522732"/>
                  </a:lnTo>
                  <a:lnTo>
                    <a:pt x="13716" y="519684"/>
                  </a:lnTo>
                  <a:lnTo>
                    <a:pt x="13716" y="470916"/>
                  </a:lnTo>
                  <a:close/>
                </a:path>
                <a:path w="2184400" h="4994275">
                  <a:moveTo>
                    <a:pt x="13716" y="387096"/>
                  </a:moveTo>
                  <a:lnTo>
                    <a:pt x="10668" y="384048"/>
                  </a:lnTo>
                  <a:lnTo>
                    <a:pt x="3048" y="384048"/>
                  </a:lnTo>
                  <a:lnTo>
                    <a:pt x="0" y="387096"/>
                  </a:lnTo>
                  <a:lnTo>
                    <a:pt x="0" y="435864"/>
                  </a:lnTo>
                  <a:lnTo>
                    <a:pt x="3048" y="438912"/>
                  </a:lnTo>
                  <a:lnTo>
                    <a:pt x="10668" y="438912"/>
                  </a:lnTo>
                  <a:lnTo>
                    <a:pt x="13716" y="435864"/>
                  </a:lnTo>
                  <a:lnTo>
                    <a:pt x="13716" y="387096"/>
                  </a:lnTo>
                  <a:close/>
                </a:path>
                <a:path w="2184400" h="4994275">
                  <a:moveTo>
                    <a:pt x="13716" y="304800"/>
                  </a:moveTo>
                  <a:lnTo>
                    <a:pt x="10668" y="301752"/>
                  </a:lnTo>
                  <a:lnTo>
                    <a:pt x="3048" y="301752"/>
                  </a:lnTo>
                  <a:lnTo>
                    <a:pt x="0" y="304800"/>
                  </a:lnTo>
                  <a:lnTo>
                    <a:pt x="0" y="353568"/>
                  </a:lnTo>
                  <a:lnTo>
                    <a:pt x="3048" y="356616"/>
                  </a:lnTo>
                  <a:lnTo>
                    <a:pt x="10668" y="356616"/>
                  </a:lnTo>
                  <a:lnTo>
                    <a:pt x="13716" y="353568"/>
                  </a:lnTo>
                  <a:lnTo>
                    <a:pt x="13716" y="304800"/>
                  </a:lnTo>
                  <a:close/>
                </a:path>
                <a:path w="2184400" h="4994275">
                  <a:moveTo>
                    <a:pt x="13716" y="222504"/>
                  </a:moveTo>
                  <a:lnTo>
                    <a:pt x="10668" y="219456"/>
                  </a:lnTo>
                  <a:lnTo>
                    <a:pt x="3048" y="219456"/>
                  </a:lnTo>
                  <a:lnTo>
                    <a:pt x="0" y="222504"/>
                  </a:lnTo>
                  <a:lnTo>
                    <a:pt x="0" y="271272"/>
                  </a:lnTo>
                  <a:lnTo>
                    <a:pt x="3048" y="274320"/>
                  </a:lnTo>
                  <a:lnTo>
                    <a:pt x="10668" y="274320"/>
                  </a:lnTo>
                  <a:lnTo>
                    <a:pt x="13716" y="271272"/>
                  </a:lnTo>
                  <a:lnTo>
                    <a:pt x="13716" y="222504"/>
                  </a:lnTo>
                  <a:close/>
                </a:path>
                <a:path w="2184400" h="4994275">
                  <a:moveTo>
                    <a:pt x="13716" y="138684"/>
                  </a:moveTo>
                  <a:lnTo>
                    <a:pt x="10668" y="135636"/>
                  </a:lnTo>
                  <a:lnTo>
                    <a:pt x="3048" y="135636"/>
                  </a:lnTo>
                  <a:lnTo>
                    <a:pt x="0" y="138684"/>
                  </a:lnTo>
                  <a:lnTo>
                    <a:pt x="0" y="187452"/>
                  </a:lnTo>
                  <a:lnTo>
                    <a:pt x="3048" y="192024"/>
                  </a:lnTo>
                  <a:lnTo>
                    <a:pt x="10668" y="192024"/>
                  </a:lnTo>
                  <a:lnTo>
                    <a:pt x="13716" y="187452"/>
                  </a:lnTo>
                  <a:lnTo>
                    <a:pt x="13716" y="138684"/>
                  </a:lnTo>
                  <a:close/>
                </a:path>
                <a:path w="2184400" h="4994275">
                  <a:moveTo>
                    <a:pt x="230124" y="4940808"/>
                  </a:moveTo>
                  <a:lnTo>
                    <a:pt x="227076" y="4937760"/>
                  </a:lnTo>
                  <a:lnTo>
                    <a:pt x="219456" y="4937760"/>
                  </a:lnTo>
                  <a:lnTo>
                    <a:pt x="216408" y="4940808"/>
                  </a:lnTo>
                  <a:lnTo>
                    <a:pt x="216408" y="4989576"/>
                  </a:lnTo>
                  <a:lnTo>
                    <a:pt x="219456" y="4994148"/>
                  </a:lnTo>
                  <a:lnTo>
                    <a:pt x="227076" y="4994148"/>
                  </a:lnTo>
                  <a:lnTo>
                    <a:pt x="230124" y="4989576"/>
                  </a:lnTo>
                  <a:lnTo>
                    <a:pt x="230124" y="4940808"/>
                  </a:lnTo>
                  <a:close/>
                </a:path>
                <a:path w="2184400" h="4994275">
                  <a:moveTo>
                    <a:pt x="230124" y="4858512"/>
                  </a:moveTo>
                  <a:lnTo>
                    <a:pt x="227076" y="4855464"/>
                  </a:lnTo>
                  <a:lnTo>
                    <a:pt x="219456" y="4855464"/>
                  </a:lnTo>
                  <a:lnTo>
                    <a:pt x="216408" y="4858512"/>
                  </a:lnTo>
                  <a:lnTo>
                    <a:pt x="216408" y="4907280"/>
                  </a:lnTo>
                  <a:lnTo>
                    <a:pt x="219456" y="4910328"/>
                  </a:lnTo>
                  <a:lnTo>
                    <a:pt x="227076" y="4910328"/>
                  </a:lnTo>
                  <a:lnTo>
                    <a:pt x="230124" y="4907280"/>
                  </a:lnTo>
                  <a:lnTo>
                    <a:pt x="230124" y="4858512"/>
                  </a:lnTo>
                  <a:close/>
                </a:path>
                <a:path w="2184400" h="4994275">
                  <a:moveTo>
                    <a:pt x="230124" y="4776216"/>
                  </a:moveTo>
                  <a:lnTo>
                    <a:pt x="227076" y="4773168"/>
                  </a:lnTo>
                  <a:lnTo>
                    <a:pt x="219456" y="4773168"/>
                  </a:lnTo>
                  <a:lnTo>
                    <a:pt x="216408" y="4776216"/>
                  </a:lnTo>
                  <a:lnTo>
                    <a:pt x="216408" y="4824984"/>
                  </a:lnTo>
                  <a:lnTo>
                    <a:pt x="219456" y="4828032"/>
                  </a:lnTo>
                  <a:lnTo>
                    <a:pt x="227076" y="4828032"/>
                  </a:lnTo>
                  <a:lnTo>
                    <a:pt x="230124" y="4824984"/>
                  </a:lnTo>
                  <a:lnTo>
                    <a:pt x="230124" y="4776216"/>
                  </a:lnTo>
                  <a:close/>
                </a:path>
                <a:path w="2184400" h="4994275">
                  <a:moveTo>
                    <a:pt x="230124" y="4692396"/>
                  </a:moveTo>
                  <a:lnTo>
                    <a:pt x="227076" y="4689348"/>
                  </a:lnTo>
                  <a:lnTo>
                    <a:pt x="219456" y="4689348"/>
                  </a:lnTo>
                  <a:lnTo>
                    <a:pt x="216408" y="4692396"/>
                  </a:lnTo>
                  <a:lnTo>
                    <a:pt x="216408" y="4742688"/>
                  </a:lnTo>
                  <a:lnTo>
                    <a:pt x="219456" y="4745736"/>
                  </a:lnTo>
                  <a:lnTo>
                    <a:pt x="227076" y="4745736"/>
                  </a:lnTo>
                  <a:lnTo>
                    <a:pt x="230124" y="4742688"/>
                  </a:lnTo>
                  <a:lnTo>
                    <a:pt x="230124" y="4692396"/>
                  </a:lnTo>
                  <a:close/>
                </a:path>
                <a:path w="2184400" h="4994275">
                  <a:moveTo>
                    <a:pt x="230124" y="4610100"/>
                  </a:moveTo>
                  <a:lnTo>
                    <a:pt x="227076" y="4607052"/>
                  </a:lnTo>
                  <a:lnTo>
                    <a:pt x="219456" y="4607052"/>
                  </a:lnTo>
                  <a:lnTo>
                    <a:pt x="216408" y="4610100"/>
                  </a:lnTo>
                  <a:lnTo>
                    <a:pt x="216408" y="4658868"/>
                  </a:lnTo>
                  <a:lnTo>
                    <a:pt x="219456" y="4661916"/>
                  </a:lnTo>
                  <a:lnTo>
                    <a:pt x="227076" y="4661916"/>
                  </a:lnTo>
                  <a:lnTo>
                    <a:pt x="230124" y="4658868"/>
                  </a:lnTo>
                  <a:lnTo>
                    <a:pt x="230124" y="4610100"/>
                  </a:lnTo>
                  <a:close/>
                </a:path>
                <a:path w="2184400" h="4994275">
                  <a:moveTo>
                    <a:pt x="230124" y="4527804"/>
                  </a:moveTo>
                  <a:lnTo>
                    <a:pt x="227076" y="4524756"/>
                  </a:lnTo>
                  <a:lnTo>
                    <a:pt x="219456" y="4524756"/>
                  </a:lnTo>
                  <a:lnTo>
                    <a:pt x="216408" y="4527804"/>
                  </a:lnTo>
                  <a:lnTo>
                    <a:pt x="216408" y="4576572"/>
                  </a:lnTo>
                  <a:lnTo>
                    <a:pt x="219456" y="4579620"/>
                  </a:lnTo>
                  <a:lnTo>
                    <a:pt x="227076" y="4579620"/>
                  </a:lnTo>
                  <a:lnTo>
                    <a:pt x="230124" y="4576572"/>
                  </a:lnTo>
                  <a:lnTo>
                    <a:pt x="230124" y="4527804"/>
                  </a:lnTo>
                  <a:close/>
                </a:path>
                <a:path w="2184400" h="4994275">
                  <a:moveTo>
                    <a:pt x="230124" y="4443984"/>
                  </a:moveTo>
                  <a:lnTo>
                    <a:pt x="227076" y="4440936"/>
                  </a:lnTo>
                  <a:lnTo>
                    <a:pt x="219456" y="4440936"/>
                  </a:lnTo>
                  <a:lnTo>
                    <a:pt x="216408" y="4443984"/>
                  </a:lnTo>
                  <a:lnTo>
                    <a:pt x="216408" y="4494276"/>
                  </a:lnTo>
                  <a:lnTo>
                    <a:pt x="219456" y="4497324"/>
                  </a:lnTo>
                  <a:lnTo>
                    <a:pt x="227076" y="4497324"/>
                  </a:lnTo>
                  <a:lnTo>
                    <a:pt x="230124" y="4494276"/>
                  </a:lnTo>
                  <a:lnTo>
                    <a:pt x="230124" y="4443984"/>
                  </a:lnTo>
                  <a:close/>
                </a:path>
                <a:path w="2184400" h="4994275">
                  <a:moveTo>
                    <a:pt x="230124" y="4361688"/>
                  </a:moveTo>
                  <a:lnTo>
                    <a:pt x="227076" y="4358640"/>
                  </a:lnTo>
                  <a:lnTo>
                    <a:pt x="219456" y="4358640"/>
                  </a:lnTo>
                  <a:lnTo>
                    <a:pt x="216408" y="4361688"/>
                  </a:lnTo>
                  <a:lnTo>
                    <a:pt x="216408" y="4410456"/>
                  </a:lnTo>
                  <a:lnTo>
                    <a:pt x="219456" y="4413504"/>
                  </a:lnTo>
                  <a:lnTo>
                    <a:pt x="227076" y="4413504"/>
                  </a:lnTo>
                  <a:lnTo>
                    <a:pt x="230124" y="4410456"/>
                  </a:lnTo>
                  <a:lnTo>
                    <a:pt x="230124" y="4361688"/>
                  </a:lnTo>
                  <a:close/>
                </a:path>
                <a:path w="2184400" h="4994275">
                  <a:moveTo>
                    <a:pt x="230124" y="4279392"/>
                  </a:moveTo>
                  <a:lnTo>
                    <a:pt x="227076" y="4276344"/>
                  </a:lnTo>
                  <a:lnTo>
                    <a:pt x="219456" y="4276344"/>
                  </a:lnTo>
                  <a:lnTo>
                    <a:pt x="216408" y="4279392"/>
                  </a:lnTo>
                  <a:lnTo>
                    <a:pt x="216408" y="4328160"/>
                  </a:lnTo>
                  <a:lnTo>
                    <a:pt x="219456" y="4331208"/>
                  </a:lnTo>
                  <a:lnTo>
                    <a:pt x="227076" y="4331208"/>
                  </a:lnTo>
                  <a:lnTo>
                    <a:pt x="230124" y="4328160"/>
                  </a:lnTo>
                  <a:lnTo>
                    <a:pt x="230124" y="4279392"/>
                  </a:lnTo>
                  <a:close/>
                </a:path>
                <a:path w="2184400" h="4994275">
                  <a:moveTo>
                    <a:pt x="230124" y="4195572"/>
                  </a:moveTo>
                  <a:lnTo>
                    <a:pt x="227076" y="4192524"/>
                  </a:lnTo>
                  <a:lnTo>
                    <a:pt x="219456" y="4192524"/>
                  </a:lnTo>
                  <a:lnTo>
                    <a:pt x="216408" y="4195572"/>
                  </a:lnTo>
                  <a:lnTo>
                    <a:pt x="216408" y="4245864"/>
                  </a:lnTo>
                  <a:lnTo>
                    <a:pt x="219456" y="4248912"/>
                  </a:lnTo>
                  <a:lnTo>
                    <a:pt x="227076" y="4248912"/>
                  </a:lnTo>
                  <a:lnTo>
                    <a:pt x="230124" y="4245864"/>
                  </a:lnTo>
                  <a:lnTo>
                    <a:pt x="230124" y="4195572"/>
                  </a:lnTo>
                  <a:close/>
                </a:path>
                <a:path w="2184400" h="4994275">
                  <a:moveTo>
                    <a:pt x="230124" y="4113276"/>
                  </a:moveTo>
                  <a:lnTo>
                    <a:pt x="227076" y="4110228"/>
                  </a:lnTo>
                  <a:lnTo>
                    <a:pt x="219456" y="4110228"/>
                  </a:lnTo>
                  <a:lnTo>
                    <a:pt x="216408" y="4113276"/>
                  </a:lnTo>
                  <a:lnTo>
                    <a:pt x="216408" y="4162044"/>
                  </a:lnTo>
                  <a:lnTo>
                    <a:pt x="219456" y="4165092"/>
                  </a:lnTo>
                  <a:lnTo>
                    <a:pt x="227076" y="4165092"/>
                  </a:lnTo>
                  <a:lnTo>
                    <a:pt x="230124" y="4162044"/>
                  </a:lnTo>
                  <a:lnTo>
                    <a:pt x="230124" y="4113276"/>
                  </a:lnTo>
                  <a:close/>
                </a:path>
                <a:path w="2184400" h="4994275">
                  <a:moveTo>
                    <a:pt x="230124" y="4030980"/>
                  </a:moveTo>
                  <a:lnTo>
                    <a:pt x="227076" y="4027932"/>
                  </a:lnTo>
                  <a:lnTo>
                    <a:pt x="219456" y="4027932"/>
                  </a:lnTo>
                  <a:lnTo>
                    <a:pt x="216408" y="4030980"/>
                  </a:lnTo>
                  <a:lnTo>
                    <a:pt x="216408" y="4079748"/>
                  </a:lnTo>
                  <a:lnTo>
                    <a:pt x="219456" y="4082796"/>
                  </a:lnTo>
                  <a:lnTo>
                    <a:pt x="227076" y="4082796"/>
                  </a:lnTo>
                  <a:lnTo>
                    <a:pt x="230124" y="4079748"/>
                  </a:lnTo>
                  <a:lnTo>
                    <a:pt x="230124" y="4030980"/>
                  </a:lnTo>
                  <a:close/>
                </a:path>
                <a:path w="2184400" h="4994275">
                  <a:moveTo>
                    <a:pt x="230124" y="3947160"/>
                  </a:moveTo>
                  <a:lnTo>
                    <a:pt x="227076" y="3944112"/>
                  </a:lnTo>
                  <a:lnTo>
                    <a:pt x="219456" y="3944112"/>
                  </a:lnTo>
                  <a:lnTo>
                    <a:pt x="216408" y="3947160"/>
                  </a:lnTo>
                  <a:lnTo>
                    <a:pt x="216408" y="3997452"/>
                  </a:lnTo>
                  <a:lnTo>
                    <a:pt x="219456" y="4000500"/>
                  </a:lnTo>
                  <a:lnTo>
                    <a:pt x="227076" y="4000500"/>
                  </a:lnTo>
                  <a:lnTo>
                    <a:pt x="230124" y="3997452"/>
                  </a:lnTo>
                  <a:lnTo>
                    <a:pt x="230124" y="3947160"/>
                  </a:lnTo>
                  <a:close/>
                </a:path>
                <a:path w="2184400" h="4994275">
                  <a:moveTo>
                    <a:pt x="230124" y="3864864"/>
                  </a:moveTo>
                  <a:lnTo>
                    <a:pt x="227076" y="3861816"/>
                  </a:lnTo>
                  <a:lnTo>
                    <a:pt x="219456" y="3861816"/>
                  </a:lnTo>
                  <a:lnTo>
                    <a:pt x="216408" y="3864864"/>
                  </a:lnTo>
                  <a:lnTo>
                    <a:pt x="216408" y="3913632"/>
                  </a:lnTo>
                  <a:lnTo>
                    <a:pt x="219456" y="3916680"/>
                  </a:lnTo>
                  <a:lnTo>
                    <a:pt x="227076" y="3916680"/>
                  </a:lnTo>
                  <a:lnTo>
                    <a:pt x="230124" y="3913632"/>
                  </a:lnTo>
                  <a:lnTo>
                    <a:pt x="230124" y="3864864"/>
                  </a:lnTo>
                  <a:close/>
                </a:path>
                <a:path w="2184400" h="4994275">
                  <a:moveTo>
                    <a:pt x="230124" y="3782568"/>
                  </a:moveTo>
                  <a:lnTo>
                    <a:pt x="227076" y="3779520"/>
                  </a:lnTo>
                  <a:lnTo>
                    <a:pt x="219456" y="3779520"/>
                  </a:lnTo>
                  <a:lnTo>
                    <a:pt x="216408" y="3782568"/>
                  </a:lnTo>
                  <a:lnTo>
                    <a:pt x="216408" y="3831336"/>
                  </a:lnTo>
                  <a:lnTo>
                    <a:pt x="219456" y="3834384"/>
                  </a:lnTo>
                  <a:lnTo>
                    <a:pt x="227076" y="3834384"/>
                  </a:lnTo>
                  <a:lnTo>
                    <a:pt x="230124" y="3831336"/>
                  </a:lnTo>
                  <a:lnTo>
                    <a:pt x="230124" y="3782568"/>
                  </a:lnTo>
                  <a:close/>
                </a:path>
                <a:path w="2184400" h="4994275">
                  <a:moveTo>
                    <a:pt x="230124" y="3698748"/>
                  </a:moveTo>
                  <a:lnTo>
                    <a:pt x="227076" y="3695700"/>
                  </a:lnTo>
                  <a:lnTo>
                    <a:pt x="219456" y="3695700"/>
                  </a:lnTo>
                  <a:lnTo>
                    <a:pt x="216408" y="3698748"/>
                  </a:lnTo>
                  <a:lnTo>
                    <a:pt x="216408" y="3749040"/>
                  </a:lnTo>
                  <a:lnTo>
                    <a:pt x="219456" y="3752088"/>
                  </a:lnTo>
                  <a:lnTo>
                    <a:pt x="227076" y="3752088"/>
                  </a:lnTo>
                  <a:lnTo>
                    <a:pt x="230124" y="3749040"/>
                  </a:lnTo>
                  <a:lnTo>
                    <a:pt x="230124" y="3698748"/>
                  </a:lnTo>
                  <a:close/>
                </a:path>
                <a:path w="2184400" h="4994275">
                  <a:moveTo>
                    <a:pt x="230124" y="3616452"/>
                  </a:moveTo>
                  <a:lnTo>
                    <a:pt x="227076" y="3613404"/>
                  </a:lnTo>
                  <a:lnTo>
                    <a:pt x="219456" y="3613404"/>
                  </a:lnTo>
                  <a:lnTo>
                    <a:pt x="216408" y="3616452"/>
                  </a:lnTo>
                  <a:lnTo>
                    <a:pt x="216408" y="3665220"/>
                  </a:lnTo>
                  <a:lnTo>
                    <a:pt x="219456" y="3668268"/>
                  </a:lnTo>
                  <a:lnTo>
                    <a:pt x="227076" y="3668268"/>
                  </a:lnTo>
                  <a:lnTo>
                    <a:pt x="230124" y="3665220"/>
                  </a:lnTo>
                  <a:lnTo>
                    <a:pt x="230124" y="3616452"/>
                  </a:lnTo>
                  <a:close/>
                </a:path>
                <a:path w="2184400" h="4994275">
                  <a:moveTo>
                    <a:pt x="230124" y="3534156"/>
                  </a:moveTo>
                  <a:lnTo>
                    <a:pt x="227076" y="3531108"/>
                  </a:lnTo>
                  <a:lnTo>
                    <a:pt x="219456" y="3531108"/>
                  </a:lnTo>
                  <a:lnTo>
                    <a:pt x="216408" y="3534156"/>
                  </a:lnTo>
                  <a:lnTo>
                    <a:pt x="216408" y="3582924"/>
                  </a:lnTo>
                  <a:lnTo>
                    <a:pt x="219456" y="3585972"/>
                  </a:lnTo>
                  <a:lnTo>
                    <a:pt x="227076" y="3585972"/>
                  </a:lnTo>
                  <a:lnTo>
                    <a:pt x="230124" y="3582924"/>
                  </a:lnTo>
                  <a:lnTo>
                    <a:pt x="230124" y="3534156"/>
                  </a:lnTo>
                  <a:close/>
                </a:path>
                <a:path w="2184400" h="4994275">
                  <a:moveTo>
                    <a:pt x="230124" y="3450336"/>
                  </a:moveTo>
                  <a:lnTo>
                    <a:pt x="227076" y="3447288"/>
                  </a:lnTo>
                  <a:lnTo>
                    <a:pt x="219456" y="3447288"/>
                  </a:lnTo>
                  <a:lnTo>
                    <a:pt x="216408" y="3450336"/>
                  </a:lnTo>
                  <a:lnTo>
                    <a:pt x="216408" y="3500628"/>
                  </a:lnTo>
                  <a:lnTo>
                    <a:pt x="219456" y="3503676"/>
                  </a:lnTo>
                  <a:lnTo>
                    <a:pt x="227076" y="3503676"/>
                  </a:lnTo>
                  <a:lnTo>
                    <a:pt x="230124" y="3500628"/>
                  </a:lnTo>
                  <a:lnTo>
                    <a:pt x="230124" y="3450336"/>
                  </a:lnTo>
                  <a:close/>
                </a:path>
                <a:path w="2184400" h="4994275">
                  <a:moveTo>
                    <a:pt x="230124" y="3368040"/>
                  </a:moveTo>
                  <a:lnTo>
                    <a:pt x="227076" y="3364992"/>
                  </a:lnTo>
                  <a:lnTo>
                    <a:pt x="219456" y="3364992"/>
                  </a:lnTo>
                  <a:lnTo>
                    <a:pt x="216408" y="3368040"/>
                  </a:lnTo>
                  <a:lnTo>
                    <a:pt x="216408" y="3416808"/>
                  </a:lnTo>
                  <a:lnTo>
                    <a:pt x="219456" y="3419856"/>
                  </a:lnTo>
                  <a:lnTo>
                    <a:pt x="227076" y="3419856"/>
                  </a:lnTo>
                  <a:lnTo>
                    <a:pt x="230124" y="3416808"/>
                  </a:lnTo>
                  <a:lnTo>
                    <a:pt x="230124" y="3368040"/>
                  </a:lnTo>
                  <a:close/>
                </a:path>
                <a:path w="2184400" h="4994275">
                  <a:moveTo>
                    <a:pt x="230124" y="3285744"/>
                  </a:moveTo>
                  <a:lnTo>
                    <a:pt x="227076" y="3282696"/>
                  </a:lnTo>
                  <a:lnTo>
                    <a:pt x="219456" y="3282696"/>
                  </a:lnTo>
                  <a:lnTo>
                    <a:pt x="216408" y="3285744"/>
                  </a:lnTo>
                  <a:lnTo>
                    <a:pt x="216408" y="3334512"/>
                  </a:lnTo>
                  <a:lnTo>
                    <a:pt x="219456" y="3337560"/>
                  </a:lnTo>
                  <a:lnTo>
                    <a:pt x="227076" y="3337560"/>
                  </a:lnTo>
                  <a:lnTo>
                    <a:pt x="230124" y="3334512"/>
                  </a:lnTo>
                  <a:lnTo>
                    <a:pt x="230124" y="3285744"/>
                  </a:lnTo>
                  <a:close/>
                </a:path>
                <a:path w="2184400" h="4994275">
                  <a:moveTo>
                    <a:pt x="230124" y="3201924"/>
                  </a:moveTo>
                  <a:lnTo>
                    <a:pt x="227076" y="3198876"/>
                  </a:lnTo>
                  <a:lnTo>
                    <a:pt x="219456" y="3198876"/>
                  </a:lnTo>
                  <a:lnTo>
                    <a:pt x="216408" y="3201924"/>
                  </a:lnTo>
                  <a:lnTo>
                    <a:pt x="216408" y="3252216"/>
                  </a:lnTo>
                  <a:lnTo>
                    <a:pt x="219456" y="3255264"/>
                  </a:lnTo>
                  <a:lnTo>
                    <a:pt x="227076" y="3255264"/>
                  </a:lnTo>
                  <a:lnTo>
                    <a:pt x="230124" y="3252216"/>
                  </a:lnTo>
                  <a:lnTo>
                    <a:pt x="230124" y="3201924"/>
                  </a:lnTo>
                  <a:close/>
                </a:path>
                <a:path w="2184400" h="4994275">
                  <a:moveTo>
                    <a:pt x="230124" y="3119628"/>
                  </a:moveTo>
                  <a:lnTo>
                    <a:pt x="227076" y="3116580"/>
                  </a:lnTo>
                  <a:lnTo>
                    <a:pt x="219456" y="3116580"/>
                  </a:lnTo>
                  <a:lnTo>
                    <a:pt x="216408" y="3119628"/>
                  </a:lnTo>
                  <a:lnTo>
                    <a:pt x="216408" y="3168396"/>
                  </a:lnTo>
                  <a:lnTo>
                    <a:pt x="219456" y="3171444"/>
                  </a:lnTo>
                  <a:lnTo>
                    <a:pt x="227076" y="3171444"/>
                  </a:lnTo>
                  <a:lnTo>
                    <a:pt x="230124" y="3168396"/>
                  </a:lnTo>
                  <a:lnTo>
                    <a:pt x="230124" y="3119628"/>
                  </a:lnTo>
                  <a:close/>
                </a:path>
                <a:path w="2184400" h="4994275">
                  <a:moveTo>
                    <a:pt x="230124" y="3037332"/>
                  </a:moveTo>
                  <a:lnTo>
                    <a:pt x="227076" y="3034284"/>
                  </a:lnTo>
                  <a:lnTo>
                    <a:pt x="219456" y="3034284"/>
                  </a:lnTo>
                  <a:lnTo>
                    <a:pt x="216408" y="3037332"/>
                  </a:lnTo>
                  <a:lnTo>
                    <a:pt x="216408" y="3086100"/>
                  </a:lnTo>
                  <a:lnTo>
                    <a:pt x="219456" y="3089148"/>
                  </a:lnTo>
                  <a:lnTo>
                    <a:pt x="227076" y="3089148"/>
                  </a:lnTo>
                  <a:lnTo>
                    <a:pt x="230124" y="3086100"/>
                  </a:lnTo>
                  <a:lnTo>
                    <a:pt x="230124" y="3037332"/>
                  </a:lnTo>
                  <a:close/>
                </a:path>
                <a:path w="2184400" h="4994275">
                  <a:moveTo>
                    <a:pt x="230124" y="2953512"/>
                  </a:moveTo>
                  <a:lnTo>
                    <a:pt x="227076" y="2950464"/>
                  </a:lnTo>
                  <a:lnTo>
                    <a:pt x="219456" y="2950464"/>
                  </a:lnTo>
                  <a:lnTo>
                    <a:pt x="216408" y="2953512"/>
                  </a:lnTo>
                  <a:lnTo>
                    <a:pt x="216408" y="3003804"/>
                  </a:lnTo>
                  <a:lnTo>
                    <a:pt x="219456" y="3006852"/>
                  </a:lnTo>
                  <a:lnTo>
                    <a:pt x="227076" y="3006852"/>
                  </a:lnTo>
                  <a:lnTo>
                    <a:pt x="230124" y="3003804"/>
                  </a:lnTo>
                  <a:lnTo>
                    <a:pt x="230124" y="2953512"/>
                  </a:lnTo>
                  <a:close/>
                </a:path>
                <a:path w="2184400" h="4994275">
                  <a:moveTo>
                    <a:pt x="230124" y="2871216"/>
                  </a:moveTo>
                  <a:lnTo>
                    <a:pt x="227076" y="2868168"/>
                  </a:lnTo>
                  <a:lnTo>
                    <a:pt x="219456" y="2868168"/>
                  </a:lnTo>
                  <a:lnTo>
                    <a:pt x="216408" y="2871216"/>
                  </a:lnTo>
                  <a:lnTo>
                    <a:pt x="216408" y="2919984"/>
                  </a:lnTo>
                  <a:lnTo>
                    <a:pt x="219456" y="2923032"/>
                  </a:lnTo>
                  <a:lnTo>
                    <a:pt x="227076" y="2923032"/>
                  </a:lnTo>
                  <a:lnTo>
                    <a:pt x="230124" y="2919984"/>
                  </a:lnTo>
                  <a:lnTo>
                    <a:pt x="230124" y="2871216"/>
                  </a:lnTo>
                  <a:close/>
                </a:path>
                <a:path w="2184400" h="4994275">
                  <a:moveTo>
                    <a:pt x="230124" y="2788920"/>
                  </a:moveTo>
                  <a:lnTo>
                    <a:pt x="227076" y="2785872"/>
                  </a:lnTo>
                  <a:lnTo>
                    <a:pt x="219456" y="2785872"/>
                  </a:lnTo>
                  <a:lnTo>
                    <a:pt x="216408" y="2788920"/>
                  </a:lnTo>
                  <a:lnTo>
                    <a:pt x="216408" y="2837688"/>
                  </a:lnTo>
                  <a:lnTo>
                    <a:pt x="219456" y="2840736"/>
                  </a:lnTo>
                  <a:lnTo>
                    <a:pt x="227076" y="2840736"/>
                  </a:lnTo>
                  <a:lnTo>
                    <a:pt x="230124" y="2837688"/>
                  </a:lnTo>
                  <a:lnTo>
                    <a:pt x="230124" y="2788920"/>
                  </a:lnTo>
                  <a:close/>
                </a:path>
                <a:path w="2184400" h="4994275">
                  <a:moveTo>
                    <a:pt x="230124" y="2705100"/>
                  </a:moveTo>
                  <a:lnTo>
                    <a:pt x="227076" y="2702052"/>
                  </a:lnTo>
                  <a:lnTo>
                    <a:pt x="219456" y="2702052"/>
                  </a:lnTo>
                  <a:lnTo>
                    <a:pt x="216408" y="2705100"/>
                  </a:lnTo>
                  <a:lnTo>
                    <a:pt x="216408" y="2755392"/>
                  </a:lnTo>
                  <a:lnTo>
                    <a:pt x="219456" y="2758440"/>
                  </a:lnTo>
                  <a:lnTo>
                    <a:pt x="227076" y="2758440"/>
                  </a:lnTo>
                  <a:lnTo>
                    <a:pt x="230124" y="2755392"/>
                  </a:lnTo>
                  <a:lnTo>
                    <a:pt x="230124" y="2705100"/>
                  </a:lnTo>
                  <a:close/>
                </a:path>
                <a:path w="2184400" h="4994275">
                  <a:moveTo>
                    <a:pt x="230124" y="2622804"/>
                  </a:moveTo>
                  <a:lnTo>
                    <a:pt x="227076" y="2619756"/>
                  </a:lnTo>
                  <a:lnTo>
                    <a:pt x="219456" y="2619756"/>
                  </a:lnTo>
                  <a:lnTo>
                    <a:pt x="216408" y="2622804"/>
                  </a:lnTo>
                  <a:lnTo>
                    <a:pt x="216408" y="2671572"/>
                  </a:lnTo>
                  <a:lnTo>
                    <a:pt x="219456" y="2674620"/>
                  </a:lnTo>
                  <a:lnTo>
                    <a:pt x="227076" y="2674620"/>
                  </a:lnTo>
                  <a:lnTo>
                    <a:pt x="230124" y="2671572"/>
                  </a:lnTo>
                  <a:lnTo>
                    <a:pt x="230124" y="2622804"/>
                  </a:lnTo>
                  <a:close/>
                </a:path>
                <a:path w="2184400" h="4994275">
                  <a:moveTo>
                    <a:pt x="230124" y="2540508"/>
                  </a:moveTo>
                  <a:lnTo>
                    <a:pt x="227076" y="2537460"/>
                  </a:lnTo>
                  <a:lnTo>
                    <a:pt x="219456" y="2537460"/>
                  </a:lnTo>
                  <a:lnTo>
                    <a:pt x="216408" y="2540508"/>
                  </a:lnTo>
                  <a:lnTo>
                    <a:pt x="216408" y="2589276"/>
                  </a:lnTo>
                  <a:lnTo>
                    <a:pt x="219456" y="2592324"/>
                  </a:lnTo>
                  <a:lnTo>
                    <a:pt x="227076" y="2592324"/>
                  </a:lnTo>
                  <a:lnTo>
                    <a:pt x="230124" y="2589276"/>
                  </a:lnTo>
                  <a:lnTo>
                    <a:pt x="230124" y="2540508"/>
                  </a:lnTo>
                  <a:close/>
                </a:path>
                <a:path w="2184400" h="4994275">
                  <a:moveTo>
                    <a:pt x="230124" y="2456688"/>
                  </a:moveTo>
                  <a:lnTo>
                    <a:pt x="227076" y="2453640"/>
                  </a:lnTo>
                  <a:lnTo>
                    <a:pt x="219456" y="2453640"/>
                  </a:lnTo>
                  <a:lnTo>
                    <a:pt x="216408" y="2456688"/>
                  </a:lnTo>
                  <a:lnTo>
                    <a:pt x="216408" y="2506980"/>
                  </a:lnTo>
                  <a:lnTo>
                    <a:pt x="219456" y="2510028"/>
                  </a:lnTo>
                  <a:lnTo>
                    <a:pt x="227076" y="2510028"/>
                  </a:lnTo>
                  <a:lnTo>
                    <a:pt x="230124" y="2506980"/>
                  </a:lnTo>
                  <a:lnTo>
                    <a:pt x="230124" y="2456688"/>
                  </a:lnTo>
                  <a:close/>
                </a:path>
                <a:path w="2184400" h="4994275">
                  <a:moveTo>
                    <a:pt x="230124" y="2374392"/>
                  </a:moveTo>
                  <a:lnTo>
                    <a:pt x="227076" y="2371344"/>
                  </a:lnTo>
                  <a:lnTo>
                    <a:pt x="219456" y="2371344"/>
                  </a:lnTo>
                  <a:lnTo>
                    <a:pt x="216408" y="2374392"/>
                  </a:lnTo>
                  <a:lnTo>
                    <a:pt x="216408" y="2423160"/>
                  </a:lnTo>
                  <a:lnTo>
                    <a:pt x="219456" y="2426208"/>
                  </a:lnTo>
                  <a:lnTo>
                    <a:pt x="227076" y="2426208"/>
                  </a:lnTo>
                  <a:lnTo>
                    <a:pt x="230124" y="2423160"/>
                  </a:lnTo>
                  <a:lnTo>
                    <a:pt x="230124" y="2374392"/>
                  </a:lnTo>
                  <a:close/>
                </a:path>
                <a:path w="2184400" h="4994275">
                  <a:moveTo>
                    <a:pt x="230124" y="2292096"/>
                  </a:moveTo>
                  <a:lnTo>
                    <a:pt x="227076" y="2289048"/>
                  </a:lnTo>
                  <a:lnTo>
                    <a:pt x="219456" y="2289048"/>
                  </a:lnTo>
                  <a:lnTo>
                    <a:pt x="216408" y="2292096"/>
                  </a:lnTo>
                  <a:lnTo>
                    <a:pt x="216408" y="2340864"/>
                  </a:lnTo>
                  <a:lnTo>
                    <a:pt x="219456" y="2343912"/>
                  </a:lnTo>
                  <a:lnTo>
                    <a:pt x="227076" y="2343912"/>
                  </a:lnTo>
                  <a:lnTo>
                    <a:pt x="230124" y="2340864"/>
                  </a:lnTo>
                  <a:lnTo>
                    <a:pt x="230124" y="2292096"/>
                  </a:lnTo>
                  <a:close/>
                </a:path>
                <a:path w="2184400" h="4994275">
                  <a:moveTo>
                    <a:pt x="230124" y="2209800"/>
                  </a:moveTo>
                  <a:lnTo>
                    <a:pt x="227076" y="2205228"/>
                  </a:lnTo>
                  <a:lnTo>
                    <a:pt x="219456" y="2205228"/>
                  </a:lnTo>
                  <a:lnTo>
                    <a:pt x="216408" y="2209800"/>
                  </a:lnTo>
                  <a:lnTo>
                    <a:pt x="216408" y="2258568"/>
                  </a:lnTo>
                  <a:lnTo>
                    <a:pt x="219456" y="2261616"/>
                  </a:lnTo>
                  <a:lnTo>
                    <a:pt x="227076" y="2261616"/>
                  </a:lnTo>
                  <a:lnTo>
                    <a:pt x="230124" y="2258568"/>
                  </a:lnTo>
                  <a:lnTo>
                    <a:pt x="230124" y="2209800"/>
                  </a:lnTo>
                  <a:close/>
                </a:path>
                <a:path w="2184400" h="4994275">
                  <a:moveTo>
                    <a:pt x="230124" y="2125980"/>
                  </a:moveTo>
                  <a:lnTo>
                    <a:pt x="227076" y="2122932"/>
                  </a:lnTo>
                  <a:lnTo>
                    <a:pt x="219456" y="2122932"/>
                  </a:lnTo>
                  <a:lnTo>
                    <a:pt x="216408" y="2125980"/>
                  </a:lnTo>
                  <a:lnTo>
                    <a:pt x="216408" y="2174748"/>
                  </a:lnTo>
                  <a:lnTo>
                    <a:pt x="219456" y="2177796"/>
                  </a:lnTo>
                  <a:lnTo>
                    <a:pt x="227076" y="2177796"/>
                  </a:lnTo>
                  <a:lnTo>
                    <a:pt x="230124" y="2174748"/>
                  </a:lnTo>
                  <a:lnTo>
                    <a:pt x="230124" y="2125980"/>
                  </a:lnTo>
                  <a:close/>
                </a:path>
                <a:path w="2184400" h="4994275">
                  <a:moveTo>
                    <a:pt x="230124" y="2043684"/>
                  </a:moveTo>
                  <a:lnTo>
                    <a:pt x="227076" y="2040636"/>
                  </a:lnTo>
                  <a:lnTo>
                    <a:pt x="219456" y="2040636"/>
                  </a:lnTo>
                  <a:lnTo>
                    <a:pt x="216408" y="2043684"/>
                  </a:lnTo>
                  <a:lnTo>
                    <a:pt x="216408" y="2092452"/>
                  </a:lnTo>
                  <a:lnTo>
                    <a:pt x="219456" y="2095500"/>
                  </a:lnTo>
                  <a:lnTo>
                    <a:pt x="227076" y="2095500"/>
                  </a:lnTo>
                  <a:lnTo>
                    <a:pt x="230124" y="2092452"/>
                  </a:lnTo>
                  <a:lnTo>
                    <a:pt x="230124" y="2043684"/>
                  </a:lnTo>
                  <a:close/>
                </a:path>
                <a:path w="2184400" h="4994275">
                  <a:moveTo>
                    <a:pt x="230124" y="1961388"/>
                  </a:moveTo>
                  <a:lnTo>
                    <a:pt x="227076" y="1956816"/>
                  </a:lnTo>
                  <a:lnTo>
                    <a:pt x="219456" y="1956816"/>
                  </a:lnTo>
                  <a:lnTo>
                    <a:pt x="216408" y="1961388"/>
                  </a:lnTo>
                  <a:lnTo>
                    <a:pt x="216408" y="2010156"/>
                  </a:lnTo>
                  <a:lnTo>
                    <a:pt x="219456" y="2013204"/>
                  </a:lnTo>
                  <a:lnTo>
                    <a:pt x="227076" y="2013204"/>
                  </a:lnTo>
                  <a:lnTo>
                    <a:pt x="230124" y="2010156"/>
                  </a:lnTo>
                  <a:lnTo>
                    <a:pt x="230124" y="1961388"/>
                  </a:lnTo>
                  <a:close/>
                </a:path>
                <a:path w="2184400" h="4994275">
                  <a:moveTo>
                    <a:pt x="230124" y="1877568"/>
                  </a:moveTo>
                  <a:lnTo>
                    <a:pt x="227076" y="1874520"/>
                  </a:lnTo>
                  <a:lnTo>
                    <a:pt x="219456" y="1874520"/>
                  </a:lnTo>
                  <a:lnTo>
                    <a:pt x="216408" y="1877568"/>
                  </a:lnTo>
                  <a:lnTo>
                    <a:pt x="216408" y="1926336"/>
                  </a:lnTo>
                  <a:lnTo>
                    <a:pt x="219456" y="1929384"/>
                  </a:lnTo>
                  <a:lnTo>
                    <a:pt x="227076" y="1929384"/>
                  </a:lnTo>
                  <a:lnTo>
                    <a:pt x="230124" y="1926336"/>
                  </a:lnTo>
                  <a:lnTo>
                    <a:pt x="230124" y="1877568"/>
                  </a:lnTo>
                  <a:close/>
                </a:path>
                <a:path w="2184400" h="4994275">
                  <a:moveTo>
                    <a:pt x="230124" y="1795272"/>
                  </a:moveTo>
                  <a:lnTo>
                    <a:pt x="227076" y="1792224"/>
                  </a:lnTo>
                  <a:lnTo>
                    <a:pt x="219456" y="1792224"/>
                  </a:lnTo>
                  <a:lnTo>
                    <a:pt x="216408" y="1795272"/>
                  </a:lnTo>
                  <a:lnTo>
                    <a:pt x="216408" y="1844040"/>
                  </a:lnTo>
                  <a:lnTo>
                    <a:pt x="219456" y="1847088"/>
                  </a:lnTo>
                  <a:lnTo>
                    <a:pt x="227076" y="1847088"/>
                  </a:lnTo>
                  <a:lnTo>
                    <a:pt x="230124" y="1844040"/>
                  </a:lnTo>
                  <a:lnTo>
                    <a:pt x="230124" y="1795272"/>
                  </a:lnTo>
                  <a:close/>
                </a:path>
                <a:path w="2184400" h="4994275">
                  <a:moveTo>
                    <a:pt x="230124" y="1712976"/>
                  </a:moveTo>
                  <a:lnTo>
                    <a:pt x="227076" y="1709928"/>
                  </a:lnTo>
                  <a:lnTo>
                    <a:pt x="219456" y="1709928"/>
                  </a:lnTo>
                  <a:lnTo>
                    <a:pt x="216408" y="1712976"/>
                  </a:lnTo>
                  <a:lnTo>
                    <a:pt x="216408" y="1761744"/>
                  </a:lnTo>
                  <a:lnTo>
                    <a:pt x="219456" y="1764792"/>
                  </a:lnTo>
                  <a:lnTo>
                    <a:pt x="227076" y="1764792"/>
                  </a:lnTo>
                  <a:lnTo>
                    <a:pt x="230124" y="1761744"/>
                  </a:lnTo>
                  <a:lnTo>
                    <a:pt x="230124" y="1712976"/>
                  </a:lnTo>
                  <a:close/>
                </a:path>
                <a:path w="2184400" h="4994275">
                  <a:moveTo>
                    <a:pt x="230124" y="1629156"/>
                  </a:moveTo>
                  <a:lnTo>
                    <a:pt x="227076" y="1626108"/>
                  </a:lnTo>
                  <a:lnTo>
                    <a:pt x="219456" y="1626108"/>
                  </a:lnTo>
                  <a:lnTo>
                    <a:pt x="216408" y="1629156"/>
                  </a:lnTo>
                  <a:lnTo>
                    <a:pt x="216408" y="1677924"/>
                  </a:lnTo>
                  <a:lnTo>
                    <a:pt x="219456" y="1680972"/>
                  </a:lnTo>
                  <a:lnTo>
                    <a:pt x="227076" y="1680972"/>
                  </a:lnTo>
                  <a:lnTo>
                    <a:pt x="230124" y="1677924"/>
                  </a:lnTo>
                  <a:lnTo>
                    <a:pt x="230124" y="1629156"/>
                  </a:lnTo>
                  <a:close/>
                </a:path>
                <a:path w="2184400" h="4994275">
                  <a:moveTo>
                    <a:pt x="230124" y="1546860"/>
                  </a:moveTo>
                  <a:lnTo>
                    <a:pt x="227076" y="1543812"/>
                  </a:lnTo>
                  <a:lnTo>
                    <a:pt x="219456" y="1543812"/>
                  </a:lnTo>
                  <a:lnTo>
                    <a:pt x="216408" y="1546860"/>
                  </a:lnTo>
                  <a:lnTo>
                    <a:pt x="216408" y="1595628"/>
                  </a:lnTo>
                  <a:lnTo>
                    <a:pt x="219456" y="1598676"/>
                  </a:lnTo>
                  <a:lnTo>
                    <a:pt x="227076" y="1598676"/>
                  </a:lnTo>
                  <a:lnTo>
                    <a:pt x="230124" y="1595628"/>
                  </a:lnTo>
                  <a:lnTo>
                    <a:pt x="230124" y="1546860"/>
                  </a:lnTo>
                  <a:close/>
                </a:path>
                <a:path w="2184400" h="4994275">
                  <a:moveTo>
                    <a:pt x="230124" y="1464564"/>
                  </a:moveTo>
                  <a:lnTo>
                    <a:pt x="227076" y="1461516"/>
                  </a:lnTo>
                  <a:lnTo>
                    <a:pt x="219456" y="1461516"/>
                  </a:lnTo>
                  <a:lnTo>
                    <a:pt x="216408" y="1464564"/>
                  </a:lnTo>
                  <a:lnTo>
                    <a:pt x="216408" y="1513332"/>
                  </a:lnTo>
                  <a:lnTo>
                    <a:pt x="219456" y="1516380"/>
                  </a:lnTo>
                  <a:lnTo>
                    <a:pt x="227076" y="1516380"/>
                  </a:lnTo>
                  <a:lnTo>
                    <a:pt x="230124" y="1513332"/>
                  </a:lnTo>
                  <a:lnTo>
                    <a:pt x="230124" y="1464564"/>
                  </a:lnTo>
                  <a:close/>
                </a:path>
                <a:path w="2184400" h="4994275">
                  <a:moveTo>
                    <a:pt x="230124" y="1380744"/>
                  </a:moveTo>
                  <a:lnTo>
                    <a:pt x="227076" y="1377696"/>
                  </a:lnTo>
                  <a:lnTo>
                    <a:pt x="219456" y="1377696"/>
                  </a:lnTo>
                  <a:lnTo>
                    <a:pt x="216408" y="1380744"/>
                  </a:lnTo>
                  <a:lnTo>
                    <a:pt x="216408" y="1429512"/>
                  </a:lnTo>
                  <a:lnTo>
                    <a:pt x="219456" y="1432560"/>
                  </a:lnTo>
                  <a:lnTo>
                    <a:pt x="227076" y="1432560"/>
                  </a:lnTo>
                  <a:lnTo>
                    <a:pt x="230124" y="1429512"/>
                  </a:lnTo>
                  <a:lnTo>
                    <a:pt x="230124" y="1380744"/>
                  </a:lnTo>
                  <a:close/>
                </a:path>
                <a:path w="2184400" h="4994275">
                  <a:moveTo>
                    <a:pt x="230124" y="1298448"/>
                  </a:moveTo>
                  <a:lnTo>
                    <a:pt x="227076" y="1295400"/>
                  </a:lnTo>
                  <a:lnTo>
                    <a:pt x="219456" y="1295400"/>
                  </a:lnTo>
                  <a:lnTo>
                    <a:pt x="216408" y="1298448"/>
                  </a:lnTo>
                  <a:lnTo>
                    <a:pt x="216408" y="1347216"/>
                  </a:lnTo>
                  <a:lnTo>
                    <a:pt x="219456" y="1350264"/>
                  </a:lnTo>
                  <a:lnTo>
                    <a:pt x="227076" y="1350264"/>
                  </a:lnTo>
                  <a:lnTo>
                    <a:pt x="230124" y="1347216"/>
                  </a:lnTo>
                  <a:lnTo>
                    <a:pt x="230124" y="1298448"/>
                  </a:lnTo>
                  <a:close/>
                </a:path>
                <a:path w="2184400" h="4994275">
                  <a:moveTo>
                    <a:pt x="230124" y="1216152"/>
                  </a:moveTo>
                  <a:lnTo>
                    <a:pt x="227076" y="1213104"/>
                  </a:lnTo>
                  <a:lnTo>
                    <a:pt x="219456" y="1213104"/>
                  </a:lnTo>
                  <a:lnTo>
                    <a:pt x="216408" y="1216152"/>
                  </a:lnTo>
                  <a:lnTo>
                    <a:pt x="216408" y="1264920"/>
                  </a:lnTo>
                  <a:lnTo>
                    <a:pt x="219456" y="1267968"/>
                  </a:lnTo>
                  <a:lnTo>
                    <a:pt x="227076" y="1267968"/>
                  </a:lnTo>
                  <a:lnTo>
                    <a:pt x="230124" y="1264920"/>
                  </a:lnTo>
                  <a:lnTo>
                    <a:pt x="230124" y="1216152"/>
                  </a:lnTo>
                  <a:close/>
                </a:path>
                <a:path w="2184400" h="4994275">
                  <a:moveTo>
                    <a:pt x="230124" y="1132332"/>
                  </a:moveTo>
                  <a:lnTo>
                    <a:pt x="227076" y="1129284"/>
                  </a:lnTo>
                  <a:lnTo>
                    <a:pt x="219456" y="1129284"/>
                  </a:lnTo>
                  <a:lnTo>
                    <a:pt x="216408" y="1132332"/>
                  </a:lnTo>
                  <a:lnTo>
                    <a:pt x="216408" y="1181100"/>
                  </a:lnTo>
                  <a:lnTo>
                    <a:pt x="219456" y="1184148"/>
                  </a:lnTo>
                  <a:lnTo>
                    <a:pt x="227076" y="1184148"/>
                  </a:lnTo>
                  <a:lnTo>
                    <a:pt x="230124" y="1181100"/>
                  </a:lnTo>
                  <a:lnTo>
                    <a:pt x="230124" y="1132332"/>
                  </a:lnTo>
                  <a:close/>
                </a:path>
                <a:path w="2184400" h="4994275">
                  <a:moveTo>
                    <a:pt x="230124" y="1050036"/>
                  </a:moveTo>
                  <a:lnTo>
                    <a:pt x="227076" y="1046988"/>
                  </a:lnTo>
                  <a:lnTo>
                    <a:pt x="219456" y="1046988"/>
                  </a:lnTo>
                  <a:lnTo>
                    <a:pt x="216408" y="1050036"/>
                  </a:lnTo>
                  <a:lnTo>
                    <a:pt x="216408" y="1098804"/>
                  </a:lnTo>
                  <a:lnTo>
                    <a:pt x="219456" y="1101852"/>
                  </a:lnTo>
                  <a:lnTo>
                    <a:pt x="227076" y="1101852"/>
                  </a:lnTo>
                  <a:lnTo>
                    <a:pt x="230124" y="1098804"/>
                  </a:lnTo>
                  <a:lnTo>
                    <a:pt x="230124" y="1050036"/>
                  </a:lnTo>
                  <a:close/>
                </a:path>
                <a:path w="2184400" h="4994275">
                  <a:moveTo>
                    <a:pt x="230124" y="967740"/>
                  </a:moveTo>
                  <a:lnTo>
                    <a:pt x="227076" y="964692"/>
                  </a:lnTo>
                  <a:lnTo>
                    <a:pt x="219456" y="964692"/>
                  </a:lnTo>
                  <a:lnTo>
                    <a:pt x="216408" y="967740"/>
                  </a:lnTo>
                  <a:lnTo>
                    <a:pt x="216408" y="1016508"/>
                  </a:lnTo>
                  <a:lnTo>
                    <a:pt x="219456" y="1019556"/>
                  </a:lnTo>
                  <a:lnTo>
                    <a:pt x="227076" y="1019556"/>
                  </a:lnTo>
                  <a:lnTo>
                    <a:pt x="230124" y="1016508"/>
                  </a:lnTo>
                  <a:lnTo>
                    <a:pt x="230124" y="967740"/>
                  </a:lnTo>
                  <a:close/>
                </a:path>
                <a:path w="2184400" h="4994275">
                  <a:moveTo>
                    <a:pt x="230124" y="883920"/>
                  </a:moveTo>
                  <a:lnTo>
                    <a:pt x="227076" y="880872"/>
                  </a:lnTo>
                  <a:lnTo>
                    <a:pt x="219456" y="880872"/>
                  </a:lnTo>
                  <a:lnTo>
                    <a:pt x="216408" y="883920"/>
                  </a:lnTo>
                  <a:lnTo>
                    <a:pt x="216408" y="932688"/>
                  </a:lnTo>
                  <a:lnTo>
                    <a:pt x="219456" y="935736"/>
                  </a:lnTo>
                  <a:lnTo>
                    <a:pt x="227076" y="935736"/>
                  </a:lnTo>
                  <a:lnTo>
                    <a:pt x="230124" y="932688"/>
                  </a:lnTo>
                  <a:lnTo>
                    <a:pt x="230124" y="883920"/>
                  </a:lnTo>
                  <a:close/>
                </a:path>
                <a:path w="2184400" h="4994275">
                  <a:moveTo>
                    <a:pt x="230124" y="801624"/>
                  </a:moveTo>
                  <a:lnTo>
                    <a:pt x="227076" y="798576"/>
                  </a:lnTo>
                  <a:lnTo>
                    <a:pt x="219456" y="798576"/>
                  </a:lnTo>
                  <a:lnTo>
                    <a:pt x="216408" y="801624"/>
                  </a:lnTo>
                  <a:lnTo>
                    <a:pt x="216408" y="850392"/>
                  </a:lnTo>
                  <a:lnTo>
                    <a:pt x="219456" y="853440"/>
                  </a:lnTo>
                  <a:lnTo>
                    <a:pt x="227076" y="853440"/>
                  </a:lnTo>
                  <a:lnTo>
                    <a:pt x="230124" y="850392"/>
                  </a:lnTo>
                  <a:lnTo>
                    <a:pt x="230124" y="801624"/>
                  </a:lnTo>
                  <a:close/>
                </a:path>
                <a:path w="2184400" h="4994275">
                  <a:moveTo>
                    <a:pt x="230124" y="719328"/>
                  </a:moveTo>
                  <a:lnTo>
                    <a:pt x="227076" y="716280"/>
                  </a:lnTo>
                  <a:lnTo>
                    <a:pt x="219456" y="716280"/>
                  </a:lnTo>
                  <a:lnTo>
                    <a:pt x="216408" y="719328"/>
                  </a:lnTo>
                  <a:lnTo>
                    <a:pt x="216408" y="768096"/>
                  </a:lnTo>
                  <a:lnTo>
                    <a:pt x="219456" y="771144"/>
                  </a:lnTo>
                  <a:lnTo>
                    <a:pt x="227076" y="771144"/>
                  </a:lnTo>
                  <a:lnTo>
                    <a:pt x="230124" y="768096"/>
                  </a:lnTo>
                  <a:lnTo>
                    <a:pt x="230124" y="719328"/>
                  </a:lnTo>
                  <a:close/>
                </a:path>
                <a:path w="2184400" h="4994275">
                  <a:moveTo>
                    <a:pt x="230124" y="635508"/>
                  </a:moveTo>
                  <a:lnTo>
                    <a:pt x="227076" y="632460"/>
                  </a:lnTo>
                  <a:lnTo>
                    <a:pt x="219456" y="632460"/>
                  </a:lnTo>
                  <a:lnTo>
                    <a:pt x="216408" y="635508"/>
                  </a:lnTo>
                  <a:lnTo>
                    <a:pt x="216408" y="684276"/>
                  </a:lnTo>
                  <a:lnTo>
                    <a:pt x="219456" y="687324"/>
                  </a:lnTo>
                  <a:lnTo>
                    <a:pt x="227076" y="687324"/>
                  </a:lnTo>
                  <a:lnTo>
                    <a:pt x="230124" y="684276"/>
                  </a:lnTo>
                  <a:lnTo>
                    <a:pt x="230124" y="635508"/>
                  </a:lnTo>
                  <a:close/>
                </a:path>
                <a:path w="2184400" h="4994275">
                  <a:moveTo>
                    <a:pt x="230124" y="553212"/>
                  </a:moveTo>
                  <a:lnTo>
                    <a:pt x="227076" y="550164"/>
                  </a:lnTo>
                  <a:lnTo>
                    <a:pt x="219456" y="550164"/>
                  </a:lnTo>
                  <a:lnTo>
                    <a:pt x="216408" y="553212"/>
                  </a:lnTo>
                  <a:lnTo>
                    <a:pt x="216408" y="601980"/>
                  </a:lnTo>
                  <a:lnTo>
                    <a:pt x="219456" y="605028"/>
                  </a:lnTo>
                  <a:lnTo>
                    <a:pt x="227076" y="605028"/>
                  </a:lnTo>
                  <a:lnTo>
                    <a:pt x="230124" y="601980"/>
                  </a:lnTo>
                  <a:lnTo>
                    <a:pt x="230124" y="553212"/>
                  </a:lnTo>
                  <a:close/>
                </a:path>
                <a:path w="2184400" h="4994275">
                  <a:moveTo>
                    <a:pt x="230124" y="470916"/>
                  </a:moveTo>
                  <a:lnTo>
                    <a:pt x="227076" y="467868"/>
                  </a:lnTo>
                  <a:lnTo>
                    <a:pt x="219456" y="467868"/>
                  </a:lnTo>
                  <a:lnTo>
                    <a:pt x="216408" y="470916"/>
                  </a:lnTo>
                  <a:lnTo>
                    <a:pt x="216408" y="519684"/>
                  </a:lnTo>
                  <a:lnTo>
                    <a:pt x="219456" y="522732"/>
                  </a:lnTo>
                  <a:lnTo>
                    <a:pt x="227076" y="522732"/>
                  </a:lnTo>
                  <a:lnTo>
                    <a:pt x="230124" y="519684"/>
                  </a:lnTo>
                  <a:lnTo>
                    <a:pt x="230124" y="470916"/>
                  </a:lnTo>
                  <a:close/>
                </a:path>
                <a:path w="2184400" h="4994275">
                  <a:moveTo>
                    <a:pt x="230124" y="387096"/>
                  </a:moveTo>
                  <a:lnTo>
                    <a:pt x="227076" y="384048"/>
                  </a:lnTo>
                  <a:lnTo>
                    <a:pt x="219456" y="384048"/>
                  </a:lnTo>
                  <a:lnTo>
                    <a:pt x="216408" y="387096"/>
                  </a:lnTo>
                  <a:lnTo>
                    <a:pt x="216408" y="435864"/>
                  </a:lnTo>
                  <a:lnTo>
                    <a:pt x="219456" y="438912"/>
                  </a:lnTo>
                  <a:lnTo>
                    <a:pt x="227076" y="438912"/>
                  </a:lnTo>
                  <a:lnTo>
                    <a:pt x="230124" y="435864"/>
                  </a:lnTo>
                  <a:lnTo>
                    <a:pt x="230124" y="387096"/>
                  </a:lnTo>
                  <a:close/>
                </a:path>
                <a:path w="2184400" h="4994275">
                  <a:moveTo>
                    <a:pt x="230124" y="304800"/>
                  </a:moveTo>
                  <a:lnTo>
                    <a:pt x="227076" y="301752"/>
                  </a:lnTo>
                  <a:lnTo>
                    <a:pt x="219456" y="301752"/>
                  </a:lnTo>
                  <a:lnTo>
                    <a:pt x="216408" y="304800"/>
                  </a:lnTo>
                  <a:lnTo>
                    <a:pt x="216408" y="353568"/>
                  </a:lnTo>
                  <a:lnTo>
                    <a:pt x="219456" y="356616"/>
                  </a:lnTo>
                  <a:lnTo>
                    <a:pt x="227076" y="356616"/>
                  </a:lnTo>
                  <a:lnTo>
                    <a:pt x="230124" y="353568"/>
                  </a:lnTo>
                  <a:lnTo>
                    <a:pt x="230124" y="304800"/>
                  </a:lnTo>
                  <a:close/>
                </a:path>
                <a:path w="2184400" h="4994275">
                  <a:moveTo>
                    <a:pt x="230124" y="222504"/>
                  </a:moveTo>
                  <a:lnTo>
                    <a:pt x="227076" y="219456"/>
                  </a:lnTo>
                  <a:lnTo>
                    <a:pt x="219456" y="219456"/>
                  </a:lnTo>
                  <a:lnTo>
                    <a:pt x="216408" y="222504"/>
                  </a:lnTo>
                  <a:lnTo>
                    <a:pt x="216408" y="271272"/>
                  </a:lnTo>
                  <a:lnTo>
                    <a:pt x="219456" y="274320"/>
                  </a:lnTo>
                  <a:lnTo>
                    <a:pt x="227076" y="274320"/>
                  </a:lnTo>
                  <a:lnTo>
                    <a:pt x="230124" y="271272"/>
                  </a:lnTo>
                  <a:lnTo>
                    <a:pt x="230124" y="222504"/>
                  </a:lnTo>
                  <a:close/>
                </a:path>
                <a:path w="2184400" h="4994275">
                  <a:moveTo>
                    <a:pt x="230124" y="138684"/>
                  </a:moveTo>
                  <a:lnTo>
                    <a:pt x="227076" y="135636"/>
                  </a:lnTo>
                  <a:lnTo>
                    <a:pt x="219456" y="135636"/>
                  </a:lnTo>
                  <a:lnTo>
                    <a:pt x="216408" y="138684"/>
                  </a:lnTo>
                  <a:lnTo>
                    <a:pt x="216408" y="187452"/>
                  </a:lnTo>
                  <a:lnTo>
                    <a:pt x="219456" y="192024"/>
                  </a:lnTo>
                  <a:lnTo>
                    <a:pt x="227076" y="192024"/>
                  </a:lnTo>
                  <a:lnTo>
                    <a:pt x="230124" y="187452"/>
                  </a:lnTo>
                  <a:lnTo>
                    <a:pt x="230124" y="138684"/>
                  </a:lnTo>
                  <a:close/>
                </a:path>
                <a:path w="2184400" h="4994275">
                  <a:moveTo>
                    <a:pt x="448056" y="4940808"/>
                  </a:moveTo>
                  <a:lnTo>
                    <a:pt x="445008" y="4937760"/>
                  </a:lnTo>
                  <a:lnTo>
                    <a:pt x="437388" y="4937760"/>
                  </a:lnTo>
                  <a:lnTo>
                    <a:pt x="434340" y="4940808"/>
                  </a:lnTo>
                  <a:lnTo>
                    <a:pt x="434340" y="4989576"/>
                  </a:lnTo>
                  <a:lnTo>
                    <a:pt x="437388" y="4994148"/>
                  </a:lnTo>
                  <a:lnTo>
                    <a:pt x="445008" y="4994148"/>
                  </a:lnTo>
                  <a:lnTo>
                    <a:pt x="448056" y="4989576"/>
                  </a:lnTo>
                  <a:lnTo>
                    <a:pt x="448056" y="4940808"/>
                  </a:lnTo>
                  <a:close/>
                </a:path>
                <a:path w="2184400" h="4994275">
                  <a:moveTo>
                    <a:pt x="448056" y="4858512"/>
                  </a:moveTo>
                  <a:lnTo>
                    <a:pt x="445008" y="4855464"/>
                  </a:lnTo>
                  <a:lnTo>
                    <a:pt x="437388" y="4855464"/>
                  </a:lnTo>
                  <a:lnTo>
                    <a:pt x="434340" y="4858512"/>
                  </a:lnTo>
                  <a:lnTo>
                    <a:pt x="434340" y="4907280"/>
                  </a:lnTo>
                  <a:lnTo>
                    <a:pt x="437388" y="4910328"/>
                  </a:lnTo>
                  <a:lnTo>
                    <a:pt x="445008" y="4910328"/>
                  </a:lnTo>
                  <a:lnTo>
                    <a:pt x="448056" y="4907280"/>
                  </a:lnTo>
                  <a:lnTo>
                    <a:pt x="448056" y="4858512"/>
                  </a:lnTo>
                  <a:close/>
                </a:path>
                <a:path w="2184400" h="4994275">
                  <a:moveTo>
                    <a:pt x="448056" y="4776216"/>
                  </a:moveTo>
                  <a:lnTo>
                    <a:pt x="445008" y="4773168"/>
                  </a:lnTo>
                  <a:lnTo>
                    <a:pt x="437388" y="4773168"/>
                  </a:lnTo>
                  <a:lnTo>
                    <a:pt x="434340" y="4776216"/>
                  </a:lnTo>
                  <a:lnTo>
                    <a:pt x="434340" y="4824984"/>
                  </a:lnTo>
                  <a:lnTo>
                    <a:pt x="437388" y="4828032"/>
                  </a:lnTo>
                  <a:lnTo>
                    <a:pt x="445008" y="4828032"/>
                  </a:lnTo>
                  <a:lnTo>
                    <a:pt x="448056" y="4824984"/>
                  </a:lnTo>
                  <a:lnTo>
                    <a:pt x="448056" y="4776216"/>
                  </a:lnTo>
                  <a:close/>
                </a:path>
                <a:path w="2184400" h="4994275">
                  <a:moveTo>
                    <a:pt x="448056" y="4692396"/>
                  </a:moveTo>
                  <a:lnTo>
                    <a:pt x="445008" y="4689348"/>
                  </a:lnTo>
                  <a:lnTo>
                    <a:pt x="437388" y="4689348"/>
                  </a:lnTo>
                  <a:lnTo>
                    <a:pt x="434340" y="4692396"/>
                  </a:lnTo>
                  <a:lnTo>
                    <a:pt x="434340" y="4742688"/>
                  </a:lnTo>
                  <a:lnTo>
                    <a:pt x="437388" y="4745736"/>
                  </a:lnTo>
                  <a:lnTo>
                    <a:pt x="445008" y="4745736"/>
                  </a:lnTo>
                  <a:lnTo>
                    <a:pt x="448056" y="4742688"/>
                  </a:lnTo>
                  <a:lnTo>
                    <a:pt x="448056" y="4692396"/>
                  </a:lnTo>
                  <a:close/>
                </a:path>
                <a:path w="2184400" h="4994275">
                  <a:moveTo>
                    <a:pt x="448056" y="4610100"/>
                  </a:moveTo>
                  <a:lnTo>
                    <a:pt x="445008" y="4607052"/>
                  </a:lnTo>
                  <a:lnTo>
                    <a:pt x="437388" y="4607052"/>
                  </a:lnTo>
                  <a:lnTo>
                    <a:pt x="434340" y="4610100"/>
                  </a:lnTo>
                  <a:lnTo>
                    <a:pt x="434340" y="4658868"/>
                  </a:lnTo>
                  <a:lnTo>
                    <a:pt x="437388" y="4661916"/>
                  </a:lnTo>
                  <a:lnTo>
                    <a:pt x="445008" y="4661916"/>
                  </a:lnTo>
                  <a:lnTo>
                    <a:pt x="448056" y="4658868"/>
                  </a:lnTo>
                  <a:lnTo>
                    <a:pt x="448056" y="4610100"/>
                  </a:lnTo>
                  <a:close/>
                </a:path>
                <a:path w="2184400" h="4994275">
                  <a:moveTo>
                    <a:pt x="448056" y="4527804"/>
                  </a:moveTo>
                  <a:lnTo>
                    <a:pt x="445008" y="4524756"/>
                  </a:lnTo>
                  <a:lnTo>
                    <a:pt x="437388" y="4524756"/>
                  </a:lnTo>
                  <a:lnTo>
                    <a:pt x="434340" y="4527804"/>
                  </a:lnTo>
                  <a:lnTo>
                    <a:pt x="434340" y="4576572"/>
                  </a:lnTo>
                  <a:lnTo>
                    <a:pt x="437388" y="4579620"/>
                  </a:lnTo>
                  <a:lnTo>
                    <a:pt x="445008" y="4579620"/>
                  </a:lnTo>
                  <a:lnTo>
                    <a:pt x="448056" y="4576572"/>
                  </a:lnTo>
                  <a:lnTo>
                    <a:pt x="448056" y="4527804"/>
                  </a:lnTo>
                  <a:close/>
                </a:path>
                <a:path w="2184400" h="4994275">
                  <a:moveTo>
                    <a:pt x="448056" y="4443984"/>
                  </a:moveTo>
                  <a:lnTo>
                    <a:pt x="445008" y="4440936"/>
                  </a:lnTo>
                  <a:lnTo>
                    <a:pt x="437388" y="4440936"/>
                  </a:lnTo>
                  <a:lnTo>
                    <a:pt x="434340" y="4443984"/>
                  </a:lnTo>
                  <a:lnTo>
                    <a:pt x="434340" y="4494276"/>
                  </a:lnTo>
                  <a:lnTo>
                    <a:pt x="437388" y="4497324"/>
                  </a:lnTo>
                  <a:lnTo>
                    <a:pt x="445008" y="4497324"/>
                  </a:lnTo>
                  <a:lnTo>
                    <a:pt x="448056" y="4494276"/>
                  </a:lnTo>
                  <a:lnTo>
                    <a:pt x="448056" y="4443984"/>
                  </a:lnTo>
                  <a:close/>
                </a:path>
                <a:path w="2184400" h="4994275">
                  <a:moveTo>
                    <a:pt x="448056" y="4361688"/>
                  </a:moveTo>
                  <a:lnTo>
                    <a:pt x="445008" y="4358640"/>
                  </a:lnTo>
                  <a:lnTo>
                    <a:pt x="437388" y="4358640"/>
                  </a:lnTo>
                  <a:lnTo>
                    <a:pt x="434340" y="4361688"/>
                  </a:lnTo>
                  <a:lnTo>
                    <a:pt x="434340" y="4410456"/>
                  </a:lnTo>
                  <a:lnTo>
                    <a:pt x="437388" y="4413504"/>
                  </a:lnTo>
                  <a:lnTo>
                    <a:pt x="445008" y="4413504"/>
                  </a:lnTo>
                  <a:lnTo>
                    <a:pt x="448056" y="4410456"/>
                  </a:lnTo>
                  <a:lnTo>
                    <a:pt x="448056" y="4361688"/>
                  </a:lnTo>
                  <a:close/>
                </a:path>
                <a:path w="2184400" h="4994275">
                  <a:moveTo>
                    <a:pt x="448056" y="4279392"/>
                  </a:moveTo>
                  <a:lnTo>
                    <a:pt x="445008" y="4276344"/>
                  </a:lnTo>
                  <a:lnTo>
                    <a:pt x="437388" y="4276344"/>
                  </a:lnTo>
                  <a:lnTo>
                    <a:pt x="434340" y="4279392"/>
                  </a:lnTo>
                  <a:lnTo>
                    <a:pt x="434340" y="4328160"/>
                  </a:lnTo>
                  <a:lnTo>
                    <a:pt x="437388" y="4331208"/>
                  </a:lnTo>
                  <a:lnTo>
                    <a:pt x="445008" y="4331208"/>
                  </a:lnTo>
                  <a:lnTo>
                    <a:pt x="448056" y="4328160"/>
                  </a:lnTo>
                  <a:lnTo>
                    <a:pt x="448056" y="4279392"/>
                  </a:lnTo>
                  <a:close/>
                </a:path>
                <a:path w="2184400" h="4994275">
                  <a:moveTo>
                    <a:pt x="448056" y="4195572"/>
                  </a:moveTo>
                  <a:lnTo>
                    <a:pt x="445008" y="4192524"/>
                  </a:lnTo>
                  <a:lnTo>
                    <a:pt x="437388" y="4192524"/>
                  </a:lnTo>
                  <a:lnTo>
                    <a:pt x="434340" y="4195572"/>
                  </a:lnTo>
                  <a:lnTo>
                    <a:pt x="434340" y="4245864"/>
                  </a:lnTo>
                  <a:lnTo>
                    <a:pt x="437388" y="4248912"/>
                  </a:lnTo>
                  <a:lnTo>
                    <a:pt x="445008" y="4248912"/>
                  </a:lnTo>
                  <a:lnTo>
                    <a:pt x="448056" y="4245864"/>
                  </a:lnTo>
                  <a:lnTo>
                    <a:pt x="448056" y="4195572"/>
                  </a:lnTo>
                  <a:close/>
                </a:path>
                <a:path w="2184400" h="4994275">
                  <a:moveTo>
                    <a:pt x="448056" y="4113276"/>
                  </a:moveTo>
                  <a:lnTo>
                    <a:pt x="445008" y="4110228"/>
                  </a:lnTo>
                  <a:lnTo>
                    <a:pt x="437388" y="4110228"/>
                  </a:lnTo>
                  <a:lnTo>
                    <a:pt x="434340" y="4113276"/>
                  </a:lnTo>
                  <a:lnTo>
                    <a:pt x="434340" y="4162044"/>
                  </a:lnTo>
                  <a:lnTo>
                    <a:pt x="437388" y="4165092"/>
                  </a:lnTo>
                  <a:lnTo>
                    <a:pt x="445008" y="4165092"/>
                  </a:lnTo>
                  <a:lnTo>
                    <a:pt x="448056" y="4162044"/>
                  </a:lnTo>
                  <a:lnTo>
                    <a:pt x="448056" y="4113276"/>
                  </a:lnTo>
                  <a:close/>
                </a:path>
                <a:path w="2184400" h="4994275">
                  <a:moveTo>
                    <a:pt x="448056" y="4030980"/>
                  </a:moveTo>
                  <a:lnTo>
                    <a:pt x="445008" y="4027932"/>
                  </a:lnTo>
                  <a:lnTo>
                    <a:pt x="437388" y="4027932"/>
                  </a:lnTo>
                  <a:lnTo>
                    <a:pt x="434340" y="4030980"/>
                  </a:lnTo>
                  <a:lnTo>
                    <a:pt x="434340" y="4079748"/>
                  </a:lnTo>
                  <a:lnTo>
                    <a:pt x="437388" y="4082796"/>
                  </a:lnTo>
                  <a:lnTo>
                    <a:pt x="445008" y="4082796"/>
                  </a:lnTo>
                  <a:lnTo>
                    <a:pt x="448056" y="4079748"/>
                  </a:lnTo>
                  <a:lnTo>
                    <a:pt x="448056" y="4030980"/>
                  </a:lnTo>
                  <a:close/>
                </a:path>
                <a:path w="2184400" h="4994275">
                  <a:moveTo>
                    <a:pt x="448056" y="3947160"/>
                  </a:moveTo>
                  <a:lnTo>
                    <a:pt x="445008" y="3944112"/>
                  </a:lnTo>
                  <a:lnTo>
                    <a:pt x="437388" y="3944112"/>
                  </a:lnTo>
                  <a:lnTo>
                    <a:pt x="434340" y="3947160"/>
                  </a:lnTo>
                  <a:lnTo>
                    <a:pt x="434340" y="3997452"/>
                  </a:lnTo>
                  <a:lnTo>
                    <a:pt x="437388" y="4000500"/>
                  </a:lnTo>
                  <a:lnTo>
                    <a:pt x="445008" y="4000500"/>
                  </a:lnTo>
                  <a:lnTo>
                    <a:pt x="448056" y="3997452"/>
                  </a:lnTo>
                  <a:lnTo>
                    <a:pt x="448056" y="3947160"/>
                  </a:lnTo>
                  <a:close/>
                </a:path>
                <a:path w="2184400" h="4994275">
                  <a:moveTo>
                    <a:pt x="448056" y="3864864"/>
                  </a:moveTo>
                  <a:lnTo>
                    <a:pt x="445008" y="3861816"/>
                  </a:lnTo>
                  <a:lnTo>
                    <a:pt x="437388" y="3861816"/>
                  </a:lnTo>
                  <a:lnTo>
                    <a:pt x="434340" y="3864864"/>
                  </a:lnTo>
                  <a:lnTo>
                    <a:pt x="434340" y="3913632"/>
                  </a:lnTo>
                  <a:lnTo>
                    <a:pt x="437388" y="3916680"/>
                  </a:lnTo>
                  <a:lnTo>
                    <a:pt x="445008" y="3916680"/>
                  </a:lnTo>
                  <a:lnTo>
                    <a:pt x="448056" y="3913632"/>
                  </a:lnTo>
                  <a:lnTo>
                    <a:pt x="448056" y="3864864"/>
                  </a:lnTo>
                  <a:close/>
                </a:path>
                <a:path w="2184400" h="4994275">
                  <a:moveTo>
                    <a:pt x="448056" y="3782568"/>
                  </a:moveTo>
                  <a:lnTo>
                    <a:pt x="445008" y="3779520"/>
                  </a:lnTo>
                  <a:lnTo>
                    <a:pt x="437388" y="3779520"/>
                  </a:lnTo>
                  <a:lnTo>
                    <a:pt x="434340" y="3782568"/>
                  </a:lnTo>
                  <a:lnTo>
                    <a:pt x="434340" y="3831336"/>
                  </a:lnTo>
                  <a:lnTo>
                    <a:pt x="437388" y="3834384"/>
                  </a:lnTo>
                  <a:lnTo>
                    <a:pt x="445008" y="3834384"/>
                  </a:lnTo>
                  <a:lnTo>
                    <a:pt x="448056" y="3831336"/>
                  </a:lnTo>
                  <a:lnTo>
                    <a:pt x="448056" y="3782568"/>
                  </a:lnTo>
                  <a:close/>
                </a:path>
                <a:path w="2184400" h="4994275">
                  <a:moveTo>
                    <a:pt x="448056" y="3698748"/>
                  </a:moveTo>
                  <a:lnTo>
                    <a:pt x="445008" y="3695700"/>
                  </a:lnTo>
                  <a:lnTo>
                    <a:pt x="437388" y="3695700"/>
                  </a:lnTo>
                  <a:lnTo>
                    <a:pt x="434340" y="3698748"/>
                  </a:lnTo>
                  <a:lnTo>
                    <a:pt x="434340" y="3749040"/>
                  </a:lnTo>
                  <a:lnTo>
                    <a:pt x="437388" y="3752088"/>
                  </a:lnTo>
                  <a:lnTo>
                    <a:pt x="445008" y="3752088"/>
                  </a:lnTo>
                  <a:lnTo>
                    <a:pt x="448056" y="3749040"/>
                  </a:lnTo>
                  <a:lnTo>
                    <a:pt x="448056" y="3698748"/>
                  </a:lnTo>
                  <a:close/>
                </a:path>
                <a:path w="2184400" h="4994275">
                  <a:moveTo>
                    <a:pt x="448056" y="3616452"/>
                  </a:moveTo>
                  <a:lnTo>
                    <a:pt x="445008" y="3613404"/>
                  </a:lnTo>
                  <a:lnTo>
                    <a:pt x="437388" y="3613404"/>
                  </a:lnTo>
                  <a:lnTo>
                    <a:pt x="434340" y="3616452"/>
                  </a:lnTo>
                  <a:lnTo>
                    <a:pt x="434340" y="3665220"/>
                  </a:lnTo>
                  <a:lnTo>
                    <a:pt x="437388" y="3668268"/>
                  </a:lnTo>
                  <a:lnTo>
                    <a:pt x="445008" y="3668268"/>
                  </a:lnTo>
                  <a:lnTo>
                    <a:pt x="448056" y="3665220"/>
                  </a:lnTo>
                  <a:lnTo>
                    <a:pt x="448056" y="3616452"/>
                  </a:lnTo>
                  <a:close/>
                </a:path>
                <a:path w="2184400" h="4994275">
                  <a:moveTo>
                    <a:pt x="448056" y="3534156"/>
                  </a:moveTo>
                  <a:lnTo>
                    <a:pt x="445008" y="3531108"/>
                  </a:lnTo>
                  <a:lnTo>
                    <a:pt x="437388" y="3531108"/>
                  </a:lnTo>
                  <a:lnTo>
                    <a:pt x="434340" y="3534156"/>
                  </a:lnTo>
                  <a:lnTo>
                    <a:pt x="434340" y="3582924"/>
                  </a:lnTo>
                  <a:lnTo>
                    <a:pt x="437388" y="3585972"/>
                  </a:lnTo>
                  <a:lnTo>
                    <a:pt x="445008" y="3585972"/>
                  </a:lnTo>
                  <a:lnTo>
                    <a:pt x="448056" y="3582924"/>
                  </a:lnTo>
                  <a:lnTo>
                    <a:pt x="448056" y="3534156"/>
                  </a:lnTo>
                  <a:close/>
                </a:path>
                <a:path w="2184400" h="4994275">
                  <a:moveTo>
                    <a:pt x="448056" y="3450336"/>
                  </a:moveTo>
                  <a:lnTo>
                    <a:pt x="445008" y="3447288"/>
                  </a:lnTo>
                  <a:lnTo>
                    <a:pt x="437388" y="3447288"/>
                  </a:lnTo>
                  <a:lnTo>
                    <a:pt x="434340" y="3450336"/>
                  </a:lnTo>
                  <a:lnTo>
                    <a:pt x="434340" y="3500628"/>
                  </a:lnTo>
                  <a:lnTo>
                    <a:pt x="437388" y="3503676"/>
                  </a:lnTo>
                  <a:lnTo>
                    <a:pt x="445008" y="3503676"/>
                  </a:lnTo>
                  <a:lnTo>
                    <a:pt x="448056" y="3500628"/>
                  </a:lnTo>
                  <a:lnTo>
                    <a:pt x="448056" y="3450336"/>
                  </a:lnTo>
                  <a:close/>
                </a:path>
                <a:path w="2184400" h="4994275">
                  <a:moveTo>
                    <a:pt x="448056" y="3368040"/>
                  </a:moveTo>
                  <a:lnTo>
                    <a:pt x="445008" y="3364992"/>
                  </a:lnTo>
                  <a:lnTo>
                    <a:pt x="437388" y="3364992"/>
                  </a:lnTo>
                  <a:lnTo>
                    <a:pt x="434340" y="3368040"/>
                  </a:lnTo>
                  <a:lnTo>
                    <a:pt x="434340" y="3416808"/>
                  </a:lnTo>
                  <a:lnTo>
                    <a:pt x="437388" y="3419856"/>
                  </a:lnTo>
                  <a:lnTo>
                    <a:pt x="445008" y="3419856"/>
                  </a:lnTo>
                  <a:lnTo>
                    <a:pt x="448056" y="3416808"/>
                  </a:lnTo>
                  <a:lnTo>
                    <a:pt x="448056" y="3368040"/>
                  </a:lnTo>
                  <a:close/>
                </a:path>
                <a:path w="2184400" h="4994275">
                  <a:moveTo>
                    <a:pt x="448056" y="3285744"/>
                  </a:moveTo>
                  <a:lnTo>
                    <a:pt x="445008" y="3282696"/>
                  </a:lnTo>
                  <a:lnTo>
                    <a:pt x="437388" y="3282696"/>
                  </a:lnTo>
                  <a:lnTo>
                    <a:pt x="434340" y="3285744"/>
                  </a:lnTo>
                  <a:lnTo>
                    <a:pt x="434340" y="3334512"/>
                  </a:lnTo>
                  <a:lnTo>
                    <a:pt x="437388" y="3337560"/>
                  </a:lnTo>
                  <a:lnTo>
                    <a:pt x="445008" y="3337560"/>
                  </a:lnTo>
                  <a:lnTo>
                    <a:pt x="448056" y="3334512"/>
                  </a:lnTo>
                  <a:lnTo>
                    <a:pt x="448056" y="3285744"/>
                  </a:lnTo>
                  <a:close/>
                </a:path>
                <a:path w="2184400" h="4994275">
                  <a:moveTo>
                    <a:pt x="448056" y="3201924"/>
                  </a:moveTo>
                  <a:lnTo>
                    <a:pt x="445008" y="3198876"/>
                  </a:lnTo>
                  <a:lnTo>
                    <a:pt x="437388" y="3198876"/>
                  </a:lnTo>
                  <a:lnTo>
                    <a:pt x="434340" y="3201924"/>
                  </a:lnTo>
                  <a:lnTo>
                    <a:pt x="434340" y="3252216"/>
                  </a:lnTo>
                  <a:lnTo>
                    <a:pt x="437388" y="3255264"/>
                  </a:lnTo>
                  <a:lnTo>
                    <a:pt x="445008" y="3255264"/>
                  </a:lnTo>
                  <a:lnTo>
                    <a:pt x="448056" y="3252216"/>
                  </a:lnTo>
                  <a:lnTo>
                    <a:pt x="448056" y="3201924"/>
                  </a:lnTo>
                  <a:close/>
                </a:path>
                <a:path w="2184400" h="4994275">
                  <a:moveTo>
                    <a:pt x="448056" y="3119628"/>
                  </a:moveTo>
                  <a:lnTo>
                    <a:pt x="445008" y="3116580"/>
                  </a:lnTo>
                  <a:lnTo>
                    <a:pt x="437388" y="3116580"/>
                  </a:lnTo>
                  <a:lnTo>
                    <a:pt x="434340" y="3119628"/>
                  </a:lnTo>
                  <a:lnTo>
                    <a:pt x="434340" y="3168396"/>
                  </a:lnTo>
                  <a:lnTo>
                    <a:pt x="437388" y="3171444"/>
                  </a:lnTo>
                  <a:lnTo>
                    <a:pt x="445008" y="3171444"/>
                  </a:lnTo>
                  <a:lnTo>
                    <a:pt x="448056" y="3168396"/>
                  </a:lnTo>
                  <a:lnTo>
                    <a:pt x="448056" y="3119628"/>
                  </a:lnTo>
                  <a:close/>
                </a:path>
                <a:path w="2184400" h="4994275">
                  <a:moveTo>
                    <a:pt x="448056" y="3037332"/>
                  </a:moveTo>
                  <a:lnTo>
                    <a:pt x="445008" y="3034284"/>
                  </a:lnTo>
                  <a:lnTo>
                    <a:pt x="437388" y="3034284"/>
                  </a:lnTo>
                  <a:lnTo>
                    <a:pt x="434340" y="3037332"/>
                  </a:lnTo>
                  <a:lnTo>
                    <a:pt x="434340" y="3086100"/>
                  </a:lnTo>
                  <a:lnTo>
                    <a:pt x="437388" y="3089148"/>
                  </a:lnTo>
                  <a:lnTo>
                    <a:pt x="445008" y="3089148"/>
                  </a:lnTo>
                  <a:lnTo>
                    <a:pt x="448056" y="3086100"/>
                  </a:lnTo>
                  <a:lnTo>
                    <a:pt x="448056" y="3037332"/>
                  </a:lnTo>
                  <a:close/>
                </a:path>
                <a:path w="2184400" h="4994275">
                  <a:moveTo>
                    <a:pt x="448056" y="2953512"/>
                  </a:moveTo>
                  <a:lnTo>
                    <a:pt x="445008" y="2950464"/>
                  </a:lnTo>
                  <a:lnTo>
                    <a:pt x="437388" y="2950464"/>
                  </a:lnTo>
                  <a:lnTo>
                    <a:pt x="434340" y="2953512"/>
                  </a:lnTo>
                  <a:lnTo>
                    <a:pt x="434340" y="3003804"/>
                  </a:lnTo>
                  <a:lnTo>
                    <a:pt x="437388" y="3006852"/>
                  </a:lnTo>
                  <a:lnTo>
                    <a:pt x="445008" y="3006852"/>
                  </a:lnTo>
                  <a:lnTo>
                    <a:pt x="448056" y="3003804"/>
                  </a:lnTo>
                  <a:lnTo>
                    <a:pt x="448056" y="2953512"/>
                  </a:lnTo>
                  <a:close/>
                </a:path>
                <a:path w="2184400" h="4994275">
                  <a:moveTo>
                    <a:pt x="448056" y="2871216"/>
                  </a:moveTo>
                  <a:lnTo>
                    <a:pt x="445008" y="2868168"/>
                  </a:lnTo>
                  <a:lnTo>
                    <a:pt x="437388" y="2868168"/>
                  </a:lnTo>
                  <a:lnTo>
                    <a:pt x="434340" y="2871216"/>
                  </a:lnTo>
                  <a:lnTo>
                    <a:pt x="434340" y="2919984"/>
                  </a:lnTo>
                  <a:lnTo>
                    <a:pt x="437388" y="2923032"/>
                  </a:lnTo>
                  <a:lnTo>
                    <a:pt x="445008" y="2923032"/>
                  </a:lnTo>
                  <a:lnTo>
                    <a:pt x="448056" y="2919984"/>
                  </a:lnTo>
                  <a:lnTo>
                    <a:pt x="448056" y="2871216"/>
                  </a:lnTo>
                  <a:close/>
                </a:path>
                <a:path w="2184400" h="4994275">
                  <a:moveTo>
                    <a:pt x="448056" y="2788920"/>
                  </a:moveTo>
                  <a:lnTo>
                    <a:pt x="445008" y="2785872"/>
                  </a:lnTo>
                  <a:lnTo>
                    <a:pt x="437388" y="2785872"/>
                  </a:lnTo>
                  <a:lnTo>
                    <a:pt x="434340" y="2788920"/>
                  </a:lnTo>
                  <a:lnTo>
                    <a:pt x="434340" y="2837688"/>
                  </a:lnTo>
                  <a:lnTo>
                    <a:pt x="437388" y="2840736"/>
                  </a:lnTo>
                  <a:lnTo>
                    <a:pt x="445008" y="2840736"/>
                  </a:lnTo>
                  <a:lnTo>
                    <a:pt x="448056" y="2837688"/>
                  </a:lnTo>
                  <a:lnTo>
                    <a:pt x="448056" y="2788920"/>
                  </a:lnTo>
                  <a:close/>
                </a:path>
                <a:path w="2184400" h="4994275">
                  <a:moveTo>
                    <a:pt x="448056" y="2705100"/>
                  </a:moveTo>
                  <a:lnTo>
                    <a:pt x="445008" y="2702052"/>
                  </a:lnTo>
                  <a:lnTo>
                    <a:pt x="437388" y="2702052"/>
                  </a:lnTo>
                  <a:lnTo>
                    <a:pt x="434340" y="2705100"/>
                  </a:lnTo>
                  <a:lnTo>
                    <a:pt x="434340" y="2755392"/>
                  </a:lnTo>
                  <a:lnTo>
                    <a:pt x="437388" y="2758440"/>
                  </a:lnTo>
                  <a:lnTo>
                    <a:pt x="445008" y="2758440"/>
                  </a:lnTo>
                  <a:lnTo>
                    <a:pt x="448056" y="2755392"/>
                  </a:lnTo>
                  <a:lnTo>
                    <a:pt x="448056" y="2705100"/>
                  </a:lnTo>
                  <a:close/>
                </a:path>
                <a:path w="2184400" h="4994275">
                  <a:moveTo>
                    <a:pt x="448056" y="2622804"/>
                  </a:moveTo>
                  <a:lnTo>
                    <a:pt x="445008" y="2619756"/>
                  </a:lnTo>
                  <a:lnTo>
                    <a:pt x="437388" y="2619756"/>
                  </a:lnTo>
                  <a:lnTo>
                    <a:pt x="434340" y="2622804"/>
                  </a:lnTo>
                  <a:lnTo>
                    <a:pt x="434340" y="2671572"/>
                  </a:lnTo>
                  <a:lnTo>
                    <a:pt x="437388" y="2674620"/>
                  </a:lnTo>
                  <a:lnTo>
                    <a:pt x="445008" y="2674620"/>
                  </a:lnTo>
                  <a:lnTo>
                    <a:pt x="448056" y="2671572"/>
                  </a:lnTo>
                  <a:lnTo>
                    <a:pt x="448056" y="2622804"/>
                  </a:lnTo>
                  <a:close/>
                </a:path>
                <a:path w="2184400" h="4994275">
                  <a:moveTo>
                    <a:pt x="448056" y="2540508"/>
                  </a:moveTo>
                  <a:lnTo>
                    <a:pt x="445008" y="2537460"/>
                  </a:lnTo>
                  <a:lnTo>
                    <a:pt x="437388" y="2537460"/>
                  </a:lnTo>
                  <a:lnTo>
                    <a:pt x="434340" y="2540508"/>
                  </a:lnTo>
                  <a:lnTo>
                    <a:pt x="434340" y="2589276"/>
                  </a:lnTo>
                  <a:lnTo>
                    <a:pt x="437388" y="2592324"/>
                  </a:lnTo>
                  <a:lnTo>
                    <a:pt x="445008" y="2592324"/>
                  </a:lnTo>
                  <a:lnTo>
                    <a:pt x="448056" y="2589276"/>
                  </a:lnTo>
                  <a:lnTo>
                    <a:pt x="448056" y="2540508"/>
                  </a:lnTo>
                  <a:close/>
                </a:path>
                <a:path w="2184400" h="4994275">
                  <a:moveTo>
                    <a:pt x="448056" y="2456688"/>
                  </a:moveTo>
                  <a:lnTo>
                    <a:pt x="445008" y="2453640"/>
                  </a:lnTo>
                  <a:lnTo>
                    <a:pt x="437388" y="2453640"/>
                  </a:lnTo>
                  <a:lnTo>
                    <a:pt x="434340" y="2456688"/>
                  </a:lnTo>
                  <a:lnTo>
                    <a:pt x="434340" y="2506980"/>
                  </a:lnTo>
                  <a:lnTo>
                    <a:pt x="437388" y="2510028"/>
                  </a:lnTo>
                  <a:lnTo>
                    <a:pt x="445008" y="2510028"/>
                  </a:lnTo>
                  <a:lnTo>
                    <a:pt x="448056" y="2506980"/>
                  </a:lnTo>
                  <a:lnTo>
                    <a:pt x="448056" y="2456688"/>
                  </a:lnTo>
                  <a:close/>
                </a:path>
                <a:path w="2184400" h="4994275">
                  <a:moveTo>
                    <a:pt x="448056" y="2374392"/>
                  </a:moveTo>
                  <a:lnTo>
                    <a:pt x="445008" y="2371344"/>
                  </a:lnTo>
                  <a:lnTo>
                    <a:pt x="437388" y="2371344"/>
                  </a:lnTo>
                  <a:lnTo>
                    <a:pt x="434340" y="2374392"/>
                  </a:lnTo>
                  <a:lnTo>
                    <a:pt x="434340" y="2423160"/>
                  </a:lnTo>
                  <a:lnTo>
                    <a:pt x="437388" y="2426208"/>
                  </a:lnTo>
                  <a:lnTo>
                    <a:pt x="445008" y="2426208"/>
                  </a:lnTo>
                  <a:lnTo>
                    <a:pt x="448056" y="2423160"/>
                  </a:lnTo>
                  <a:lnTo>
                    <a:pt x="448056" y="2374392"/>
                  </a:lnTo>
                  <a:close/>
                </a:path>
                <a:path w="2184400" h="4994275">
                  <a:moveTo>
                    <a:pt x="448056" y="2292096"/>
                  </a:moveTo>
                  <a:lnTo>
                    <a:pt x="445008" y="2289048"/>
                  </a:lnTo>
                  <a:lnTo>
                    <a:pt x="437388" y="2289048"/>
                  </a:lnTo>
                  <a:lnTo>
                    <a:pt x="434340" y="2292096"/>
                  </a:lnTo>
                  <a:lnTo>
                    <a:pt x="434340" y="2340864"/>
                  </a:lnTo>
                  <a:lnTo>
                    <a:pt x="437388" y="2343912"/>
                  </a:lnTo>
                  <a:lnTo>
                    <a:pt x="445008" y="2343912"/>
                  </a:lnTo>
                  <a:lnTo>
                    <a:pt x="448056" y="2340864"/>
                  </a:lnTo>
                  <a:lnTo>
                    <a:pt x="448056" y="2292096"/>
                  </a:lnTo>
                  <a:close/>
                </a:path>
                <a:path w="2184400" h="4994275">
                  <a:moveTo>
                    <a:pt x="448056" y="2209800"/>
                  </a:moveTo>
                  <a:lnTo>
                    <a:pt x="445008" y="2205228"/>
                  </a:lnTo>
                  <a:lnTo>
                    <a:pt x="437388" y="2205228"/>
                  </a:lnTo>
                  <a:lnTo>
                    <a:pt x="434340" y="2209800"/>
                  </a:lnTo>
                  <a:lnTo>
                    <a:pt x="434340" y="2258568"/>
                  </a:lnTo>
                  <a:lnTo>
                    <a:pt x="437388" y="2261616"/>
                  </a:lnTo>
                  <a:lnTo>
                    <a:pt x="445008" y="2261616"/>
                  </a:lnTo>
                  <a:lnTo>
                    <a:pt x="448056" y="2258568"/>
                  </a:lnTo>
                  <a:lnTo>
                    <a:pt x="448056" y="2209800"/>
                  </a:lnTo>
                  <a:close/>
                </a:path>
                <a:path w="2184400" h="4994275">
                  <a:moveTo>
                    <a:pt x="448056" y="2125980"/>
                  </a:moveTo>
                  <a:lnTo>
                    <a:pt x="445008" y="2122932"/>
                  </a:lnTo>
                  <a:lnTo>
                    <a:pt x="437388" y="2122932"/>
                  </a:lnTo>
                  <a:lnTo>
                    <a:pt x="434340" y="2125980"/>
                  </a:lnTo>
                  <a:lnTo>
                    <a:pt x="434340" y="2174748"/>
                  </a:lnTo>
                  <a:lnTo>
                    <a:pt x="437388" y="2177796"/>
                  </a:lnTo>
                  <a:lnTo>
                    <a:pt x="445008" y="2177796"/>
                  </a:lnTo>
                  <a:lnTo>
                    <a:pt x="448056" y="2174748"/>
                  </a:lnTo>
                  <a:lnTo>
                    <a:pt x="448056" y="2125980"/>
                  </a:lnTo>
                  <a:close/>
                </a:path>
                <a:path w="2184400" h="4994275">
                  <a:moveTo>
                    <a:pt x="448056" y="2043684"/>
                  </a:moveTo>
                  <a:lnTo>
                    <a:pt x="445008" y="2040636"/>
                  </a:lnTo>
                  <a:lnTo>
                    <a:pt x="437388" y="2040636"/>
                  </a:lnTo>
                  <a:lnTo>
                    <a:pt x="434340" y="2043684"/>
                  </a:lnTo>
                  <a:lnTo>
                    <a:pt x="434340" y="2092452"/>
                  </a:lnTo>
                  <a:lnTo>
                    <a:pt x="437388" y="2095500"/>
                  </a:lnTo>
                  <a:lnTo>
                    <a:pt x="445008" y="2095500"/>
                  </a:lnTo>
                  <a:lnTo>
                    <a:pt x="448056" y="2092452"/>
                  </a:lnTo>
                  <a:lnTo>
                    <a:pt x="448056" y="2043684"/>
                  </a:lnTo>
                  <a:close/>
                </a:path>
                <a:path w="2184400" h="4994275">
                  <a:moveTo>
                    <a:pt x="448056" y="1961388"/>
                  </a:moveTo>
                  <a:lnTo>
                    <a:pt x="445008" y="1956816"/>
                  </a:lnTo>
                  <a:lnTo>
                    <a:pt x="437388" y="1956816"/>
                  </a:lnTo>
                  <a:lnTo>
                    <a:pt x="434340" y="1961388"/>
                  </a:lnTo>
                  <a:lnTo>
                    <a:pt x="434340" y="2010156"/>
                  </a:lnTo>
                  <a:lnTo>
                    <a:pt x="437388" y="2013204"/>
                  </a:lnTo>
                  <a:lnTo>
                    <a:pt x="445008" y="2013204"/>
                  </a:lnTo>
                  <a:lnTo>
                    <a:pt x="448056" y="2010156"/>
                  </a:lnTo>
                  <a:lnTo>
                    <a:pt x="448056" y="1961388"/>
                  </a:lnTo>
                  <a:close/>
                </a:path>
                <a:path w="2184400" h="4994275">
                  <a:moveTo>
                    <a:pt x="448056" y="1877568"/>
                  </a:moveTo>
                  <a:lnTo>
                    <a:pt x="445008" y="1874520"/>
                  </a:lnTo>
                  <a:lnTo>
                    <a:pt x="437388" y="1874520"/>
                  </a:lnTo>
                  <a:lnTo>
                    <a:pt x="434340" y="1877568"/>
                  </a:lnTo>
                  <a:lnTo>
                    <a:pt x="434340" y="1926336"/>
                  </a:lnTo>
                  <a:lnTo>
                    <a:pt x="437388" y="1929384"/>
                  </a:lnTo>
                  <a:lnTo>
                    <a:pt x="445008" y="1929384"/>
                  </a:lnTo>
                  <a:lnTo>
                    <a:pt x="448056" y="1926336"/>
                  </a:lnTo>
                  <a:lnTo>
                    <a:pt x="448056" y="1877568"/>
                  </a:lnTo>
                  <a:close/>
                </a:path>
                <a:path w="2184400" h="4994275">
                  <a:moveTo>
                    <a:pt x="448056" y="1795272"/>
                  </a:moveTo>
                  <a:lnTo>
                    <a:pt x="445008" y="1792224"/>
                  </a:lnTo>
                  <a:lnTo>
                    <a:pt x="437388" y="1792224"/>
                  </a:lnTo>
                  <a:lnTo>
                    <a:pt x="434340" y="1795272"/>
                  </a:lnTo>
                  <a:lnTo>
                    <a:pt x="434340" y="1844040"/>
                  </a:lnTo>
                  <a:lnTo>
                    <a:pt x="437388" y="1847088"/>
                  </a:lnTo>
                  <a:lnTo>
                    <a:pt x="445008" y="1847088"/>
                  </a:lnTo>
                  <a:lnTo>
                    <a:pt x="448056" y="1844040"/>
                  </a:lnTo>
                  <a:lnTo>
                    <a:pt x="448056" y="1795272"/>
                  </a:lnTo>
                  <a:close/>
                </a:path>
                <a:path w="2184400" h="4994275">
                  <a:moveTo>
                    <a:pt x="448056" y="1712976"/>
                  </a:moveTo>
                  <a:lnTo>
                    <a:pt x="445008" y="1709928"/>
                  </a:lnTo>
                  <a:lnTo>
                    <a:pt x="437388" y="1709928"/>
                  </a:lnTo>
                  <a:lnTo>
                    <a:pt x="434340" y="1712976"/>
                  </a:lnTo>
                  <a:lnTo>
                    <a:pt x="434340" y="1761744"/>
                  </a:lnTo>
                  <a:lnTo>
                    <a:pt x="437388" y="1764792"/>
                  </a:lnTo>
                  <a:lnTo>
                    <a:pt x="445008" y="1764792"/>
                  </a:lnTo>
                  <a:lnTo>
                    <a:pt x="448056" y="1761744"/>
                  </a:lnTo>
                  <a:lnTo>
                    <a:pt x="448056" y="1712976"/>
                  </a:lnTo>
                  <a:close/>
                </a:path>
                <a:path w="2184400" h="4994275">
                  <a:moveTo>
                    <a:pt x="448056" y="1629156"/>
                  </a:moveTo>
                  <a:lnTo>
                    <a:pt x="445008" y="1626108"/>
                  </a:lnTo>
                  <a:lnTo>
                    <a:pt x="437388" y="1626108"/>
                  </a:lnTo>
                  <a:lnTo>
                    <a:pt x="434340" y="1629156"/>
                  </a:lnTo>
                  <a:lnTo>
                    <a:pt x="434340" y="1677924"/>
                  </a:lnTo>
                  <a:lnTo>
                    <a:pt x="437388" y="1680972"/>
                  </a:lnTo>
                  <a:lnTo>
                    <a:pt x="445008" y="1680972"/>
                  </a:lnTo>
                  <a:lnTo>
                    <a:pt x="448056" y="1677924"/>
                  </a:lnTo>
                  <a:lnTo>
                    <a:pt x="448056" y="1629156"/>
                  </a:lnTo>
                  <a:close/>
                </a:path>
                <a:path w="2184400" h="4994275">
                  <a:moveTo>
                    <a:pt x="448056" y="1546860"/>
                  </a:moveTo>
                  <a:lnTo>
                    <a:pt x="445008" y="1543812"/>
                  </a:lnTo>
                  <a:lnTo>
                    <a:pt x="437388" y="1543812"/>
                  </a:lnTo>
                  <a:lnTo>
                    <a:pt x="434340" y="1546860"/>
                  </a:lnTo>
                  <a:lnTo>
                    <a:pt x="434340" y="1595628"/>
                  </a:lnTo>
                  <a:lnTo>
                    <a:pt x="437388" y="1598676"/>
                  </a:lnTo>
                  <a:lnTo>
                    <a:pt x="445008" y="1598676"/>
                  </a:lnTo>
                  <a:lnTo>
                    <a:pt x="448056" y="1595628"/>
                  </a:lnTo>
                  <a:lnTo>
                    <a:pt x="448056" y="1546860"/>
                  </a:lnTo>
                  <a:close/>
                </a:path>
                <a:path w="2184400" h="4994275">
                  <a:moveTo>
                    <a:pt x="448056" y="1464564"/>
                  </a:moveTo>
                  <a:lnTo>
                    <a:pt x="445008" y="1461516"/>
                  </a:lnTo>
                  <a:lnTo>
                    <a:pt x="437388" y="1461516"/>
                  </a:lnTo>
                  <a:lnTo>
                    <a:pt x="434340" y="1464564"/>
                  </a:lnTo>
                  <a:lnTo>
                    <a:pt x="434340" y="1513332"/>
                  </a:lnTo>
                  <a:lnTo>
                    <a:pt x="437388" y="1516380"/>
                  </a:lnTo>
                  <a:lnTo>
                    <a:pt x="445008" y="1516380"/>
                  </a:lnTo>
                  <a:lnTo>
                    <a:pt x="448056" y="1513332"/>
                  </a:lnTo>
                  <a:lnTo>
                    <a:pt x="448056" y="1464564"/>
                  </a:lnTo>
                  <a:close/>
                </a:path>
                <a:path w="2184400" h="4994275">
                  <a:moveTo>
                    <a:pt x="448056" y="1380744"/>
                  </a:moveTo>
                  <a:lnTo>
                    <a:pt x="445008" y="1377696"/>
                  </a:lnTo>
                  <a:lnTo>
                    <a:pt x="437388" y="1377696"/>
                  </a:lnTo>
                  <a:lnTo>
                    <a:pt x="434340" y="1380744"/>
                  </a:lnTo>
                  <a:lnTo>
                    <a:pt x="434340" y="1429512"/>
                  </a:lnTo>
                  <a:lnTo>
                    <a:pt x="437388" y="1432560"/>
                  </a:lnTo>
                  <a:lnTo>
                    <a:pt x="445008" y="1432560"/>
                  </a:lnTo>
                  <a:lnTo>
                    <a:pt x="448056" y="1429512"/>
                  </a:lnTo>
                  <a:lnTo>
                    <a:pt x="448056" y="1380744"/>
                  </a:lnTo>
                  <a:close/>
                </a:path>
                <a:path w="2184400" h="4994275">
                  <a:moveTo>
                    <a:pt x="448056" y="1298448"/>
                  </a:moveTo>
                  <a:lnTo>
                    <a:pt x="445008" y="1295400"/>
                  </a:lnTo>
                  <a:lnTo>
                    <a:pt x="437388" y="1295400"/>
                  </a:lnTo>
                  <a:lnTo>
                    <a:pt x="434340" y="1298448"/>
                  </a:lnTo>
                  <a:lnTo>
                    <a:pt x="434340" y="1347216"/>
                  </a:lnTo>
                  <a:lnTo>
                    <a:pt x="437388" y="1350264"/>
                  </a:lnTo>
                  <a:lnTo>
                    <a:pt x="445008" y="1350264"/>
                  </a:lnTo>
                  <a:lnTo>
                    <a:pt x="448056" y="1347216"/>
                  </a:lnTo>
                  <a:lnTo>
                    <a:pt x="448056" y="1298448"/>
                  </a:lnTo>
                  <a:close/>
                </a:path>
                <a:path w="2184400" h="4994275">
                  <a:moveTo>
                    <a:pt x="448056" y="1216152"/>
                  </a:moveTo>
                  <a:lnTo>
                    <a:pt x="445008" y="1213104"/>
                  </a:lnTo>
                  <a:lnTo>
                    <a:pt x="437388" y="1213104"/>
                  </a:lnTo>
                  <a:lnTo>
                    <a:pt x="434340" y="1216152"/>
                  </a:lnTo>
                  <a:lnTo>
                    <a:pt x="434340" y="1264920"/>
                  </a:lnTo>
                  <a:lnTo>
                    <a:pt x="437388" y="1267968"/>
                  </a:lnTo>
                  <a:lnTo>
                    <a:pt x="445008" y="1267968"/>
                  </a:lnTo>
                  <a:lnTo>
                    <a:pt x="448056" y="1264920"/>
                  </a:lnTo>
                  <a:lnTo>
                    <a:pt x="448056" y="1216152"/>
                  </a:lnTo>
                  <a:close/>
                </a:path>
                <a:path w="2184400" h="4994275">
                  <a:moveTo>
                    <a:pt x="448056" y="1132332"/>
                  </a:moveTo>
                  <a:lnTo>
                    <a:pt x="445008" y="1129284"/>
                  </a:lnTo>
                  <a:lnTo>
                    <a:pt x="437388" y="1129284"/>
                  </a:lnTo>
                  <a:lnTo>
                    <a:pt x="434340" y="1132332"/>
                  </a:lnTo>
                  <a:lnTo>
                    <a:pt x="434340" y="1181100"/>
                  </a:lnTo>
                  <a:lnTo>
                    <a:pt x="437388" y="1184148"/>
                  </a:lnTo>
                  <a:lnTo>
                    <a:pt x="445008" y="1184148"/>
                  </a:lnTo>
                  <a:lnTo>
                    <a:pt x="448056" y="1181100"/>
                  </a:lnTo>
                  <a:lnTo>
                    <a:pt x="448056" y="1132332"/>
                  </a:lnTo>
                  <a:close/>
                </a:path>
                <a:path w="2184400" h="4994275">
                  <a:moveTo>
                    <a:pt x="448056" y="1050036"/>
                  </a:moveTo>
                  <a:lnTo>
                    <a:pt x="445008" y="1046988"/>
                  </a:lnTo>
                  <a:lnTo>
                    <a:pt x="437388" y="1046988"/>
                  </a:lnTo>
                  <a:lnTo>
                    <a:pt x="434340" y="1050036"/>
                  </a:lnTo>
                  <a:lnTo>
                    <a:pt x="434340" y="1098804"/>
                  </a:lnTo>
                  <a:lnTo>
                    <a:pt x="437388" y="1101852"/>
                  </a:lnTo>
                  <a:lnTo>
                    <a:pt x="445008" y="1101852"/>
                  </a:lnTo>
                  <a:lnTo>
                    <a:pt x="448056" y="1098804"/>
                  </a:lnTo>
                  <a:lnTo>
                    <a:pt x="448056" y="1050036"/>
                  </a:lnTo>
                  <a:close/>
                </a:path>
                <a:path w="2184400" h="4994275">
                  <a:moveTo>
                    <a:pt x="448056" y="967740"/>
                  </a:moveTo>
                  <a:lnTo>
                    <a:pt x="445008" y="964692"/>
                  </a:lnTo>
                  <a:lnTo>
                    <a:pt x="437388" y="964692"/>
                  </a:lnTo>
                  <a:lnTo>
                    <a:pt x="434340" y="967740"/>
                  </a:lnTo>
                  <a:lnTo>
                    <a:pt x="434340" y="1016508"/>
                  </a:lnTo>
                  <a:lnTo>
                    <a:pt x="437388" y="1019556"/>
                  </a:lnTo>
                  <a:lnTo>
                    <a:pt x="445008" y="1019556"/>
                  </a:lnTo>
                  <a:lnTo>
                    <a:pt x="448056" y="1016508"/>
                  </a:lnTo>
                  <a:lnTo>
                    <a:pt x="448056" y="967740"/>
                  </a:lnTo>
                  <a:close/>
                </a:path>
                <a:path w="2184400" h="4994275">
                  <a:moveTo>
                    <a:pt x="448056" y="883920"/>
                  </a:moveTo>
                  <a:lnTo>
                    <a:pt x="445008" y="880872"/>
                  </a:lnTo>
                  <a:lnTo>
                    <a:pt x="437388" y="880872"/>
                  </a:lnTo>
                  <a:lnTo>
                    <a:pt x="434340" y="883920"/>
                  </a:lnTo>
                  <a:lnTo>
                    <a:pt x="434340" y="932688"/>
                  </a:lnTo>
                  <a:lnTo>
                    <a:pt x="437388" y="935736"/>
                  </a:lnTo>
                  <a:lnTo>
                    <a:pt x="445008" y="935736"/>
                  </a:lnTo>
                  <a:lnTo>
                    <a:pt x="448056" y="932688"/>
                  </a:lnTo>
                  <a:lnTo>
                    <a:pt x="448056" y="883920"/>
                  </a:lnTo>
                  <a:close/>
                </a:path>
                <a:path w="2184400" h="4994275">
                  <a:moveTo>
                    <a:pt x="448056" y="801624"/>
                  </a:moveTo>
                  <a:lnTo>
                    <a:pt x="445008" y="798576"/>
                  </a:lnTo>
                  <a:lnTo>
                    <a:pt x="437388" y="798576"/>
                  </a:lnTo>
                  <a:lnTo>
                    <a:pt x="434340" y="801624"/>
                  </a:lnTo>
                  <a:lnTo>
                    <a:pt x="434340" y="850392"/>
                  </a:lnTo>
                  <a:lnTo>
                    <a:pt x="437388" y="853440"/>
                  </a:lnTo>
                  <a:lnTo>
                    <a:pt x="445008" y="853440"/>
                  </a:lnTo>
                  <a:lnTo>
                    <a:pt x="448056" y="850392"/>
                  </a:lnTo>
                  <a:lnTo>
                    <a:pt x="448056" y="801624"/>
                  </a:lnTo>
                  <a:close/>
                </a:path>
                <a:path w="2184400" h="4994275">
                  <a:moveTo>
                    <a:pt x="448056" y="719328"/>
                  </a:moveTo>
                  <a:lnTo>
                    <a:pt x="445008" y="716280"/>
                  </a:lnTo>
                  <a:lnTo>
                    <a:pt x="437388" y="716280"/>
                  </a:lnTo>
                  <a:lnTo>
                    <a:pt x="434340" y="719328"/>
                  </a:lnTo>
                  <a:lnTo>
                    <a:pt x="434340" y="768096"/>
                  </a:lnTo>
                  <a:lnTo>
                    <a:pt x="437388" y="771144"/>
                  </a:lnTo>
                  <a:lnTo>
                    <a:pt x="445008" y="771144"/>
                  </a:lnTo>
                  <a:lnTo>
                    <a:pt x="448056" y="768096"/>
                  </a:lnTo>
                  <a:lnTo>
                    <a:pt x="448056" y="719328"/>
                  </a:lnTo>
                  <a:close/>
                </a:path>
                <a:path w="2184400" h="4994275">
                  <a:moveTo>
                    <a:pt x="448056" y="635508"/>
                  </a:moveTo>
                  <a:lnTo>
                    <a:pt x="445008" y="632460"/>
                  </a:lnTo>
                  <a:lnTo>
                    <a:pt x="437388" y="632460"/>
                  </a:lnTo>
                  <a:lnTo>
                    <a:pt x="434340" y="635508"/>
                  </a:lnTo>
                  <a:lnTo>
                    <a:pt x="434340" y="684276"/>
                  </a:lnTo>
                  <a:lnTo>
                    <a:pt x="437388" y="687324"/>
                  </a:lnTo>
                  <a:lnTo>
                    <a:pt x="445008" y="687324"/>
                  </a:lnTo>
                  <a:lnTo>
                    <a:pt x="448056" y="684276"/>
                  </a:lnTo>
                  <a:lnTo>
                    <a:pt x="448056" y="635508"/>
                  </a:lnTo>
                  <a:close/>
                </a:path>
                <a:path w="2184400" h="4994275">
                  <a:moveTo>
                    <a:pt x="448056" y="553212"/>
                  </a:moveTo>
                  <a:lnTo>
                    <a:pt x="445008" y="550164"/>
                  </a:lnTo>
                  <a:lnTo>
                    <a:pt x="437388" y="550164"/>
                  </a:lnTo>
                  <a:lnTo>
                    <a:pt x="434340" y="553212"/>
                  </a:lnTo>
                  <a:lnTo>
                    <a:pt x="434340" y="601980"/>
                  </a:lnTo>
                  <a:lnTo>
                    <a:pt x="437388" y="605028"/>
                  </a:lnTo>
                  <a:lnTo>
                    <a:pt x="445008" y="605028"/>
                  </a:lnTo>
                  <a:lnTo>
                    <a:pt x="448056" y="601980"/>
                  </a:lnTo>
                  <a:lnTo>
                    <a:pt x="448056" y="553212"/>
                  </a:lnTo>
                  <a:close/>
                </a:path>
                <a:path w="2184400" h="4994275">
                  <a:moveTo>
                    <a:pt x="448056" y="470916"/>
                  </a:moveTo>
                  <a:lnTo>
                    <a:pt x="445008" y="467868"/>
                  </a:lnTo>
                  <a:lnTo>
                    <a:pt x="437388" y="467868"/>
                  </a:lnTo>
                  <a:lnTo>
                    <a:pt x="434340" y="470916"/>
                  </a:lnTo>
                  <a:lnTo>
                    <a:pt x="434340" y="519684"/>
                  </a:lnTo>
                  <a:lnTo>
                    <a:pt x="437388" y="522732"/>
                  </a:lnTo>
                  <a:lnTo>
                    <a:pt x="445008" y="522732"/>
                  </a:lnTo>
                  <a:lnTo>
                    <a:pt x="448056" y="519684"/>
                  </a:lnTo>
                  <a:lnTo>
                    <a:pt x="448056" y="470916"/>
                  </a:lnTo>
                  <a:close/>
                </a:path>
                <a:path w="2184400" h="4994275">
                  <a:moveTo>
                    <a:pt x="448056" y="387096"/>
                  </a:moveTo>
                  <a:lnTo>
                    <a:pt x="445008" y="384048"/>
                  </a:lnTo>
                  <a:lnTo>
                    <a:pt x="437388" y="384048"/>
                  </a:lnTo>
                  <a:lnTo>
                    <a:pt x="434340" y="387096"/>
                  </a:lnTo>
                  <a:lnTo>
                    <a:pt x="434340" y="435864"/>
                  </a:lnTo>
                  <a:lnTo>
                    <a:pt x="437388" y="438912"/>
                  </a:lnTo>
                  <a:lnTo>
                    <a:pt x="445008" y="438912"/>
                  </a:lnTo>
                  <a:lnTo>
                    <a:pt x="448056" y="435864"/>
                  </a:lnTo>
                  <a:lnTo>
                    <a:pt x="448056" y="387096"/>
                  </a:lnTo>
                  <a:close/>
                </a:path>
                <a:path w="2184400" h="4994275">
                  <a:moveTo>
                    <a:pt x="448056" y="304800"/>
                  </a:moveTo>
                  <a:lnTo>
                    <a:pt x="445008" y="301752"/>
                  </a:lnTo>
                  <a:lnTo>
                    <a:pt x="437388" y="301752"/>
                  </a:lnTo>
                  <a:lnTo>
                    <a:pt x="434340" y="304800"/>
                  </a:lnTo>
                  <a:lnTo>
                    <a:pt x="434340" y="353568"/>
                  </a:lnTo>
                  <a:lnTo>
                    <a:pt x="437388" y="356616"/>
                  </a:lnTo>
                  <a:lnTo>
                    <a:pt x="445008" y="356616"/>
                  </a:lnTo>
                  <a:lnTo>
                    <a:pt x="448056" y="353568"/>
                  </a:lnTo>
                  <a:lnTo>
                    <a:pt x="448056" y="304800"/>
                  </a:lnTo>
                  <a:close/>
                </a:path>
                <a:path w="2184400" h="4994275">
                  <a:moveTo>
                    <a:pt x="448056" y="222504"/>
                  </a:moveTo>
                  <a:lnTo>
                    <a:pt x="445008" y="219456"/>
                  </a:lnTo>
                  <a:lnTo>
                    <a:pt x="437388" y="219456"/>
                  </a:lnTo>
                  <a:lnTo>
                    <a:pt x="434340" y="222504"/>
                  </a:lnTo>
                  <a:lnTo>
                    <a:pt x="434340" y="271272"/>
                  </a:lnTo>
                  <a:lnTo>
                    <a:pt x="437388" y="274320"/>
                  </a:lnTo>
                  <a:lnTo>
                    <a:pt x="445008" y="274320"/>
                  </a:lnTo>
                  <a:lnTo>
                    <a:pt x="448056" y="271272"/>
                  </a:lnTo>
                  <a:lnTo>
                    <a:pt x="448056" y="222504"/>
                  </a:lnTo>
                  <a:close/>
                </a:path>
                <a:path w="2184400" h="4994275">
                  <a:moveTo>
                    <a:pt x="448056" y="138684"/>
                  </a:moveTo>
                  <a:lnTo>
                    <a:pt x="445008" y="135636"/>
                  </a:lnTo>
                  <a:lnTo>
                    <a:pt x="437388" y="135636"/>
                  </a:lnTo>
                  <a:lnTo>
                    <a:pt x="434340" y="138684"/>
                  </a:lnTo>
                  <a:lnTo>
                    <a:pt x="434340" y="187452"/>
                  </a:lnTo>
                  <a:lnTo>
                    <a:pt x="437388" y="192024"/>
                  </a:lnTo>
                  <a:lnTo>
                    <a:pt x="445008" y="192024"/>
                  </a:lnTo>
                  <a:lnTo>
                    <a:pt x="448056" y="187452"/>
                  </a:lnTo>
                  <a:lnTo>
                    <a:pt x="448056" y="138684"/>
                  </a:lnTo>
                  <a:close/>
                </a:path>
                <a:path w="2184400" h="4994275">
                  <a:moveTo>
                    <a:pt x="664464" y="4527804"/>
                  </a:moveTo>
                  <a:lnTo>
                    <a:pt x="661416" y="4524756"/>
                  </a:lnTo>
                  <a:lnTo>
                    <a:pt x="653796" y="4524756"/>
                  </a:lnTo>
                  <a:lnTo>
                    <a:pt x="650748" y="4527804"/>
                  </a:lnTo>
                  <a:lnTo>
                    <a:pt x="650748" y="4576572"/>
                  </a:lnTo>
                  <a:lnTo>
                    <a:pt x="653796" y="4579620"/>
                  </a:lnTo>
                  <a:lnTo>
                    <a:pt x="661416" y="4579620"/>
                  </a:lnTo>
                  <a:lnTo>
                    <a:pt x="664464" y="4576572"/>
                  </a:lnTo>
                  <a:lnTo>
                    <a:pt x="664464" y="4527804"/>
                  </a:lnTo>
                  <a:close/>
                </a:path>
                <a:path w="2184400" h="4994275">
                  <a:moveTo>
                    <a:pt x="664464" y="4443984"/>
                  </a:moveTo>
                  <a:lnTo>
                    <a:pt x="661416" y="4440936"/>
                  </a:lnTo>
                  <a:lnTo>
                    <a:pt x="653796" y="4440936"/>
                  </a:lnTo>
                  <a:lnTo>
                    <a:pt x="650748" y="4443984"/>
                  </a:lnTo>
                  <a:lnTo>
                    <a:pt x="650748" y="4494276"/>
                  </a:lnTo>
                  <a:lnTo>
                    <a:pt x="653796" y="4497324"/>
                  </a:lnTo>
                  <a:lnTo>
                    <a:pt x="661416" y="4497324"/>
                  </a:lnTo>
                  <a:lnTo>
                    <a:pt x="664464" y="4494276"/>
                  </a:lnTo>
                  <a:lnTo>
                    <a:pt x="664464" y="4443984"/>
                  </a:lnTo>
                  <a:close/>
                </a:path>
                <a:path w="2184400" h="4994275">
                  <a:moveTo>
                    <a:pt x="664464" y="4361688"/>
                  </a:moveTo>
                  <a:lnTo>
                    <a:pt x="661416" y="4358640"/>
                  </a:lnTo>
                  <a:lnTo>
                    <a:pt x="653796" y="4358640"/>
                  </a:lnTo>
                  <a:lnTo>
                    <a:pt x="650748" y="4361688"/>
                  </a:lnTo>
                  <a:lnTo>
                    <a:pt x="650748" y="4410456"/>
                  </a:lnTo>
                  <a:lnTo>
                    <a:pt x="653796" y="4413504"/>
                  </a:lnTo>
                  <a:lnTo>
                    <a:pt x="661416" y="4413504"/>
                  </a:lnTo>
                  <a:lnTo>
                    <a:pt x="664464" y="4410456"/>
                  </a:lnTo>
                  <a:lnTo>
                    <a:pt x="664464" y="4361688"/>
                  </a:lnTo>
                  <a:close/>
                </a:path>
                <a:path w="2184400" h="4994275">
                  <a:moveTo>
                    <a:pt x="664464" y="4279392"/>
                  </a:moveTo>
                  <a:lnTo>
                    <a:pt x="661416" y="4276344"/>
                  </a:lnTo>
                  <a:lnTo>
                    <a:pt x="653796" y="4276344"/>
                  </a:lnTo>
                  <a:lnTo>
                    <a:pt x="650748" y="4279392"/>
                  </a:lnTo>
                  <a:lnTo>
                    <a:pt x="650748" y="4328160"/>
                  </a:lnTo>
                  <a:lnTo>
                    <a:pt x="653796" y="4331208"/>
                  </a:lnTo>
                  <a:lnTo>
                    <a:pt x="661416" y="4331208"/>
                  </a:lnTo>
                  <a:lnTo>
                    <a:pt x="664464" y="4328160"/>
                  </a:lnTo>
                  <a:lnTo>
                    <a:pt x="664464" y="4279392"/>
                  </a:lnTo>
                  <a:close/>
                </a:path>
                <a:path w="2184400" h="4994275">
                  <a:moveTo>
                    <a:pt x="664464" y="4195572"/>
                  </a:moveTo>
                  <a:lnTo>
                    <a:pt x="661416" y="4192524"/>
                  </a:lnTo>
                  <a:lnTo>
                    <a:pt x="653796" y="4192524"/>
                  </a:lnTo>
                  <a:lnTo>
                    <a:pt x="650748" y="4195572"/>
                  </a:lnTo>
                  <a:lnTo>
                    <a:pt x="650748" y="4245864"/>
                  </a:lnTo>
                  <a:lnTo>
                    <a:pt x="653796" y="4248912"/>
                  </a:lnTo>
                  <a:lnTo>
                    <a:pt x="661416" y="4248912"/>
                  </a:lnTo>
                  <a:lnTo>
                    <a:pt x="664464" y="4245864"/>
                  </a:lnTo>
                  <a:lnTo>
                    <a:pt x="664464" y="4195572"/>
                  </a:lnTo>
                  <a:close/>
                </a:path>
                <a:path w="2184400" h="4994275">
                  <a:moveTo>
                    <a:pt x="664464" y="4113276"/>
                  </a:moveTo>
                  <a:lnTo>
                    <a:pt x="661416" y="4110228"/>
                  </a:lnTo>
                  <a:lnTo>
                    <a:pt x="653796" y="4110228"/>
                  </a:lnTo>
                  <a:lnTo>
                    <a:pt x="650748" y="4113276"/>
                  </a:lnTo>
                  <a:lnTo>
                    <a:pt x="650748" y="4162044"/>
                  </a:lnTo>
                  <a:lnTo>
                    <a:pt x="653796" y="4165092"/>
                  </a:lnTo>
                  <a:lnTo>
                    <a:pt x="661416" y="4165092"/>
                  </a:lnTo>
                  <a:lnTo>
                    <a:pt x="664464" y="4162044"/>
                  </a:lnTo>
                  <a:lnTo>
                    <a:pt x="664464" y="4113276"/>
                  </a:lnTo>
                  <a:close/>
                </a:path>
                <a:path w="2184400" h="4994275">
                  <a:moveTo>
                    <a:pt x="664464" y="4030980"/>
                  </a:moveTo>
                  <a:lnTo>
                    <a:pt x="661416" y="4027932"/>
                  </a:lnTo>
                  <a:lnTo>
                    <a:pt x="653796" y="4027932"/>
                  </a:lnTo>
                  <a:lnTo>
                    <a:pt x="650748" y="4030980"/>
                  </a:lnTo>
                  <a:lnTo>
                    <a:pt x="650748" y="4079748"/>
                  </a:lnTo>
                  <a:lnTo>
                    <a:pt x="653796" y="4082796"/>
                  </a:lnTo>
                  <a:lnTo>
                    <a:pt x="661416" y="4082796"/>
                  </a:lnTo>
                  <a:lnTo>
                    <a:pt x="664464" y="4079748"/>
                  </a:lnTo>
                  <a:lnTo>
                    <a:pt x="664464" y="4030980"/>
                  </a:lnTo>
                  <a:close/>
                </a:path>
                <a:path w="2184400" h="4994275">
                  <a:moveTo>
                    <a:pt x="664464" y="3947160"/>
                  </a:moveTo>
                  <a:lnTo>
                    <a:pt x="661416" y="3944112"/>
                  </a:lnTo>
                  <a:lnTo>
                    <a:pt x="653796" y="3944112"/>
                  </a:lnTo>
                  <a:lnTo>
                    <a:pt x="650748" y="3947160"/>
                  </a:lnTo>
                  <a:lnTo>
                    <a:pt x="650748" y="3997452"/>
                  </a:lnTo>
                  <a:lnTo>
                    <a:pt x="653796" y="4000500"/>
                  </a:lnTo>
                  <a:lnTo>
                    <a:pt x="661416" y="4000500"/>
                  </a:lnTo>
                  <a:lnTo>
                    <a:pt x="664464" y="3997452"/>
                  </a:lnTo>
                  <a:lnTo>
                    <a:pt x="664464" y="3947160"/>
                  </a:lnTo>
                  <a:close/>
                </a:path>
                <a:path w="2184400" h="4994275">
                  <a:moveTo>
                    <a:pt x="664464" y="3864864"/>
                  </a:moveTo>
                  <a:lnTo>
                    <a:pt x="661416" y="3861816"/>
                  </a:lnTo>
                  <a:lnTo>
                    <a:pt x="653796" y="3861816"/>
                  </a:lnTo>
                  <a:lnTo>
                    <a:pt x="650748" y="3864864"/>
                  </a:lnTo>
                  <a:lnTo>
                    <a:pt x="650748" y="3913632"/>
                  </a:lnTo>
                  <a:lnTo>
                    <a:pt x="653796" y="3916680"/>
                  </a:lnTo>
                  <a:lnTo>
                    <a:pt x="661416" y="3916680"/>
                  </a:lnTo>
                  <a:lnTo>
                    <a:pt x="664464" y="3913632"/>
                  </a:lnTo>
                  <a:lnTo>
                    <a:pt x="664464" y="3864864"/>
                  </a:lnTo>
                  <a:close/>
                </a:path>
                <a:path w="2184400" h="4994275">
                  <a:moveTo>
                    <a:pt x="664464" y="3782568"/>
                  </a:moveTo>
                  <a:lnTo>
                    <a:pt x="661416" y="3779520"/>
                  </a:lnTo>
                  <a:lnTo>
                    <a:pt x="653796" y="3779520"/>
                  </a:lnTo>
                  <a:lnTo>
                    <a:pt x="650748" y="3782568"/>
                  </a:lnTo>
                  <a:lnTo>
                    <a:pt x="650748" y="3831336"/>
                  </a:lnTo>
                  <a:lnTo>
                    <a:pt x="653796" y="3834384"/>
                  </a:lnTo>
                  <a:lnTo>
                    <a:pt x="661416" y="3834384"/>
                  </a:lnTo>
                  <a:lnTo>
                    <a:pt x="664464" y="3831336"/>
                  </a:lnTo>
                  <a:lnTo>
                    <a:pt x="664464" y="3782568"/>
                  </a:lnTo>
                  <a:close/>
                </a:path>
                <a:path w="2184400" h="4994275">
                  <a:moveTo>
                    <a:pt x="664464" y="3698748"/>
                  </a:moveTo>
                  <a:lnTo>
                    <a:pt x="661416" y="3695700"/>
                  </a:lnTo>
                  <a:lnTo>
                    <a:pt x="653796" y="3695700"/>
                  </a:lnTo>
                  <a:lnTo>
                    <a:pt x="650748" y="3698748"/>
                  </a:lnTo>
                  <a:lnTo>
                    <a:pt x="650748" y="3749040"/>
                  </a:lnTo>
                  <a:lnTo>
                    <a:pt x="653796" y="3752088"/>
                  </a:lnTo>
                  <a:lnTo>
                    <a:pt x="661416" y="3752088"/>
                  </a:lnTo>
                  <a:lnTo>
                    <a:pt x="664464" y="3749040"/>
                  </a:lnTo>
                  <a:lnTo>
                    <a:pt x="664464" y="3698748"/>
                  </a:lnTo>
                  <a:close/>
                </a:path>
                <a:path w="2184400" h="4994275">
                  <a:moveTo>
                    <a:pt x="664464" y="3616452"/>
                  </a:moveTo>
                  <a:lnTo>
                    <a:pt x="661416" y="3613404"/>
                  </a:lnTo>
                  <a:lnTo>
                    <a:pt x="653796" y="3613404"/>
                  </a:lnTo>
                  <a:lnTo>
                    <a:pt x="650748" y="3616452"/>
                  </a:lnTo>
                  <a:lnTo>
                    <a:pt x="650748" y="3665220"/>
                  </a:lnTo>
                  <a:lnTo>
                    <a:pt x="653796" y="3668268"/>
                  </a:lnTo>
                  <a:lnTo>
                    <a:pt x="661416" y="3668268"/>
                  </a:lnTo>
                  <a:lnTo>
                    <a:pt x="664464" y="3665220"/>
                  </a:lnTo>
                  <a:lnTo>
                    <a:pt x="664464" y="3616452"/>
                  </a:lnTo>
                  <a:close/>
                </a:path>
                <a:path w="2184400" h="4994275">
                  <a:moveTo>
                    <a:pt x="664464" y="3534156"/>
                  </a:moveTo>
                  <a:lnTo>
                    <a:pt x="661416" y="3531108"/>
                  </a:lnTo>
                  <a:lnTo>
                    <a:pt x="653796" y="3531108"/>
                  </a:lnTo>
                  <a:lnTo>
                    <a:pt x="650748" y="3534156"/>
                  </a:lnTo>
                  <a:lnTo>
                    <a:pt x="650748" y="3582924"/>
                  </a:lnTo>
                  <a:lnTo>
                    <a:pt x="653796" y="3585972"/>
                  </a:lnTo>
                  <a:lnTo>
                    <a:pt x="661416" y="3585972"/>
                  </a:lnTo>
                  <a:lnTo>
                    <a:pt x="664464" y="3582924"/>
                  </a:lnTo>
                  <a:lnTo>
                    <a:pt x="664464" y="3534156"/>
                  </a:lnTo>
                  <a:close/>
                </a:path>
                <a:path w="2184400" h="4994275">
                  <a:moveTo>
                    <a:pt x="664464" y="3450336"/>
                  </a:moveTo>
                  <a:lnTo>
                    <a:pt x="661416" y="3447288"/>
                  </a:lnTo>
                  <a:lnTo>
                    <a:pt x="653796" y="3447288"/>
                  </a:lnTo>
                  <a:lnTo>
                    <a:pt x="650748" y="3450336"/>
                  </a:lnTo>
                  <a:lnTo>
                    <a:pt x="650748" y="3500628"/>
                  </a:lnTo>
                  <a:lnTo>
                    <a:pt x="653796" y="3503676"/>
                  </a:lnTo>
                  <a:lnTo>
                    <a:pt x="661416" y="3503676"/>
                  </a:lnTo>
                  <a:lnTo>
                    <a:pt x="664464" y="3500628"/>
                  </a:lnTo>
                  <a:lnTo>
                    <a:pt x="664464" y="3450336"/>
                  </a:lnTo>
                  <a:close/>
                </a:path>
                <a:path w="2184400" h="4994275">
                  <a:moveTo>
                    <a:pt x="664464" y="3368040"/>
                  </a:moveTo>
                  <a:lnTo>
                    <a:pt x="661416" y="3364992"/>
                  </a:lnTo>
                  <a:lnTo>
                    <a:pt x="653796" y="3364992"/>
                  </a:lnTo>
                  <a:lnTo>
                    <a:pt x="650748" y="3368040"/>
                  </a:lnTo>
                  <a:lnTo>
                    <a:pt x="650748" y="3416808"/>
                  </a:lnTo>
                  <a:lnTo>
                    <a:pt x="653796" y="3419856"/>
                  </a:lnTo>
                  <a:lnTo>
                    <a:pt x="661416" y="3419856"/>
                  </a:lnTo>
                  <a:lnTo>
                    <a:pt x="664464" y="3416808"/>
                  </a:lnTo>
                  <a:lnTo>
                    <a:pt x="664464" y="3368040"/>
                  </a:lnTo>
                  <a:close/>
                </a:path>
                <a:path w="2184400" h="4994275">
                  <a:moveTo>
                    <a:pt x="664464" y="3285744"/>
                  </a:moveTo>
                  <a:lnTo>
                    <a:pt x="661416" y="3282696"/>
                  </a:lnTo>
                  <a:lnTo>
                    <a:pt x="653796" y="3282696"/>
                  </a:lnTo>
                  <a:lnTo>
                    <a:pt x="650748" y="3285744"/>
                  </a:lnTo>
                  <a:lnTo>
                    <a:pt x="650748" y="3334512"/>
                  </a:lnTo>
                  <a:lnTo>
                    <a:pt x="653796" y="3337560"/>
                  </a:lnTo>
                  <a:lnTo>
                    <a:pt x="661416" y="3337560"/>
                  </a:lnTo>
                  <a:lnTo>
                    <a:pt x="664464" y="3334512"/>
                  </a:lnTo>
                  <a:lnTo>
                    <a:pt x="664464" y="3285744"/>
                  </a:lnTo>
                  <a:close/>
                </a:path>
                <a:path w="2184400" h="4994275">
                  <a:moveTo>
                    <a:pt x="664464" y="3201924"/>
                  </a:moveTo>
                  <a:lnTo>
                    <a:pt x="661416" y="3198876"/>
                  </a:lnTo>
                  <a:lnTo>
                    <a:pt x="653796" y="3198876"/>
                  </a:lnTo>
                  <a:lnTo>
                    <a:pt x="650748" y="3201924"/>
                  </a:lnTo>
                  <a:lnTo>
                    <a:pt x="650748" y="3252216"/>
                  </a:lnTo>
                  <a:lnTo>
                    <a:pt x="653796" y="3255264"/>
                  </a:lnTo>
                  <a:lnTo>
                    <a:pt x="661416" y="3255264"/>
                  </a:lnTo>
                  <a:lnTo>
                    <a:pt x="664464" y="3252216"/>
                  </a:lnTo>
                  <a:lnTo>
                    <a:pt x="664464" y="3201924"/>
                  </a:lnTo>
                  <a:close/>
                </a:path>
                <a:path w="2184400" h="4994275">
                  <a:moveTo>
                    <a:pt x="664464" y="3119628"/>
                  </a:moveTo>
                  <a:lnTo>
                    <a:pt x="661416" y="3116580"/>
                  </a:lnTo>
                  <a:lnTo>
                    <a:pt x="653796" y="3116580"/>
                  </a:lnTo>
                  <a:lnTo>
                    <a:pt x="650748" y="3119628"/>
                  </a:lnTo>
                  <a:lnTo>
                    <a:pt x="650748" y="3168396"/>
                  </a:lnTo>
                  <a:lnTo>
                    <a:pt x="653796" y="3171444"/>
                  </a:lnTo>
                  <a:lnTo>
                    <a:pt x="661416" y="3171444"/>
                  </a:lnTo>
                  <a:lnTo>
                    <a:pt x="664464" y="3168396"/>
                  </a:lnTo>
                  <a:lnTo>
                    <a:pt x="664464" y="3119628"/>
                  </a:lnTo>
                  <a:close/>
                </a:path>
                <a:path w="2184400" h="4994275">
                  <a:moveTo>
                    <a:pt x="664464" y="3037332"/>
                  </a:moveTo>
                  <a:lnTo>
                    <a:pt x="661416" y="3034284"/>
                  </a:lnTo>
                  <a:lnTo>
                    <a:pt x="653796" y="3034284"/>
                  </a:lnTo>
                  <a:lnTo>
                    <a:pt x="650748" y="3037332"/>
                  </a:lnTo>
                  <a:lnTo>
                    <a:pt x="650748" y="3086100"/>
                  </a:lnTo>
                  <a:lnTo>
                    <a:pt x="653796" y="3089148"/>
                  </a:lnTo>
                  <a:lnTo>
                    <a:pt x="661416" y="3089148"/>
                  </a:lnTo>
                  <a:lnTo>
                    <a:pt x="664464" y="3086100"/>
                  </a:lnTo>
                  <a:lnTo>
                    <a:pt x="664464" y="3037332"/>
                  </a:lnTo>
                  <a:close/>
                </a:path>
                <a:path w="2184400" h="4994275">
                  <a:moveTo>
                    <a:pt x="664464" y="2953512"/>
                  </a:moveTo>
                  <a:lnTo>
                    <a:pt x="661416" y="2950464"/>
                  </a:lnTo>
                  <a:lnTo>
                    <a:pt x="653796" y="2950464"/>
                  </a:lnTo>
                  <a:lnTo>
                    <a:pt x="650748" y="2953512"/>
                  </a:lnTo>
                  <a:lnTo>
                    <a:pt x="650748" y="3003804"/>
                  </a:lnTo>
                  <a:lnTo>
                    <a:pt x="653796" y="3006852"/>
                  </a:lnTo>
                  <a:lnTo>
                    <a:pt x="661416" y="3006852"/>
                  </a:lnTo>
                  <a:lnTo>
                    <a:pt x="664464" y="3003804"/>
                  </a:lnTo>
                  <a:lnTo>
                    <a:pt x="664464" y="2953512"/>
                  </a:lnTo>
                  <a:close/>
                </a:path>
                <a:path w="2184400" h="4994275">
                  <a:moveTo>
                    <a:pt x="664464" y="2871216"/>
                  </a:moveTo>
                  <a:lnTo>
                    <a:pt x="661416" y="2868168"/>
                  </a:lnTo>
                  <a:lnTo>
                    <a:pt x="653796" y="2868168"/>
                  </a:lnTo>
                  <a:lnTo>
                    <a:pt x="650748" y="2871216"/>
                  </a:lnTo>
                  <a:lnTo>
                    <a:pt x="650748" y="2919984"/>
                  </a:lnTo>
                  <a:lnTo>
                    <a:pt x="653796" y="2923032"/>
                  </a:lnTo>
                  <a:lnTo>
                    <a:pt x="661416" y="2923032"/>
                  </a:lnTo>
                  <a:lnTo>
                    <a:pt x="664464" y="2919984"/>
                  </a:lnTo>
                  <a:lnTo>
                    <a:pt x="664464" y="2871216"/>
                  </a:lnTo>
                  <a:close/>
                </a:path>
                <a:path w="2184400" h="4994275">
                  <a:moveTo>
                    <a:pt x="664464" y="2788920"/>
                  </a:moveTo>
                  <a:lnTo>
                    <a:pt x="661416" y="2785872"/>
                  </a:lnTo>
                  <a:lnTo>
                    <a:pt x="653796" y="2785872"/>
                  </a:lnTo>
                  <a:lnTo>
                    <a:pt x="650748" y="2788920"/>
                  </a:lnTo>
                  <a:lnTo>
                    <a:pt x="650748" y="2837688"/>
                  </a:lnTo>
                  <a:lnTo>
                    <a:pt x="653796" y="2840736"/>
                  </a:lnTo>
                  <a:lnTo>
                    <a:pt x="661416" y="2840736"/>
                  </a:lnTo>
                  <a:lnTo>
                    <a:pt x="664464" y="2837688"/>
                  </a:lnTo>
                  <a:lnTo>
                    <a:pt x="664464" y="2788920"/>
                  </a:lnTo>
                  <a:close/>
                </a:path>
                <a:path w="2184400" h="4994275">
                  <a:moveTo>
                    <a:pt x="664464" y="2705100"/>
                  </a:moveTo>
                  <a:lnTo>
                    <a:pt x="661416" y="2702052"/>
                  </a:lnTo>
                  <a:lnTo>
                    <a:pt x="653796" y="2702052"/>
                  </a:lnTo>
                  <a:lnTo>
                    <a:pt x="650748" y="2705100"/>
                  </a:lnTo>
                  <a:lnTo>
                    <a:pt x="650748" y="2755392"/>
                  </a:lnTo>
                  <a:lnTo>
                    <a:pt x="653796" y="2758440"/>
                  </a:lnTo>
                  <a:lnTo>
                    <a:pt x="661416" y="2758440"/>
                  </a:lnTo>
                  <a:lnTo>
                    <a:pt x="664464" y="2755392"/>
                  </a:lnTo>
                  <a:lnTo>
                    <a:pt x="664464" y="2705100"/>
                  </a:lnTo>
                  <a:close/>
                </a:path>
                <a:path w="2184400" h="4994275">
                  <a:moveTo>
                    <a:pt x="664464" y="2622804"/>
                  </a:moveTo>
                  <a:lnTo>
                    <a:pt x="661416" y="2619756"/>
                  </a:lnTo>
                  <a:lnTo>
                    <a:pt x="653796" y="2619756"/>
                  </a:lnTo>
                  <a:lnTo>
                    <a:pt x="650748" y="2622804"/>
                  </a:lnTo>
                  <a:lnTo>
                    <a:pt x="650748" y="2671572"/>
                  </a:lnTo>
                  <a:lnTo>
                    <a:pt x="653796" y="2674620"/>
                  </a:lnTo>
                  <a:lnTo>
                    <a:pt x="661416" y="2674620"/>
                  </a:lnTo>
                  <a:lnTo>
                    <a:pt x="664464" y="2671572"/>
                  </a:lnTo>
                  <a:lnTo>
                    <a:pt x="664464" y="2622804"/>
                  </a:lnTo>
                  <a:close/>
                </a:path>
                <a:path w="2184400" h="4994275">
                  <a:moveTo>
                    <a:pt x="664464" y="2540508"/>
                  </a:moveTo>
                  <a:lnTo>
                    <a:pt x="661416" y="2537460"/>
                  </a:lnTo>
                  <a:lnTo>
                    <a:pt x="653796" y="2537460"/>
                  </a:lnTo>
                  <a:lnTo>
                    <a:pt x="650748" y="2540508"/>
                  </a:lnTo>
                  <a:lnTo>
                    <a:pt x="650748" y="2589276"/>
                  </a:lnTo>
                  <a:lnTo>
                    <a:pt x="653796" y="2592324"/>
                  </a:lnTo>
                  <a:lnTo>
                    <a:pt x="661416" y="2592324"/>
                  </a:lnTo>
                  <a:lnTo>
                    <a:pt x="664464" y="2589276"/>
                  </a:lnTo>
                  <a:lnTo>
                    <a:pt x="664464" y="2540508"/>
                  </a:lnTo>
                  <a:close/>
                </a:path>
                <a:path w="2184400" h="4994275">
                  <a:moveTo>
                    <a:pt x="664464" y="2456688"/>
                  </a:moveTo>
                  <a:lnTo>
                    <a:pt x="661416" y="2453640"/>
                  </a:lnTo>
                  <a:lnTo>
                    <a:pt x="653796" y="2453640"/>
                  </a:lnTo>
                  <a:lnTo>
                    <a:pt x="650748" y="2456688"/>
                  </a:lnTo>
                  <a:lnTo>
                    <a:pt x="650748" y="2506980"/>
                  </a:lnTo>
                  <a:lnTo>
                    <a:pt x="653796" y="2510028"/>
                  </a:lnTo>
                  <a:lnTo>
                    <a:pt x="661416" y="2510028"/>
                  </a:lnTo>
                  <a:lnTo>
                    <a:pt x="664464" y="2506980"/>
                  </a:lnTo>
                  <a:lnTo>
                    <a:pt x="664464" y="2456688"/>
                  </a:lnTo>
                  <a:close/>
                </a:path>
                <a:path w="2184400" h="4994275">
                  <a:moveTo>
                    <a:pt x="664464" y="2374392"/>
                  </a:moveTo>
                  <a:lnTo>
                    <a:pt x="661416" y="2371344"/>
                  </a:lnTo>
                  <a:lnTo>
                    <a:pt x="653796" y="2371344"/>
                  </a:lnTo>
                  <a:lnTo>
                    <a:pt x="650748" y="2374392"/>
                  </a:lnTo>
                  <a:lnTo>
                    <a:pt x="650748" y="2423160"/>
                  </a:lnTo>
                  <a:lnTo>
                    <a:pt x="653796" y="2426208"/>
                  </a:lnTo>
                  <a:lnTo>
                    <a:pt x="661416" y="2426208"/>
                  </a:lnTo>
                  <a:lnTo>
                    <a:pt x="664464" y="2423160"/>
                  </a:lnTo>
                  <a:lnTo>
                    <a:pt x="664464" y="2374392"/>
                  </a:lnTo>
                  <a:close/>
                </a:path>
                <a:path w="2184400" h="4994275">
                  <a:moveTo>
                    <a:pt x="664464" y="2292096"/>
                  </a:moveTo>
                  <a:lnTo>
                    <a:pt x="661416" y="2289048"/>
                  </a:lnTo>
                  <a:lnTo>
                    <a:pt x="653796" y="2289048"/>
                  </a:lnTo>
                  <a:lnTo>
                    <a:pt x="650748" y="2292096"/>
                  </a:lnTo>
                  <a:lnTo>
                    <a:pt x="650748" y="2340864"/>
                  </a:lnTo>
                  <a:lnTo>
                    <a:pt x="653796" y="2343912"/>
                  </a:lnTo>
                  <a:lnTo>
                    <a:pt x="661416" y="2343912"/>
                  </a:lnTo>
                  <a:lnTo>
                    <a:pt x="664464" y="2340864"/>
                  </a:lnTo>
                  <a:lnTo>
                    <a:pt x="664464" y="2292096"/>
                  </a:lnTo>
                  <a:close/>
                </a:path>
                <a:path w="2184400" h="4994275">
                  <a:moveTo>
                    <a:pt x="664464" y="2209800"/>
                  </a:moveTo>
                  <a:lnTo>
                    <a:pt x="661416" y="2205228"/>
                  </a:lnTo>
                  <a:lnTo>
                    <a:pt x="653796" y="2205228"/>
                  </a:lnTo>
                  <a:lnTo>
                    <a:pt x="650748" y="2209800"/>
                  </a:lnTo>
                  <a:lnTo>
                    <a:pt x="650748" y="2258568"/>
                  </a:lnTo>
                  <a:lnTo>
                    <a:pt x="653796" y="2261616"/>
                  </a:lnTo>
                  <a:lnTo>
                    <a:pt x="661416" y="2261616"/>
                  </a:lnTo>
                  <a:lnTo>
                    <a:pt x="664464" y="2258568"/>
                  </a:lnTo>
                  <a:lnTo>
                    <a:pt x="664464" y="2209800"/>
                  </a:lnTo>
                  <a:close/>
                </a:path>
                <a:path w="2184400" h="4994275">
                  <a:moveTo>
                    <a:pt x="664464" y="2125980"/>
                  </a:moveTo>
                  <a:lnTo>
                    <a:pt x="661416" y="2122932"/>
                  </a:lnTo>
                  <a:lnTo>
                    <a:pt x="653796" y="2122932"/>
                  </a:lnTo>
                  <a:lnTo>
                    <a:pt x="650748" y="2125980"/>
                  </a:lnTo>
                  <a:lnTo>
                    <a:pt x="650748" y="2174748"/>
                  </a:lnTo>
                  <a:lnTo>
                    <a:pt x="653796" y="2177796"/>
                  </a:lnTo>
                  <a:lnTo>
                    <a:pt x="661416" y="2177796"/>
                  </a:lnTo>
                  <a:lnTo>
                    <a:pt x="664464" y="2174748"/>
                  </a:lnTo>
                  <a:lnTo>
                    <a:pt x="664464" y="2125980"/>
                  </a:lnTo>
                  <a:close/>
                </a:path>
                <a:path w="2184400" h="4994275">
                  <a:moveTo>
                    <a:pt x="664464" y="2043684"/>
                  </a:moveTo>
                  <a:lnTo>
                    <a:pt x="661416" y="2040636"/>
                  </a:lnTo>
                  <a:lnTo>
                    <a:pt x="653796" y="2040636"/>
                  </a:lnTo>
                  <a:lnTo>
                    <a:pt x="650748" y="2043684"/>
                  </a:lnTo>
                  <a:lnTo>
                    <a:pt x="650748" y="2092452"/>
                  </a:lnTo>
                  <a:lnTo>
                    <a:pt x="653796" y="2095500"/>
                  </a:lnTo>
                  <a:lnTo>
                    <a:pt x="661416" y="2095500"/>
                  </a:lnTo>
                  <a:lnTo>
                    <a:pt x="664464" y="2092452"/>
                  </a:lnTo>
                  <a:lnTo>
                    <a:pt x="664464" y="2043684"/>
                  </a:lnTo>
                  <a:close/>
                </a:path>
                <a:path w="2184400" h="4994275">
                  <a:moveTo>
                    <a:pt x="664464" y="1961388"/>
                  </a:moveTo>
                  <a:lnTo>
                    <a:pt x="661416" y="1956816"/>
                  </a:lnTo>
                  <a:lnTo>
                    <a:pt x="653796" y="1956816"/>
                  </a:lnTo>
                  <a:lnTo>
                    <a:pt x="650748" y="1961388"/>
                  </a:lnTo>
                  <a:lnTo>
                    <a:pt x="650748" y="2010156"/>
                  </a:lnTo>
                  <a:lnTo>
                    <a:pt x="653796" y="2013204"/>
                  </a:lnTo>
                  <a:lnTo>
                    <a:pt x="661416" y="2013204"/>
                  </a:lnTo>
                  <a:lnTo>
                    <a:pt x="664464" y="2010156"/>
                  </a:lnTo>
                  <a:lnTo>
                    <a:pt x="664464" y="1961388"/>
                  </a:lnTo>
                  <a:close/>
                </a:path>
                <a:path w="2184400" h="4994275">
                  <a:moveTo>
                    <a:pt x="664464" y="1877568"/>
                  </a:moveTo>
                  <a:lnTo>
                    <a:pt x="661416" y="1874520"/>
                  </a:lnTo>
                  <a:lnTo>
                    <a:pt x="653796" y="1874520"/>
                  </a:lnTo>
                  <a:lnTo>
                    <a:pt x="650748" y="1877568"/>
                  </a:lnTo>
                  <a:lnTo>
                    <a:pt x="650748" y="1926336"/>
                  </a:lnTo>
                  <a:lnTo>
                    <a:pt x="653796" y="1929384"/>
                  </a:lnTo>
                  <a:lnTo>
                    <a:pt x="661416" y="1929384"/>
                  </a:lnTo>
                  <a:lnTo>
                    <a:pt x="664464" y="1926336"/>
                  </a:lnTo>
                  <a:lnTo>
                    <a:pt x="664464" y="1877568"/>
                  </a:lnTo>
                  <a:close/>
                </a:path>
                <a:path w="2184400" h="4994275">
                  <a:moveTo>
                    <a:pt x="664464" y="1795272"/>
                  </a:moveTo>
                  <a:lnTo>
                    <a:pt x="661416" y="1792224"/>
                  </a:lnTo>
                  <a:lnTo>
                    <a:pt x="653796" y="1792224"/>
                  </a:lnTo>
                  <a:lnTo>
                    <a:pt x="650748" y="1795272"/>
                  </a:lnTo>
                  <a:lnTo>
                    <a:pt x="650748" y="1844040"/>
                  </a:lnTo>
                  <a:lnTo>
                    <a:pt x="653796" y="1847088"/>
                  </a:lnTo>
                  <a:lnTo>
                    <a:pt x="661416" y="1847088"/>
                  </a:lnTo>
                  <a:lnTo>
                    <a:pt x="664464" y="1844040"/>
                  </a:lnTo>
                  <a:lnTo>
                    <a:pt x="664464" y="1795272"/>
                  </a:lnTo>
                  <a:close/>
                </a:path>
                <a:path w="2184400" h="4994275">
                  <a:moveTo>
                    <a:pt x="664464" y="1712976"/>
                  </a:moveTo>
                  <a:lnTo>
                    <a:pt x="661416" y="1709928"/>
                  </a:lnTo>
                  <a:lnTo>
                    <a:pt x="653796" y="1709928"/>
                  </a:lnTo>
                  <a:lnTo>
                    <a:pt x="650748" y="1712976"/>
                  </a:lnTo>
                  <a:lnTo>
                    <a:pt x="650748" y="1761744"/>
                  </a:lnTo>
                  <a:lnTo>
                    <a:pt x="653796" y="1764792"/>
                  </a:lnTo>
                  <a:lnTo>
                    <a:pt x="661416" y="1764792"/>
                  </a:lnTo>
                  <a:lnTo>
                    <a:pt x="664464" y="1761744"/>
                  </a:lnTo>
                  <a:lnTo>
                    <a:pt x="664464" y="1712976"/>
                  </a:lnTo>
                  <a:close/>
                </a:path>
                <a:path w="2184400" h="4994275">
                  <a:moveTo>
                    <a:pt x="664464" y="1629156"/>
                  </a:moveTo>
                  <a:lnTo>
                    <a:pt x="661416" y="1626108"/>
                  </a:lnTo>
                  <a:lnTo>
                    <a:pt x="653796" y="1626108"/>
                  </a:lnTo>
                  <a:lnTo>
                    <a:pt x="650748" y="1629156"/>
                  </a:lnTo>
                  <a:lnTo>
                    <a:pt x="650748" y="1677924"/>
                  </a:lnTo>
                  <a:lnTo>
                    <a:pt x="653796" y="1680972"/>
                  </a:lnTo>
                  <a:lnTo>
                    <a:pt x="661416" y="1680972"/>
                  </a:lnTo>
                  <a:lnTo>
                    <a:pt x="664464" y="1677924"/>
                  </a:lnTo>
                  <a:lnTo>
                    <a:pt x="664464" y="1629156"/>
                  </a:lnTo>
                  <a:close/>
                </a:path>
                <a:path w="2184400" h="4994275">
                  <a:moveTo>
                    <a:pt x="664464" y="1546860"/>
                  </a:moveTo>
                  <a:lnTo>
                    <a:pt x="661416" y="1543812"/>
                  </a:lnTo>
                  <a:lnTo>
                    <a:pt x="653796" y="1543812"/>
                  </a:lnTo>
                  <a:lnTo>
                    <a:pt x="650748" y="1546860"/>
                  </a:lnTo>
                  <a:lnTo>
                    <a:pt x="650748" y="1595628"/>
                  </a:lnTo>
                  <a:lnTo>
                    <a:pt x="653796" y="1598676"/>
                  </a:lnTo>
                  <a:lnTo>
                    <a:pt x="661416" y="1598676"/>
                  </a:lnTo>
                  <a:lnTo>
                    <a:pt x="664464" y="1595628"/>
                  </a:lnTo>
                  <a:lnTo>
                    <a:pt x="664464" y="1546860"/>
                  </a:lnTo>
                  <a:close/>
                </a:path>
                <a:path w="2184400" h="4994275">
                  <a:moveTo>
                    <a:pt x="664464" y="1464564"/>
                  </a:moveTo>
                  <a:lnTo>
                    <a:pt x="661416" y="1461516"/>
                  </a:lnTo>
                  <a:lnTo>
                    <a:pt x="653796" y="1461516"/>
                  </a:lnTo>
                  <a:lnTo>
                    <a:pt x="650748" y="1464564"/>
                  </a:lnTo>
                  <a:lnTo>
                    <a:pt x="650748" y="1513332"/>
                  </a:lnTo>
                  <a:lnTo>
                    <a:pt x="653796" y="1516380"/>
                  </a:lnTo>
                  <a:lnTo>
                    <a:pt x="661416" y="1516380"/>
                  </a:lnTo>
                  <a:lnTo>
                    <a:pt x="664464" y="1513332"/>
                  </a:lnTo>
                  <a:lnTo>
                    <a:pt x="664464" y="1464564"/>
                  </a:lnTo>
                  <a:close/>
                </a:path>
                <a:path w="2184400" h="4994275">
                  <a:moveTo>
                    <a:pt x="664464" y="1380744"/>
                  </a:moveTo>
                  <a:lnTo>
                    <a:pt x="661416" y="1377696"/>
                  </a:lnTo>
                  <a:lnTo>
                    <a:pt x="653796" y="1377696"/>
                  </a:lnTo>
                  <a:lnTo>
                    <a:pt x="650748" y="1380744"/>
                  </a:lnTo>
                  <a:lnTo>
                    <a:pt x="650748" y="1429512"/>
                  </a:lnTo>
                  <a:lnTo>
                    <a:pt x="653796" y="1432560"/>
                  </a:lnTo>
                  <a:lnTo>
                    <a:pt x="661416" y="1432560"/>
                  </a:lnTo>
                  <a:lnTo>
                    <a:pt x="664464" y="1429512"/>
                  </a:lnTo>
                  <a:lnTo>
                    <a:pt x="664464" y="1380744"/>
                  </a:lnTo>
                  <a:close/>
                </a:path>
                <a:path w="2184400" h="4994275">
                  <a:moveTo>
                    <a:pt x="664464" y="1298448"/>
                  </a:moveTo>
                  <a:lnTo>
                    <a:pt x="661416" y="1295400"/>
                  </a:lnTo>
                  <a:lnTo>
                    <a:pt x="653796" y="1295400"/>
                  </a:lnTo>
                  <a:lnTo>
                    <a:pt x="650748" y="1298448"/>
                  </a:lnTo>
                  <a:lnTo>
                    <a:pt x="650748" y="1347216"/>
                  </a:lnTo>
                  <a:lnTo>
                    <a:pt x="653796" y="1350264"/>
                  </a:lnTo>
                  <a:lnTo>
                    <a:pt x="661416" y="1350264"/>
                  </a:lnTo>
                  <a:lnTo>
                    <a:pt x="664464" y="1347216"/>
                  </a:lnTo>
                  <a:lnTo>
                    <a:pt x="664464" y="1298448"/>
                  </a:lnTo>
                  <a:close/>
                </a:path>
                <a:path w="2184400" h="4994275">
                  <a:moveTo>
                    <a:pt x="664464" y="1216152"/>
                  </a:moveTo>
                  <a:lnTo>
                    <a:pt x="661416" y="1213104"/>
                  </a:lnTo>
                  <a:lnTo>
                    <a:pt x="653796" y="1213104"/>
                  </a:lnTo>
                  <a:lnTo>
                    <a:pt x="650748" y="1216152"/>
                  </a:lnTo>
                  <a:lnTo>
                    <a:pt x="650748" y="1264920"/>
                  </a:lnTo>
                  <a:lnTo>
                    <a:pt x="653796" y="1267968"/>
                  </a:lnTo>
                  <a:lnTo>
                    <a:pt x="661416" y="1267968"/>
                  </a:lnTo>
                  <a:lnTo>
                    <a:pt x="664464" y="1264920"/>
                  </a:lnTo>
                  <a:lnTo>
                    <a:pt x="664464" y="1216152"/>
                  </a:lnTo>
                  <a:close/>
                </a:path>
                <a:path w="2184400" h="4994275">
                  <a:moveTo>
                    <a:pt x="664464" y="1132332"/>
                  </a:moveTo>
                  <a:lnTo>
                    <a:pt x="661416" y="1129284"/>
                  </a:lnTo>
                  <a:lnTo>
                    <a:pt x="653796" y="1129284"/>
                  </a:lnTo>
                  <a:lnTo>
                    <a:pt x="650748" y="1132332"/>
                  </a:lnTo>
                  <a:lnTo>
                    <a:pt x="650748" y="1181100"/>
                  </a:lnTo>
                  <a:lnTo>
                    <a:pt x="653796" y="1184148"/>
                  </a:lnTo>
                  <a:lnTo>
                    <a:pt x="661416" y="1184148"/>
                  </a:lnTo>
                  <a:lnTo>
                    <a:pt x="664464" y="1181100"/>
                  </a:lnTo>
                  <a:lnTo>
                    <a:pt x="664464" y="1132332"/>
                  </a:lnTo>
                  <a:close/>
                </a:path>
                <a:path w="2184400" h="4994275">
                  <a:moveTo>
                    <a:pt x="664464" y="1050036"/>
                  </a:moveTo>
                  <a:lnTo>
                    <a:pt x="661416" y="1046988"/>
                  </a:lnTo>
                  <a:lnTo>
                    <a:pt x="653796" y="1046988"/>
                  </a:lnTo>
                  <a:lnTo>
                    <a:pt x="650748" y="1050036"/>
                  </a:lnTo>
                  <a:lnTo>
                    <a:pt x="650748" y="1098804"/>
                  </a:lnTo>
                  <a:lnTo>
                    <a:pt x="653796" y="1101852"/>
                  </a:lnTo>
                  <a:lnTo>
                    <a:pt x="661416" y="1101852"/>
                  </a:lnTo>
                  <a:lnTo>
                    <a:pt x="664464" y="1098804"/>
                  </a:lnTo>
                  <a:lnTo>
                    <a:pt x="664464" y="1050036"/>
                  </a:lnTo>
                  <a:close/>
                </a:path>
                <a:path w="2184400" h="4994275">
                  <a:moveTo>
                    <a:pt x="664464" y="967740"/>
                  </a:moveTo>
                  <a:lnTo>
                    <a:pt x="661416" y="964692"/>
                  </a:lnTo>
                  <a:lnTo>
                    <a:pt x="653796" y="964692"/>
                  </a:lnTo>
                  <a:lnTo>
                    <a:pt x="650748" y="967740"/>
                  </a:lnTo>
                  <a:lnTo>
                    <a:pt x="650748" y="1016508"/>
                  </a:lnTo>
                  <a:lnTo>
                    <a:pt x="653796" y="1019556"/>
                  </a:lnTo>
                  <a:lnTo>
                    <a:pt x="661416" y="1019556"/>
                  </a:lnTo>
                  <a:lnTo>
                    <a:pt x="664464" y="1016508"/>
                  </a:lnTo>
                  <a:lnTo>
                    <a:pt x="664464" y="967740"/>
                  </a:lnTo>
                  <a:close/>
                </a:path>
                <a:path w="2184400" h="4994275">
                  <a:moveTo>
                    <a:pt x="664464" y="883920"/>
                  </a:moveTo>
                  <a:lnTo>
                    <a:pt x="661416" y="880872"/>
                  </a:lnTo>
                  <a:lnTo>
                    <a:pt x="653796" y="880872"/>
                  </a:lnTo>
                  <a:lnTo>
                    <a:pt x="650748" y="883920"/>
                  </a:lnTo>
                  <a:lnTo>
                    <a:pt x="650748" y="932688"/>
                  </a:lnTo>
                  <a:lnTo>
                    <a:pt x="653796" y="935736"/>
                  </a:lnTo>
                  <a:lnTo>
                    <a:pt x="661416" y="935736"/>
                  </a:lnTo>
                  <a:lnTo>
                    <a:pt x="664464" y="932688"/>
                  </a:lnTo>
                  <a:lnTo>
                    <a:pt x="664464" y="883920"/>
                  </a:lnTo>
                  <a:close/>
                </a:path>
                <a:path w="2184400" h="4994275">
                  <a:moveTo>
                    <a:pt x="664464" y="801624"/>
                  </a:moveTo>
                  <a:lnTo>
                    <a:pt x="661416" y="798576"/>
                  </a:lnTo>
                  <a:lnTo>
                    <a:pt x="653796" y="798576"/>
                  </a:lnTo>
                  <a:lnTo>
                    <a:pt x="650748" y="801624"/>
                  </a:lnTo>
                  <a:lnTo>
                    <a:pt x="650748" y="850392"/>
                  </a:lnTo>
                  <a:lnTo>
                    <a:pt x="653796" y="853440"/>
                  </a:lnTo>
                  <a:lnTo>
                    <a:pt x="661416" y="853440"/>
                  </a:lnTo>
                  <a:lnTo>
                    <a:pt x="664464" y="850392"/>
                  </a:lnTo>
                  <a:lnTo>
                    <a:pt x="664464" y="801624"/>
                  </a:lnTo>
                  <a:close/>
                </a:path>
                <a:path w="2184400" h="4994275">
                  <a:moveTo>
                    <a:pt x="664464" y="719328"/>
                  </a:moveTo>
                  <a:lnTo>
                    <a:pt x="661416" y="716280"/>
                  </a:lnTo>
                  <a:lnTo>
                    <a:pt x="653796" y="716280"/>
                  </a:lnTo>
                  <a:lnTo>
                    <a:pt x="650748" y="719328"/>
                  </a:lnTo>
                  <a:lnTo>
                    <a:pt x="650748" y="768096"/>
                  </a:lnTo>
                  <a:lnTo>
                    <a:pt x="653796" y="771144"/>
                  </a:lnTo>
                  <a:lnTo>
                    <a:pt x="661416" y="771144"/>
                  </a:lnTo>
                  <a:lnTo>
                    <a:pt x="664464" y="768096"/>
                  </a:lnTo>
                  <a:lnTo>
                    <a:pt x="664464" y="719328"/>
                  </a:lnTo>
                  <a:close/>
                </a:path>
                <a:path w="2184400" h="4994275">
                  <a:moveTo>
                    <a:pt x="664464" y="635508"/>
                  </a:moveTo>
                  <a:lnTo>
                    <a:pt x="661416" y="632460"/>
                  </a:lnTo>
                  <a:lnTo>
                    <a:pt x="653796" y="632460"/>
                  </a:lnTo>
                  <a:lnTo>
                    <a:pt x="650748" y="635508"/>
                  </a:lnTo>
                  <a:lnTo>
                    <a:pt x="650748" y="684276"/>
                  </a:lnTo>
                  <a:lnTo>
                    <a:pt x="653796" y="687324"/>
                  </a:lnTo>
                  <a:lnTo>
                    <a:pt x="661416" y="687324"/>
                  </a:lnTo>
                  <a:lnTo>
                    <a:pt x="664464" y="684276"/>
                  </a:lnTo>
                  <a:lnTo>
                    <a:pt x="664464" y="635508"/>
                  </a:lnTo>
                  <a:close/>
                </a:path>
                <a:path w="2184400" h="4994275">
                  <a:moveTo>
                    <a:pt x="664464" y="553212"/>
                  </a:moveTo>
                  <a:lnTo>
                    <a:pt x="661416" y="550164"/>
                  </a:lnTo>
                  <a:lnTo>
                    <a:pt x="653796" y="550164"/>
                  </a:lnTo>
                  <a:lnTo>
                    <a:pt x="650748" y="553212"/>
                  </a:lnTo>
                  <a:lnTo>
                    <a:pt x="650748" y="601980"/>
                  </a:lnTo>
                  <a:lnTo>
                    <a:pt x="653796" y="605028"/>
                  </a:lnTo>
                  <a:lnTo>
                    <a:pt x="661416" y="605028"/>
                  </a:lnTo>
                  <a:lnTo>
                    <a:pt x="664464" y="601980"/>
                  </a:lnTo>
                  <a:lnTo>
                    <a:pt x="664464" y="553212"/>
                  </a:lnTo>
                  <a:close/>
                </a:path>
                <a:path w="2184400" h="4994275">
                  <a:moveTo>
                    <a:pt x="664464" y="470916"/>
                  </a:moveTo>
                  <a:lnTo>
                    <a:pt x="661416" y="467868"/>
                  </a:lnTo>
                  <a:lnTo>
                    <a:pt x="653796" y="467868"/>
                  </a:lnTo>
                  <a:lnTo>
                    <a:pt x="650748" y="470916"/>
                  </a:lnTo>
                  <a:lnTo>
                    <a:pt x="650748" y="519684"/>
                  </a:lnTo>
                  <a:lnTo>
                    <a:pt x="653796" y="522732"/>
                  </a:lnTo>
                  <a:lnTo>
                    <a:pt x="661416" y="522732"/>
                  </a:lnTo>
                  <a:lnTo>
                    <a:pt x="664464" y="519684"/>
                  </a:lnTo>
                  <a:lnTo>
                    <a:pt x="664464" y="470916"/>
                  </a:lnTo>
                  <a:close/>
                </a:path>
                <a:path w="2184400" h="4994275">
                  <a:moveTo>
                    <a:pt x="664464" y="387096"/>
                  </a:moveTo>
                  <a:lnTo>
                    <a:pt x="661416" y="384048"/>
                  </a:lnTo>
                  <a:lnTo>
                    <a:pt x="653796" y="384048"/>
                  </a:lnTo>
                  <a:lnTo>
                    <a:pt x="650748" y="387096"/>
                  </a:lnTo>
                  <a:lnTo>
                    <a:pt x="650748" y="435864"/>
                  </a:lnTo>
                  <a:lnTo>
                    <a:pt x="653796" y="438912"/>
                  </a:lnTo>
                  <a:lnTo>
                    <a:pt x="661416" y="438912"/>
                  </a:lnTo>
                  <a:lnTo>
                    <a:pt x="664464" y="435864"/>
                  </a:lnTo>
                  <a:lnTo>
                    <a:pt x="664464" y="387096"/>
                  </a:lnTo>
                  <a:close/>
                </a:path>
                <a:path w="2184400" h="4994275">
                  <a:moveTo>
                    <a:pt x="664464" y="304800"/>
                  </a:moveTo>
                  <a:lnTo>
                    <a:pt x="661416" y="301752"/>
                  </a:lnTo>
                  <a:lnTo>
                    <a:pt x="653796" y="301752"/>
                  </a:lnTo>
                  <a:lnTo>
                    <a:pt x="650748" y="304800"/>
                  </a:lnTo>
                  <a:lnTo>
                    <a:pt x="650748" y="353568"/>
                  </a:lnTo>
                  <a:lnTo>
                    <a:pt x="653796" y="356616"/>
                  </a:lnTo>
                  <a:lnTo>
                    <a:pt x="661416" y="356616"/>
                  </a:lnTo>
                  <a:lnTo>
                    <a:pt x="664464" y="353568"/>
                  </a:lnTo>
                  <a:lnTo>
                    <a:pt x="664464" y="304800"/>
                  </a:lnTo>
                  <a:close/>
                </a:path>
                <a:path w="2184400" h="4994275">
                  <a:moveTo>
                    <a:pt x="664464" y="222504"/>
                  </a:moveTo>
                  <a:lnTo>
                    <a:pt x="661416" y="219456"/>
                  </a:lnTo>
                  <a:lnTo>
                    <a:pt x="653796" y="219456"/>
                  </a:lnTo>
                  <a:lnTo>
                    <a:pt x="650748" y="222504"/>
                  </a:lnTo>
                  <a:lnTo>
                    <a:pt x="650748" y="271272"/>
                  </a:lnTo>
                  <a:lnTo>
                    <a:pt x="653796" y="274320"/>
                  </a:lnTo>
                  <a:lnTo>
                    <a:pt x="661416" y="274320"/>
                  </a:lnTo>
                  <a:lnTo>
                    <a:pt x="664464" y="271272"/>
                  </a:lnTo>
                  <a:lnTo>
                    <a:pt x="664464" y="222504"/>
                  </a:lnTo>
                  <a:close/>
                </a:path>
                <a:path w="2184400" h="4994275">
                  <a:moveTo>
                    <a:pt x="664464" y="138684"/>
                  </a:moveTo>
                  <a:lnTo>
                    <a:pt x="661416" y="135636"/>
                  </a:lnTo>
                  <a:lnTo>
                    <a:pt x="653796" y="135636"/>
                  </a:lnTo>
                  <a:lnTo>
                    <a:pt x="650748" y="138684"/>
                  </a:lnTo>
                  <a:lnTo>
                    <a:pt x="650748" y="187452"/>
                  </a:lnTo>
                  <a:lnTo>
                    <a:pt x="653796" y="192024"/>
                  </a:lnTo>
                  <a:lnTo>
                    <a:pt x="661416" y="192024"/>
                  </a:lnTo>
                  <a:lnTo>
                    <a:pt x="664464" y="187452"/>
                  </a:lnTo>
                  <a:lnTo>
                    <a:pt x="664464" y="138684"/>
                  </a:lnTo>
                  <a:close/>
                </a:path>
                <a:path w="2184400" h="4994275">
                  <a:moveTo>
                    <a:pt x="880872" y="4361688"/>
                  </a:moveTo>
                  <a:lnTo>
                    <a:pt x="877811" y="4358640"/>
                  </a:lnTo>
                  <a:lnTo>
                    <a:pt x="870191" y="4358640"/>
                  </a:lnTo>
                  <a:lnTo>
                    <a:pt x="867156" y="4361688"/>
                  </a:lnTo>
                  <a:lnTo>
                    <a:pt x="867156" y="4375404"/>
                  </a:lnTo>
                  <a:lnTo>
                    <a:pt x="870191" y="4378452"/>
                  </a:lnTo>
                  <a:lnTo>
                    <a:pt x="877811" y="4378452"/>
                  </a:lnTo>
                  <a:lnTo>
                    <a:pt x="880872" y="4375404"/>
                  </a:lnTo>
                  <a:lnTo>
                    <a:pt x="880872" y="4361688"/>
                  </a:lnTo>
                  <a:close/>
                </a:path>
                <a:path w="2184400" h="4994275">
                  <a:moveTo>
                    <a:pt x="880872" y="4279392"/>
                  </a:moveTo>
                  <a:lnTo>
                    <a:pt x="877811" y="4276344"/>
                  </a:lnTo>
                  <a:lnTo>
                    <a:pt x="870191" y="4276344"/>
                  </a:lnTo>
                  <a:lnTo>
                    <a:pt x="867156" y="4279392"/>
                  </a:lnTo>
                  <a:lnTo>
                    <a:pt x="867156" y="4328160"/>
                  </a:lnTo>
                  <a:lnTo>
                    <a:pt x="870191" y="4331208"/>
                  </a:lnTo>
                  <a:lnTo>
                    <a:pt x="877811" y="4331208"/>
                  </a:lnTo>
                  <a:lnTo>
                    <a:pt x="880872" y="4328160"/>
                  </a:lnTo>
                  <a:lnTo>
                    <a:pt x="880872" y="4279392"/>
                  </a:lnTo>
                  <a:close/>
                </a:path>
                <a:path w="2184400" h="4994275">
                  <a:moveTo>
                    <a:pt x="880872" y="4195572"/>
                  </a:moveTo>
                  <a:lnTo>
                    <a:pt x="877811" y="4192524"/>
                  </a:lnTo>
                  <a:lnTo>
                    <a:pt x="870191" y="4192524"/>
                  </a:lnTo>
                  <a:lnTo>
                    <a:pt x="867156" y="4195572"/>
                  </a:lnTo>
                  <a:lnTo>
                    <a:pt x="867156" y="4245864"/>
                  </a:lnTo>
                  <a:lnTo>
                    <a:pt x="870191" y="4248912"/>
                  </a:lnTo>
                  <a:lnTo>
                    <a:pt x="877811" y="4248912"/>
                  </a:lnTo>
                  <a:lnTo>
                    <a:pt x="880872" y="4245864"/>
                  </a:lnTo>
                  <a:lnTo>
                    <a:pt x="880872" y="4195572"/>
                  </a:lnTo>
                  <a:close/>
                </a:path>
                <a:path w="2184400" h="4994275">
                  <a:moveTo>
                    <a:pt x="880872" y="4113276"/>
                  </a:moveTo>
                  <a:lnTo>
                    <a:pt x="877811" y="4110228"/>
                  </a:lnTo>
                  <a:lnTo>
                    <a:pt x="870191" y="4110228"/>
                  </a:lnTo>
                  <a:lnTo>
                    <a:pt x="867156" y="4113276"/>
                  </a:lnTo>
                  <a:lnTo>
                    <a:pt x="867156" y="4162044"/>
                  </a:lnTo>
                  <a:lnTo>
                    <a:pt x="870191" y="4165092"/>
                  </a:lnTo>
                  <a:lnTo>
                    <a:pt x="877811" y="4165092"/>
                  </a:lnTo>
                  <a:lnTo>
                    <a:pt x="880872" y="4162044"/>
                  </a:lnTo>
                  <a:lnTo>
                    <a:pt x="880872" y="4113276"/>
                  </a:lnTo>
                  <a:close/>
                </a:path>
                <a:path w="2184400" h="4994275">
                  <a:moveTo>
                    <a:pt x="880872" y="4030980"/>
                  </a:moveTo>
                  <a:lnTo>
                    <a:pt x="877811" y="4027932"/>
                  </a:lnTo>
                  <a:lnTo>
                    <a:pt x="870191" y="4027932"/>
                  </a:lnTo>
                  <a:lnTo>
                    <a:pt x="867156" y="4030980"/>
                  </a:lnTo>
                  <a:lnTo>
                    <a:pt x="867156" y="4079748"/>
                  </a:lnTo>
                  <a:lnTo>
                    <a:pt x="870191" y="4082796"/>
                  </a:lnTo>
                  <a:lnTo>
                    <a:pt x="877811" y="4082796"/>
                  </a:lnTo>
                  <a:lnTo>
                    <a:pt x="880872" y="4079748"/>
                  </a:lnTo>
                  <a:lnTo>
                    <a:pt x="880872" y="4030980"/>
                  </a:lnTo>
                  <a:close/>
                </a:path>
                <a:path w="2184400" h="4994275">
                  <a:moveTo>
                    <a:pt x="880872" y="3947160"/>
                  </a:moveTo>
                  <a:lnTo>
                    <a:pt x="877811" y="3944112"/>
                  </a:lnTo>
                  <a:lnTo>
                    <a:pt x="870191" y="3944112"/>
                  </a:lnTo>
                  <a:lnTo>
                    <a:pt x="867156" y="3947160"/>
                  </a:lnTo>
                  <a:lnTo>
                    <a:pt x="867156" y="3997452"/>
                  </a:lnTo>
                  <a:lnTo>
                    <a:pt x="870191" y="4000500"/>
                  </a:lnTo>
                  <a:lnTo>
                    <a:pt x="877811" y="4000500"/>
                  </a:lnTo>
                  <a:lnTo>
                    <a:pt x="880872" y="3997452"/>
                  </a:lnTo>
                  <a:lnTo>
                    <a:pt x="880872" y="3947160"/>
                  </a:lnTo>
                  <a:close/>
                </a:path>
                <a:path w="2184400" h="4994275">
                  <a:moveTo>
                    <a:pt x="880872" y="3864864"/>
                  </a:moveTo>
                  <a:lnTo>
                    <a:pt x="877811" y="3861816"/>
                  </a:lnTo>
                  <a:lnTo>
                    <a:pt x="870191" y="3861816"/>
                  </a:lnTo>
                  <a:lnTo>
                    <a:pt x="867156" y="3864864"/>
                  </a:lnTo>
                  <a:lnTo>
                    <a:pt x="867156" y="3913632"/>
                  </a:lnTo>
                  <a:lnTo>
                    <a:pt x="870191" y="3916680"/>
                  </a:lnTo>
                  <a:lnTo>
                    <a:pt x="877811" y="3916680"/>
                  </a:lnTo>
                  <a:lnTo>
                    <a:pt x="880872" y="3913632"/>
                  </a:lnTo>
                  <a:lnTo>
                    <a:pt x="880872" y="3864864"/>
                  </a:lnTo>
                  <a:close/>
                </a:path>
                <a:path w="2184400" h="4994275">
                  <a:moveTo>
                    <a:pt x="880872" y="3782568"/>
                  </a:moveTo>
                  <a:lnTo>
                    <a:pt x="877811" y="3779520"/>
                  </a:lnTo>
                  <a:lnTo>
                    <a:pt x="870191" y="3779520"/>
                  </a:lnTo>
                  <a:lnTo>
                    <a:pt x="867156" y="3782568"/>
                  </a:lnTo>
                  <a:lnTo>
                    <a:pt x="867156" y="3831336"/>
                  </a:lnTo>
                  <a:lnTo>
                    <a:pt x="870191" y="3834384"/>
                  </a:lnTo>
                  <a:lnTo>
                    <a:pt x="877811" y="3834384"/>
                  </a:lnTo>
                  <a:lnTo>
                    <a:pt x="880872" y="3831336"/>
                  </a:lnTo>
                  <a:lnTo>
                    <a:pt x="880872" y="3782568"/>
                  </a:lnTo>
                  <a:close/>
                </a:path>
                <a:path w="2184400" h="4994275">
                  <a:moveTo>
                    <a:pt x="880872" y="3698748"/>
                  </a:moveTo>
                  <a:lnTo>
                    <a:pt x="877811" y="3695700"/>
                  </a:lnTo>
                  <a:lnTo>
                    <a:pt x="870191" y="3695700"/>
                  </a:lnTo>
                  <a:lnTo>
                    <a:pt x="867156" y="3698748"/>
                  </a:lnTo>
                  <a:lnTo>
                    <a:pt x="867156" y="3749040"/>
                  </a:lnTo>
                  <a:lnTo>
                    <a:pt x="870191" y="3752088"/>
                  </a:lnTo>
                  <a:lnTo>
                    <a:pt x="877811" y="3752088"/>
                  </a:lnTo>
                  <a:lnTo>
                    <a:pt x="880872" y="3749040"/>
                  </a:lnTo>
                  <a:lnTo>
                    <a:pt x="880872" y="3698748"/>
                  </a:lnTo>
                  <a:close/>
                </a:path>
                <a:path w="2184400" h="4994275">
                  <a:moveTo>
                    <a:pt x="880872" y="3616452"/>
                  </a:moveTo>
                  <a:lnTo>
                    <a:pt x="877811" y="3613404"/>
                  </a:lnTo>
                  <a:lnTo>
                    <a:pt x="870191" y="3613404"/>
                  </a:lnTo>
                  <a:lnTo>
                    <a:pt x="867156" y="3616452"/>
                  </a:lnTo>
                  <a:lnTo>
                    <a:pt x="867156" y="3665220"/>
                  </a:lnTo>
                  <a:lnTo>
                    <a:pt x="870191" y="3668268"/>
                  </a:lnTo>
                  <a:lnTo>
                    <a:pt x="877811" y="3668268"/>
                  </a:lnTo>
                  <a:lnTo>
                    <a:pt x="880872" y="3665220"/>
                  </a:lnTo>
                  <a:lnTo>
                    <a:pt x="880872" y="3616452"/>
                  </a:lnTo>
                  <a:close/>
                </a:path>
                <a:path w="2184400" h="4994275">
                  <a:moveTo>
                    <a:pt x="880872" y="3534156"/>
                  </a:moveTo>
                  <a:lnTo>
                    <a:pt x="877811" y="3531108"/>
                  </a:lnTo>
                  <a:lnTo>
                    <a:pt x="870191" y="3531108"/>
                  </a:lnTo>
                  <a:lnTo>
                    <a:pt x="867156" y="3534156"/>
                  </a:lnTo>
                  <a:lnTo>
                    <a:pt x="867156" y="3582924"/>
                  </a:lnTo>
                  <a:lnTo>
                    <a:pt x="870191" y="3585972"/>
                  </a:lnTo>
                  <a:lnTo>
                    <a:pt x="877811" y="3585972"/>
                  </a:lnTo>
                  <a:lnTo>
                    <a:pt x="880872" y="3582924"/>
                  </a:lnTo>
                  <a:lnTo>
                    <a:pt x="880872" y="3534156"/>
                  </a:lnTo>
                  <a:close/>
                </a:path>
                <a:path w="2184400" h="4994275">
                  <a:moveTo>
                    <a:pt x="880872" y="3450336"/>
                  </a:moveTo>
                  <a:lnTo>
                    <a:pt x="877811" y="3447288"/>
                  </a:lnTo>
                  <a:lnTo>
                    <a:pt x="870191" y="3447288"/>
                  </a:lnTo>
                  <a:lnTo>
                    <a:pt x="867156" y="3450336"/>
                  </a:lnTo>
                  <a:lnTo>
                    <a:pt x="867156" y="3500628"/>
                  </a:lnTo>
                  <a:lnTo>
                    <a:pt x="870191" y="3503676"/>
                  </a:lnTo>
                  <a:lnTo>
                    <a:pt x="877811" y="3503676"/>
                  </a:lnTo>
                  <a:lnTo>
                    <a:pt x="880872" y="3500628"/>
                  </a:lnTo>
                  <a:lnTo>
                    <a:pt x="880872" y="3450336"/>
                  </a:lnTo>
                  <a:close/>
                </a:path>
                <a:path w="2184400" h="4994275">
                  <a:moveTo>
                    <a:pt x="880872" y="3368040"/>
                  </a:moveTo>
                  <a:lnTo>
                    <a:pt x="877811" y="3364992"/>
                  </a:lnTo>
                  <a:lnTo>
                    <a:pt x="870191" y="3364992"/>
                  </a:lnTo>
                  <a:lnTo>
                    <a:pt x="867156" y="3368040"/>
                  </a:lnTo>
                  <a:lnTo>
                    <a:pt x="867156" y="3416808"/>
                  </a:lnTo>
                  <a:lnTo>
                    <a:pt x="870191" y="3419856"/>
                  </a:lnTo>
                  <a:lnTo>
                    <a:pt x="877811" y="3419856"/>
                  </a:lnTo>
                  <a:lnTo>
                    <a:pt x="880872" y="3416808"/>
                  </a:lnTo>
                  <a:lnTo>
                    <a:pt x="880872" y="3368040"/>
                  </a:lnTo>
                  <a:close/>
                </a:path>
                <a:path w="2184400" h="4994275">
                  <a:moveTo>
                    <a:pt x="880872" y="3285744"/>
                  </a:moveTo>
                  <a:lnTo>
                    <a:pt x="877811" y="3282696"/>
                  </a:lnTo>
                  <a:lnTo>
                    <a:pt x="870191" y="3282696"/>
                  </a:lnTo>
                  <a:lnTo>
                    <a:pt x="867156" y="3285744"/>
                  </a:lnTo>
                  <a:lnTo>
                    <a:pt x="867156" y="3334512"/>
                  </a:lnTo>
                  <a:lnTo>
                    <a:pt x="870191" y="3337560"/>
                  </a:lnTo>
                  <a:lnTo>
                    <a:pt x="877811" y="3337560"/>
                  </a:lnTo>
                  <a:lnTo>
                    <a:pt x="880872" y="3334512"/>
                  </a:lnTo>
                  <a:lnTo>
                    <a:pt x="880872" y="3285744"/>
                  </a:lnTo>
                  <a:close/>
                </a:path>
                <a:path w="2184400" h="4994275">
                  <a:moveTo>
                    <a:pt x="880872" y="3201924"/>
                  </a:moveTo>
                  <a:lnTo>
                    <a:pt x="877811" y="3198876"/>
                  </a:lnTo>
                  <a:lnTo>
                    <a:pt x="870191" y="3198876"/>
                  </a:lnTo>
                  <a:lnTo>
                    <a:pt x="867156" y="3201924"/>
                  </a:lnTo>
                  <a:lnTo>
                    <a:pt x="867156" y="3252216"/>
                  </a:lnTo>
                  <a:lnTo>
                    <a:pt x="870191" y="3255264"/>
                  </a:lnTo>
                  <a:lnTo>
                    <a:pt x="877811" y="3255264"/>
                  </a:lnTo>
                  <a:lnTo>
                    <a:pt x="880872" y="3252216"/>
                  </a:lnTo>
                  <a:lnTo>
                    <a:pt x="880872" y="3201924"/>
                  </a:lnTo>
                  <a:close/>
                </a:path>
                <a:path w="2184400" h="4994275">
                  <a:moveTo>
                    <a:pt x="880872" y="3119628"/>
                  </a:moveTo>
                  <a:lnTo>
                    <a:pt x="877811" y="3116580"/>
                  </a:lnTo>
                  <a:lnTo>
                    <a:pt x="870191" y="3116580"/>
                  </a:lnTo>
                  <a:lnTo>
                    <a:pt x="867156" y="3119628"/>
                  </a:lnTo>
                  <a:lnTo>
                    <a:pt x="867156" y="3168396"/>
                  </a:lnTo>
                  <a:lnTo>
                    <a:pt x="870191" y="3171444"/>
                  </a:lnTo>
                  <a:lnTo>
                    <a:pt x="877811" y="3171444"/>
                  </a:lnTo>
                  <a:lnTo>
                    <a:pt x="880872" y="3168396"/>
                  </a:lnTo>
                  <a:lnTo>
                    <a:pt x="880872" y="3119628"/>
                  </a:lnTo>
                  <a:close/>
                </a:path>
                <a:path w="2184400" h="4994275">
                  <a:moveTo>
                    <a:pt x="880872" y="3037332"/>
                  </a:moveTo>
                  <a:lnTo>
                    <a:pt x="877811" y="3034284"/>
                  </a:lnTo>
                  <a:lnTo>
                    <a:pt x="870191" y="3034284"/>
                  </a:lnTo>
                  <a:lnTo>
                    <a:pt x="867156" y="3037332"/>
                  </a:lnTo>
                  <a:lnTo>
                    <a:pt x="867156" y="3086100"/>
                  </a:lnTo>
                  <a:lnTo>
                    <a:pt x="870191" y="3089148"/>
                  </a:lnTo>
                  <a:lnTo>
                    <a:pt x="877811" y="3089148"/>
                  </a:lnTo>
                  <a:lnTo>
                    <a:pt x="880872" y="3086100"/>
                  </a:lnTo>
                  <a:lnTo>
                    <a:pt x="880872" y="3037332"/>
                  </a:lnTo>
                  <a:close/>
                </a:path>
                <a:path w="2184400" h="4994275">
                  <a:moveTo>
                    <a:pt x="880872" y="2953512"/>
                  </a:moveTo>
                  <a:lnTo>
                    <a:pt x="877811" y="2950464"/>
                  </a:lnTo>
                  <a:lnTo>
                    <a:pt x="870191" y="2950464"/>
                  </a:lnTo>
                  <a:lnTo>
                    <a:pt x="867156" y="2953512"/>
                  </a:lnTo>
                  <a:lnTo>
                    <a:pt x="867156" y="3003804"/>
                  </a:lnTo>
                  <a:lnTo>
                    <a:pt x="870191" y="3006852"/>
                  </a:lnTo>
                  <a:lnTo>
                    <a:pt x="877811" y="3006852"/>
                  </a:lnTo>
                  <a:lnTo>
                    <a:pt x="880872" y="3003804"/>
                  </a:lnTo>
                  <a:lnTo>
                    <a:pt x="880872" y="2953512"/>
                  </a:lnTo>
                  <a:close/>
                </a:path>
                <a:path w="2184400" h="4994275">
                  <a:moveTo>
                    <a:pt x="880872" y="2871216"/>
                  </a:moveTo>
                  <a:lnTo>
                    <a:pt x="877811" y="2868168"/>
                  </a:lnTo>
                  <a:lnTo>
                    <a:pt x="870191" y="2868168"/>
                  </a:lnTo>
                  <a:lnTo>
                    <a:pt x="867156" y="2871216"/>
                  </a:lnTo>
                  <a:lnTo>
                    <a:pt x="867156" y="2919984"/>
                  </a:lnTo>
                  <a:lnTo>
                    <a:pt x="870191" y="2923032"/>
                  </a:lnTo>
                  <a:lnTo>
                    <a:pt x="877811" y="2923032"/>
                  </a:lnTo>
                  <a:lnTo>
                    <a:pt x="880872" y="2919984"/>
                  </a:lnTo>
                  <a:lnTo>
                    <a:pt x="880872" y="2871216"/>
                  </a:lnTo>
                  <a:close/>
                </a:path>
                <a:path w="2184400" h="4994275">
                  <a:moveTo>
                    <a:pt x="880872" y="2788920"/>
                  </a:moveTo>
                  <a:lnTo>
                    <a:pt x="877811" y="2785872"/>
                  </a:lnTo>
                  <a:lnTo>
                    <a:pt x="870191" y="2785872"/>
                  </a:lnTo>
                  <a:lnTo>
                    <a:pt x="867156" y="2788920"/>
                  </a:lnTo>
                  <a:lnTo>
                    <a:pt x="867156" y="2837688"/>
                  </a:lnTo>
                  <a:lnTo>
                    <a:pt x="870191" y="2840736"/>
                  </a:lnTo>
                  <a:lnTo>
                    <a:pt x="877811" y="2840736"/>
                  </a:lnTo>
                  <a:lnTo>
                    <a:pt x="880872" y="2837688"/>
                  </a:lnTo>
                  <a:lnTo>
                    <a:pt x="880872" y="2788920"/>
                  </a:lnTo>
                  <a:close/>
                </a:path>
                <a:path w="2184400" h="4994275">
                  <a:moveTo>
                    <a:pt x="880872" y="2705100"/>
                  </a:moveTo>
                  <a:lnTo>
                    <a:pt x="877811" y="2702052"/>
                  </a:lnTo>
                  <a:lnTo>
                    <a:pt x="870191" y="2702052"/>
                  </a:lnTo>
                  <a:lnTo>
                    <a:pt x="867156" y="2705100"/>
                  </a:lnTo>
                  <a:lnTo>
                    <a:pt x="867156" y="2755392"/>
                  </a:lnTo>
                  <a:lnTo>
                    <a:pt x="870191" y="2758440"/>
                  </a:lnTo>
                  <a:lnTo>
                    <a:pt x="877811" y="2758440"/>
                  </a:lnTo>
                  <a:lnTo>
                    <a:pt x="880872" y="2755392"/>
                  </a:lnTo>
                  <a:lnTo>
                    <a:pt x="880872" y="2705100"/>
                  </a:lnTo>
                  <a:close/>
                </a:path>
                <a:path w="2184400" h="4994275">
                  <a:moveTo>
                    <a:pt x="880872" y="2622804"/>
                  </a:moveTo>
                  <a:lnTo>
                    <a:pt x="877811" y="2619756"/>
                  </a:lnTo>
                  <a:lnTo>
                    <a:pt x="870191" y="2619756"/>
                  </a:lnTo>
                  <a:lnTo>
                    <a:pt x="867156" y="2622804"/>
                  </a:lnTo>
                  <a:lnTo>
                    <a:pt x="867156" y="2671572"/>
                  </a:lnTo>
                  <a:lnTo>
                    <a:pt x="870191" y="2674620"/>
                  </a:lnTo>
                  <a:lnTo>
                    <a:pt x="877811" y="2674620"/>
                  </a:lnTo>
                  <a:lnTo>
                    <a:pt x="880872" y="2671572"/>
                  </a:lnTo>
                  <a:lnTo>
                    <a:pt x="880872" y="2622804"/>
                  </a:lnTo>
                  <a:close/>
                </a:path>
                <a:path w="2184400" h="4994275">
                  <a:moveTo>
                    <a:pt x="880872" y="2540508"/>
                  </a:moveTo>
                  <a:lnTo>
                    <a:pt x="877811" y="2537460"/>
                  </a:lnTo>
                  <a:lnTo>
                    <a:pt x="870191" y="2537460"/>
                  </a:lnTo>
                  <a:lnTo>
                    <a:pt x="867156" y="2540508"/>
                  </a:lnTo>
                  <a:lnTo>
                    <a:pt x="867156" y="2589276"/>
                  </a:lnTo>
                  <a:lnTo>
                    <a:pt x="870191" y="2592324"/>
                  </a:lnTo>
                  <a:lnTo>
                    <a:pt x="877811" y="2592324"/>
                  </a:lnTo>
                  <a:lnTo>
                    <a:pt x="880872" y="2589276"/>
                  </a:lnTo>
                  <a:lnTo>
                    <a:pt x="880872" y="2540508"/>
                  </a:lnTo>
                  <a:close/>
                </a:path>
                <a:path w="2184400" h="4994275">
                  <a:moveTo>
                    <a:pt x="880872" y="2456688"/>
                  </a:moveTo>
                  <a:lnTo>
                    <a:pt x="877811" y="2453640"/>
                  </a:lnTo>
                  <a:lnTo>
                    <a:pt x="870191" y="2453640"/>
                  </a:lnTo>
                  <a:lnTo>
                    <a:pt x="867156" y="2456688"/>
                  </a:lnTo>
                  <a:lnTo>
                    <a:pt x="867156" y="2506980"/>
                  </a:lnTo>
                  <a:lnTo>
                    <a:pt x="870191" y="2510028"/>
                  </a:lnTo>
                  <a:lnTo>
                    <a:pt x="877811" y="2510028"/>
                  </a:lnTo>
                  <a:lnTo>
                    <a:pt x="880872" y="2506980"/>
                  </a:lnTo>
                  <a:lnTo>
                    <a:pt x="880872" y="2456688"/>
                  </a:lnTo>
                  <a:close/>
                </a:path>
                <a:path w="2184400" h="4994275">
                  <a:moveTo>
                    <a:pt x="880872" y="2374392"/>
                  </a:moveTo>
                  <a:lnTo>
                    <a:pt x="877811" y="2371344"/>
                  </a:lnTo>
                  <a:lnTo>
                    <a:pt x="870191" y="2371344"/>
                  </a:lnTo>
                  <a:lnTo>
                    <a:pt x="867156" y="2374392"/>
                  </a:lnTo>
                  <a:lnTo>
                    <a:pt x="867156" y="2423160"/>
                  </a:lnTo>
                  <a:lnTo>
                    <a:pt x="870191" y="2426208"/>
                  </a:lnTo>
                  <a:lnTo>
                    <a:pt x="877811" y="2426208"/>
                  </a:lnTo>
                  <a:lnTo>
                    <a:pt x="880872" y="2423160"/>
                  </a:lnTo>
                  <a:lnTo>
                    <a:pt x="880872" y="2374392"/>
                  </a:lnTo>
                  <a:close/>
                </a:path>
                <a:path w="2184400" h="4994275">
                  <a:moveTo>
                    <a:pt x="880872" y="2292096"/>
                  </a:moveTo>
                  <a:lnTo>
                    <a:pt x="877811" y="2289048"/>
                  </a:lnTo>
                  <a:lnTo>
                    <a:pt x="870191" y="2289048"/>
                  </a:lnTo>
                  <a:lnTo>
                    <a:pt x="867156" y="2292096"/>
                  </a:lnTo>
                  <a:lnTo>
                    <a:pt x="867156" y="2340864"/>
                  </a:lnTo>
                  <a:lnTo>
                    <a:pt x="870191" y="2343912"/>
                  </a:lnTo>
                  <a:lnTo>
                    <a:pt x="877811" y="2343912"/>
                  </a:lnTo>
                  <a:lnTo>
                    <a:pt x="880872" y="2340864"/>
                  </a:lnTo>
                  <a:lnTo>
                    <a:pt x="880872" y="2292096"/>
                  </a:lnTo>
                  <a:close/>
                </a:path>
                <a:path w="2184400" h="4994275">
                  <a:moveTo>
                    <a:pt x="880872" y="2209800"/>
                  </a:moveTo>
                  <a:lnTo>
                    <a:pt x="877811" y="2205228"/>
                  </a:lnTo>
                  <a:lnTo>
                    <a:pt x="870191" y="2205228"/>
                  </a:lnTo>
                  <a:lnTo>
                    <a:pt x="867156" y="2209800"/>
                  </a:lnTo>
                  <a:lnTo>
                    <a:pt x="867156" y="2258568"/>
                  </a:lnTo>
                  <a:lnTo>
                    <a:pt x="870191" y="2261616"/>
                  </a:lnTo>
                  <a:lnTo>
                    <a:pt x="877811" y="2261616"/>
                  </a:lnTo>
                  <a:lnTo>
                    <a:pt x="880872" y="2258568"/>
                  </a:lnTo>
                  <a:lnTo>
                    <a:pt x="880872" y="2209800"/>
                  </a:lnTo>
                  <a:close/>
                </a:path>
                <a:path w="2184400" h="4994275">
                  <a:moveTo>
                    <a:pt x="880872" y="2125980"/>
                  </a:moveTo>
                  <a:lnTo>
                    <a:pt x="877811" y="2122932"/>
                  </a:lnTo>
                  <a:lnTo>
                    <a:pt x="870191" y="2122932"/>
                  </a:lnTo>
                  <a:lnTo>
                    <a:pt x="867156" y="2125980"/>
                  </a:lnTo>
                  <a:lnTo>
                    <a:pt x="867156" y="2174748"/>
                  </a:lnTo>
                  <a:lnTo>
                    <a:pt x="870191" y="2177796"/>
                  </a:lnTo>
                  <a:lnTo>
                    <a:pt x="877811" y="2177796"/>
                  </a:lnTo>
                  <a:lnTo>
                    <a:pt x="880872" y="2174748"/>
                  </a:lnTo>
                  <a:lnTo>
                    <a:pt x="880872" y="2125980"/>
                  </a:lnTo>
                  <a:close/>
                </a:path>
                <a:path w="2184400" h="4994275">
                  <a:moveTo>
                    <a:pt x="880872" y="2043684"/>
                  </a:moveTo>
                  <a:lnTo>
                    <a:pt x="877811" y="2040636"/>
                  </a:lnTo>
                  <a:lnTo>
                    <a:pt x="870191" y="2040636"/>
                  </a:lnTo>
                  <a:lnTo>
                    <a:pt x="867156" y="2043684"/>
                  </a:lnTo>
                  <a:lnTo>
                    <a:pt x="867156" y="2092452"/>
                  </a:lnTo>
                  <a:lnTo>
                    <a:pt x="870191" y="2095500"/>
                  </a:lnTo>
                  <a:lnTo>
                    <a:pt x="877811" y="2095500"/>
                  </a:lnTo>
                  <a:lnTo>
                    <a:pt x="880872" y="2092452"/>
                  </a:lnTo>
                  <a:lnTo>
                    <a:pt x="880872" y="2043684"/>
                  </a:lnTo>
                  <a:close/>
                </a:path>
                <a:path w="2184400" h="4994275">
                  <a:moveTo>
                    <a:pt x="880872" y="1961388"/>
                  </a:moveTo>
                  <a:lnTo>
                    <a:pt x="877811" y="1956816"/>
                  </a:lnTo>
                  <a:lnTo>
                    <a:pt x="870191" y="1956816"/>
                  </a:lnTo>
                  <a:lnTo>
                    <a:pt x="867156" y="1961388"/>
                  </a:lnTo>
                  <a:lnTo>
                    <a:pt x="867156" y="2010156"/>
                  </a:lnTo>
                  <a:lnTo>
                    <a:pt x="870191" y="2013204"/>
                  </a:lnTo>
                  <a:lnTo>
                    <a:pt x="877811" y="2013204"/>
                  </a:lnTo>
                  <a:lnTo>
                    <a:pt x="880872" y="2010156"/>
                  </a:lnTo>
                  <a:lnTo>
                    <a:pt x="880872" y="1961388"/>
                  </a:lnTo>
                  <a:close/>
                </a:path>
                <a:path w="2184400" h="4994275">
                  <a:moveTo>
                    <a:pt x="880872" y="1877568"/>
                  </a:moveTo>
                  <a:lnTo>
                    <a:pt x="877811" y="1874520"/>
                  </a:lnTo>
                  <a:lnTo>
                    <a:pt x="870191" y="1874520"/>
                  </a:lnTo>
                  <a:lnTo>
                    <a:pt x="867156" y="1877568"/>
                  </a:lnTo>
                  <a:lnTo>
                    <a:pt x="867156" y="1926336"/>
                  </a:lnTo>
                  <a:lnTo>
                    <a:pt x="870191" y="1929384"/>
                  </a:lnTo>
                  <a:lnTo>
                    <a:pt x="877811" y="1929384"/>
                  </a:lnTo>
                  <a:lnTo>
                    <a:pt x="880872" y="1926336"/>
                  </a:lnTo>
                  <a:lnTo>
                    <a:pt x="880872" y="1877568"/>
                  </a:lnTo>
                  <a:close/>
                </a:path>
                <a:path w="2184400" h="4994275">
                  <a:moveTo>
                    <a:pt x="880872" y="1795272"/>
                  </a:moveTo>
                  <a:lnTo>
                    <a:pt x="877811" y="1792224"/>
                  </a:lnTo>
                  <a:lnTo>
                    <a:pt x="870191" y="1792224"/>
                  </a:lnTo>
                  <a:lnTo>
                    <a:pt x="867156" y="1795272"/>
                  </a:lnTo>
                  <a:lnTo>
                    <a:pt x="867156" y="1844040"/>
                  </a:lnTo>
                  <a:lnTo>
                    <a:pt x="870191" y="1847088"/>
                  </a:lnTo>
                  <a:lnTo>
                    <a:pt x="877811" y="1847088"/>
                  </a:lnTo>
                  <a:lnTo>
                    <a:pt x="880872" y="1844040"/>
                  </a:lnTo>
                  <a:lnTo>
                    <a:pt x="880872" y="1795272"/>
                  </a:lnTo>
                  <a:close/>
                </a:path>
                <a:path w="2184400" h="4994275">
                  <a:moveTo>
                    <a:pt x="880872" y="1712976"/>
                  </a:moveTo>
                  <a:lnTo>
                    <a:pt x="877811" y="1709928"/>
                  </a:lnTo>
                  <a:lnTo>
                    <a:pt x="870191" y="1709928"/>
                  </a:lnTo>
                  <a:lnTo>
                    <a:pt x="867156" y="1712976"/>
                  </a:lnTo>
                  <a:lnTo>
                    <a:pt x="867156" y="1761744"/>
                  </a:lnTo>
                  <a:lnTo>
                    <a:pt x="870191" y="1764792"/>
                  </a:lnTo>
                  <a:lnTo>
                    <a:pt x="877811" y="1764792"/>
                  </a:lnTo>
                  <a:lnTo>
                    <a:pt x="880872" y="1761744"/>
                  </a:lnTo>
                  <a:lnTo>
                    <a:pt x="880872" y="1712976"/>
                  </a:lnTo>
                  <a:close/>
                </a:path>
                <a:path w="2184400" h="4994275">
                  <a:moveTo>
                    <a:pt x="880872" y="1629156"/>
                  </a:moveTo>
                  <a:lnTo>
                    <a:pt x="877811" y="1626108"/>
                  </a:lnTo>
                  <a:lnTo>
                    <a:pt x="870191" y="1626108"/>
                  </a:lnTo>
                  <a:lnTo>
                    <a:pt x="867156" y="1629156"/>
                  </a:lnTo>
                  <a:lnTo>
                    <a:pt x="867156" y="1677924"/>
                  </a:lnTo>
                  <a:lnTo>
                    <a:pt x="870191" y="1680972"/>
                  </a:lnTo>
                  <a:lnTo>
                    <a:pt x="877811" y="1680972"/>
                  </a:lnTo>
                  <a:lnTo>
                    <a:pt x="880872" y="1677924"/>
                  </a:lnTo>
                  <a:lnTo>
                    <a:pt x="880872" y="1629156"/>
                  </a:lnTo>
                  <a:close/>
                </a:path>
                <a:path w="2184400" h="4994275">
                  <a:moveTo>
                    <a:pt x="880872" y="1546860"/>
                  </a:moveTo>
                  <a:lnTo>
                    <a:pt x="877811" y="1543812"/>
                  </a:lnTo>
                  <a:lnTo>
                    <a:pt x="870191" y="1543812"/>
                  </a:lnTo>
                  <a:lnTo>
                    <a:pt x="867156" y="1546860"/>
                  </a:lnTo>
                  <a:lnTo>
                    <a:pt x="867156" y="1595628"/>
                  </a:lnTo>
                  <a:lnTo>
                    <a:pt x="870191" y="1598676"/>
                  </a:lnTo>
                  <a:lnTo>
                    <a:pt x="877811" y="1598676"/>
                  </a:lnTo>
                  <a:lnTo>
                    <a:pt x="880872" y="1595628"/>
                  </a:lnTo>
                  <a:lnTo>
                    <a:pt x="880872" y="1546860"/>
                  </a:lnTo>
                  <a:close/>
                </a:path>
                <a:path w="2184400" h="4994275">
                  <a:moveTo>
                    <a:pt x="880872" y="1464564"/>
                  </a:moveTo>
                  <a:lnTo>
                    <a:pt x="877811" y="1461516"/>
                  </a:lnTo>
                  <a:lnTo>
                    <a:pt x="870191" y="1461516"/>
                  </a:lnTo>
                  <a:lnTo>
                    <a:pt x="867156" y="1464564"/>
                  </a:lnTo>
                  <a:lnTo>
                    <a:pt x="867156" y="1513332"/>
                  </a:lnTo>
                  <a:lnTo>
                    <a:pt x="870191" y="1516380"/>
                  </a:lnTo>
                  <a:lnTo>
                    <a:pt x="877811" y="1516380"/>
                  </a:lnTo>
                  <a:lnTo>
                    <a:pt x="880872" y="1513332"/>
                  </a:lnTo>
                  <a:lnTo>
                    <a:pt x="880872" y="1464564"/>
                  </a:lnTo>
                  <a:close/>
                </a:path>
                <a:path w="2184400" h="4994275">
                  <a:moveTo>
                    <a:pt x="880872" y="1380744"/>
                  </a:moveTo>
                  <a:lnTo>
                    <a:pt x="877811" y="1377696"/>
                  </a:lnTo>
                  <a:lnTo>
                    <a:pt x="870191" y="1377696"/>
                  </a:lnTo>
                  <a:lnTo>
                    <a:pt x="867156" y="1380744"/>
                  </a:lnTo>
                  <a:lnTo>
                    <a:pt x="867156" y="1429512"/>
                  </a:lnTo>
                  <a:lnTo>
                    <a:pt x="870191" y="1432560"/>
                  </a:lnTo>
                  <a:lnTo>
                    <a:pt x="877811" y="1432560"/>
                  </a:lnTo>
                  <a:lnTo>
                    <a:pt x="880872" y="1429512"/>
                  </a:lnTo>
                  <a:lnTo>
                    <a:pt x="880872" y="1380744"/>
                  </a:lnTo>
                  <a:close/>
                </a:path>
                <a:path w="2184400" h="4994275">
                  <a:moveTo>
                    <a:pt x="880872" y="1298448"/>
                  </a:moveTo>
                  <a:lnTo>
                    <a:pt x="877811" y="1295400"/>
                  </a:lnTo>
                  <a:lnTo>
                    <a:pt x="870191" y="1295400"/>
                  </a:lnTo>
                  <a:lnTo>
                    <a:pt x="867156" y="1298448"/>
                  </a:lnTo>
                  <a:lnTo>
                    <a:pt x="867156" y="1347216"/>
                  </a:lnTo>
                  <a:lnTo>
                    <a:pt x="870191" y="1350264"/>
                  </a:lnTo>
                  <a:lnTo>
                    <a:pt x="877811" y="1350264"/>
                  </a:lnTo>
                  <a:lnTo>
                    <a:pt x="880872" y="1347216"/>
                  </a:lnTo>
                  <a:lnTo>
                    <a:pt x="880872" y="1298448"/>
                  </a:lnTo>
                  <a:close/>
                </a:path>
                <a:path w="2184400" h="4994275">
                  <a:moveTo>
                    <a:pt x="880872" y="1216152"/>
                  </a:moveTo>
                  <a:lnTo>
                    <a:pt x="877811" y="1213104"/>
                  </a:lnTo>
                  <a:lnTo>
                    <a:pt x="870191" y="1213104"/>
                  </a:lnTo>
                  <a:lnTo>
                    <a:pt x="867156" y="1216152"/>
                  </a:lnTo>
                  <a:lnTo>
                    <a:pt x="867156" y="1264920"/>
                  </a:lnTo>
                  <a:lnTo>
                    <a:pt x="870191" y="1267968"/>
                  </a:lnTo>
                  <a:lnTo>
                    <a:pt x="877811" y="1267968"/>
                  </a:lnTo>
                  <a:lnTo>
                    <a:pt x="880872" y="1264920"/>
                  </a:lnTo>
                  <a:lnTo>
                    <a:pt x="880872" y="1216152"/>
                  </a:lnTo>
                  <a:close/>
                </a:path>
                <a:path w="2184400" h="4994275">
                  <a:moveTo>
                    <a:pt x="880872" y="1132332"/>
                  </a:moveTo>
                  <a:lnTo>
                    <a:pt x="877811" y="1129284"/>
                  </a:lnTo>
                  <a:lnTo>
                    <a:pt x="870191" y="1129284"/>
                  </a:lnTo>
                  <a:lnTo>
                    <a:pt x="867156" y="1132332"/>
                  </a:lnTo>
                  <a:lnTo>
                    <a:pt x="867156" y="1181100"/>
                  </a:lnTo>
                  <a:lnTo>
                    <a:pt x="870191" y="1184148"/>
                  </a:lnTo>
                  <a:lnTo>
                    <a:pt x="877811" y="1184148"/>
                  </a:lnTo>
                  <a:lnTo>
                    <a:pt x="880872" y="1181100"/>
                  </a:lnTo>
                  <a:lnTo>
                    <a:pt x="880872" y="1132332"/>
                  </a:lnTo>
                  <a:close/>
                </a:path>
                <a:path w="2184400" h="4994275">
                  <a:moveTo>
                    <a:pt x="880872" y="1050036"/>
                  </a:moveTo>
                  <a:lnTo>
                    <a:pt x="877811" y="1046988"/>
                  </a:lnTo>
                  <a:lnTo>
                    <a:pt x="870191" y="1046988"/>
                  </a:lnTo>
                  <a:lnTo>
                    <a:pt x="867156" y="1050036"/>
                  </a:lnTo>
                  <a:lnTo>
                    <a:pt x="867156" y="1098804"/>
                  </a:lnTo>
                  <a:lnTo>
                    <a:pt x="870191" y="1101852"/>
                  </a:lnTo>
                  <a:lnTo>
                    <a:pt x="877811" y="1101852"/>
                  </a:lnTo>
                  <a:lnTo>
                    <a:pt x="880872" y="1098804"/>
                  </a:lnTo>
                  <a:lnTo>
                    <a:pt x="880872" y="1050036"/>
                  </a:lnTo>
                  <a:close/>
                </a:path>
                <a:path w="2184400" h="4994275">
                  <a:moveTo>
                    <a:pt x="880872" y="967740"/>
                  </a:moveTo>
                  <a:lnTo>
                    <a:pt x="877811" y="964692"/>
                  </a:lnTo>
                  <a:lnTo>
                    <a:pt x="870191" y="964692"/>
                  </a:lnTo>
                  <a:lnTo>
                    <a:pt x="867156" y="967740"/>
                  </a:lnTo>
                  <a:lnTo>
                    <a:pt x="867156" y="1016508"/>
                  </a:lnTo>
                  <a:lnTo>
                    <a:pt x="870191" y="1019556"/>
                  </a:lnTo>
                  <a:lnTo>
                    <a:pt x="877811" y="1019556"/>
                  </a:lnTo>
                  <a:lnTo>
                    <a:pt x="880872" y="1016508"/>
                  </a:lnTo>
                  <a:lnTo>
                    <a:pt x="880872" y="967740"/>
                  </a:lnTo>
                  <a:close/>
                </a:path>
                <a:path w="2184400" h="4994275">
                  <a:moveTo>
                    <a:pt x="880872" y="883920"/>
                  </a:moveTo>
                  <a:lnTo>
                    <a:pt x="877811" y="880872"/>
                  </a:lnTo>
                  <a:lnTo>
                    <a:pt x="870191" y="880872"/>
                  </a:lnTo>
                  <a:lnTo>
                    <a:pt x="867156" y="883920"/>
                  </a:lnTo>
                  <a:lnTo>
                    <a:pt x="867156" y="932688"/>
                  </a:lnTo>
                  <a:lnTo>
                    <a:pt x="870191" y="935736"/>
                  </a:lnTo>
                  <a:lnTo>
                    <a:pt x="877811" y="935736"/>
                  </a:lnTo>
                  <a:lnTo>
                    <a:pt x="880872" y="932688"/>
                  </a:lnTo>
                  <a:lnTo>
                    <a:pt x="880872" y="883920"/>
                  </a:lnTo>
                  <a:close/>
                </a:path>
                <a:path w="2184400" h="4994275">
                  <a:moveTo>
                    <a:pt x="880872" y="801624"/>
                  </a:moveTo>
                  <a:lnTo>
                    <a:pt x="877811" y="798576"/>
                  </a:lnTo>
                  <a:lnTo>
                    <a:pt x="870191" y="798576"/>
                  </a:lnTo>
                  <a:lnTo>
                    <a:pt x="867156" y="801624"/>
                  </a:lnTo>
                  <a:lnTo>
                    <a:pt x="867156" y="850392"/>
                  </a:lnTo>
                  <a:lnTo>
                    <a:pt x="870191" y="853440"/>
                  </a:lnTo>
                  <a:lnTo>
                    <a:pt x="877811" y="853440"/>
                  </a:lnTo>
                  <a:lnTo>
                    <a:pt x="880872" y="850392"/>
                  </a:lnTo>
                  <a:lnTo>
                    <a:pt x="880872" y="801624"/>
                  </a:lnTo>
                  <a:close/>
                </a:path>
                <a:path w="2184400" h="4994275">
                  <a:moveTo>
                    <a:pt x="880872" y="719328"/>
                  </a:moveTo>
                  <a:lnTo>
                    <a:pt x="877811" y="716280"/>
                  </a:lnTo>
                  <a:lnTo>
                    <a:pt x="870191" y="716280"/>
                  </a:lnTo>
                  <a:lnTo>
                    <a:pt x="867156" y="719328"/>
                  </a:lnTo>
                  <a:lnTo>
                    <a:pt x="867156" y="768096"/>
                  </a:lnTo>
                  <a:lnTo>
                    <a:pt x="870191" y="771144"/>
                  </a:lnTo>
                  <a:lnTo>
                    <a:pt x="877811" y="771144"/>
                  </a:lnTo>
                  <a:lnTo>
                    <a:pt x="880872" y="768096"/>
                  </a:lnTo>
                  <a:lnTo>
                    <a:pt x="880872" y="719328"/>
                  </a:lnTo>
                  <a:close/>
                </a:path>
                <a:path w="2184400" h="4994275">
                  <a:moveTo>
                    <a:pt x="880872" y="635508"/>
                  </a:moveTo>
                  <a:lnTo>
                    <a:pt x="877811" y="632460"/>
                  </a:lnTo>
                  <a:lnTo>
                    <a:pt x="870191" y="632460"/>
                  </a:lnTo>
                  <a:lnTo>
                    <a:pt x="867156" y="635508"/>
                  </a:lnTo>
                  <a:lnTo>
                    <a:pt x="867156" y="684276"/>
                  </a:lnTo>
                  <a:lnTo>
                    <a:pt x="870191" y="687324"/>
                  </a:lnTo>
                  <a:lnTo>
                    <a:pt x="877811" y="687324"/>
                  </a:lnTo>
                  <a:lnTo>
                    <a:pt x="880872" y="684276"/>
                  </a:lnTo>
                  <a:lnTo>
                    <a:pt x="880872" y="635508"/>
                  </a:lnTo>
                  <a:close/>
                </a:path>
                <a:path w="2184400" h="4994275">
                  <a:moveTo>
                    <a:pt x="880872" y="553212"/>
                  </a:moveTo>
                  <a:lnTo>
                    <a:pt x="877811" y="550164"/>
                  </a:lnTo>
                  <a:lnTo>
                    <a:pt x="870191" y="550164"/>
                  </a:lnTo>
                  <a:lnTo>
                    <a:pt x="867156" y="553212"/>
                  </a:lnTo>
                  <a:lnTo>
                    <a:pt x="867156" y="601980"/>
                  </a:lnTo>
                  <a:lnTo>
                    <a:pt x="870191" y="605028"/>
                  </a:lnTo>
                  <a:lnTo>
                    <a:pt x="877811" y="605028"/>
                  </a:lnTo>
                  <a:lnTo>
                    <a:pt x="880872" y="601980"/>
                  </a:lnTo>
                  <a:lnTo>
                    <a:pt x="880872" y="553212"/>
                  </a:lnTo>
                  <a:close/>
                </a:path>
                <a:path w="2184400" h="4994275">
                  <a:moveTo>
                    <a:pt x="880872" y="470916"/>
                  </a:moveTo>
                  <a:lnTo>
                    <a:pt x="877811" y="467868"/>
                  </a:lnTo>
                  <a:lnTo>
                    <a:pt x="870191" y="467868"/>
                  </a:lnTo>
                  <a:lnTo>
                    <a:pt x="867156" y="470916"/>
                  </a:lnTo>
                  <a:lnTo>
                    <a:pt x="867156" y="519684"/>
                  </a:lnTo>
                  <a:lnTo>
                    <a:pt x="870191" y="522732"/>
                  </a:lnTo>
                  <a:lnTo>
                    <a:pt x="877811" y="522732"/>
                  </a:lnTo>
                  <a:lnTo>
                    <a:pt x="880872" y="519684"/>
                  </a:lnTo>
                  <a:lnTo>
                    <a:pt x="880872" y="470916"/>
                  </a:lnTo>
                  <a:close/>
                </a:path>
                <a:path w="2184400" h="4994275">
                  <a:moveTo>
                    <a:pt x="880872" y="387096"/>
                  </a:moveTo>
                  <a:lnTo>
                    <a:pt x="877811" y="384048"/>
                  </a:lnTo>
                  <a:lnTo>
                    <a:pt x="870191" y="384048"/>
                  </a:lnTo>
                  <a:lnTo>
                    <a:pt x="867156" y="387096"/>
                  </a:lnTo>
                  <a:lnTo>
                    <a:pt x="867156" y="435864"/>
                  </a:lnTo>
                  <a:lnTo>
                    <a:pt x="870191" y="438912"/>
                  </a:lnTo>
                  <a:lnTo>
                    <a:pt x="877811" y="438912"/>
                  </a:lnTo>
                  <a:lnTo>
                    <a:pt x="880872" y="435864"/>
                  </a:lnTo>
                  <a:lnTo>
                    <a:pt x="880872" y="387096"/>
                  </a:lnTo>
                  <a:close/>
                </a:path>
                <a:path w="2184400" h="4994275">
                  <a:moveTo>
                    <a:pt x="880872" y="304800"/>
                  </a:moveTo>
                  <a:lnTo>
                    <a:pt x="877811" y="301752"/>
                  </a:lnTo>
                  <a:lnTo>
                    <a:pt x="870191" y="301752"/>
                  </a:lnTo>
                  <a:lnTo>
                    <a:pt x="867156" y="304800"/>
                  </a:lnTo>
                  <a:lnTo>
                    <a:pt x="867156" y="353568"/>
                  </a:lnTo>
                  <a:lnTo>
                    <a:pt x="870191" y="356616"/>
                  </a:lnTo>
                  <a:lnTo>
                    <a:pt x="877811" y="356616"/>
                  </a:lnTo>
                  <a:lnTo>
                    <a:pt x="880872" y="353568"/>
                  </a:lnTo>
                  <a:lnTo>
                    <a:pt x="880872" y="304800"/>
                  </a:lnTo>
                  <a:close/>
                </a:path>
                <a:path w="2184400" h="4994275">
                  <a:moveTo>
                    <a:pt x="880872" y="222504"/>
                  </a:moveTo>
                  <a:lnTo>
                    <a:pt x="877811" y="219456"/>
                  </a:lnTo>
                  <a:lnTo>
                    <a:pt x="870191" y="219456"/>
                  </a:lnTo>
                  <a:lnTo>
                    <a:pt x="867156" y="222504"/>
                  </a:lnTo>
                  <a:lnTo>
                    <a:pt x="867156" y="271272"/>
                  </a:lnTo>
                  <a:lnTo>
                    <a:pt x="870191" y="274320"/>
                  </a:lnTo>
                  <a:lnTo>
                    <a:pt x="877811" y="274320"/>
                  </a:lnTo>
                  <a:lnTo>
                    <a:pt x="880872" y="271272"/>
                  </a:lnTo>
                  <a:lnTo>
                    <a:pt x="880872" y="222504"/>
                  </a:lnTo>
                  <a:close/>
                </a:path>
                <a:path w="2184400" h="4994275">
                  <a:moveTo>
                    <a:pt x="880872" y="138684"/>
                  </a:moveTo>
                  <a:lnTo>
                    <a:pt x="877811" y="135636"/>
                  </a:lnTo>
                  <a:lnTo>
                    <a:pt x="870191" y="135636"/>
                  </a:lnTo>
                  <a:lnTo>
                    <a:pt x="867156" y="138684"/>
                  </a:lnTo>
                  <a:lnTo>
                    <a:pt x="867156" y="187452"/>
                  </a:lnTo>
                  <a:lnTo>
                    <a:pt x="870191" y="192024"/>
                  </a:lnTo>
                  <a:lnTo>
                    <a:pt x="877811" y="192024"/>
                  </a:lnTo>
                  <a:lnTo>
                    <a:pt x="880872" y="187452"/>
                  </a:lnTo>
                  <a:lnTo>
                    <a:pt x="880872" y="138684"/>
                  </a:lnTo>
                  <a:close/>
                </a:path>
                <a:path w="2184400" h="4994275">
                  <a:moveTo>
                    <a:pt x="1098804" y="4308348"/>
                  </a:moveTo>
                  <a:lnTo>
                    <a:pt x="1095756" y="4305300"/>
                  </a:lnTo>
                  <a:lnTo>
                    <a:pt x="1088136" y="4305300"/>
                  </a:lnTo>
                  <a:lnTo>
                    <a:pt x="1085088" y="4308348"/>
                  </a:lnTo>
                  <a:lnTo>
                    <a:pt x="1085088" y="4358640"/>
                  </a:lnTo>
                  <a:lnTo>
                    <a:pt x="1088136" y="4361688"/>
                  </a:lnTo>
                  <a:lnTo>
                    <a:pt x="1095756" y="4361688"/>
                  </a:lnTo>
                  <a:lnTo>
                    <a:pt x="1098804" y="4358640"/>
                  </a:lnTo>
                  <a:lnTo>
                    <a:pt x="1098804" y="4308348"/>
                  </a:lnTo>
                  <a:close/>
                </a:path>
                <a:path w="2184400" h="4994275">
                  <a:moveTo>
                    <a:pt x="1098804" y="4226052"/>
                  </a:moveTo>
                  <a:lnTo>
                    <a:pt x="1095756" y="4223004"/>
                  </a:lnTo>
                  <a:lnTo>
                    <a:pt x="1088136" y="4223004"/>
                  </a:lnTo>
                  <a:lnTo>
                    <a:pt x="1085088" y="4226052"/>
                  </a:lnTo>
                  <a:lnTo>
                    <a:pt x="1085088" y="4274820"/>
                  </a:lnTo>
                  <a:lnTo>
                    <a:pt x="1088136" y="4277868"/>
                  </a:lnTo>
                  <a:lnTo>
                    <a:pt x="1095756" y="4277868"/>
                  </a:lnTo>
                  <a:lnTo>
                    <a:pt x="1098804" y="4274820"/>
                  </a:lnTo>
                  <a:lnTo>
                    <a:pt x="1098804" y="4226052"/>
                  </a:lnTo>
                  <a:close/>
                </a:path>
                <a:path w="2184400" h="4994275">
                  <a:moveTo>
                    <a:pt x="1098804" y="4143756"/>
                  </a:moveTo>
                  <a:lnTo>
                    <a:pt x="1095756" y="4140708"/>
                  </a:lnTo>
                  <a:lnTo>
                    <a:pt x="1088136" y="4140708"/>
                  </a:lnTo>
                  <a:lnTo>
                    <a:pt x="1085088" y="4143756"/>
                  </a:lnTo>
                  <a:lnTo>
                    <a:pt x="1085088" y="4192524"/>
                  </a:lnTo>
                  <a:lnTo>
                    <a:pt x="1088136" y="4195572"/>
                  </a:lnTo>
                  <a:lnTo>
                    <a:pt x="1095756" y="4195572"/>
                  </a:lnTo>
                  <a:lnTo>
                    <a:pt x="1098804" y="4192524"/>
                  </a:lnTo>
                  <a:lnTo>
                    <a:pt x="1098804" y="4143756"/>
                  </a:lnTo>
                  <a:close/>
                </a:path>
                <a:path w="2184400" h="4994275">
                  <a:moveTo>
                    <a:pt x="1098804" y="4059936"/>
                  </a:moveTo>
                  <a:lnTo>
                    <a:pt x="1095756" y="4056888"/>
                  </a:lnTo>
                  <a:lnTo>
                    <a:pt x="1088136" y="4056888"/>
                  </a:lnTo>
                  <a:lnTo>
                    <a:pt x="1085088" y="4059936"/>
                  </a:lnTo>
                  <a:lnTo>
                    <a:pt x="1085088" y="4110228"/>
                  </a:lnTo>
                  <a:lnTo>
                    <a:pt x="1088136" y="4113276"/>
                  </a:lnTo>
                  <a:lnTo>
                    <a:pt x="1095756" y="4113276"/>
                  </a:lnTo>
                  <a:lnTo>
                    <a:pt x="1098804" y="4110228"/>
                  </a:lnTo>
                  <a:lnTo>
                    <a:pt x="1098804" y="4059936"/>
                  </a:lnTo>
                  <a:close/>
                </a:path>
                <a:path w="2184400" h="4994275">
                  <a:moveTo>
                    <a:pt x="1098804" y="3977640"/>
                  </a:moveTo>
                  <a:lnTo>
                    <a:pt x="1095756" y="3974592"/>
                  </a:lnTo>
                  <a:lnTo>
                    <a:pt x="1088136" y="3974592"/>
                  </a:lnTo>
                  <a:lnTo>
                    <a:pt x="1085088" y="3977640"/>
                  </a:lnTo>
                  <a:lnTo>
                    <a:pt x="1085088" y="4026408"/>
                  </a:lnTo>
                  <a:lnTo>
                    <a:pt x="1088136" y="4029456"/>
                  </a:lnTo>
                  <a:lnTo>
                    <a:pt x="1095756" y="4029456"/>
                  </a:lnTo>
                  <a:lnTo>
                    <a:pt x="1098804" y="4026408"/>
                  </a:lnTo>
                  <a:lnTo>
                    <a:pt x="1098804" y="3977640"/>
                  </a:lnTo>
                  <a:close/>
                </a:path>
                <a:path w="2184400" h="4994275">
                  <a:moveTo>
                    <a:pt x="1098804" y="3895344"/>
                  </a:moveTo>
                  <a:lnTo>
                    <a:pt x="1095756" y="3892296"/>
                  </a:lnTo>
                  <a:lnTo>
                    <a:pt x="1088136" y="3892296"/>
                  </a:lnTo>
                  <a:lnTo>
                    <a:pt x="1085088" y="3895344"/>
                  </a:lnTo>
                  <a:lnTo>
                    <a:pt x="1085088" y="3944112"/>
                  </a:lnTo>
                  <a:lnTo>
                    <a:pt x="1088136" y="3947160"/>
                  </a:lnTo>
                  <a:lnTo>
                    <a:pt x="1095756" y="3947160"/>
                  </a:lnTo>
                  <a:lnTo>
                    <a:pt x="1098804" y="3944112"/>
                  </a:lnTo>
                  <a:lnTo>
                    <a:pt x="1098804" y="3895344"/>
                  </a:lnTo>
                  <a:close/>
                </a:path>
                <a:path w="2184400" h="4994275">
                  <a:moveTo>
                    <a:pt x="1098804" y="3811524"/>
                  </a:moveTo>
                  <a:lnTo>
                    <a:pt x="1095756" y="3808476"/>
                  </a:lnTo>
                  <a:lnTo>
                    <a:pt x="1088136" y="3808476"/>
                  </a:lnTo>
                  <a:lnTo>
                    <a:pt x="1085088" y="3811524"/>
                  </a:lnTo>
                  <a:lnTo>
                    <a:pt x="1085088" y="3861816"/>
                  </a:lnTo>
                  <a:lnTo>
                    <a:pt x="1088136" y="3864864"/>
                  </a:lnTo>
                  <a:lnTo>
                    <a:pt x="1095756" y="3864864"/>
                  </a:lnTo>
                  <a:lnTo>
                    <a:pt x="1098804" y="3861816"/>
                  </a:lnTo>
                  <a:lnTo>
                    <a:pt x="1098804" y="3811524"/>
                  </a:lnTo>
                  <a:close/>
                </a:path>
                <a:path w="2184400" h="4994275">
                  <a:moveTo>
                    <a:pt x="1098804" y="3729228"/>
                  </a:moveTo>
                  <a:lnTo>
                    <a:pt x="1095756" y="3726180"/>
                  </a:lnTo>
                  <a:lnTo>
                    <a:pt x="1088136" y="3726180"/>
                  </a:lnTo>
                  <a:lnTo>
                    <a:pt x="1085088" y="3729228"/>
                  </a:lnTo>
                  <a:lnTo>
                    <a:pt x="1085088" y="3777996"/>
                  </a:lnTo>
                  <a:lnTo>
                    <a:pt x="1088136" y="3781044"/>
                  </a:lnTo>
                  <a:lnTo>
                    <a:pt x="1095756" y="3781044"/>
                  </a:lnTo>
                  <a:lnTo>
                    <a:pt x="1098804" y="3777996"/>
                  </a:lnTo>
                  <a:lnTo>
                    <a:pt x="1098804" y="3729228"/>
                  </a:lnTo>
                  <a:close/>
                </a:path>
                <a:path w="2184400" h="4994275">
                  <a:moveTo>
                    <a:pt x="1098804" y="3646932"/>
                  </a:moveTo>
                  <a:lnTo>
                    <a:pt x="1095756" y="3643884"/>
                  </a:lnTo>
                  <a:lnTo>
                    <a:pt x="1088136" y="3643884"/>
                  </a:lnTo>
                  <a:lnTo>
                    <a:pt x="1085088" y="3646932"/>
                  </a:lnTo>
                  <a:lnTo>
                    <a:pt x="1085088" y="3695700"/>
                  </a:lnTo>
                  <a:lnTo>
                    <a:pt x="1088136" y="3698748"/>
                  </a:lnTo>
                  <a:lnTo>
                    <a:pt x="1095756" y="3698748"/>
                  </a:lnTo>
                  <a:lnTo>
                    <a:pt x="1098804" y="3695700"/>
                  </a:lnTo>
                  <a:lnTo>
                    <a:pt x="1098804" y="3646932"/>
                  </a:lnTo>
                  <a:close/>
                </a:path>
                <a:path w="2184400" h="4994275">
                  <a:moveTo>
                    <a:pt x="1098804" y="3563112"/>
                  </a:moveTo>
                  <a:lnTo>
                    <a:pt x="1095756" y="3560064"/>
                  </a:lnTo>
                  <a:lnTo>
                    <a:pt x="1088136" y="3560064"/>
                  </a:lnTo>
                  <a:lnTo>
                    <a:pt x="1085088" y="3563112"/>
                  </a:lnTo>
                  <a:lnTo>
                    <a:pt x="1085088" y="3613404"/>
                  </a:lnTo>
                  <a:lnTo>
                    <a:pt x="1088136" y="3616452"/>
                  </a:lnTo>
                  <a:lnTo>
                    <a:pt x="1095756" y="3616452"/>
                  </a:lnTo>
                  <a:lnTo>
                    <a:pt x="1098804" y="3613404"/>
                  </a:lnTo>
                  <a:lnTo>
                    <a:pt x="1098804" y="3563112"/>
                  </a:lnTo>
                  <a:close/>
                </a:path>
                <a:path w="2184400" h="4994275">
                  <a:moveTo>
                    <a:pt x="1098804" y="3480816"/>
                  </a:moveTo>
                  <a:lnTo>
                    <a:pt x="1095756" y="3477768"/>
                  </a:lnTo>
                  <a:lnTo>
                    <a:pt x="1088136" y="3477768"/>
                  </a:lnTo>
                  <a:lnTo>
                    <a:pt x="1085088" y="3480816"/>
                  </a:lnTo>
                  <a:lnTo>
                    <a:pt x="1085088" y="3529584"/>
                  </a:lnTo>
                  <a:lnTo>
                    <a:pt x="1088136" y="3532632"/>
                  </a:lnTo>
                  <a:lnTo>
                    <a:pt x="1095756" y="3532632"/>
                  </a:lnTo>
                  <a:lnTo>
                    <a:pt x="1098804" y="3529584"/>
                  </a:lnTo>
                  <a:lnTo>
                    <a:pt x="1098804" y="3480816"/>
                  </a:lnTo>
                  <a:close/>
                </a:path>
                <a:path w="2184400" h="4994275">
                  <a:moveTo>
                    <a:pt x="1098804" y="3398520"/>
                  </a:moveTo>
                  <a:lnTo>
                    <a:pt x="1095756" y="3395472"/>
                  </a:lnTo>
                  <a:lnTo>
                    <a:pt x="1088136" y="3395472"/>
                  </a:lnTo>
                  <a:lnTo>
                    <a:pt x="1085088" y="3398520"/>
                  </a:lnTo>
                  <a:lnTo>
                    <a:pt x="1085088" y="3447288"/>
                  </a:lnTo>
                  <a:lnTo>
                    <a:pt x="1088136" y="3450336"/>
                  </a:lnTo>
                  <a:lnTo>
                    <a:pt x="1095756" y="3450336"/>
                  </a:lnTo>
                  <a:lnTo>
                    <a:pt x="1098804" y="3447288"/>
                  </a:lnTo>
                  <a:lnTo>
                    <a:pt x="1098804" y="3398520"/>
                  </a:lnTo>
                  <a:close/>
                </a:path>
                <a:path w="2184400" h="4994275">
                  <a:moveTo>
                    <a:pt x="1098804" y="3316224"/>
                  </a:moveTo>
                  <a:lnTo>
                    <a:pt x="1095756" y="3311652"/>
                  </a:lnTo>
                  <a:lnTo>
                    <a:pt x="1088136" y="3311652"/>
                  </a:lnTo>
                  <a:lnTo>
                    <a:pt x="1085088" y="3316224"/>
                  </a:lnTo>
                  <a:lnTo>
                    <a:pt x="1085088" y="3364992"/>
                  </a:lnTo>
                  <a:lnTo>
                    <a:pt x="1088136" y="3368040"/>
                  </a:lnTo>
                  <a:lnTo>
                    <a:pt x="1095756" y="3368040"/>
                  </a:lnTo>
                  <a:lnTo>
                    <a:pt x="1098804" y="3364992"/>
                  </a:lnTo>
                  <a:lnTo>
                    <a:pt x="1098804" y="3316224"/>
                  </a:lnTo>
                  <a:close/>
                </a:path>
                <a:path w="2184400" h="4994275">
                  <a:moveTo>
                    <a:pt x="1098804" y="3232404"/>
                  </a:moveTo>
                  <a:lnTo>
                    <a:pt x="1095756" y="3229356"/>
                  </a:lnTo>
                  <a:lnTo>
                    <a:pt x="1088136" y="3229356"/>
                  </a:lnTo>
                  <a:lnTo>
                    <a:pt x="1085088" y="3232404"/>
                  </a:lnTo>
                  <a:lnTo>
                    <a:pt x="1085088" y="3281172"/>
                  </a:lnTo>
                  <a:lnTo>
                    <a:pt x="1088136" y="3284220"/>
                  </a:lnTo>
                  <a:lnTo>
                    <a:pt x="1095756" y="3284220"/>
                  </a:lnTo>
                  <a:lnTo>
                    <a:pt x="1098804" y="3281172"/>
                  </a:lnTo>
                  <a:lnTo>
                    <a:pt x="1098804" y="3232404"/>
                  </a:lnTo>
                  <a:close/>
                </a:path>
                <a:path w="2184400" h="4994275">
                  <a:moveTo>
                    <a:pt x="1098804" y="3150108"/>
                  </a:moveTo>
                  <a:lnTo>
                    <a:pt x="1095756" y="3147060"/>
                  </a:lnTo>
                  <a:lnTo>
                    <a:pt x="1088136" y="3147060"/>
                  </a:lnTo>
                  <a:lnTo>
                    <a:pt x="1085088" y="3150108"/>
                  </a:lnTo>
                  <a:lnTo>
                    <a:pt x="1085088" y="3198876"/>
                  </a:lnTo>
                  <a:lnTo>
                    <a:pt x="1088136" y="3201924"/>
                  </a:lnTo>
                  <a:lnTo>
                    <a:pt x="1095756" y="3201924"/>
                  </a:lnTo>
                  <a:lnTo>
                    <a:pt x="1098804" y="3198876"/>
                  </a:lnTo>
                  <a:lnTo>
                    <a:pt x="1098804" y="3150108"/>
                  </a:lnTo>
                  <a:close/>
                </a:path>
                <a:path w="2184400" h="4994275">
                  <a:moveTo>
                    <a:pt x="1098804" y="3067812"/>
                  </a:moveTo>
                  <a:lnTo>
                    <a:pt x="1095756" y="3063240"/>
                  </a:lnTo>
                  <a:lnTo>
                    <a:pt x="1088136" y="3063240"/>
                  </a:lnTo>
                  <a:lnTo>
                    <a:pt x="1085088" y="3067812"/>
                  </a:lnTo>
                  <a:lnTo>
                    <a:pt x="1085088" y="3116580"/>
                  </a:lnTo>
                  <a:lnTo>
                    <a:pt x="1088136" y="3119628"/>
                  </a:lnTo>
                  <a:lnTo>
                    <a:pt x="1095756" y="3119628"/>
                  </a:lnTo>
                  <a:lnTo>
                    <a:pt x="1098804" y="3116580"/>
                  </a:lnTo>
                  <a:lnTo>
                    <a:pt x="1098804" y="3067812"/>
                  </a:lnTo>
                  <a:close/>
                </a:path>
                <a:path w="2184400" h="4994275">
                  <a:moveTo>
                    <a:pt x="1098804" y="2983992"/>
                  </a:moveTo>
                  <a:lnTo>
                    <a:pt x="1095756" y="2980944"/>
                  </a:lnTo>
                  <a:lnTo>
                    <a:pt x="1088136" y="2980944"/>
                  </a:lnTo>
                  <a:lnTo>
                    <a:pt x="1085088" y="2983992"/>
                  </a:lnTo>
                  <a:lnTo>
                    <a:pt x="1085088" y="3032760"/>
                  </a:lnTo>
                  <a:lnTo>
                    <a:pt x="1088136" y="3035808"/>
                  </a:lnTo>
                  <a:lnTo>
                    <a:pt x="1095756" y="3035808"/>
                  </a:lnTo>
                  <a:lnTo>
                    <a:pt x="1098804" y="3032760"/>
                  </a:lnTo>
                  <a:lnTo>
                    <a:pt x="1098804" y="2983992"/>
                  </a:lnTo>
                  <a:close/>
                </a:path>
                <a:path w="2184400" h="4994275">
                  <a:moveTo>
                    <a:pt x="1098804" y="2901696"/>
                  </a:moveTo>
                  <a:lnTo>
                    <a:pt x="1095756" y="2898648"/>
                  </a:lnTo>
                  <a:lnTo>
                    <a:pt x="1088136" y="2898648"/>
                  </a:lnTo>
                  <a:lnTo>
                    <a:pt x="1085088" y="2901696"/>
                  </a:lnTo>
                  <a:lnTo>
                    <a:pt x="1085088" y="2950464"/>
                  </a:lnTo>
                  <a:lnTo>
                    <a:pt x="1088136" y="2953512"/>
                  </a:lnTo>
                  <a:lnTo>
                    <a:pt x="1095756" y="2953512"/>
                  </a:lnTo>
                  <a:lnTo>
                    <a:pt x="1098804" y="2950464"/>
                  </a:lnTo>
                  <a:lnTo>
                    <a:pt x="1098804" y="2901696"/>
                  </a:lnTo>
                  <a:close/>
                </a:path>
                <a:path w="2184400" h="4994275">
                  <a:moveTo>
                    <a:pt x="1098804" y="2819400"/>
                  </a:moveTo>
                  <a:lnTo>
                    <a:pt x="1095756" y="2816364"/>
                  </a:lnTo>
                  <a:lnTo>
                    <a:pt x="1088136" y="2816364"/>
                  </a:lnTo>
                  <a:lnTo>
                    <a:pt x="1085088" y="2819400"/>
                  </a:lnTo>
                  <a:lnTo>
                    <a:pt x="1085088" y="2868168"/>
                  </a:lnTo>
                  <a:lnTo>
                    <a:pt x="1088136" y="2871216"/>
                  </a:lnTo>
                  <a:lnTo>
                    <a:pt x="1095756" y="2871216"/>
                  </a:lnTo>
                  <a:lnTo>
                    <a:pt x="1098804" y="2868168"/>
                  </a:lnTo>
                  <a:lnTo>
                    <a:pt x="1098804" y="2819400"/>
                  </a:lnTo>
                  <a:close/>
                </a:path>
                <a:path w="2184400" h="4994275">
                  <a:moveTo>
                    <a:pt x="1098804" y="2735580"/>
                  </a:moveTo>
                  <a:lnTo>
                    <a:pt x="1095756" y="2732532"/>
                  </a:lnTo>
                  <a:lnTo>
                    <a:pt x="1088136" y="2732532"/>
                  </a:lnTo>
                  <a:lnTo>
                    <a:pt x="1085088" y="2735580"/>
                  </a:lnTo>
                  <a:lnTo>
                    <a:pt x="1085088" y="2784348"/>
                  </a:lnTo>
                  <a:lnTo>
                    <a:pt x="1088136" y="2787396"/>
                  </a:lnTo>
                  <a:lnTo>
                    <a:pt x="1095756" y="2787396"/>
                  </a:lnTo>
                  <a:lnTo>
                    <a:pt x="1098804" y="2784348"/>
                  </a:lnTo>
                  <a:lnTo>
                    <a:pt x="1098804" y="2735580"/>
                  </a:lnTo>
                  <a:close/>
                </a:path>
                <a:path w="2184400" h="4994275">
                  <a:moveTo>
                    <a:pt x="1098804" y="2653284"/>
                  </a:moveTo>
                  <a:lnTo>
                    <a:pt x="1095756" y="2650236"/>
                  </a:lnTo>
                  <a:lnTo>
                    <a:pt x="1088136" y="2650236"/>
                  </a:lnTo>
                  <a:lnTo>
                    <a:pt x="1085088" y="2653284"/>
                  </a:lnTo>
                  <a:lnTo>
                    <a:pt x="1085088" y="2702052"/>
                  </a:lnTo>
                  <a:lnTo>
                    <a:pt x="1088136" y="2705100"/>
                  </a:lnTo>
                  <a:lnTo>
                    <a:pt x="1095756" y="2705100"/>
                  </a:lnTo>
                  <a:lnTo>
                    <a:pt x="1098804" y="2702052"/>
                  </a:lnTo>
                  <a:lnTo>
                    <a:pt x="1098804" y="2653284"/>
                  </a:lnTo>
                  <a:close/>
                </a:path>
                <a:path w="2184400" h="4994275">
                  <a:moveTo>
                    <a:pt x="1098804" y="2570988"/>
                  </a:moveTo>
                  <a:lnTo>
                    <a:pt x="1095756" y="2567940"/>
                  </a:lnTo>
                  <a:lnTo>
                    <a:pt x="1088136" y="2567940"/>
                  </a:lnTo>
                  <a:lnTo>
                    <a:pt x="1085088" y="2570988"/>
                  </a:lnTo>
                  <a:lnTo>
                    <a:pt x="1085088" y="2619756"/>
                  </a:lnTo>
                  <a:lnTo>
                    <a:pt x="1088136" y="2622804"/>
                  </a:lnTo>
                  <a:lnTo>
                    <a:pt x="1095756" y="2622804"/>
                  </a:lnTo>
                  <a:lnTo>
                    <a:pt x="1098804" y="2619756"/>
                  </a:lnTo>
                  <a:lnTo>
                    <a:pt x="1098804" y="2570988"/>
                  </a:lnTo>
                  <a:close/>
                </a:path>
                <a:path w="2184400" h="4994275">
                  <a:moveTo>
                    <a:pt x="1098804" y="2487168"/>
                  </a:moveTo>
                  <a:lnTo>
                    <a:pt x="1095756" y="2484120"/>
                  </a:lnTo>
                  <a:lnTo>
                    <a:pt x="1088136" y="2484120"/>
                  </a:lnTo>
                  <a:lnTo>
                    <a:pt x="1085088" y="2487168"/>
                  </a:lnTo>
                  <a:lnTo>
                    <a:pt x="1085088" y="2535936"/>
                  </a:lnTo>
                  <a:lnTo>
                    <a:pt x="1088136" y="2538984"/>
                  </a:lnTo>
                  <a:lnTo>
                    <a:pt x="1095756" y="2538984"/>
                  </a:lnTo>
                  <a:lnTo>
                    <a:pt x="1098804" y="2535936"/>
                  </a:lnTo>
                  <a:lnTo>
                    <a:pt x="1098804" y="2487168"/>
                  </a:lnTo>
                  <a:close/>
                </a:path>
                <a:path w="2184400" h="4994275">
                  <a:moveTo>
                    <a:pt x="1098804" y="2404872"/>
                  </a:moveTo>
                  <a:lnTo>
                    <a:pt x="1095756" y="2401824"/>
                  </a:lnTo>
                  <a:lnTo>
                    <a:pt x="1088136" y="2401824"/>
                  </a:lnTo>
                  <a:lnTo>
                    <a:pt x="1085088" y="2404872"/>
                  </a:lnTo>
                  <a:lnTo>
                    <a:pt x="1085088" y="2453640"/>
                  </a:lnTo>
                  <a:lnTo>
                    <a:pt x="1088136" y="2456688"/>
                  </a:lnTo>
                  <a:lnTo>
                    <a:pt x="1095756" y="2456688"/>
                  </a:lnTo>
                  <a:lnTo>
                    <a:pt x="1098804" y="2453640"/>
                  </a:lnTo>
                  <a:lnTo>
                    <a:pt x="1098804" y="2404872"/>
                  </a:lnTo>
                  <a:close/>
                </a:path>
                <a:path w="2184400" h="4994275">
                  <a:moveTo>
                    <a:pt x="1098804" y="2322576"/>
                  </a:moveTo>
                  <a:lnTo>
                    <a:pt x="1095756" y="2319528"/>
                  </a:lnTo>
                  <a:lnTo>
                    <a:pt x="1088136" y="2319528"/>
                  </a:lnTo>
                  <a:lnTo>
                    <a:pt x="1085088" y="2322576"/>
                  </a:lnTo>
                  <a:lnTo>
                    <a:pt x="1085088" y="2371344"/>
                  </a:lnTo>
                  <a:lnTo>
                    <a:pt x="1088136" y="2374392"/>
                  </a:lnTo>
                  <a:lnTo>
                    <a:pt x="1095756" y="2374392"/>
                  </a:lnTo>
                  <a:lnTo>
                    <a:pt x="1098804" y="2371344"/>
                  </a:lnTo>
                  <a:lnTo>
                    <a:pt x="1098804" y="2322576"/>
                  </a:lnTo>
                  <a:close/>
                </a:path>
                <a:path w="2184400" h="4994275">
                  <a:moveTo>
                    <a:pt x="1098804" y="2238756"/>
                  </a:moveTo>
                  <a:lnTo>
                    <a:pt x="1095756" y="2235708"/>
                  </a:lnTo>
                  <a:lnTo>
                    <a:pt x="1088136" y="2235708"/>
                  </a:lnTo>
                  <a:lnTo>
                    <a:pt x="1085088" y="2238756"/>
                  </a:lnTo>
                  <a:lnTo>
                    <a:pt x="1085088" y="2287524"/>
                  </a:lnTo>
                  <a:lnTo>
                    <a:pt x="1088136" y="2290572"/>
                  </a:lnTo>
                  <a:lnTo>
                    <a:pt x="1095756" y="2290572"/>
                  </a:lnTo>
                  <a:lnTo>
                    <a:pt x="1098804" y="2287524"/>
                  </a:lnTo>
                  <a:lnTo>
                    <a:pt x="1098804" y="2238756"/>
                  </a:lnTo>
                  <a:close/>
                </a:path>
                <a:path w="2184400" h="4994275">
                  <a:moveTo>
                    <a:pt x="1098804" y="2156460"/>
                  </a:moveTo>
                  <a:lnTo>
                    <a:pt x="1095756" y="2153412"/>
                  </a:lnTo>
                  <a:lnTo>
                    <a:pt x="1088136" y="2153412"/>
                  </a:lnTo>
                  <a:lnTo>
                    <a:pt x="1085088" y="2156460"/>
                  </a:lnTo>
                  <a:lnTo>
                    <a:pt x="1085088" y="2205228"/>
                  </a:lnTo>
                  <a:lnTo>
                    <a:pt x="1088136" y="2208276"/>
                  </a:lnTo>
                  <a:lnTo>
                    <a:pt x="1095756" y="2208276"/>
                  </a:lnTo>
                  <a:lnTo>
                    <a:pt x="1098804" y="2205228"/>
                  </a:lnTo>
                  <a:lnTo>
                    <a:pt x="1098804" y="2156460"/>
                  </a:lnTo>
                  <a:close/>
                </a:path>
                <a:path w="2184400" h="4994275">
                  <a:moveTo>
                    <a:pt x="1098804" y="2074164"/>
                  </a:moveTo>
                  <a:lnTo>
                    <a:pt x="1095756" y="2071116"/>
                  </a:lnTo>
                  <a:lnTo>
                    <a:pt x="1088136" y="2071116"/>
                  </a:lnTo>
                  <a:lnTo>
                    <a:pt x="1085088" y="2074164"/>
                  </a:lnTo>
                  <a:lnTo>
                    <a:pt x="1085088" y="2122932"/>
                  </a:lnTo>
                  <a:lnTo>
                    <a:pt x="1088136" y="2125980"/>
                  </a:lnTo>
                  <a:lnTo>
                    <a:pt x="1095756" y="2125980"/>
                  </a:lnTo>
                  <a:lnTo>
                    <a:pt x="1098804" y="2122932"/>
                  </a:lnTo>
                  <a:lnTo>
                    <a:pt x="1098804" y="2074164"/>
                  </a:lnTo>
                  <a:close/>
                </a:path>
                <a:path w="2184400" h="4994275">
                  <a:moveTo>
                    <a:pt x="1098804" y="1990344"/>
                  </a:moveTo>
                  <a:lnTo>
                    <a:pt x="1095756" y="1987296"/>
                  </a:lnTo>
                  <a:lnTo>
                    <a:pt x="1088136" y="1987296"/>
                  </a:lnTo>
                  <a:lnTo>
                    <a:pt x="1085088" y="1990344"/>
                  </a:lnTo>
                  <a:lnTo>
                    <a:pt x="1085088" y="2039112"/>
                  </a:lnTo>
                  <a:lnTo>
                    <a:pt x="1088136" y="2042160"/>
                  </a:lnTo>
                  <a:lnTo>
                    <a:pt x="1095756" y="2042160"/>
                  </a:lnTo>
                  <a:lnTo>
                    <a:pt x="1098804" y="2039112"/>
                  </a:lnTo>
                  <a:lnTo>
                    <a:pt x="1098804" y="1990344"/>
                  </a:lnTo>
                  <a:close/>
                </a:path>
                <a:path w="2184400" h="4994275">
                  <a:moveTo>
                    <a:pt x="1098804" y="1908048"/>
                  </a:moveTo>
                  <a:lnTo>
                    <a:pt x="1095756" y="1905000"/>
                  </a:lnTo>
                  <a:lnTo>
                    <a:pt x="1088136" y="1905000"/>
                  </a:lnTo>
                  <a:lnTo>
                    <a:pt x="1085088" y="1908048"/>
                  </a:lnTo>
                  <a:lnTo>
                    <a:pt x="1085088" y="1956816"/>
                  </a:lnTo>
                  <a:lnTo>
                    <a:pt x="1088136" y="1959864"/>
                  </a:lnTo>
                  <a:lnTo>
                    <a:pt x="1095756" y="1959864"/>
                  </a:lnTo>
                  <a:lnTo>
                    <a:pt x="1098804" y="1956816"/>
                  </a:lnTo>
                  <a:lnTo>
                    <a:pt x="1098804" y="1908048"/>
                  </a:lnTo>
                  <a:close/>
                </a:path>
                <a:path w="2184400" h="4994275">
                  <a:moveTo>
                    <a:pt x="1098804" y="1825752"/>
                  </a:moveTo>
                  <a:lnTo>
                    <a:pt x="1095756" y="1822704"/>
                  </a:lnTo>
                  <a:lnTo>
                    <a:pt x="1088136" y="1822704"/>
                  </a:lnTo>
                  <a:lnTo>
                    <a:pt x="1085088" y="1825752"/>
                  </a:lnTo>
                  <a:lnTo>
                    <a:pt x="1085088" y="1874520"/>
                  </a:lnTo>
                  <a:lnTo>
                    <a:pt x="1088136" y="1877568"/>
                  </a:lnTo>
                  <a:lnTo>
                    <a:pt x="1095756" y="1877568"/>
                  </a:lnTo>
                  <a:lnTo>
                    <a:pt x="1098804" y="1874520"/>
                  </a:lnTo>
                  <a:lnTo>
                    <a:pt x="1098804" y="1825752"/>
                  </a:lnTo>
                  <a:close/>
                </a:path>
                <a:path w="2184400" h="4994275">
                  <a:moveTo>
                    <a:pt x="1098804" y="1741932"/>
                  </a:moveTo>
                  <a:lnTo>
                    <a:pt x="1095756" y="1738884"/>
                  </a:lnTo>
                  <a:lnTo>
                    <a:pt x="1088136" y="1738884"/>
                  </a:lnTo>
                  <a:lnTo>
                    <a:pt x="1085088" y="1741932"/>
                  </a:lnTo>
                  <a:lnTo>
                    <a:pt x="1085088" y="1790700"/>
                  </a:lnTo>
                  <a:lnTo>
                    <a:pt x="1088136" y="1793748"/>
                  </a:lnTo>
                  <a:lnTo>
                    <a:pt x="1095756" y="1793748"/>
                  </a:lnTo>
                  <a:lnTo>
                    <a:pt x="1098804" y="1790700"/>
                  </a:lnTo>
                  <a:lnTo>
                    <a:pt x="1098804" y="1741932"/>
                  </a:lnTo>
                  <a:close/>
                </a:path>
                <a:path w="2184400" h="4994275">
                  <a:moveTo>
                    <a:pt x="1098804" y="1659636"/>
                  </a:moveTo>
                  <a:lnTo>
                    <a:pt x="1095756" y="1656588"/>
                  </a:lnTo>
                  <a:lnTo>
                    <a:pt x="1088136" y="1656588"/>
                  </a:lnTo>
                  <a:lnTo>
                    <a:pt x="1085088" y="1659636"/>
                  </a:lnTo>
                  <a:lnTo>
                    <a:pt x="1085088" y="1708404"/>
                  </a:lnTo>
                  <a:lnTo>
                    <a:pt x="1088136" y="1711452"/>
                  </a:lnTo>
                  <a:lnTo>
                    <a:pt x="1095756" y="1711452"/>
                  </a:lnTo>
                  <a:lnTo>
                    <a:pt x="1098804" y="1708404"/>
                  </a:lnTo>
                  <a:lnTo>
                    <a:pt x="1098804" y="1659636"/>
                  </a:lnTo>
                  <a:close/>
                </a:path>
                <a:path w="2184400" h="4994275">
                  <a:moveTo>
                    <a:pt x="1098804" y="1577340"/>
                  </a:moveTo>
                  <a:lnTo>
                    <a:pt x="1095756" y="1574292"/>
                  </a:lnTo>
                  <a:lnTo>
                    <a:pt x="1088136" y="1574292"/>
                  </a:lnTo>
                  <a:lnTo>
                    <a:pt x="1085088" y="1577340"/>
                  </a:lnTo>
                  <a:lnTo>
                    <a:pt x="1085088" y="1626108"/>
                  </a:lnTo>
                  <a:lnTo>
                    <a:pt x="1088136" y="1629156"/>
                  </a:lnTo>
                  <a:lnTo>
                    <a:pt x="1095756" y="1629156"/>
                  </a:lnTo>
                  <a:lnTo>
                    <a:pt x="1098804" y="1626108"/>
                  </a:lnTo>
                  <a:lnTo>
                    <a:pt x="1098804" y="1577340"/>
                  </a:lnTo>
                  <a:close/>
                </a:path>
                <a:path w="2184400" h="4994275">
                  <a:moveTo>
                    <a:pt x="1098804" y="1493520"/>
                  </a:moveTo>
                  <a:lnTo>
                    <a:pt x="1095756" y="1490472"/>
                  </a:lnTo>
                  <a:lnTo>
                    <a:pt x="1088136" y="1490472"/>
                  </a:lnTo>
                  <a:lnTo>
                    <a:pt x="1085088" y="1493520"/>
                  </a:lnTo>
                  <a:lnTo>
                    <a:pt x="1085088" y="1542288"/>
                  </a:lnTo>
                  <a:lnTo>
                    <a:pt x="1088136" y="1545336"/>
                  </a:lnTo>
                  <a:lnTo>
                    <a:pt x="1095756" y="1545336"/>
                  </a:lnTo>
                  <a:lnTo>
                    <a:pt x="1098804" y="1542288"/>
                  </a:lnTo>
                  <a:lnTo>
                    <a:pt x="1098804" y="1493520"/>
                  </a:lnTo>
                  <a:close/>
                </a:path>
                <a:path w="2184400" h="4994275">
                  <a:moveTo>
                    <a:pt x="1098804" y="1411224"/>
                  </a:moveTo>
                  <a:lnTo>
                    <a:pt x="1095756" y="1408176"/>
                  </a:lnTo>
                  <a:lnTo>
                    <a:pt x="1088136" y="1408176"/>
                  </a:lnTo>
                  <a:lnTo>
                    <a:pt x="1085088" y="1411224"/>
                  </a:lnTo>
                  <a:lnTo>
                    <a:pt x="1085088" y="1459992"/>
                  </a:lnTo>
                  <a:lnTo>
                    <a:pt x="1088136" y="1463040"/>
                  </a:lnTo>
                  <a:lnTo>
                    <a:pt x="1095756" y="1463040"/>
                  </a:lnTo>
                  <a:lnTo>
                    <a:pt x="1098804" y="1459992"/>
                  </a:lnTo>
                  <a:lnTo>
                    <a:pt x="1098804" y="1411224"/>
                  </a:lnTo>
                  <a:close/>
                </a:path>
                <a:path w="2184400" h="4994275">
                  <a:moveTo>
                    <a:pt x="1098804" y="1328928"/>
                  </a:moveTo>
                  <a:lnTo>
                    <a:pt x="1095756" y="1325880"/>
                  </a:lnTo>
                  <a:lnTo>
                    <a:pt x="1088136" y="1325880"/>
                  </a:lnTo>
                  <a:lnTo>
                    <a:pt x="1085088" y="1328928"/>
                  </a:lnTo>
                  <a:lnTo>
                    <a:pt x="1085088" y="1377696"/>
                  </a:lnTo>
                  <a:lnTo>
                    <a:pt x="1088136" y="1380744"/>
                  </a:lnTo>
                  <a:lnTo>
                    <a:pt x="1095756" y="1380744"/>
                  </a:lnTo>
                  <a:lnTo>
                    <a:pt x="1098804" y="1377696"/>
                  </a:lnTo>
                  <a:lnTo>
                    <a:pt x="1098804" y="1328928"/>
                  </a:lnTo>
                  <a:close/>
                </a:path>
                <a:path w="2184400" h="4994275">
                  <a:moveTo>
                    <a:pt x="1098804" y="1245108"/>
                  </a:moveTo>
                  <a:lnTo>
                    <a:pt x="1095756" y="1242060"/>
                  </a:lnTo>
                  <a:lnTo>
                    <a:pt x="1088136" y="1242060"/>
                  </a:lnTo>
                  <a:lnTo>
                    <a:pt x="1085088" y="1245108"/>
                  </a:lnTo>
                  <a:lnTo>
                    <a:pt x="1085088" y="1293876"/>
                  </a:lnTo>
                  <a:lnTo>
                    <a:pt x="1088136" y="1298448"/>
                  </a:lnTo>
                  <a:lnTo>
                    <a:pt x="1095756" y="1298448"/>
                  </a:lnTo>
                  <a:lnTo>
                    <a:pt x="1098804" y="1293876"/>
                  </a:lnTo>
                  <a:lnTo>
                    <a:pt x="1098804" y="1245108"/>
                  </a:lnTo>
                  <a:close/>
                </a:path>
                <a:path w="2184400" h="4994275">
                  <a:moveTo>
                    <a:pt x="1098804" y="1162812"/>
                  </a:moveTo>
                  <a:lnTo>
                    <a:pt x="1095756" y="1159764"/>
                  </a:lnTo>
                  <a:lnTo>
                    <a:pt x="1088136" y="1159764"/>
                  </a:lnTo>
                  <a:lnTo>
                    <a:pt x="1085088" y="1162812"/>
                  </a:lnTo>
                  <a:lnTo>
                    <a:pt x="1085088" y="1211580"/>
                  </a:lnTo>
                  <a:lnTo>
                    <a:pt x="1088136" y="1214628"/>
                  </a:lnTo>
                  <a:lnTo>
                    <a:pt x="1095756" y="1214628"/>
                  </a:lnTo>
                  <a:lnTo>
                    <a:pt x="1098804" y="1211580"/>
                  </a:lnTo>
                  <a:lnTo>
                    <a:pt x="1098804" y="1162812"/>
                  </a:lnTo>
                  <a:close/>
                </a:path>
                <a:path w="2184400" h="4994275">
                  <a:moveTo>
                    <a:pt x="1098804" y="1080516"/>
                  </a:moveTo>
                  <a:lnTo>
                    <a:pt x="1095756" y="1077468"/>
                  </a:lnTo>
                  <a:lnTo>
                    <a:pt x="1088136" y="1077468"/>
                  </a:lnTo>
                  <a:lnTo>
                    <a:pt x="1085088" y="1080516"/>
                  </a:lnTo>
                  <a:lnTo>
                    <a:pt x="1085088" y="1129284"/>
                  </a:lnTo>
                  <a:lnTo>
                    <a:pt x="1088136" y="1132332"/>
                  </a:lnTo>
                  <a:lnTo>
                    <a:pt x="1095756" y="1132332"/>
                  </a:lnTo>
                  <a:lnTo>
                    <a:pt x="1098804" y="1129284"/>
                  </a:lnTo>
                  <a:lnTo>
                    <a:pt x="1098804" y="1080516"/>
                  </a:lnTo>
                  <a:close/>
                </a:path>
                <a:path w="2184400" h="4994275">
                  <a:moveTo>
                    <a:pt x="1098804" y="996696"/>
                  </a:moveTo>
                  <a:lnTo>
                    <a:pt x="1095756" y="993648"/>
                  </a:lnTo>
                  <a:lnTo>
                    <a:pt x="1088136" y="993648"/>
                  </a:lnTo>
                  <a:lnTo>
                    <a:pt x="1085088" y="996696"/>
                  </a:lnTo>
                  <a:lnTo>
                    <a:pt x="1085088" y="1045464"/>
                  </a:lnTo>
                  <a:lnTo>
                    <a:pt x="1088136" y="1050036"/>
                  </a:lnTo>
                  <a:lnTo>
                    <a:pt x="1095756" y="1050036"/>
                  </a:lnTo>
                  <a:lnTo>
                    <a:pt x="1098804" y="1045464"/>
                  </a:lnTo>
                  <a:lnTo>
                    <a:pt x="1098804" y="996696"/>
                  </a:lnTo>
                  <a:close/>
                </a:path>
                <a:path w="2184400" h="4994275">
                  <a:moveTo>
                    <a:pt x="1098804" y="914400"/>
                  </a:moveTo>
                  <a:lnTo>
                    <a:pt x="1095756" y="911352"/>
                  </a:lnTo>
                  <a:lnTo>
                    <a:pt x="1088136" y="911352"/>
                  </a:lnTo>
                  <a:lnTo>
                    <a:pt x="1085088" y="914400"/>
                  </a:lnTo>
                  <a:lnTo>
                    <a:pt x="1085088" y="963168"/>
                  </a:lnTo>
                  <a:lnTo>
                    <a:pt x="1088136" y="966216"/>
                  </a:lnTo>
                  <a:lnTo>
                    <a:pt x="1095756" y="966216"/>
                  </a:lnTo>
                  <a:lnTo>
                    <a:pt x="1098804" y="963168"/>
                  </a:lnTo>
                  <a:lnTo>
                    <a:pt x="1098804" y="914400"/>
                  </a:lnTo>
                  <a:close/>
                </a:path>
                <a:path w="2184400" h="4994275">
                  <a:moveTo>
                    <a:pt x="1098804" y="832104"/>
                  </a:moveTo>
                  <a:lnTo>
                    <a:pt x="1095756" y="829056"/>
                  </a:lnTo>
                  <a:lnTo>
                    <a:pt x="1088136" y="829056"/>
                  </a:lnTo>
                  <a:lnTo>
                    <a:pt x="1085088" y="832104"/>
                  </a:lnTo>
                  <a:lnTo>
                    <a:pt x="1085088" y="880872"/>
                  </a:lnTo>
                  <a:lnTo>
                    <a:pt x="1088136" y="883920"/>
                  </a:lnTo>
                  <a:lnTo>
                    <a:pt x="1095756" y="883920"/>
                  </a:lnTo>
                  <a:lnTo>
                    <a:pt x="1098804" y="880872"/>
                  </a:lnTo>
                  <a:lnTo>
                    <a:pt x="1098804" y="832104"/>
                  </a:lnTo>
                  <a:close/>
                </a:path>
                <a:path w="2184400" h="4994275">
                  <a:moveTo>
                    <a:pt x="1098804" y="748284"/>
                  </a:moveTo>
                  <a:lnTo>
                    <a:pt x="1095756" y="745236"/>
                  </a:lnTo>
                  <a:lnTo>
                    <a:pt x="1088136" y="745236"/>
                  </a:lnTo>
                  <a:lnTo>
                    <a:pt x="1085088" y="748284"/>
                  </a:lnTo>
                  <a:lnTo>
                    <a:pt x="1085088" y="798576"/>
                  </a:lnTo>
                  <a:lnTo>
                    <a:pt x="1088136" y="801624"/>
                  </a:lnTo>
                  <a:lnTo>
                    <a:pt x="1095756" y="801624"/>
                  </a:lnTo>
                  <a:lnTo>
                    <a:pt x="1098804" y="798576"/>
                  </a:lnTo>
                  <a:lnTo>
                    <a:pt x="1098804" y="748284"/>
                  </a:lnTo>
                  <a:close/>
                </a:path>
                <a:path w="2184400" h="4994275">
                  <a:moveTo>
                    <a:pt x="1098804" y="665988"/>
                  </a:moveTo>
                  <a:lnTo>
                    <a:pt x="1095756" y="662940"/>
                  </a:lnTo>
                  <a:lnTo>
                    <a:pt x="1088136" y="662940"/>
                  </a:lnTo>
                  <a:lnTo>
                    <a:pt x="1085088" y="665988"/>
                  </a:lnTo>
                  <a:lnTo>
                    <a:pt x="1085088" y="714756"/>
                  </a:lnTo>
                  <a:lnTo>
                    <a:pt x="1088136" y="717804"/>
                  </a:lnTo>
                  <a:lnTo>
                    <a:pt x="1095756" y="717804"/>
                  </a:lnTo>
                  <a:lnTo>
                    <a:pt x="1098804" y="714756"/>
                  </a:lnTo>
                  <a:lnTo>
                    <a:pt x="1098804" y="665988"/>
                  </a:lnTo>
                  <a:close/>
                </a:path>
                <a:path w="2184400" h="4994275">
                  <a:moveTo>
                    <a:pt x="1098804" y="583692"/>
                  </a:moveTo>
                  <a:lnTo>
                    <a:pt x="1095756" y="580644"/>
                  </a:lnTo>
                  <a:lnTo>
                    <a:pt x="1088136" y="580644"/>
                  </a:lnTo>
                  <a:lnTo>
                    <a:pt x="1085088" y="583692"/>
                  </a:lnTo>
                  <a:lnTo>
                    <a:pt x="1085088" y="632460"/>
                  </a:lnTo>
                  <a:lnTo>
                    <a:pt x="1088136" y="635508"/>
                  </a:lnTo>
                  <a:lnTo>
                    <a:pt x="1095756" y="635508"/>
                  </a:lnTo>
                  <a:lnTo>
                    <a:pt x="1098804" y="632460"/>
                  </a:lnTo>
                  <a:lnTo>
                    <a:pt x="1098804" y="583692"/>
                  </a:lnTo>
                  <a:close/>
                </a:path>
                <a:path w="2184400" h="4994275">
                  <a:moveTo>
                    <a:pt x="1098804" y="499872"/>
                  </a:moveTo>
                  <a:lnTo>
                    <a:pt x="1095756" y="496824"/>
                  </a:lnTo>
                  <a:lnTo>
                    <a:pt x="1088136" y="496824"/>
                  </a:lnTo>
                  <a:lnTo>
                    <a:pt x="1085088" y="499872"/>
                  </a:lnTo>
                  <a:lnTo>
                    <a:pt x="1085088" y="550164"/>
                  </a:lnTo>
                  <a:lnTo>
                    <a:pt x="1088136" y="553212"/>
                  </a:lnTo>
                  <a:lnTo>
                    <a:pt x="1095756" y="553212"/>
                  </a:lnTo>
                  <a:lnTo>
                    <a:pt x="1098804" y="550164"/>
                  </a:lnTo>
                  <a:lnTo>
                    <a:pt x="1098804" y="499872"/>
                  </a:lnTo>
                  <a:close/>
                </a:path>
                <a:path w="2184400" h="4994275">
                  <a:moveTo>
                    <a:pt x="1098804" y="417576"/>
                  </a:moveTo>
                  <a:lnTo>
                    <a:pt x="1095756" y="414528"/>
                  </a:lnTo>
                  <a:lnTo>
                    <a:pt x="1088136" y="414528"/>
                  </a:lnTo>
                  <a:lnTo>
                    <a:pt x="1085088" y="417576"/>
                  </a:lnTo>
                  <a:lnTo>
                    <a:pt x="1085088" y="466344"/>
                  </a:lnTo>
                  <a:lnTo>
                    <a:pt x="1088136" y="469392"/>
                  </a:lnTo>
                  <a:lnTo>
                    <a:pt x="1095756" y="469392"/>
                  </a:lnTo>
                  <a:lnTo>
                    <a:pt x="1098804" y="466344"/>
                  </a:lnTo>
                  <a:lnTo>
                    <a:pt x="1098804" y="417576"/>
                  </a:lnTo>
                  <a:close/>
                </a:path>
                <a:path w="2184400" h="4994275">
                  <a:moveTo>
                    <a:pt x="1098804" y="335280"/>
                  </a:moveTo>
                  <a:lnTo>
                    <a:pt x="1095756" y="332232"/>
                  </a:lnTo>
                  <a:lnTo>
                    <a:pt x="1088136" y="332232"/>
                  </a:lnTo>
                  <a:lnTo>
                    <a:pt x="1085088" y="335280"/>
                  </a:lnTo>
                  <a:lnTo>
                    <a:pt x="1085088" y="384048"/>
                  </a:lnTo>
                  <a:lnTo>
                    <a:pt x="1088136" y="387096"/>
                  </a:lnTo>
                  <a:lnTo>
                    <a:pt x="1095756" y="387096"/>
                  </a:lnTo>
                  <a:lnTo>
                    <a:pt x="1098804" y="384048"/>
                  </a:lnTo>
                  <a:lnTo>
                    <a:pt x="1098804" y="335280"/>
                  </a:lnTo>
                  <a:close/>
                </a:path>
                <a:path w="2184400" h="4994275">
                  <a:moveTo>
                    <a:pt x="1098804" y="251460"/>
                  </a:moveTo>
                  <a:lnTo>
                    <a:pt x="1095756" y="248412"/>
                  </a:lnTo>
                  <a:lnTo>
                    <a:pt x="1088136" y="248412"/>
                  </a:lnTo>
                  <a:lnTo>
                    <a:pt x="1085088" y="251460"/>
                  </a:lnTo>
                  <a:lnTo>
                    <a:pt x="1085088" y="301752"/>
                  </a:lnTo>
                  <a:lnTo>
                    <a:pt x="1088136" y="304800"/>
                  </a:lnTo>
                  <a:lnTo>
                    <a:pt x="1095756" y="304800"/>
                  </a:lnTo>
                  <a:lnTo>
                    <a:pt x="1098804" y="301752"/>
                  </a:lnTo>
                  <a:lnTo>
                    <a:pt x="1098804" y="251460"/>
                  </a:lnTo>
                  <a:close/>
                </a:path>
                <a:path w="2184400" h="4994275">
                  <a:moveTo>
                    <a:pt x="1098804" y="169164"/>
                  </a:moveTo>
                  <a:lnTo>
                    <a:pt x="1095756" y="166116"/>
                  </a:lnTo>
                  <a:lnTo>
                    <a:pt x="1088136" y="166116"/>
                  </a:lnTo>
                  <a:lnTo>
                    <a:pt x="1085088" y="169164"/>
                  </a:lnTo>
                  <a:lnTo>
                    <a:pt x="1085088" y="217932"/>
                  </a:lnTo>
                  <a:lnTo>
                    <a:pt x="1088136" y="220980"/>
                  </a:lnTo>
                  <a:lnTo>
                    <a:pt x="1095756" y="220980"/>
                  </a:lnTo>
                  <a:lnTo>
                    <a:pt x="1098804" y="217932"/>
                  </a:lnTo>
                  <a:lnTo>
                    <a:pt x="1098804" y="169164"/>
                  </a:lnTo>
                  <a:close/>
                </a:path>
                <a:path w="2184400" h="4994275">
                  <a:moveTo>
                    <a:pt x="1098804" y="86868"/>
                  </a:moveTo>
                  <a:lnTo>
                    <a:pt x="1095756" y="83820"/>
                  </a:lnTo>
                  <a:lnTo>
                    <a:pt x="1088136" y="83820"/>
                  </a:lnTo>
                  <a:lnTo>
                    <a:pt x="1085088" y="86868"/>
                  </a:lnTo>
                  <a:lnTo>
                    <a:pt x="1085088" y="135636"/>
                  </a:lnTo>
                  <a:lnTo>
                    <a:pt x="1088136" y="138684"/>
                  </a:lnTo>
                  <a:lnTo>
                    <a:pt x="1095756" y="138684"/>
                  </a:lnTo>
                  <a:lnTo>
                    <a:pt x="1098804" y="135636"/>
                  </a:lnTo>
                  <a:lnTo>
                    <a:pt x="1098804" y="86868"/>
                  </a:lnTo>
                  <a:close/>
                </a:path>
                <a:path w="2184400" h="4994275">
                  <a:moveTo>
                    <a:pt x="1098804" y="3048"/>
                  </a:moveTo>
                  <a:lnTo>
                    <a:pt x="1095756" y="0"/>
                  </a:lnTo>
                  <a:lnTo>
                    <a:pt x="1088136" y="0"/>
                  </a:lnTo>
                  <a:lnTo>
                    <a:pt x="1085088" y="3048"/>
                  </a:lnTo>
                  <a:lnTo>
                    <a:pt x="1085088" y="53340"/>
                  </a:lnTo>
                  <a:lnTo>
                    <a:pt x="1088136" y="56388"/>
                  </a:lnTo>
                  <a:lnTo>
                    <a:pt x="1095756" y="56388"/>
                  </a:lnTo>
                  <a:lnTo>
                    <a:pt x="1098804" y="53340"/>
                  </a:lnTo>
                  <a:lnTo>
                    <a:pt x="1098804" y="3048"/>
                  </a:lnTo>
                  <a:close/>
                </a:path>
                <a:path w="2184400" h="4994275">
                  <a:moveTo>
                    <a:pt x="1315212" y="4556760"/>
                  </a:moveTo>
                  <a:lnTo>
                    <a:pt x="1312164" y="4553712"/>
                  </a:lnTo>
                  <a:lnTo>
                    <a:pt x="1304544" y="4553712"/>
                  </a:lnTo>
                  <a:lnTo>
                    <a:pt x="1301496" y="4556760"/>
                  </a:lnTo>
                  <a:lnTo>
                    <a:pt x="1301496" y="4591812"/>
                  </a:lnTo>
                  <a:lnTo>
                    <a:pt x="1304544" y="4594860"/>
                  </a:lnTo>
                  <a:lnTo>
                    <a:pt x="1312164" y="4594860"/>
                  </a:lnTo>
                  <a:lnTo>
                    <a:pt x="1315212" y="4591812"/>
                  </a:lnTo>
                  <a:lnTo>
                    <a:pt x="1315212" y="4556760"/>
                  </a:lnTo>
                  <a:close/>
                </a:path>
                <a:path w="2184400" h="4994275">
                  <a:moveTo>
                    <a:pt x="1315212" y="4474464"/>
                  </a:moveTo>
                  <a:lnTo>
                    <a:pt x="1312164" y="4471416"/>
                  </a:lnTo>
                  <a:lnTo>
                    <a:pt x="1304544" y="4471416"/>
                  </a:lnTo>
                  <a:lnTo>
                    <a:pt x="1301496" y="4474464"/>
                  </a:lnTo>
                  <a:lnTo>
                    <a:pt x="1301496" y="4523232"/>
                  </a:lnTo>
                  <a:lnTo>
                    <a:pt x="1304544" y="4526280"/>
                  </a:lnTo>
                  <a:lnTo>
                    <a:pt x="1312164" y="4526280"/>
                  </a:lnTo>
                  <a:lnTo>
                    <a:pt x="1315212" y="4523232"/>
                  </a:lnTo>
                  <a:lnTo>
                    <a:pt x="1315212" y="4474464"/>
                  </a:lnTo>
                  <a:close/>
                </a:path>
                <a:path w="2184400" h="4994275">
                  <a:moveTo>
                    <a:pt x="1315212" y="4392168"/>
                  </a:moveTo>
                  <a:lnTo>
                    <a:pt x="1312164" y="4389120"/>
                  </a:lnTo>
                  <a:lnTo>
                    <a:pt x="1304544" y="4389120"/>
                  </a:lnTo>
                  <a:lnTo>
                    <a:pt x="1301496" y="4392168"/>
                  </a:lnTo>
                  <a:lnTo>
                    <a:pt x="1301496" y="4440936"/>
                  </a:lnTo>
                  <a:lnTo>
                    <a:pt x="1304544" y="4443984"/>
                  </a:lnTo>
                  <a:lnTo>
                    <a:pt x="1312164" y="4443984"/>
                  </a:lnTo>
                  <a:lnTo>
                    <a:pt x="1315212" y="4440936"/>
                  </a:lnTo>
                  <a:lnTo>
                    <a:pt x="1315212" y="4392168"/>
                  </a:lnTo>
                  <a:close/>
                </a:path>
                <a:path w="2184400" h="4994275">
                  <a:moveTo>
                    <a:pt x="1315212" y="4308348"/>
                  </a:moveTo>
                  <a:lnTo>
                    <a:pt x="1312164" y="4305300"/>
                  </a:lnTo>
                  <a:lnTo>
                    <a:pt x="1304544" y="4305300"/>
                  </a:lnTo>
                  <a:lnTo>
                    <a:pt x="1301496" y="4308348"/>
                  </a:lnTo>
                  <a:lnTo>
                    <a:pt x="1301496" y="4358640"/>
                  </a:lnTo>
                  <a:lnTo>
                    <a:pt x="1304544" y="4361688"/>
                  </a:lnTo>
                  <a:lnTo>
                    <a:pt x="1312164" y="4361688"/>
                  </a:lnTo>
                  <a:lnTo>
                    <a:pt x="1315212" y="4358640"/>
                  </a:lnTo>
                  <a:lnTo>
                    <a:pt x="1315212" y="4308348"/>
                  </a:lnTo>
                  <a:close/>
                </a:path>
                <a:path w="2184400" h="4994275">
                  <a:moveTo>
                    <a:pt x="1315212" y="4226052"/>
                  </a:moveTo>
                  <a:lnTo>
                    <a:pt x="1312164" y="4223004"/>
                  </a:lnTo>
                  <a:lnTo>
                    <a:pt x="1304544" y="4223004"/>
                  </a:lnTo>
                  <a:lnTo>
                    <a:pt x="1301496" y="4226052"/>
                  </a:lnTo>
                  <a:lnTo>
                    <a:pt x="1301496" y="4274820"/>
                  </a:lnTo>
                  <a:lnTo>
                    <a:pt x="1304544" y="4277868"/>
                  </a:lnTo>
                  <a:lnTo>
                    <a:pt x="1312164" y="4277868"/>
                  </a:lnTo>
                  <a:lnTo>
                    <a:pt x="1315212" y="4274820"/>
                  </a:lnTo>
                  <a:lnTo>
                    <a:pt x="1315212" y="4226052"/>
                  </a:lnTo>
                  <a:close/>
                </a:path>
                <a:path w="2184400" h="4994275">
                  <a:moveTo>
                    <a:pt x="1315212" y="4143756"/>
                  </a:moveTo>
                  <a:lnTo>
                    <a:pt x="1312164" y="4140708"/>
                  </a:lnTo>
                  <a:lnTo>
                    <a:pt x="1304544" y="4140708"/>
                  </a:lnTo>
                  <a:lnTo>
                    <a:pt x="1301496" y="4143756"/>
                  </a:lnTo>
                  <a:lnTo>
                    <a:pt x="1301496" y="4192524"/>
                  </a:lnTo>
                  <a:lnTo>
                    <a:pt x="1304544" y="4195572"/>
                  </a:lnTo>
                  <a:lnTo>
                    <a:pt x="1312164" y="4195572"/>
                  </a:lnTo>
                  <a:lnTo>
                    <a:pt x="1315212" y="4192524"/>
                  </a:lnTo>
                  <a:lnTo>
                    <a:pt x="1315212" y="4143756"/>
                  </a:lnTo>
                  <a:close/>
                </a:path>
                <a:path w="2184400" h="4994275">
                  <a:moveTo>
                    <a:pt x="1315212" y="4059936"/>
                  </a:moveTo>
                  <a:lnTo>
                    <a:pt x="1312164" y="4056888"/>
                  </a:lnTo>
                  <a:lnTo>
                    <a:pt x="1304544" y="4056888"/>
                  </a:lnTo>
                  <a:lnTo>
                    <a:pt x="1301496" y="4059936"/>
                  </a:lnTo>
                  <a:lnTo>
                    <a:pt x="1301496" y="4110228"/>
                  </a:lnTo>
                  <a:lnTo>
                    <a:pt x="1304544" y="4113276"/>
                  </a:lnTo>
                  <a:lnTo>
                    <a:pt x="1312164" y="4113276"/>
                  </a:lnTo>
                  <a:lnTo>
                    <a:pt x="1315212" y="4110228"/>
                  </a:lnTo>
                  <a:lnTo>
                    <a:pt x="1315212" y="4059936"/>
                  </a:lnTo>
                  <a:close/>
                </a:path>
                <a:path w="2184400" h="4994275">
                  <a:moveTo>
                    <a:pt x="1315212" y="3977640"/>
                  </a:moveTo>
                  <a:lnTo>
                    <a:pt x="1312164" y="3974592"/>
                  </a:lnTo>
                  <a:lnTo>
                    <a:pt x="1304544" y="3974592"/>
                  </a:lnTo>
                  <a:lnTo>
                    <a:pt x="1301496" y="3977640"/>
                  </a:lnTo>
                  <a:lnTo>
                    <a:pt x="1301496" y="4026408"/>
                  </a:lnTo>
                  <a:lnTo>
                    <a:pt x="1304544" y="4029456"/>
                  </a:lnTo>
                  <a:lnTo>
                    <a:pt x="1312164" y="4029456"/>
                  </a:lnTo>
                  <a:lnTo>
                    <a:pt x="1315212" y="4026408"/>
                  </a:lnTo>
                  <a:lnTo>
                    <a:pt x="1315212" y="3977640"/>
                  </a:lnTo>
                  <a:close/>
                </a:path>
                <a:path w="2184400" h="4994275">
                  <a:moveTo>
                    <a:pt x="1315212" y="3895344"/>
                  </a:moveTo>
                  <a:lnTo>
                    <a:pt x="1312164" y="3892296"/>
                  </a:lnTo>
                  <a:lnTo>
                    <a:pt x="1304544" y="3892296"/>
                  </a:lnTo>
                  <a:lnTo>
                    <a:pt x="1301496" y="3895344"/>
                  </a:lnTo>
                  <a:lnTo>
                    <a:pt x="1301496" y="3944112"/>
                  </a:lnTo>
                  <a:lnTo>
                    <a:pt x="1304544" y="3947160"/>
                  </a:lnTo>
                  <a:lnTo>
                    <a:pt x="1312164" y="3947160"/>
                  </a:lnTo>
                  <a:lnTo>
                    <a:pt x="1315212" y="3944112"/>
                  </a:lnTo>
                  <a:lnTo>
                    <a:pt x="1315212" y="3895344"/>
                  </a:lnTo>
                  <a:close/>
                </a:path>
                <a:path w="2184400" h="4994275">
                  <a:moveTo>
                    <a:pt x="1315212" y="3811524"/>
                  </a:moveTo>
                  <a:lnTo>
                    <a:pt x="1312164" y="3808476"/>
                  </a:lnTo>
                  <a:lnTo>
                    <a:pt x="1304544" y="3808476"/>
                  </a:lnTo>
                  <a:lnTo>
                    <a:pt x="1301496" y="3811524"/>
                  </a:lnTo>
                  <a:lnTo>
                    <a:pt x="1301496" y="3861816"/>
                  </a:lnTo>
                  <a:lnTo>
                    <a:pt x="1304544" y="3864864"/>
                  </a:lnTo>
                  <a:lnTo>
                    <a:pt x="1312164" y="3864864"/>
                  </a:lnTo>
                  <a:lnTo>
                    <a:pt x="1315212" y="3861816"/>
                  </a:lnTo>
                  <a:lnTo>
                    <a:pt x="1315212" y="3811524"/>
                  </a:lnTo>
                  <a:close/>
                </a:path>
                <a:path w="2184400" h="4994275">
                  <a:moveTo>
                    <a:pt x="1315212" y="3729228"/>
                  </a:moveTo>
                  <a:lnTo>
                    <a:pt x="1312164" y="3726180"/>
                  </a:lnTo>
                  <a:lnTo>
                    <a:pt x="1304544" y="3726180"/>
                  </a:lnTo>
                  <a:lnTo>
                    <a:pt x="1301496" y="3729228"/>
                  </a:lnTo>
                  <a:lnTo>
                    <a:pt x="1301496" y="3777996"/>
                  </a:lnTo>
                  <a:lnTo>
                    <a:pt x="1304544" y="3781044"/>
                  </a:lnTo>
                  <a:lnTo>
                    <a:pt x="1312164" y="3781044"/>
                  </a:lnTo>
                  <a:lnTo>
                    <a:pt x="1315212" y="3777996"/>
                  </a:lnTo>
                  <a:lnTo>
                    <a:pt x="1315212" y="3729228"/>
                  </a:lnTo>
                  <a:close/>
                </a:path>
                <a:path w="2184400" h="4994275">
                  <a:moveTo>
                    <a:pt x="1315212" y="3646932"/>
                  </a:moveTo>
                  <a:lnTo>
                    <a:pt x="1312164" y="3643884"/>
                  </a:lnTo>
                  <a:lnTo>
                    <a:pt x="1304544" y="3643884"/>
                  </a:lnTo>
                  <a:lnTo>
                    <a:pt x="1301496" y="3646932"/>
                  </a:lnTo>
                  <a:lnTo>
                    <a:pt x="1301496" y="3695700"/>
                  </a:lnTo>
                  <a:lnTo>
                    <a:pt x="1304544" y="3698748"/>
                  </a:lnTo>
                  <a:lnTo>
                    <a:pt x="1312164" y="3698748"/>
                  </a:lnTo>
                  <a:lnTo>
                    <a:pt x="1315212" y="3695700"/>
                  </a:lnTo>
                  <a:lnTo>
                    <a:pt x="1315212" y="3646932"/>
                  </a:lnTo>
                  <a:close/>
                </a:path>
                <a:path w="2184400" h="4994275">
                  <a:moveTo>
                    <a:pt x="1315212" y="3563112"/>
                  </a:moveTo>
                  <a:lnTo>
                    <a:pt x="1312164" y="3560064"/>
                  </a:lnTo>
                  <a:lnTo>
                    <a:pt x="1304544" y="3560064"/>
                  </a:lnTo>
                  <a:lnTo>
                    <a:pt x="1301496" y="3563112"/>
                  </a:lnTo>
                  <a:lnTo>
                    <a:pt x="1301496" y="3613404"/>
                  </a:lnTo>
                  <a:lnTo>
                    <a:pt x="1304544" y="3616452"/>
                  </a:lnTo>
                  <a:lnTo>
                    <a:pt x="1312164" y="3616452"/>
                  </a:lnTo>
                  <a:lnTo>
                    <a:pt x="1315212" y="3613404"/>
                  </a:lnTo>
                  <a:lnTo>
                    <a:pt x="1315212" y="3563112"/>
                  </a:lnTo>
                  <a:close/>
                </a:path>
                <a:path w="2184400" h="4994275">
                  <a:moveTo>
                    <a:pt x="1315212" y="3480816"/>
                  </a:moveTo>
                  <a:lnTo>
                    <a:pt x="1312164" y="3477768"/>
                  </a:lnTo>
                  <a:lnTo>
                    <a:pt x="1304544" y="3477768"/>
                  </a:lnTo>
                  <a:lnTo>
                    <a:pt x="1301496" y="3480816"/>
                  </a:lnTo>
                  <a:lnTo>
                    <a:pt x="1301496" y="3529584"/>
                  </a:lnTo>
                  <a:lnTo>
                    <a:pt x="1304544" y="3532632"/>
                  </a:lnTo>
                  <a:lnTo>
                    <a:pt x="1312164" y="3532632"/>
                  </a:lnTo>
                  <a:lnTo>
                    <a:pt x="1315212" y="3529584"/>
                  </a:lnTo>
                  <a:lnTo>
                    <a:pt x="1315212" y="3480816"/>
                  </a:lnTo>
                  <a:close/>
                </a:path>
                <a:path w="2184400" h="4994275">
                  <a:moveTo>
                    <a:pt x="1315212" y="3398520"/>
                  </a:moveTo>
                  <a:lnTo>
                    <a:pt x="1312164" y="3395472"/>
                  </a:lnTo>
                  <a:lnTo>
                    <a:pt x="1304544" y="3395472"/>
                  </a:lnTo>
                  <a:lnTo>
                    <a:pt x="1301496" y="3398520"/>
                  </a:lnTo>
                  <a:lnTo>
                    <a:pt x="1301496" y="3447288"/>
                  </a:lnTo>
                  <a:lnTo>
                    <a:pt x="1304544" y="3450336"/>
                  </a:lnTo>
                  <a:lnTo>
                    <a:pt x="1312164" y="3450336"/>
                  </a:lnTo>
                  <a:lnTo>
                    <a:pt x="1315212" y="3447288"/>
                  </a:lnTo>
                  <a:lnTo>
                    <a:pt x="1315212" y="3398520"/>
                  </a:lnTo>
                  <a:close/>
                </a:path>
                <a:path w="2184400" h="4994275">
                  <a:moveTo>
                    <a:pt x="1315212" y="3316224"/>
                  </a:moveTo>
                  <a:lnTo>
                    <a:pt x="1312164" y="3311652"/>
                  </a:lnTo>
                  <a:lnTo>
                    <a:pt x="1304544" y="3311652"/>
                  </a:lnTo>
                  <a:lnTo>
                    <a:pt x="1301496" y="3316224"/>
                  </a:lnTo>
                  <a:lnTo>
                    <a:pt x="1301496" y="3364992"/>
                  </a:lnTo>
                  <a:lnTo>
                    <a:pt x="1304544" y="3368040"/>
                  </a:lnTo>
                  <a:lnTo>
                    <a:pt x="1312164" y="3368040"/>
                  </a:lnTo>
                  <a:lnTo>
                    <a:pt x="1315212" y="3364992"/>
                  </a:lnTo>
                  <a:lnTo>
                    <a:pt x="1315212" y="3316224"/>
                  </a:lnTo>
                  <a:close/>
                </a:path>
                <a:path w="2184400" h="4994275">
                  <a:moveTo>
                    <a:pt x="1315212" y="3232404"/>
                  </a:moveTo>
                  <a:lnTo>
                    <a:pt x="1312164" y="3229356"/>
                  </a:lnTo>
                  <a:lnTo>
                    <a:pt x="1304544" y="3229356"/>
                  </a:lnTo>
                  <a:lnTo>
                    <a:pt x="1301496" y="3232404"/>
                  </a:lnTo>
                  <a:lnTo>
                    <a:pt x="1301496" y="3281172"/>
                  </a:lnTo>
                  <a:lnTo>
                    <a:pt x="1304544" y="3284220"/>
                  </a:lnTo>
                  <a:lnTo>
                    <a:pt x="1312164" y="3284220"/>
                  </a:lnTo>
                  <a:lnTo>
                    <a:pt x="1315212" y="3281172"/>
                  </a:lnTo>
                  <a:lnTo>
                    <a:pt x="1315212" y="3232404"/>
                  </a:lnTo>
                  <a:close/>
                </a:path>
                <a:path w="2184400" h="4994275">
                  <a:moveTo>
                    <a:pt x="1315212" y="3150108"/>
                  </a:moveTo>
                  <a:lnTo>
                    <a:pt x="1312164" y="3147060"/>
                  </a:lnTo>
                  <a:lnTo>
                    <a:pt x="1304544" y="3147060"/>
                  </a:lnTo>
                  <a:lnTo>
                    <a:pt x="1301496" y="3150108"/>
                  </a:lnTo>
                  <a:lnTo>
                    <a:pt x="1301496" y="3198876"/>
                  </a:lnTo>
                  <a:lnTo>
                    <a:pt x="1304544" y="3201924"/>
                  </a:lnTo>
                  <a:lnTo>
                    <a:pt x="1312164" y="3201924"/>
                  </a:lnTo>
                  <a:lnTo>
                    <a:pt x="1315212" y="3198876"/>
                  </a:lnTo>
                  <a:lnTo>
                    <a:pt x="1315212" y="3150108"/>
                  </a:lnTo>
                  <a:close/>
                </a:path>
                <a:path w="2184400" h="4994275">
                  <a:moveTo>
                    <a:pt x="1315212" y="3067812"/>
                  </a:moveTo>
                  <a:lnTo>
                    <a:pt x="1312164" y="3063240"/>
                  </a:lnTo>
                  <a:lnTo>
                    <a:pt x="1304544" y="3063240"/>
                  </a:lnTo>
                  <a:lnTo>
                    <a:pt x="1301496" y="3067812"/>
                  </a:lnTo>
                  <a:lnTo>
                    <a:pt x="1301496" y="3116580"/>
                  </a:lnTo>
                  <a:lnTo>
                    <a:pt x="1304544" y="3119628"/>
                  </a:lnTo>
                  <a:lnTo>
                    <a:pt x="1312164" y="3119628"/>
                  </a:lnTo>
                  <a:lnTo>
                    <a:pt x="1315212" y="3116580"/>
                  </a:lnTo>
                  <a:lnTo>
                    <a:pt x="1315212" y="3067812"/>
                  </a:lnTo>
                  <a:close/>
                </a:path>
                <a:path w="2184400" h="4994275">
                  <a:moveTo>
                    <a:pt x="1315212" y="2983992"/>
                  </a:moveTo>
                  <a:lnTo>
                    <a:pt x="1312164" y="2980944"/>
                  </a:lnTo>
                  <a:lnTo>
                    <a:pt x="1304544" y="2980944"/>
                  </a:lnTo>
                  <a:lnTo>
                    <a:pt x="1301496" y="2983992"/>
                  </a:lnTo>
                  <a:lnTo>
                    <a:pt x="1301496" y="3032760"/>
                  </a:lnTo>
                  <a:lnTo>
                    <a:pt x="1304544" y="3035808"/>
                  </a:lnTo>
                  <a:lnTo>
                    <a:pt x="1312164" y="3035808"/>
                  </a:lnTo>
                  <a:lnTo>
                    <a:pt x="1315212" y="3032760"/>
                  </a:lnTo>
                  <a:lnTo>
                    <a:pt x="1315212" y="2983992"/>
                  </a:lnTo>
                  <a:close/>
                </a:path>
                <a:path w="2184400" h="4994275">
                  <a:moveTo>
                    <a:pt x="1315212" y="2901696"/>
                  </a:moveTo>
                  <a:lnTo>
                    <a:pt x="1312164" y="2898648"/>
                  </a:lnTo>
                  <a:lnTo>
                    <a:pt x="1304544" y="2898648"/>
                  </a:lnTo>
                  <a:lnTo>
                    <a:pt x="1301496" y="2901696"/>
                  </a:lnTo>
                  <a:lnTo>
                    <a:pt x="1301496" y="2950464"/>
                  </a:lnTo>
                  <a:lnTo>
                    <a:pt x="1304544" y="2953512"/>
                  </a:lnTo>
                  <a:lnTo>
                    <a:pt x="1312164" y="2953512"/>
                  </a:lnTo>
                  <a:lnTo>
                    <a:pt x="1315212" y="2950464"/>
                  </a:lnTo>
                  <a:lnTo>
                    <a:pt x="1315212" y="2901696"/>
                  </a:lnTo>
                  <a:close/>
                </a:path>
                <a:path w="2184400" h="4994275">
                  <a:moveTo>
                    <a:pt x="1315212" y="2819400"/>
                  </a:moveTo>
                  <a:lnTo>
                    <a:pt x="1312164" y="2816364"/>
                  </a:lnTo>
                  <a:lnTo>
                    <a:pt x="1304544" y="2816364"/>
                  </a:lnTo>
                  <a:lnTo>
                    <a:pt x="1301496" y="2819400"/>
                  </a:lnTo>
                  <a:lnTo>
                    <a:pt x="1301496" y="2868168"/>
                  </a:lnTo>
                  <a:lnTo>
                    <a:pt x="1304544" y="2871216"/>
                  </a:lnTo>
                  <a:lnTo>
                    <a:pt x="1312164" y="2871216"/>
                  </a:lnTo>
                  <a:lnTo>
                    <a:pt x="1315212" y="2868168"/>
                  </a:lnTo>
                  <a:lnTo>
                    <a:pt x="1315212" y="2819400"/>
                  </a:lnTo>
                  <a:close/>
                </a:path>
                <a:path w="2184400" h="4994275">
                  <a:moveTo>
                    <a:pt x="1315212" y="2735580"/>
                  </a:moveTo>
                  <a:lnTo>
                    <a:pt x="1312164" y="2732532"/>
                  </a:lnTo>
                  <a:lnTo>
                    <a:pt x="1304544" y="2732532"/>
                  </a:lnTo>
                  <a:lnTo>
                    <a:pt x="1301496" y="2735580"/>
                  </a:lnTo>
                  <a:lnTo>
                    <a:pt x="1301496" y="2784348"/>
                  </a:lnTo>
                  <a:lnTo>
                    <a:pt x="1304544" y="2787396"/>
                  </a:lnTo>
                  <a:lnTo>
                    <a:pt x="1312164" y="2787396"/>
                  </a:lnTo>
                  <a:lnTo>
                    <a:pt x="1315212" y="2784348"/>
                  </a:lnTo>
                  <a:lnTo>
                    <a:pt x="1315212" y="2735580"/>
                  </a:lnTo>
                  <a:close/>
                </a:path>
                <a:path w="2184400" h="4994275">
                  <a:moveTo>
                    <a:pt x="1315212" y="2653284"/>
                  </a:moveTo>
                  <a:lnTo>
                    <a:pt x="1312164" y="2650236"/>
                  </a:lnTo>
                  <a:lnTo>
                    <a:pt x="1304544" y="2650236"/>
                  </a:lnTo>
                  <a:lnTo>
                    <a:pt x="1301496" y="2653284"/>
                  </a:lnTo>
                  <a:lnTo>
                    <a:pt x="1301496" y="2702052"/>
                  </a:lnTo>
                  <a:lnTo>
                    <a:pt x="1304544" y="2705100"/>
                  </a:lnTo>
                  <a:lnTo>
                    <a:pt x="1312164" y="2705100"/>
                  </a:lnTo>
                  <a:lnTo>
                    <a:pt x="1315212" y="2702052"/>
                  </a:lnTo>
                  <a:lnTo>
                    <a:pt x="1315212" y="2653284"/>
                  </a:lnTo>
                  <a:close/>
                </a:path>
                <a:path w="2184400" h="4994275">
                  <a:moveTo>
                    <a:pt x="1315212" y="2570988"/>
                  </a:moveTo>
                  <a:lnTo>
                    <a:pt x="1312164" y="2567940"/>
                  </a:lnTo>
                  <a:lnTo>
                    <a:pt x="1304544" y="2567940"/>
                  </a:lnTo>
                  <a:lnTo>
                    <a:pt x="1301496" y="2570988"/>
                  </a:lnTo>
                  <a:lnTo>
                    <a:pt x="1301496" y="2619756"/>
                  </a:lnTo>
                  <a:lnTo>
                    <a:pt x="1304544" y="2622804"/>
                  </a:lnTo>
                  <a:lnTo>
                    <a:pt x="1312164" y="2622804"/>
                  </a:lnTo>
                  <a:lnTo>
                    <a:pt x="1315212" y="2619756"/>
                  </a:lnTo>
                  <a:lnTo>
                    <a:pt x="1315212" y="2570988"/>
                  </a:lnTo>
                  <a:close/>
                </a:path>
                <a:path w="2184400" h="4994275">
                  <a:moveTo>
                    <a:pt x="1315212" y="2487168"/>
                  </a:moveTo>
                  <a:lnTo>
                    <a:pt x="1312164" y="2484120"/>
                  </a:lnTo>
                  <a:lnTo>
                    <a:pt x="1304544" y="2484120"/>
                  </a:lnTo>
                  <a:lnTo>
                    <a:pt x="1301496" y="2487168"/>
                  </a:lnTo>
                  <a:lnTo>
                    <a:pt x="1301496" y="2535936"/>
                  </a:lnTo>
                  <a:lnTo>
                    <a:pt x="1304544" y="2538984"/>
                  </a:lnTo>
                  <a:lnTo>
                    <a:pt x="1312164" y="2538984"/>
                  </a:lnTo>
                  <a:lnTo>
                    <a:pt x="1315212" y="2535936"/>
                  </a:lnTo>
                  <a:lnTo>
                    <a:pt x="1315212" y="2487168"/>
                  </a:lnTo>
                  <a:close/>
                </a:path>
                <a:path w="2184400" h="4994275">
                  <a:moveTo>
                    <a:pt x="1315212" y="2404872"/>
                  </a:moveTo>
                  <a:lnTo>
                    <a:pt x="1312164" y="2401824"/>
                  </a:lnTo>
                  <a:lnTo>
                    <a:pt x="1304544" y="2401824"/>
                  </a:lnTo>
                  <a:lnTo>
                    <a:pt x="1301496" y="2404872"/>
                  </a:lnTo>
                  <a:lnTo>
                    <a:pt x="1301496" y="2453640"/>
                  </a:lnTo>
                  <a:lnTo>
                    <a:pt x="1304544" y="2456688"/>
                  </a:lnTo>
                  <a:lnTo>
                    <a:pt x="1312164" y="2456688"/>
                  </a:lnTo>
                  <a:lnTo>
                    <a:pt x="1315212" y="2453640"/>
                  </a:lnTo>
                  <a:lnTo>
                    <a:pt x="1315212" y="2404872"/>
                  </a:lnTo>
                  <a:close/>
                </a:path>
                <a:path w="2184400" h="4994275">
                  <a:moveTo>
                    <a:pt x="1315212" y="2322576"/>
                  </a:moveTo>
                  <a:lnTo>
                    <a:pt x="1312164" y="2319528"/>
                  </a:lnTo>
                  <a:lnTo>
                    <a:pt x="1304544" y="2319528"/>
                  </a:lnTo>
                  <a:lnTo>
                    <a:pt x="1301496" y="2322576"/>
                  </a:lnTo>
                  <a:lnTo>
                    <a:pt x="1301496" y="2371344"/>
                  </a:lnTo>
                  <a:lnTo>
                    <a:pt x="1304544" y="2374392"/>
                  </a:lnTo>
                  <a:lnTo>
                    <a:pt x="1312164" y="2374392"/>
                  </a:lnTo>
                  <a:lnTo>
                    <a:pt x="1315212" y="2371344"/>
                  </a:lnTo>
                  <a:lnTo>
                    <a:pt x="1315212" y="2322576"/>
                  </a:lnTo>
                  <a:close/>
                </a:path>
                <a:path w="2184400" h="4994275">
                  <a:moveTo>
                    <a:pt x="1315212" y="2238756"/>
                  </a:moveTo>
                  <a:lnTo>
                    <a:pt x="1312164" y="2235708"/>
                  </a:lnTo>
                  <a:lnTo>
                    <a:pt x="1304544" y="2235708"/>
                  </a:lnTo>
                  <a:lnTo>
                    <a:pt x="1301496" y="2238756"/>
                  </a:lnTo>
                  <a:lnTo>
                    <a:pt x="1301496" y="2287524"/>
                  </a:lnTo>
                  <a:lnTo>
                    <a:pt x="1304544" y="2290572"/>
                  </a:lnTo>
                  <a:lnTo>
                    <a:pt x="1312164" y="2290572"/>
                  </a:lnTo>
                  <a:lnTo>
                    <a:pt x="1315212" y="2287524"/>
                  </a:lnTo>
                  <a:lnTo>
                    <a:pt x="1315212" y="2238756"/>
                  </a:lnTo>
                  <a:close/>
                </a:path>
                <a:path w="2184400" h="4994275">
                  <a:moveTo>
                    <a:pt x="1315212" y="2156460"/>
                  </a:moveTo>
                  <a:lnTo>
                    <a:pt x="1312164" y="2153412"/>
                  </a:lnTo>
                  <a:lnTo>
                    <a:pt x="1304544" y="2153412"/>
                  </a:lnTo>
                  <a:lnTo>
                    <a:pt x="1301496" y="2156460"/>
                  </a:lnTo>
                  <a:lnTo>
                    <a:pt x="1301496" y="2205228"/>
                  </a:lnTo>
                  <a:lnTo>
                    <a:pt x="1304544" y="2208276"/>
                  </a:lnTo>
                  <a:lnTo>
                    <a:pt x="1312164" y="2208276"/>
                  </a:lnTo>
                  <a:lnTo>
                    <a:pt x="1315212" y="2205228"/>
                  </a:lnTo>
                  <a:lnTo>
                    <a:pt x="1315212" y="2156460"/>
                  </a:lnTo>
                  <a:close/>
                </a:path>
                <a:path w="2184400" h="4994275">
                  <a:moveTo>
                    <a:pt x="1315212" y="2074164"/>
                  </a:moveTo>
                  <a:lnTo>
                    <a:pt x="1312164" y="2071116"/>
                  </a:lnTo>
                  <a:lnTo>
                    <a:pt x="1304544" y="2071116"/>
                  </a:lnTo>
                  <a:lnTo>
                    <a:pt x="1301496" y="2074164"/>
                  </a:lnTo>
                  <a:lnTo>
                    <a:pt x="1301496" y="2122932"/>
                  </a:lnTo>
                  <a:lnTo>
                    <a:pt x="1304544" y="2125980"/>
                  </a:lnTo>
                  <a:lnTo>
                    <a:pt x="1312164" y="2125980"/>
                  </a:lnTo>
                  <a:lnTo>
                    <a:pt x="1315212" y="2122932"/>
                  </a:lnTo>
                  <a:lnTo>
                    <a:pt x="1315212" y="2074164"/>
                  </a:lnTo>
                  <a:close/>
                </a:path>
                <a:path w="2184400" h="4994275">
                  <a:moveTo>
                    <a:pt x="1315212" y="1990344"/>
                  </a:moveTo>
                  <a:lnTo>
                    <a:pt x="1312164" y="1987296"/>
                  </a:lnTo>
                  <a:lnTo>
                    <a:pt x="1304544" y="1987296"/>
                  </a:lnTo>
                  <a:lnTo>
                    <a:pt x="1301496" y="1990344"/>
                  </a:lnTo>
                  <a:lnTo>
                    <a:pt x="1301496" y="2039112"/>
                  </a:lnTo>
                  <a:lnTo>
                    <a:pt x="1304544" y="2042160"/>
                  </a:lnTo>
                  <a:lnTo>
                    <a:pt x="1312164" y="2042160"/>
                  </a:lnTo>
                  <a:lnTo>
                    <a:pt x="1315212" y="2039112"/>
                  </a:lnTo>
                  <a:lnTo>
                    <a:pt x="1315212" y="1990344"/>
                  </a:lnTo>
                  <a:close/>
                </a:path>
                <a:path w="2184400" h="4994275">
                  <a:moveTo>
                    <a:pt x="1315212" y="1908048"/>
                  </a:moveTo>
                  <a:lnTo>
                    <a:pt x="1312164" y="1905000"/>
                  </a:lnTo>
                  <a:lnTo>
                    <a:pt x="1304544" y="1905000"/>
                  </a:lnTo>
                  <a:lnTo>
                    <a:pt x="1301496" y="1908048"/>
                  </a:lnTo>
                  <a:lnTo>
                    <a:pt x="1301496" y="1956816"/>
                  </a:lnTo>
                  <a:lnTo>
                    <a:pt x="1304544" y="1959864"/>
                  </a:lnTo>
                  <a:lnTo>
                    <a:pt x="1312164" y="1959864"/>
                  </a:lnTo>
                  <a:lnTo>
                    <a:pt x="1315212" y="1956816"/>
                  </a:lnTo>
                  <a:lnTo>
                    <a:pt x="1315212" y="1908048"/>
                  </a:lnTo>
                  <a:close/>
                </a:path>
                <a:path w="2184400" h="4994275">
                  <a:moveTo>
                    <a:pt x="1315212" y="1825752"/>
                  </a:moveTo>
                  <a:lnTo>
                    <a:pt x="1312164" y="1822704"/>
                  </a:lnTo>
                  <a:lnTo>
                    <a:pt x="1304544" y="1822704"/>
                  </a:lnTo>
                  <a:lnTo>
                    <a:pt x="1301496" y="1825752"/>
                  </a:lnTo>
                  <a:lnTo>
                    <a:pt x="1301496" y="1874520"/>
                  </a:lnTo>
                  <a:lnTo>
                    <a:pt x="1304544" y="1877568"/>
                  </a:lnTo>
                  <a:lnTo>
                    <a:pt x="1312164" y="1877568"/>
                  </a:lnTo>
                  <a:lnTo>
                    <a:pt x="1315212" y="1874520"/>
                  </a:lnTo>
                  <a:lnTo>
                    <a:pt x="1315212" y="1825752"/>
                  </a:lnTo>
                  <a:close/>
                </a:path>
                <a:path w="2184400" h="4994275">
                  <a:moveTo>
                    <a:pt x="1315212" y="1741932"/>
                  </a:moveTo>
                  <a:lnTo>
                    <a:pt x="1312164" y="1738884"/>
                  </a:lnTo>
                  <a:lnTo>
                    <a:pt x="1304544" y="1738884"/>
                  </a:lnTo>
                  <a:lnTo>
                    <a:pt x="1301496" y="1741932"/>
                  </a:lnTo>
                  <a:lnTo>
                    <a:pt x="1301496" y="1790700"/>
                  </a:lnTo>
                  <a:lnTo>
                    <a:pt x="1304544" y="1793748"/>
                  </a:lnTo>
                  <a:lnTo>
                    <a:pt x="1312164" y="1793748"/>
                  </a:lnTo>
                  <a:lnTo>
                    <a:pt x="1315212" y="1790700"/>
                  </a:lnTo>
                  <a:lnTo>
                    <a:pt x="1315212" y="1741932"/>
                  </a:lnTo>
                  <a:close/>
                </a:path>
                <a:path w="2184400" h="4994275">
                  <a:moveTo>
                    <a:pt x="1315212" y="1659636"/>
                  </a:moveTo>
                  <a:lnTo>
                    <a:pt x="1312164" y="1656588"/>
                  </a:lnTo>
                  <a:lnTo>
                    <a:pt x="1304544" y="1656588"/>
                  </a:lnTo>
                  <a:lnTo>
                    <a:pt x="1301496" y="1659636"/>
                  </a:lnTo>
                  <a:lnTo>
                    <a:pt x="1301496" y="1708404"/>
                  </a:lnTo>
                  <a:lnTo>
                    <a:pt x="1304544" y="1711452"/>
                  </a:lnTo>
                  <a:lnTo>
                    <a:pt x="1312164" y="1711452"/>
                  </a:lnTo>
                  <a:lnTo>
                    <a:pt x="1315212" y="1708404"/>
                  </a:lnTo>
                  <a:lnTo>
                    <a:pt x="1315212" y="1659636"/>
                  </a:lnTo>
                  <a:close/>
                </a:path>
                <a:path w="2184400" h="4994275">
                  <a:moveTo>
                    <a:pt x="1315212" y="1577340"/>
                  </a:moveTo>
                  <a:lnTo>
                    <a:pt x="1312164" y="1574292"/>
                  </a:lnTo>
                  <a:lnTo>
                    <a:pt x="1304544" y="1574292"/>
                  </a:lnTo>
                  <a:lnTo>
                    <a:pt x="1301496" y="1577340"/>
                  </a:lnTo>
                  <a:lnTo>
                    <a:pt x="1301496" y="1626108"/>
                  </a:lnTo>
                  <a:lnTo>
                    <a:pt x="1304544" y="1629156"/>
                  </a:lnTo>
                  <a:lnTo>
                    <a:pt x="1312164" y="1629156"/>
                  </a:lnTo>
                  <a:lnTo>
                    <a:pt x="1315212" y="1626108"/>
                  </a:lnTo>
                  <a:lnTo>
                    <a:pt x="1315212" y="1577340"/>
                  </a:lnTo>
                  <a:close/>
                </a:path>
                <a:path w="2184400" h="4994275">
                  <a:moveTo>
                    <a:pt x="1315212" y="1493520"/>
                  </a:moveTo>
                  <a:lnTo>
                    <a:pt x="1312164" y="1490472"/>
                  </a:lnTo>
                  <a:lnTo>
                    <a:pt x="1304544" y="1490472"/>
                  </a:lnTo>
                  <a:lnTo>
                    <a:pt x="1301496" y="1493520"/>
                  </a:lnTo>
                  <a:lnTo>
                    <a:pt x="1301496" y="1542288"/>
                  </a:lnTo>
                  <a:lnTo>
                    <a:pt x="1304544" y="1545336"/>
                  </a:lnTo>
                  <a:lnTo>
                    <a:pt x="1312164" y="1545336"/>
                  </a:lnTo>
                  <a:lnTo>
                    <a:pt x="1315212" y="1542288"/>
                  </a:lnTo>
                  <a:lnTo>
                    <a:pt x="1315212" y="1493520"/>
                  </a:lnTo>
                  <a:close/>
                </a:path>
                <a:path w="2184400" h="4994275">
                  <a:moveTo>
                    <a:pt x="1315212" y="1411224"/>
                  </a:moveTo>
                  <a:lnTo>
                    <a:pt x="1312164" y="1408176"/>
                  </a:lnTo>
                  <a:lnTo>
                    <a:pt x="1304544" y="1408176"/>
                  </a:lnTo>
                  <a:lnTo>
                    <a:pt x="1301496" y="1411224"/>
                  </a:lnTo>
                  <a:lnTo>
                    <a:pt x="1301496" y="1459992"/>
                  </a:lnTo>
                  <a:lnTo>
                    <a:pt x="1304544" y="1463040"/>
                  </a:lnTo>
                  <a:lnTo>
                    <a:pt x="1312164" y="1463040"/>
                  </a:lnTo>
                  <a:lnTo>
                    <a:pt x="1315212" y="1459992"/>
                  </a:lnTo>
                  <a:lnTo>
                    <a:pt x="1315212" y="1411224"/>
                  </a:lnTo>
                  <a:close/>
                </a:path>
                <a:path w="2184400" h="4994275">
                  <a:moveTo>
                    <a:pt x="1315212" y="1328928"/>
                  </a:moveTo>
                  <a:lnTo>
                    <a:pt x="1312164" y="1325880"/>
                  </a:lnTo>
                  <a:lnTo>
                    <a:pt x="1304544" y="1325880"/>
                  </a:lnTo>
                  <a:lnTo>
                    <a:pt x="1301496" y="1328928"/>
                  </a:lnTo>
                  <a:lnTo>
                    <a:pt x="1301496" y="1377696"/>
                  </a:lnTo>
                  <a:lnTo>
                    <a:pt x="1304544" y="1380744"/>
                  </a:lnTo>
                  <a:lnTo>
                    <a:pt x="1312164" y="1380744"/>
                  </a:lnTo>
                  <a:lnTo>
                    <a:pt x="1315212" y="1377696"/>
                  </a:lnTo>
                  <a:lnTo>
                    <a:pt x="1315212" y="1328928"/>
                  </a:lnTo>
                  <a:close/>
                </a:path>
                <a:path w="2184400" h="4994275">
                  <a:moveTo>
                    <a:pt x="1315212" y="1245108"/>
                  </a:moveTo>
                  <a:lnTo>
                    <a:pt x="1312164" y="1242060"/>
                  </a:lnTo>
                  <a:lnTo>
                    <a:pt x="1304544" y="1242060"/>
                  </a:lnTo>
                  <a:lnTo>
                    <a:pt x="1301496" y="1245108"/>
                  </a:lnTo>
                  <a:lnTo>
                    <a:pt x="1301496" y="1293876"/>
                  </a:lnTo>
                  <a:lnTo>
                    <a:pt x="1304544" y="1298448"/>
                  </a:lnTo>
                  <a:lnTo>
                    <a:pt x="1312164" y="1298448"/>
                  </a:lnTo>
                  <a:lnTo>
                    <a:pt x="1315212" y="1293876"/>
                  </a:lnTo>
                  <a:lnTo>
                    <a:pt x="1315212" y="1245108"/>
                  </a:lnTo>
                  <a:close/>
                </a:path>
                <a:path w="2184400" h="4994275">
                  <a:moveTo>
                    <a:pt x="1315212" y="1162812"/>
                  </a:moveTo>
                  <a:lnTo>
                    <a:pt x="1312164" y="1159764"/>
                  </a:lnTo>
                  <a:lnTo>
                    <a:pt x="1304544" y="1159764"/>
                  </a:lnTo>
                  <a:lnTo>
                    <a:pt x="1301496" y="1162812"/>
                  </a:lnTo>
                  <a:lnTo>
                    <a:pt x="1301496" y="1211580"/>
                  </a:lnTo>
                  <a:lnTo>
                    <a:pt x="1304544" y="1214628"/>
                  </a:lnTo>
                  <a:lnTo>
                    <a:pt x="1312164" y="1214628"/>
                  </a:lnTo>
                  <a:lnTo>
                    <a:pt x="1315212" y="1211580"/>
                  </a:lnTo>
                  <a:lnTo>
                    <a:pt x="1315212" y="1162812"/>
                  </a:lnTo>
                  <a:close/>
                </a:path>
                <a:path w="2184400" h="4994275">
                  <a:moveTo>
                    <a:pt x="1315212" y="1080516"/>
                  </a:moveTo>
                  <a:lnTo>
                    <a:pt x="1312164" y="1077468"/>
                  </a:lnTo>
                  <a:lnTo>
                    <a:pt x="1304544" y="1077468"/>
                  </a:lnTo>
                  <a:lnTo>
                    <a:pt x="1301496" y="1080516"/>
                  </a:lnTo>
                  <a:lnTo>
                    <a:pt x="1301496" y="1129284"/>
                  </a:lnTo>
                  <a:lnTo>
                    <a:pt x="1304544" y="1132332"/>
                  </a:lnTo>
                  <a:lnTo>
                    <a:pt x="1312164" y="1132332"/>
                  </a:lnTo>
                  <a:lnTo>
                    <a:pt x="1315212" y="1129284"/>
                  </a:lnTo>
                  <a:lnTo>
                    <a:pt x="1315212" y="1080516"/>
                  </a:lnTo>
                  <a:close/>
                </a:path>
                <a:path w="2184400" h="4994275">
                  <a:moveTo>
                    <a:pt x="1315212" y="996696"/>
                  </a:moveTo>
                  <a:lnTo>
                    <a:pt x="1312164" y="993648"/>
                  </a:lnTo>
                  <a:lnTo>
                    <a:pt x="1304544" y="993648"/>
                  </a:lnTo>
                  <a:lnTo>
                    <a:pt x="1301496" y="996696"/>
                  </a:lnTo>
                  <a:lnTo>
                    <a:pt x="1301496" y="1045464"/>
                  </a:lnTo>
                  <a:lnTo>
                    <a:pt x="1304544" y="1050036"/>
                  </a:lnTo>
                  <a:lnTo>
                    <a:pt x="1312164" y="1050036"/>
                  </a:lnTo>
                  <a:lnTo>
                    <a:pt x="1315212" y="1045464"/>
                  </a:lnTo>
                  <a:lnTo>
                    <a:pt x="1315212" y="996696"/>
                  </a:lnTo>
                  <a:close/>
                </a:path>
                <a:path w="2184400" h="4994275">
                  <a:moveTo>
                    <a:pt x="1315212" y="914400"/>
                  </a:moveTo>
                  <a:lnTo>
                    <a:pt x="1312164" y="911352"/>
                  </a:lnTo>
                  <a:lnTo>
                    <a:pt x="1304544" y="911352"/>
                  </a:lnTo>
                  <a:lnTo>
                    <a:pt x="1301496" y="914400"/>
                  </a:lnTo>
                  <a:lnTo>
                    <a:pt x="1301496" y="963168"/>
                  </a:lnTo>
                  <a:lnTo>
                    <a:pt x="1304544" y="966216"/>
                  </a:lnTo>
                  <a:lnTo>
                    <a:pt x="1312164" y="966216"/>
                  </a:lnTo>
                  <a:lnTo>
                    <a:pt x="1315212" y="963168"/>
                  </a:lnTo>
                  <a:lnTo>
                    <a:pt x="1315212" y="914400"/>
                  </a:lnTo>
                  <a:close/>
                </a:path>
                <a:path w="2184400" h="4994275">
                  <a:moveTo>
                    <a:pt x="1315212" y="832104"/>
                  </a:moveTo>
                  <a:lnTo>
                    <a:pt x="1312164" y="829056"/>
                  </a:lnTo>
                  <a:lnTo>
                    <a:pt x="1304544" y="829056"/>
                  </a:lnTo>
                  <a:lnTo>
                    <a:pt x="1301496" y="832104"/>
                  </a:lnTo>
                  <a:lnTo>
                    <a:pt x="1301496" y="880872"/>
                  </a:lnTo>
                  <a:lnTo>
                    <a:pt x="1304544" y="883920"/>
                  </a:lnTo>
                  <a:lnTo>
                    <a:pt x="1312164" y="883920"/>
                  </a:lnTo>
                  <a:lnTo>
                    <a:pt x="1315212" y="880872"/>
                  </a:lnTo>
                  <a:lnTo>
                    <a:pt x="1315212" y="832104"/>
                  </a:lnTo>
                  <a:close/>
                </a:path>
                <a:path w="2184400" h="4994275">
                  <a:moveTo>
                    <a:pt x="1315212" y="748284"/>
                  </a:moveTo>
                  <a:lnTo>
                    <a:pt x="1312164" y="745236"/>
                  </a:lnTo>
                  <a:lnTo>
                    <a:pt x="1304544" y="745236"/>
                  </a:lnTo>
                  <a:lnTo>
                    <a:pt x="1301496" y="748284"/>
                  </a:lnTo>
                  <a:lnTo>
                    <a:pt x="1301496" y="798576"/>
                  </a:lnTo>
                  <a:lnTo>
                    <a:pt x="1304544" y="801624"/>
                  </a:lnTo>
                  <a:lnTo>
                    <a:pt x="1312164" y="801624"/>
                  </a:lnTo>
                  <a:lnTo>
                    <a:pt x="1315212" y="798576"/>
                  </a:lnTo>
                  <a:lnTo>
                    <a:pt x="1315212" y="748284"/>
                  </a:lnTo>
                  <a:close/>
                </a:path>
                <a:path w="2184400" h="4994275">
                  <a:moveTo>
                    <a:pt x="1315212" y="665988"/>
                  </a:moveTo>
                  <a:lnTo>
                    <a:pt x="1312164" y="662940"/>
                  </a:lnTo>
                  <a:lnTo>
                    <a:pt x="1304544" y="662940"/>
                  </a:lnTo>
                  <a:lnTo>
                    <a:pt x="1301496" y="665988"/>
                  </a:lnTo>
                  <a:lnTo>
                    <a:pt x="1301496" y="714756"/>
                  </a:lnTo>
                  <a:lnTo>
                    <a:pt x="1304544" y="717804"/>
                  </a:lnTo>
                  <a:lnTo>
                    <a:pt x="1312164" y="717804"/>
                  </a:lnTo>
                  <a:lnTo>
                    <a:pt x="1315212" y="714756"/>
                  </a:lnTo>
                  <a:lnTo>
                    <a:pt x="1315212" y="665988"/>
                  </a:lnTo>
                  <a:close/>
                </a:path>
                <a:path w="2184400" h="4994275">
                  <a:moveTo>
                    <a:pt x="1315212" y="583692"/>
                  </a:moveTo>
                  <a:lnTo>
                    <a:pt x="1312164" y="580644"/>
                  </a:lnTo>
                  <a:lnTo>
                    <a:pt x="1304544" y="580644"/>
                  </a:lnTo>
                  <a:lnTo>
                    <a:pt x="1301496" y="583692"/>
                  </a:lnTo>
                  <a:lnTo>
                    <a:pt x="1301496" y="632460"/>
                  </a:lnTo>
                  <a:lnTo>
                    <a:pt x="1304544" y="635508"/>
                  </a:lnTo>
                  <a:lnTo>
                    <a:pt x="1312164" y="635508"/>
                  </a:lnTo>
                  <a:lnTo>
                    <a:pt x="1315212" y="632460"/>
                  </a:lnTo>
                  <a:lnTo>
                    <a:pt x="1315212" y="583692"/>
                  </a:lnTo>
                  <a:close/>
                </a:path>
                <a:path w="2184400" h="4994275">
                  <a:moveTo>
                    <a:pt x="1315212" y="499872"/>
                  </a:moveTo>
                  <a:lnTo>
                    <a:pt x="1312164" y="496824"/>
                  </a:lnTo>
                  <a:lnTo>
                    <a:pt x="1304544" y="496824"/>
                  </a:lnTo>
                  <a:lnTo>
                    <a:pt x="1301496" y="499872"/>
                  </a:lnTo>
                  <a:lnTo>
                    <a:pt x="1301496" y="550164"/>
                  </a:lnTo>
                  <a:lnTo>
                    <a:pt x="1304544" y="553212"/>
                  </a:lnTo>
                  <a:lnTo>
                    <a:pt x="1312164" y="553212"/>
                  </a:lnTo>
                  <a:lnTo>
                    <a:pt x="1315212" y="550164"/>
                  </a:lnTo>
                  <a:lnTo>
                    <a:pt x="1315212" y="499872"/>
                  </a:lnTo>
                  <a:close/>
                </a:path>
                <a:path w="2184400" h="4994275">
                  <a:moveTo>
                    <a:pt x="1315212" y="417576"/>
                  </a:moveTo>
                  <a:lnTo>
                    <a:pt x="1312164" y="414528"/>
                  </a:lnTo>
                  <a:lnTo>
                    <a:pt x="1304544" y="414528"/>
                  </a:lnTo>
                  <a:lnTo>
                    <a:pt x="1301496" y="417576"/>
                  </a:lnTo>
                  <a:lnTo>
                    <a:pt x="1301496" y="466344"/>
                  </a:lnTo>
                  <a:lnTo>
                    <a:pt x="1304544" y="469392"/>
                  </a:lnTo>
                  <a:lnTo>
                    <a:pt x="1312164" y="469392"/>
                  </a:lnTo>
                  <a:lnTo>
                    <a:pt x="1315212" y="466344"/>
                  </a:lnTo>
                  <a:lnTo>
                    <a:pt x="1315212" y="417576"/>
                  </a:lnTo>
                  <a:close/>
                </a:path>
                <a:path w="2184400" h="4994275">
                  <a:moveTo>
                    <a:pt x="1315212" y="335280"/>
                  </a:moveTo>
                  <a:lnTo>
                    <a:pt x="1312164" y="332232"/>
                  </a:lnTo>
                  <a:lnTo>
                    <a:pt x="1304544" y="332232"/>
                  </a:lnTo>
                  <a:lnTo>
                    <a:pt x="1301496" y="335280"/>
                  </a:lnTo>
                  <a:lnTo>
                    <a:pt x="1301496" y="384048"/>
                  </a:lnTo>
                  <a:lnTo>
                    <a:pt x="1304544" y="387096"/>
                  </a:lnTo>
                  <a:lnTo>
                    <a:pt x="1312164" y="387096"/>
                  </a:lnTo>
                  <a:lnTo>
                    <a:pt x="1315212" y="384048"/>
                  </a:lnTo>
                  <a:lnTo>
                    <a:pt x="1315212" y="335280"/>
                  </a:lnTo>
                  <a:close/>
                </a:path>
                <a:path w="2184400" h="4994275">
                  <a:moveTo>
                    <a:pt x="1315212" y="251460"/>
                  </a:moveTo>
                  <a:lnTo>
                    <a:pt x="1312164" y="248412"/>
                  </a:lnTo>
                  <a:lnTo>
                    <a:pt x="1304544" y="248412"/>
                  </a:lnTo>
                  <a:lnTo>
                    <a:pt x="1301496" y="251460"/>
                  </a:lnTo>
                  <a:lnTo>
                    <a:pt x="1301496" y="301752"/>
                  </a:lnTo>
                  <a:lnTo>
                    <a:pt x="1304544" y="304800"/>
                  </a:lnTo>
                  <a:lnTo>
                    <a:pt x="1312164" y="304800"/>
                  </a:lnTo>
                  <a:lnTo>
                    <a:pt x="1315212" y="301752"/>
                  </a:lnTo>
                  <a:lnTo>
                    <a:pt x="1315212" y="251460"/>
                  </a:lnTo>
                  <a:close/>
                </a:path>
                <a:path w="2184400" h="4994275">
                  <a:moveTo>
                    <a:pt x="1315212" y="169164"/>
                  </a:moveTo>
                  <a:lnTo>
                    <a:pt x="1312164" y="166116"/>
                  </a:lnTo>
                  <a:lnTo>
                    <a:pt x="1304544" y="166116"/>
                  </a:lnTo>
                  <a:lnTo>
                    <a:pt x="1301496" y="169164"/>
                  </a:lnTo>
                  <a:lnTo>
                    <a:pt x="1301496" y="217932"/>
                  </a:lnTo>
                  <a:lnTo>
                    <a:pt x="1304544" y="220980"/>
                  </a:lnTo>
                  <a:lnTo>
                    <a:pt x="1312164" y="220980"/>
                  </a:lnTo>
                  <a:lnTo>
                    <a:pt x="1315212" y="217932"/>
                  </a:lnTo>
                  <a:lnTo>
                    <a:pt x="1315212" y="169164"/>
                  </a:lnTo>
                  <a:close/>
                </a:path>
                <a:path w="2184400" h="4994275">
                  <a:moveTo>
                    <a:pt x="1315212" y="86868"/>
                  </a:moveTo>
                  <a:lnTo>
                    <a:pt x="1312164" y="83820"/>
                  </a:lnTo>
                  <a:lnTo>
                    <a:pt x="1304544" y="83820"/>
                  </a:lnTo>
                  <a:lnTo>
                    <a:pt x="1301496" y="86868"/>
                  </a:lnTo>
                  <a:lnTo>
                    <a:pt x="1301496" y="135636"/>
                  </a:lnTo>
                  <a:lnTo>
                    <a:pt x="1304544" y="138684"/>
                  </a:lnTo>
                  <a:lnTo>
                    <a:pt x="1312164" y="138684"/>
                  </a:lnTo>
                  <a:lnTo>
                    <a:pt x="1315212" y="135636"/>
                  </a:lnTo>
                  <a:lnTo>
                    <a:pt x="1315212" y="86868"/>
                  </a:lnTo>
                  <a:close/>
                </a:path>
                <a:path w="2184400" h="4994275">
                  <a:moveTo>
                    <a:pt x="1315212" y="3048"/>
                  </a:moveTo>
                  <a:lnTo>
                    <a:pt x="1312164" y="0"/>
                  </a:lnTo>
                  <a:lnTo>
                    <a:pt x="1304544" y="0"/>
                  </a:lnTo>
                  <a:lnTo>
                    <a:pt x="1301496" y="3048"/>
                  </a:lnTo>
                  <a:lnTo>
                    <a:pt x="1301496" y="53340"/>
                  </a:lnTo>
                  <a:lnTo>
                    <a:pt x="1304544" y="56388"/>
                  </a:lnTo>
                  <a:lnTo>
                    <a:pt x="1312164" y="56388"/>
                  </a:lnTo>
                  <a:lnTo>
                    <a:pt x="1315212" y="53340"/>
                  </a:lnTo>
                  <a:lnTo>
                    <a:pt x="1315212" y="3048"/>
                  </a:lnTo>
                  <a:close/>
                </a:path>
                <a:path w="2184400" h="4994275">
                  <a:moveTo>
                    <a:pt x="1533144" y="4940808"/>
                  </a:moveTo>
                  <a:lnTo>
                    <a:pt x="1530096" y="4937760"/>
                  </a:lnTo>
                  <a:lnTo>
                    <a:pt x="1522476" y="4937760"/>
                  </a:lnTo>
                  <a:lnTo>
                    <a:pt x="1519428" y="4940808"/>
                  </a:lnTo>
                  <a:lnTo>
                    <a:pt x="1519428" y="4989576"/>
                  </a:lnTo>
                  <a:lnTo>
                    <a:pt x="1522476" y="4994148"/>
                  </a:lnTo>
                  <a:lnTo>
                    <a:pt x="1530096" y="4994148"/>
                  </a:lnTo>
                  <a:lnTo>
                    <a:pt x="1533144" y="4989576"/>
                  </a:lnTo>
                  <a:lnTo>
                    <a:pt x="1533144" y="4940808"/>
                  </a:lnTo>
                  <a:close/>
                </a:path>
                <a:path w="2184400" h="4994275">
                  <a:moveTo>
                    <a:pt x="1533144" y="4858512"/>
                  </a:moveTo>
                  <a:lnTo>
                    <a:pt x="1530096" y="4855464"/>
                  </a:lnTo>
                  <a:lnTo>
                    <a:pt x="1522476" y="4855464"/>
                  </a:lnTo>
                  <a:lnTo>
                    <a:pt x="1519428" y="4858512"/>
                  </a:lnTo>
                  <a:lnTo>
                    <a:pt x="1519428" y="4907280"/>
                  </a:lnTo>
                  <a:lnTo>
                    <a:pt x="1522476" y="4910328"/>
                  </a:lnTo>
                  <a:lnTo>
                    <a:pt x="1530096" y="4910328"/>
                  </a:lnTo>
                  <a:lnTo>
                    <a:pt x="1533144" y="4907280"/>
                  </a:lnTo>
                  <a:lnTo>
                    <a:pt x="1533144" y="4858512"/>
                  </a:lnTo>
                  <a:close/>
                </a:path>
                <a:path w="2184400" h="4994275">
                  <a:moveTo>
                    <a:pt x="1533144" y="4776216"/>
                  </a:moveTo>
                  <a:lnTo>
                    <a:pt x="1530096" y="4773168"/>
                  </a:lnTo>
                  <a:lnTo>
                    <a:pt x="1522476" y="4773168"/>
                  </a:lnTo>
                  <a:lnTo>
                    <a:pt x="1519428" y="4776216"/>
                  </a:lnTo>
                  <a:lnTo>
                    <a:pt x="1519428" y="4824984"/>
                  </a:lnTo>
                  <a:lnTo>
                    <a:pt x="1522476" y="4828032"/>
                  </a:lnTo>
                  <a:lnTo>
                    <a:pt x="1530096" y="4828032"/>
                  </a:lnTo>
                  <a:lnTo>
                    <a:pt x="1533144" y="4824984"/>
                  </a:lnTo>
                  <a:lnTo>
                    <a:pt x="1533144" y="4776216"/>
                  </a:lnTo>
                  <a:close/>
                </a:path>
                <a:path w="2184400" h="4994275">
                  <a:moveTo>
                    <a:pt x="1533144" y="4692396"/>
                  </a:moveTo>
                  <a:lnTo>
                    <a:pt x="1530096" y="4689348"/>
                  </a:lnTo>
                  <a:lnTo>
                    <a:pt x="1522476" y="4689348"/>
                  </a:lnTo>
                  <a:lnTo>
                    <a:pt x="1519428" y="4692396"/>
                  </a:lnTo>
                  <a:lnTo>
                    <a:pt x="1519428" y="4742688"/>
                  </a:lnTo>
                  <a:lnTo>
                    <a:pt x="1522476" y="4745736"/>
                  </a:lnTo>
                  <a:lnTo>
                    <a:pt x="1530096" y="4745736"/>
                  </a:lnTo>
                  <a:lnTo>
                    <a:pt x="1533144" y="4742688"/>
                  </a:lnTo>
                  <a:lnTo>
                    <a:pt x="1533144" y="4692396"/>
                  </a:lnTo>
                  <a:close/>
                </a:path>
                <a:path w="2184400" h="4994275">
                  <a:moveTo>
                    <a:pt x="1533144" y="4610100"/>
                  </a:moveTo>
                  <a:lnTo>
                    <a:pt x="1530096" y="4607052"/>
                  </a:lnTo>
                  <a:lnTo>
                    <a:pt x="1522476" y="4607052"/>
                  </a:lnTo>
                  <a:lnTo>
                    <a:pt x="1519428" y="4610100"/>
                  </a:lnTo>
                  <a:lnTo>
                    <a:pt x="1519428" y="4658868"/>
                  </a:lnTo>
                  <a:lnTo>
                    <a:pt x="1522476" y="4661916"/>
                  </a:lnTo>
                  <a:lnTo>
                    <a:pt x="1530096" y="4661916"/>
                  </a:lnTo>
                  <a:lnTo>
                    <a:pt x="1533144" y="4658868"/>
                  </a:lnTo>
                  <a:lnTo>
                    <a:pt x="1533144" y="4610100"/>
                  </a:lnTo>
                  <a:close/>
                </a:path>
                <a:path w="2184400" h="4994275">
                  <a:moveTo>
                    <a:pt x="1533144" y="4527804"/>
                  </a:moveTo>
                  <a:lnTo>
                    <a:pt x="1530096" y="4524756"/>
                  </a:lnTo>
                  <a:lnTo>
                    <a:pt x="1522476" y="4524756"/>
                  </a:lnTo>
                  <a:lnTo>
                    <a:pt x="1519428" y="4527804"/>
                  </a:lnTo>
                  <a:lnTo>
                    <a:pt x="1519428" y="4576572"/>
                  </a:lnTo>
                  <a:lnTo>
                    <a:pt x="1522476" y="4579620"/>
                  </a:lnTo>
                  <a:lnTo>
                    <a:pt x="1530096" y="4579620"/>
                  </a:lnTo>
                  <a:lnTo>
                    <a:pt x="1533144" y="4576572"/>
                  </a:lnTo>
                  <a:lnTo>
                    <a:pt x="1533144" y="4527804"/>
                  </a:lnTo>
                  <a:close/>
                </a:path>
                <a:path w="2184400" h="4994275">
                  <a:moveTo>
                    <a:pt x="1533144" y="4443984"/>
                  </a:moveTo>
                  <a:lnTo>
                    <a:pt x="1530096" y="4440936"/>
                  </a:lnTo>
                  <a:lnTo>
                    <a:pt x="1522476" y="4440936"/>
                  </a:lnTo>
                  <a:lnTo>
                    <a:pt x="1519428" y="4443984"/>
                  </a:lnTo>
                  <a:lnTo>
                    <a:pt x="1519428" y="4494276"/>
                  </a:lnTo>
                  <a:lnTo>
                    <a:pt x="1522476" y="4497324"/>
                  </a:lnTo>
                  <a:lnTo>
                    <a:pt x="1530096" y="4497324"/>
                  </a:lnTo>
                  <a:lnTo>
                    <a:pt x="1533144" y="4494276"/>
                  </a:lnTo>
                  <a:lnTo>
                    <a:pt x="1533144" y="4443984"/>
                  </a:lnTo>
                  <a:close/>
                </a:path>
                <a:path w="2184400" h="4994275">
                  <a:moveTo>
                    <a:pt x="1533144" y="4361688"/>
                  </a:moveTo>
                  <a:lnTo>
                    <a:pt x="1530096" y="4358640"/>
                  </a:lnTo>
                  <a:lnTo>
                    <a:pt x="1522476" y="4358640"/>
                  </a:lnTo>
                  <a:lnTo>
                    <a:pt x="1519428" y="4361688"/>
                  </a:lnTo>
                  <a:lnTo>
                    <a:pt x="1519428" y="4410456"/>
                  </a:lnTo>
                  <a:lnTo>
                    <a:pt x="1522476" y="4413504"/>
                  </a:lnTo>
                  <a:lnTo>
                    <a:pt x="1530096" y="4413504"/>
                  </a:lnTo>
                  <a:lnTo>
                    <a:pt x="1533144" y="4410456"/>
                  </a:lnTo>
                  <a:lnTo>
                    <a:pt x="1533144" y="4361688"/>
                  </a:lnTo>
                  <a:close/>
                </a:path>
                <a:path w="2184400" h="4994275">
                  <a:moveTo>
                    <a:pt x="1533144" y="4279392"/>
                  </a:moveTo>
                  <a:lnTo>
                    <a:pt x="1530096" y="4276344"/>
                  </a:lnTo>
                  <a:lnTo>
                    <a:pt x="1522476" y="4276344"/>
                  </a:lnTo>
                  <a:lnTo>
                    <a:pt x="1519428" y="4279392"/>
                  </a:lnTo>
                  <a:lnTo>
                    <a:pt x="1519428" y="4328160"/>
                  </a:lnTo>
                  <a:lnTo>
                    <a:pt x="1522476" y="4331208"/>
                  </a:lnTo>
                  <a:lnTo>
                    <a:pt x="1530096" y="4331208"/>
                  </a:lnTo>
                  <a:lnTo>
                    <a:pt x="1533144" y="4328160"/>
                  </a:lnTo>
                  <a:lnTo>
                    <a:pt x="1533144" y="4279392"/>
                  </a:lnTo>
                  <a:close/>
                </a:path>
                <a:path w="2184400" h="4994275">
                  <a:moveTo>
                    <a:pt x="1533144" y="4195572"/>
                  </a:moveTo>
                  <a:lnTo>
                    <a:pt x="1530096" y="4192524"/>
                  </a:lnTo>
                  <a:lnTo>
                    <a:pt x="1522476" y="4192524"/>
                  </a:lnTo>
                  <a:lnTo>
                    <a:pt x="1519428" y="4195572"/>
                  </a:lnTo>
                  <a:lnTo>
                    <a:pt x="1519428" y="4245864"/>
                  </a:lnTo>
                  <a:lnTo>
                    <a:pt x="1522476" y="4248912"/>
                  </a:lnTo>
                  <a:lnTo>
                    <a:pt x="1530096" y="4248912"/>
                  </a:lnTo>
                  <a:lnTo>
                    <a:pt x="1533144" y="4245864"/>
                  </a:lnTo>
                  <a:lnTo>
                    <a:pt x="1533144" y="4195572"/>
                  </a:lnTo>
                  <a:close/>
                </a:path>
                <a:path w="2184400" h="4994275">
                  <a:moveTo>
                    <a:pt x="1533144" y="4113276"/>
                  </a:moveTo>
                  <a:lnTo>
                    <a:pt x="1530096" y="4110228"/>
                  </a:lnTo>
                  <a:lnTo>
                    <a:pt x="1522476" y="4110228"/>
                  </a:lnTo>
                  <a:lnTo>
                    <a:pt x="1519428" y="4113276"/>
                  </a:lnTo>
                  <a:lnTo>
                    <a:pt x="1519428" y="4162044"/>
                  </a:lnTo>
                  <a:lnTo>
                    <a:pt x="1522476" y="4165092"/>
                  </a:lnTo>
                  <a:lnTo>
                    <a:pt x="1530096" y="4165092"/>
                  </a:lnTo>
                  <a:lnTo>
                    <a:pt x="1533144" y="4162044"/>
                  </a:lnTo>
                  <a:lnTo>
                    <a:pt x="1533144" y="4113276"/>
                  </a:lnTo>
                  <a:close/>
                </a:path>
                <a:path w="2184400" h="4994275">
                  <a:moveTo>
                    <a:pt x="1533144" y="4030980"/>
                  </a:moveTo>
                  <a:lnTo>
                    <a:pt x="1530096" y="4027932"/>
                  </a:lnTo>
                  <a:lnTo>
                    <a:pt x="1522476" y="4027932"/>
                  </a:lnTo>
                  <a:lnTo>
                    <a:pt x="1519428" y="4030980"/>
                  </a:lnTo>
                  <a:lnTo>
                    <a:pt x="1519428" y="4079748"/>
                  </a:lnTo>
                  <a:lnTo>
                    <a:pt x="1522476" y="4082796"/>
                  </a:lnTo>
                  <a:lnTo>
                    <a:pt x="1530096" y="4082796"/>
                  </a:lnTo>
                  <a:lnTo>
                    <a:pt x="1533144" y="4079748"/>
                  </a:lnTo>
                  <a:lnTo>
                    <a:pt x="1533144" y="4030980"/>
                  </a:lnTo>
                  <a:close/>
                </a:path>
                <a:path w="2184400" h="4994275">
                  <a:moveTo>
                    <a:pt x="1533144" y="3947160"/>
                  </a:moveTo>
                  <a:lnTo>
                    <a:pt x="1530096" y="3944112"/>
                  </a:lnTo>
                  <a:lnTo>
                    <a:pt x="1522476" y="3944112"/>
                  </a:lnTo>
                  <a:lnTo>
                    <a:pt x="1519428" y="3947160"/>
                  </a:lnTo>
                  <a:lnTo>
                    <a:pt x="1519428" y="3997452"/>
                  </a:lnTo>
                  <a:lnTo>
                    <a:pt x="1522476" y="4000500"/>
                  </a:lnTo>
                  <a:lnTo>
                    <a:pt x="1530096" y="4000500"/>
                  </a:lnTo>
                  <a:lnTo>
                    <a:pt x="1533144" y="3997452"/>
                  </a:lnTo>
                  <a:lnTo>
                    <a:pt x="1533144" y="3947160"/>
                  </a:lnTo>
                  <a:close/>
                </a:path>
                <a:path w="2184400" h="4994275">
                  <a:moveTo>
                    <a:pt x="1533144" y="3864864"/>
                  </a:moveTo>
                  <a:lnTo>
                    <a:pt x="1530096" y="3861816"/>
                  </a:lnTo>
                  <a:lnTo>
                    <a:pt x="1522476" y="3861816"/>
                  </a:lnTo>
                  <a:lnTo>
                    <a:pt x="1519428" y="3864864"/>
                  </a:lnTo>
                  <a:lnTo>
                    <a:pt x="1519428" y="3913632"/>
                  </a:lnTo>
                  <a:lnTo>
                    <a:pt x="1522476" y="3916680"/>
                  </a:lnTo>
                  <a:lnTo>
                    <a:pt x="1530096" y="3916680"/>
                  </a:lnTo>
                  <a:lnTo>
                    <a:pt x="1533144" y="3913632"/>
                  </a:lnTo>
                  <a:lnTo>
                    <a:pt x="1533144" y="3864864"/>
                  </a:lnTo>
                  <a:close/>
                </a:path>
                <a:path w="2184400" h="4994275">
                  <a:moveTo>
                    <a:pt x="1533144" y="3782568"/>
                  </a:moveTo>
                  <a:lnTo>
                    <a:pt x="1530096" y="3779520"/>
                  </a:lnTo>
                  <a:lnTo>
                    <a:pt x="1522476" y="3779520"/>
                  </a:lnTo>
                  <a:lnTo>
                    <a:pt x="1519428" y="3782568"/>
                  </a:lnTo>
                  <a:lnTo>
                    <a:pt x="1519428" y="3831336"/>
                  </a:lnTo>
                  <a:lnTo>
                    <a:pt x="1522476" y="3834384"/>
                  </a:lnTo>
                  <a:lnTo>
                    <a:pt x="1530096" y="3834384"/>
                  </a:lnTo>
                  <a:lnTo>
                    <a:pt x="1533144" y="3831336"/>
                  </a:lnTo>
                  <a:lnTo>
                    <a:pt x="1533144" y="3782568"/>
                  </a:lnTo>
                  <a:close/>
                </a:path>
                <a:path w="2184400" h="4994275">
                  <a:moveTo>
                    <a:pt x="1533144" y="3698748"/>
                  </a:moveTo>
                  <a:lnTo>
                    <a:pt x="1530096" y="3695700"/>
                  </a:lnTo>
                  <a:lnTo>
                    <a:pt x="1522476" y="3695700"/>
                  </a:lnTo>
                  <a:lnTo>
                    <a:pt x="1519428" y="3698748"/>
                  </a:lnTo>
                  <a:lnTo>
                    <a:pt x="1519428" y="3749040"/>
                  </a:lnTo>
                  <a:lnTo>
                    <a:pt x="1522476" y="3752088"/>
                  </a:lnTo>
                  <a:lnTo>
                    <a:pt x="1530096" y="3752088"/>
                  </a:lnTo>
                  <a:lnTo>
                    <a:pt x="1533144" y="3749040"/>
                  </a:lnTo>
                  <a:lnTo>
                    <a:pt x="1533144" y="3698748"/>
                  </a:lnTo>
                  <a:close/>
                </a:path>
                <a:path w="2184400" h="4994275">
                  <a:moveTo>
                    <a:pt x="1533144" y="3616452"/>
                  </a:moveTo>
                  <a:lnTo>
                    <a:pt x="1530096" y="3613404"/>
                  </a:lnTo>
                  <a:lnTo>
                    <a:pt x="1522476" y="3613404"/>
                  </a:lnTo>
                  <a:lnTo>
                    <a:pt x="1519428" y="3616452"/>
                  </a:lnTo>
                  <a:lnTo>
                    <a:pt x="1519428" y="3665220"/>
                  </a:lnTo>
                  <a:lnTo>
                    <a:pt x="1522476" y="3668268"/>
                  </a:lnTo>
                  <a:lnTo>
                    <a:pt x="1530096" y="3668268"/>
                  </a:lnTo>
                  <a:lnTo>
                    <a:pt x="1533144" y="3665220"/>
                  </a:lnTo>
                  <a:lnTo>
                    <a:pt x="1533144" y="3616452"/>
                  </a:lnTo>
                  <a:close/>
                </a:path>
                <a:path w="2184400" h="4994275">
                  <a:moveTo>
                    <a:pt x="1533144" y="3534156"/>
                  </a:moveTo>
                  <a:lnTo>
                    <a:pt x="1530096" y="3531108"/>
                  </a:lnTo>
                  <a:lnTo>
                    <a:pt x="1522476" y="3531108"/>
                  </a:lnTo>
                  <a:lnTo>
                    <a:pt x="1519428" y="3534156"/>
                  </a:lnTo>
                  <a:lnTo>
                    <a:pt x="1519428" y="3582924"/>
                  </a:lnTo>
                  <a:lnTo>
                    <a:pt x="1522476" y="3585972"/>
                  </a:lnTo>
                  <a:lnTo>
                    <a:pt x="1530096" y="3585972"/>
                  </a:lnTo>
                  <a:lnTo>
                    <a:pt x="1533144" y="3582924"/>
                  </a:lnTo>
                  <a:lnTo>
                    <a:pt x="1533144" y="3534156"/>
                  </a:lnTo>
                  <a:close/>
                </a:path>
                <a:path w="2184400" h="4994275">
                  <a:moveTo>
                    <a:pt x="1533144" y="3450336"/>
                  </a:moveTo>
                  <a:lnTo>
                    <a:pt x="1530096" y="3447288"/>
                  </a:lnTo>
                  <a:lnTo>
                    <a:pt x="1522476" y="3447288"/>
                  </a:lnTo>
                  <a:lnTo>
                    <a:pt x="1519428" y="3450336"/>
                  </a:lnTo>
                  <a:lnTo>
                    <a:pt x="1519428" y="3500628"/>
                  </a:lnTo>
                  <a:lnTo>
                    <a:pt x="1522476" y="3503676"/>
                  </a:lnTo>
                  <a:lnTo>
                    <a:pt x="1530096" y="3503676"/>
                  </a:lnTo>
                  <a:lnTo>
                    <a:pt x="1533144" y="3500628"/>
                  </a:lnTo>
                  <a:lnTo>
                    <a:pt x="1533144" y="3450336"/>
                  </a:lnTo>
                  <a:close/>
                </a:path>
                <a:path w="2184400" h="4994275">
                  <a:moveTo>
                    <a:pt x="1533144" y="3368040"/>
                  </a:moveTo>
                  <a:lnTo>
                    <a:pt x="1530096" y="3364992"/>
                  </a:lnTo>
                  <a:lnTo>
                    <a:pt x="1522476" y="3364992"/>
                  </a:lnTo>
                  <a:lnTo>
                    <a:pt x="1519428" y="3368040"/>
                  </a:lnTo>
                  <a:lnTo>
                    <a:pt x="1519428" y="3416808"/>
                  </a:lnTo>
                  <a:lnTo>
                    <a:pt x="1522476" y="3419856"/>
                  </a:lnTo>
                  <a:lnTo>
                    <a:pt x="1530096" y="3419856"/>
                  </a:lnTo>
                  <a:lnTo>
                    <a:pt x="1533144" y="3416808"/>
                  </a:lnTo>
                  <a:lnTo>
                    <a:pt x="1533144" y="3368040"/>
                  </a:lnTo>
                  <a:close/>
                </a:path>
                <a:path w="2184400" h="4994275">
                  <a:moveTo>
                    <a:pt x="1533144" y="3285744"/>
                  </a:moveTo>
                  <a:lnTo>
                    <a:pt x="1530096" y="3282696"/>
                  </a:lnTo>
                  <a:lnTo>
                    <a:pt x="1522476" y="3282696"/>
                  </a:lnTo>
                  <a:lnTo>
                    <a:pt x="1519428" y="3285744"/>
                  </a:lnTo>
                  <a:lnTo>
                    <a:pt x="1519428" y="3334512"/>
                  </a:lnTo>
                  <a:lnTo>
                    <a:pt x="1522476" y="3337560"/>
                  </a:lnTo>
                  <a:lnTo>
                    <a:pt x="1530096" y="3337560"/>
                  </a:lnTo>
                  <a:lnTo>
                    <a:pt x="1533144" y="3334512"/>
                  </a:lnTo>
                  <a:lnTo>
                    <a:pt x="1533144" y="3285744"/>
                  </a:lnTo>
                  <a:close/>
                </a:path>
                <a:path w="2184400" h="4994275">
                  <a:moveTo>
                    <a:pt x="1533144" y="3201924"/>
                  </a:moveTo>
                  <a:lnTo>
                    <a:pt x="1530096" y="3198876"/>
                  </a:lnTo>
                  <a:lnTo>
                    <a:pt x="1522476" y="3198876"/>
                  </a:lnTo>
                  <a:lnTo>
                    <a:pt x="1519428" y="3201924"/>
                  </a:lnTo>
                  <a:lnTo>
                    <a:pt x="1519428" y="3252216"/>
                  </a:lnTo>
                  <a:lnTo>
                    <a:pt x="1522476" y="3255264"/>
                  </a:lnTo>
                  <a:lnTo>
                    <a:pt x="1530096" y="3255264"/>
                  </a:lnTo>
                  <a:lnTo>
                    <a:pt x="1533144" y="3252216"/>
                  </a:lnTo>
                  <a:lnTo>
                    <a:pt x="1533144" y="3201924"/>
                  </a:lnTo>
                  <a:close/>
                </a:path>
                <a:path w="2184400" h="4994275">
                  <a:moveTo>
                    <a:pt x="1533144" y="3119628"/>
                  </a:moveTo>
                  <a:lnTo>
                    <a:pt x="1530096" y="3116580"/>
                  </a:lnTo>
                  <a:lnTo>
                    <a:pt x="1522476" y="3116580"/>
                  </a:lnTo>
                  <a:lnTo>
                    <a:pt x="1519428" y="3119628"/>
                  </a:lnTo>
                  <a:lnTo>
                    <a:pt x="1519428" y="3168396"/>
                  </a:lnTo>
                  <a:lnTo>
                    <a:pt x="1522476" y="3171444"/>
                  </a:lnTo>
                  <a:lnTo>
                    <a:pt x="1530096" y="3171444"/>
                  </a:lnTo>
                  <a:lnTo>
                    <a:pt x="1533144" y="3168396"/>
                  </a:lnTo>
                  <a:lnTo>
                    <a:pt x="1533144" y="3119628"/>
                  </a:lnTo>
                  <a:close/>
                </a:path>
                <a:path w="2184400" h="4994275">
                  <a:moveTo>
                    <a:pt x="1533144" y="3037332"/>
                  </a:moveTo>
                  <a:lnTo>
                    <a:pt x="1530096" y="3034284"/>
                  </a:lnTo>
                  <a:lnTo>
                    <a:pt x="1522476" y="3034284"/>
                  </a:lnTo>
                  <a:lnTo>
                    <a:pt x="1519428" y="3037332"/>
                  </a:lnTo>
                  <a:lnTo>
                    <a:pt x="1519428" y="3086100"/>
                  </a:lnTo>
                  <a:lnTo>
                    <a:pt x="1522476" y="3089148"/>
                  </a:lnTo>
                  <a:lnTo>
                    <a:pt x="1530096" y="3089148"/>
                  </a:lnTo>
                  <a:lnTo>
                    <a:pt x="1533144" y="3086100"/>
                  </a:lnTo>
                  <a:lnTo>
                    <a:pt x="1533144" y="3037332"/>
                  </a:lnTo>
                  <a:close/>
                </a:path>
                <a:path w="2184400" h="4994275">
                  <a:moveTo>
                    <a:pt x="1533144" y="2953512"/>
                  </a:moveTo>
                  <a:lnTo>
                    <a:pt x="1530096" y="2950464"/>
                  </a:lnTo>
                  <a:lnTo>
                    <a:pt x="1522476" y="2950464"/>
                  </a:lnTo>
                  <a:lnTo>
                    <a:pt x="1519428" y="2953512"/>
                  </a:lnTo>
                  <a:lnTo>
                    <a:pt x="1519428" y="3003804"/>
                  </a:lnTo>
                  <a:lnTo>
                    <a:pt x="1522476" y="3006852"/>
                  </a:lnTo>
                  <a:lnTo>
                    <a:pt x="1530096" y="3006852"/>
                  </a:lnTo>
                  <a:lnTo>
                    <a:pt x="1533144" y="3003804"/>
                  </a:lnTo>
                  <a:lnTo>
                    <a:pt x="1533144" y="2953512"/>
                  </a:lnTo>
                  <a:close/>
                </a:path>
                <a:path w="2184400" h="4994275">
                  <a:moveTo>
                    <a:pt x="1533144" y="2871216"/>
                  </a:moveTo>
                  <a:lnTo>
                    <a:pt x="1530096" y="2868168"/>
                  </a:lnTo>
                  <a:lnTo>
                    <a:pt x="1522476" y="2868168"/>
                  </a:lnTo>
                  <a:lnTo>
                    <a:pt x="1519428" y="2871216"/>
                  </a:lnTo>
                  <a:lnTo>
                    <a:pt x="1519428" y="2919984"/>
                  </a:lnTo>
                  <a:lnTo>
                    <a:pt x="1522476" y="2923032"/>
                  </a:lnTo>
                  <a:lnTo>
                    <a:pt x="1530096" y="2923032"/>
                  </a:lnTo>
                  <a:lnTo>
                    <a:pt x="1533144" y="2919984"/>
                  </a:lnTo>
                  <a:lnTo>
                    <a:pt x="1533144" y="2871216"/>
                  </a:lnTo>
                  <a:close/>
                </a:path>
                <a:path w="2184400" h="4994275">
                  <a:moveTo>
                    <a:pt x="1533144" y="2788920"/>
                  </a:moveTo>
                  <a:lnTo>
                    <a:pt x="1530096" y="2785872"/>
                  </a:lnTo>
                  <a:lnTo>
                    <a:pt x="1522476" y="2785872"/>
                  </a:lnTo>
                  <a:lnTo>
                    <a:pt x="1519428" y="2788920"/>
                  </a:lnTo>
                  <a:lnTo>
                    <a:pt x="1519428" y="2837688"/>
                  </a:lnTo>
                  <a:lnTo>
                    <a:pt x="1522476" y="2840736"/>
                  </a:lnTo>
                  <a:lnTo>
                    <a:pt x="1530096" y="2840736"/>
                  </a:lnTo>
                  <a:lnTo>
                    <a:pt x="1533144" y="2837688"/>
                  </a:lnTo>
                  <a:lnTo>
                    <a:pt x="1533144" y="2788920"/>
                  </a:lnTo>
                  <a:close/>
                </a:path>
                <a:path w="2184400" h="4994275">
                  <a:moveTo>
                    <a:pt x="1533144" y="2705100"/>
                  </a:moveTo>
                  <a:lnTo>
                    <a:pt x="1530096" y="2702052"/>
                  </a:lnTo>
                  <a:lnTo>
                    <a:pt x="1522476" y="2702052"/>
                  </a:lnTo>
                  <a:lnTo>
                    <a:pt x="1519428" y="2705100"/>
                  </a:lnTo>
                  <a:lnTo>
                    <a:pt x="1519428" y="2755392"/>
                  </a:lnTo>
                  <a:lnTo>
                    <a:pt x="1522476" y="2758440"/>
                  </a:lnTo>
                  <a:lnTo>
                    <a:pt x="1530096" y="2758440"/>
                  </a:lnTo>
                  <a:lnTo>
                    <a:pt x="1533144" y="2755392"/>
                  </a:lnTo>
                  <a:lnTo>
                    <a:pt x="1533144" y="2705100"/>
                  </a:lnTo>
                  <a:close/>
                </a:path>
                <a:path w="2184400" h="4994275">
                  <a:moveTo>
                    <a:pt x="1533144" y="2622804"/>
                  </a:moveTo>
                  <a:lnTo>
                    <a:pt x="1530096" y="2619756"/>
                  </a:lnTo>
                  <a:lnTo>
                    <a:pt x="1522476" y="2619756"/>
                  </a:lnTo>
                  <a:lnTo>
                    <a:pt x="1519428" y="2622804"/>
                  </a:lnTo>
                  <a:lnTo>
                    <a:pt x="1519428" y="2671572"/>
                  </a:lnTo>
                  <a:lnTo>
                    <a:pt x="1522476" y="2674620"/>
                  </a:lnTo>
                  <a:lnTo>
                    <a:pt x="1530096" y="2674620"/>
                  </a:lnTo>
                  <a:lnTo>
                    <a:pt x="1533144" y="2671572"/>
                  </a:lnTo>
                  <a:lnTo>
                    <a:pt x="1533144" y="2622804"/>
                  </a:lnTo>
                  <a:close/>
                </a:path>
                <a:path w="2184400" h="4994275">
                  <a:moveTo>
                    <a:pt x="1533144" y="2540508"/>
                  </a:moveTo>
                  <a:lnTo>
                    <a:pt x="1530096" y="2537460"/>
                  </a:lnTo>
                  <a:lnTo>
                    <a:pt x="1522476" y="2537460"/>
                  </a:lnTo>
                  <a:lnTo>
                    <a:pt x="1519428" y="2540508"/>
                  </a:lnTo>
                  <a:lnTo>
                    <a:pt x="1519428" y="2589276"/>
                  </a:lnTo>
                  <a:lnTo>
                    <a:pt x="1522476" y="2592324"/>
                  </a:lnTo>
                  <a:lnTo>
                    <a:pt x="1530096" y="2592324"/>
                  </a:lnTo>
                  <a:lnTo>
                    <a:pt x="1533144" y="2589276"/>
                  </a:lnTo>
                  <a:lnTo>
                    <a:pt x="1533144" y="2540508"/>
                  </a:lnTo>
                  <a:close/>
                </a:path>
                <a:path w="2184400" h="4994275">
                  <a:moveTo>
                    <a:pt x="1533144" y="2456688"/>
                  </a:moveTo>
                  <a:lnTo>
                    <a:pt x="1530096" y="2453640"/>
                  </a:lnTo>
                  <a:lnTo>
                    <a:pt x="1522476" y="2453640"/>
                  </a:lnTo>
                  <a:lnTo>
                    <a:pt x="1519428" y="2456688"/>
                  </a:lnTo>
                  <a:lnTo>
                    <a:pt x="1519428" y="2506980"/>
                  </a:lnTo>
                  <a:lnTo>
                    <a:pt x="1522476" y="2510028"/>
                  </a:lnTo>
                  <a:lnTo>
                    <a:pt x="1530096" y="2510028"/>
                  </a:lnTo>
                  <a:lnTo>
                    <a:pt x="1533144" y="2506980"/>
                  </a:lnTo>
                  <a:lnTo>
                    <a:pt x="1533144" y="2456688"/>
                  </a:lnTo>
                  <a:close/>
                </a:path>
                <a:path w="2184400" h="4994275">
                  <a:moveTo>
                    <a:pt x="1533144" y="2374392"/>
                  </a:moveTo>
                  <a:lnTo>
                    <a:pt x="1530096" y="2371344"/>
                  </a:lnTo>
                  <a:lnTo>
                    <a:pt x="1522476" y="2371344"/>
                  </a:lnTo>
                  <a:lnTo>
                    <a:pt x="1519428" y="2374392"/>
                  </a:lnTo>
                  <a:lnTo>
                    <a:pt x="1519428" y="2423160"/>
                  </a:lnTo>
                  <a:lnTo>
                    <a:pt x="1522476" y="2426208"/>
                  </a:lnTo>
                  <a:lnTo>
                    <a:pt x="1530096" y="2426208"/>
                  </a:lnTo>
                  <a:lnTo>
                    <a:pt x="1533144" y="2423160"/>
                  </a:lnTo>
                  <a:lnTo>
                    <a:pt x="1533144" y="2374392"/>
                  </a:lnTo>
                  <a:close/>
                </a:path>
                <a:path w="2184400" h="4994275">
                  <a:moveTo>
                    <a:pt x="1533144" y="2292096"/>
                  </a:moveTo>
                  <a:lnTo>
                    <a:pt x="1530096" y="2289048"/>
                  </a:lnTo>
                  <a:lnTo>
                    <a:pt x="1522476" y="2289048"/>
                  </a:lnTo>
                  <a:lnTo>
                    <a:pt x="1519428" y="2292096"/>
                  </a:lnTo>
                  <a:lnTo>
                    <a:pt x="1519428" y="2340864"/>
                  </a:lnTo>
                  <a:lnTo>
                    <a:pt x="1522476" y="2343912"/>
                  </a:lnTo>
                  <a:lnTo>
                    <a:pt x="1530096" y="2343912"/>
                  </a:lnTo>
                  <a:lnTo>
                    <a:pt x="1533144" y="2340864"/>
                  </a:lnTo>
                  <a:lnTo>
                    <a:pt x="1533144" y="2292096"/>
                  </a:lnTo>
                  <a:close/>
                </a:path>
                <a:path w="2184400" h="4994275">
                  <a:moveTo>
                    <a:pt x="1533144" y="2209800"/>
                  </a:moveTo>
                  <a:lnTo>
                    <a:pt x="1530096" y="2205228"/>
                  </a:lnTo>
                  <a:lnTo>
                    <a:pt x="1522476" y="2205228"/>
                  </a:lnTo>
                  <a:lnTo>
                    <a:pt x="1519428" y="2209800"/>
                  </a:lnTo>
                  <a:lnTo>
                    <a:pt x="1519428" y="2258568"/>
                  </a:lnTo>
                  <a:lnTo>
                    <a:pt x="1522476" y="2261616"/>
                  </a:lnTo>
                  <a:lnTo>
                    <a:pt x="1530096" y="2261616"/>
                  </a:lnTo>
                  <a:lnTo>
                    <a:pt x="1533144" y="2258568"/>
                  </a:lnTo>
                  <a:lnTo>
                    <a:pt x="1533144" y="2209800"/>
                  </a:lnTo>
                  <a:close/>
                </a:path>
                <a:path w="2184400" h="4994275">
                  <a:moveTo>
                    <a:pt x="1533144" y="2125980"/>
                  </a:moveTo>
                  <a:lnTo>
                    <a:pt x="1530096" y="2122932"/>
                  </a:lnTo>
                  <a:lnTo>
                    <a:pt x="1522476" y="2122932"/>
                  </a:lnTo>
                  <a:lnTo>
                    <a:pt x="1519428" y="2125980"/>
                  </a:lnTo>
                  <a:lnTo>
                    <a:pt x="1519428" y="2174748"/>
                  </a:lnTo>
                  <a:lnTo>
                    <a:pt x="1522476" y="2177796"/>
                  </a:lnTo>
                  <a:lnTo>
                    <a:pt x="1530096" y="2177796"/>
                  </a:lnTo>
                  <a:lnTo>
                    <a:pt x="1533144" y="2174748"/>
                  </a:lnTo>
                  <a:lnTo>
                    <a:pt x="1533144" y="2125980"/>
                  </a:lnTo>
                  <a:close/>
                </a:path>
                <a:path w="2184400" h="4994275">
                  <a:moveTo>
                    <a:pt x="1533144" y="2043684"/>
                  </a:moveTo>
                  <a:lnTo>
                    <a:pt x="1530096" y="2040636"/>
                  </a:lnTo>
                  <a:lnTo>
                    <a:pt x="1522476" y="2040636"/>
                  </a:lnTo>
                  <a:lnTo>
                    <a:pt x="1519428" y="2043684"/>
                  </a:lnTo>
                  <a:lnTo>
                    <a:pt x="1519428" y="2092452"/>
                  </a:lnTo>
                  <a:lnTo>
                    <a:pt x="1522476" y="2095500"/>
                  </a:lnTo>
                  <a:lnTo>
                    <a:pt x="1530096" y="2095500"/>
                  </a:lnTo>
                  <a:lnTo>
                    <a:pt x="1533144" y="2092452"/>
                  </a:lnTo>
                  <a:lnTo>
                    <a:pt x="1533144" y="2043684"/>
                  </a:lnTo>
                  <a:close/>
                </a:path>
                <a:path w="2184400" h="4994275">
                  <a:moveTo>
                    <a:pt x="1533144" y="1961388"/>
                  </a:moveTo>
                  <a:lnTo>
                    <a:pt x="1530096" y="1956816"/>
                  </a:lnTo>
                  <a:lnTo>
                    <a:pt x="1522476" y="1956816"/>
                  </a:lnTo>
                  <a:lnTo>
                    <a:pt x="1519428" y="1961388"/>
                  </a:lnTo>
                  <a:lnTo>
                    <a:pt x="1519428" y="2010156"/>
                  </a:lnTo>
                  <a:lnTo>
                    <a:pt x="1522476" y="2013204"/>
                  </a:lnTo>
                  <a:lnTo>
                    <a:pt x="1530096" y="2013204"/>
                  </a:lnTo>
                  <a:lnTo>
                    <a:pt x="1533144" y="2010156"/>
                  </a:lnTo>
                  <a:lnTo>
                    <a:pt x="1533144" y="1961388"/>
                  </a:lnTo>
                  <a:close/>
                </a:path>
                <a:path w="2184400" h="4994275">
                  <a:moveTo>
                    <a:pt x="1533144" y="1877568"/>
                  </a:moveTo>
                  <a:lnTo>
                    <a:pt x="1530096" y="1874520"/>
                  </a:lnTo>
                  <a:lnTo>
                    <a:pt x="1522476" y="1874520"/>
                  </a:lnTo>
                  <a:lnTo>
                    <a:pt x="1519428" y="1877568"/>
                  </a:lnTo>
                  <a:lnTo>
                    <a:pt x="1519428" y="1926336"/>
                  </a:lnTo>
                  <a:lnTo>
                    <a:pt x="1522476" y="1929384"/>
                  </a:lnTo>
                  <a:lnTo>
                    <a:pt x="1530096" y="1929384"/>
                  </a:lnTo>
                  <a:lnTo>
                    <a:pt x="1533144" y="1926336"/>
                  </a:lnTo>
                  <a:lnTo>
                    <a:pt x="1533144" y="1877568"/>
                  </a:lnTo>
                  <a:close/>
                </a:path>
                <a:path w="2184400" h="4994275">
                  <a:moveTo>
                    <a:pt x="1533144" y="1795272"/>
                  </a:moveTo>
                  <a:lnTo>
                    <a:pt x="1530096" y="1792224"/>
                  </a:lnTo>
                  <a:lnTo>
                    <a:pt x="1522476" y="1792224"/>
                  </a:lnTo>
                  <a:lnTo>
                    <a:pt x="1519428" y="1795272"/>
                  </a:lnTo>
                  <a:lnTo>
                    <a:pt x="1519428" y="1844040"/>
                  </a:lnTo>
                  <a:lnTo>
                    <a:pt x="1522476" y="1847088"/>
                  </a:lnTo>
                  <a:lnTo>
                    <a:pt x="1530096" y="1847088"/>
                  </a:lnTo>
                  <a:lnTo>
                    <a:pt x="1533144" y="1844040"/>
                  </a:lnTo>
                  <a:lnTo>
                    <a:pt x="1533144" y="1795272"/>
                  </a:lnTo>
                  <a:close/>
                </a:path>
                <a:path w="2184400" h="4994275">
                  <a:moveTo>
                    <a:pt x="1533144" y="1712976"/>
                  </a:moveTo>
                  <a:lnTo>
                    <a:pt x="1530096" y="1709928"/>
                  </a:lnTo>
                  <a:lnTo>
                    <a:pt x="1522476" y="1709928"/>
                  </a:lnTo>
                  <a:lnTo>
                    <a:pt x="1519428" y="1712976"/>
                  </a:lnTo>
                  <a:lnTo>
                    <a:pt x="1519428" y="1761744"/>
                  </a:lnTo>
                  <a:lnTo>
                    <a:pt x="1522476" y="1764792"/>
                  </a:lnTo>
                  <a:lnTo>
                    <a:pt x="1530096" y="1764792"/>
                  </a:lnTo>
                  <a:lnTo>
                    <a:pt x="1533144" y="1761744"/>
                  </a:lnTo>
                  <a:lnTo>
                    <a:pt x="1533144" y="1712976"/>
                  </a:lnTo>
                  <a:close/>
                </a:path>
                <a:path w="2184400" h="4994275">
                  <a:moveTo>
                    <a:pt x="1533144" y="1629156"/>
                  </a:moveTo>
                  <a:lnTo>
                    <a:pt x="1530096" y="1626108"/>
                  </a:lnTo>
                  <a:lnTo>
                    <a:pt x="1522476" y="1626108"/>
                  </a:lnTo>
                  <a:lnTo>
                    <a:pt x="1519428" y="1629156"/>
                  </a:lnTo>
                  <a:lnTo>
                    <a:pt x="1519428" y="1677924"/>
                  </a:lnTo>
                  <a:lnTo>
                    <a:pt x="1522476" y="1680972"/>
                  </a:lnTo>
                  <a:lnTo>
                    <a:pt x="1530096" y="1680972"/>
                  </a:lnTo>
                  <a:lnTo>
                    <a:pt x="1533144" y="1677924"/>
                  </a:lnTo>
                  <a:lnTo>
                    <a:pt x="1533144" y="1629156"/>
                  </a:lnTo>
                  <a:close/>
                </a:path>
                <a:path w="2184400" h="4994275">
                  <a:moveTo>
                    <a:pt x="1533144" y="1546860"/>
                  </a:moveTo>
                  <a:lnTo>
                    <a:pt x="1530096" y="1543812"/>
                  </a:lnTo>
                  <a:lnTo>
                    <a:pt x="1522476" y="1543812"/>
                  </a:lnTo>
                  <a:lnTo>
                    <a:pt x="1519428" y="1546860"/>
                  </a:lnTo>
                  <a:lnTo>
                    <a:pt x="1519428" y="1595628"/>
                  </a:lnTo>
                  <a:lnTo>
                    <a:pt x="1522476" y="1598676"/>
                  </a:lnTo>
                  <a:lnTo>
                    <a:pt x="1530096" y="1598676"/>
                  </a:lnTo>
                  <a:lnTo>
                    <a:pt x="1533144" y="1595628"/>
                  </a:lnTo>
                  <a:lnTo>
                    <a:pt x="1533144" y="1546860"/>
                  </a:lnTo>
                  <a:close/>
                </a:path>
                <a:path w="2184400" h="4994275">
                  <a:moveTo>
                    <a:pt x="1533144" y="1464564"/>
                  </a:moveTo>
                  <a:lnTo>
                    <a:pt x="1530096" y="1461516"/>
                  </a:lnTo>
                  <a:lnTo>
                    <a:pt x="1522476" y="1461516"/>
                  </a:lnTo>
                  <a:lnTo>
                    <a:pt x="1519428" y="1464564"/>
                  </a:lnTo>
                  <a:lnTo>
                    <a:pt x="1519428" y="1513332"/>
                  </a:lnTo>
                  <a:lnTo>
                    <a:pt x="1522476" y="1516380"/>
                  </a:lnTo>
                  <a:lnTo>
                    <a:pt x="1530096" y="1516380"/>
                  </a:lnTo>
                  <a:lnTo>
                    <a:pt x="1533144" y="1513332"/>
                  </a:lnTo>
                  <a:lnTo>
                    <a:pt x="1533144" y="1464564"/>
                  </a:lnTo>
                  <a:close/>
                </a:path>
                <a:path w="2184400" h="4994275">
                  <a:moveTo>
                    <a:pt x="1533144" y="1380744"/>
                  </a:moveTo>
                  <a:lnTo>
                    <a:pt x="1530096" y="1377696"/>
                  </a:lnTo>
                  <a:lnTo>
                    <a:pt x="1522476" y="1377696"/>
                  </a:lnTo>
                  <a:lnTo>
                    <a:pt x="1519428" y="1380744"/>
                  </a:lnTo>
                  <a:lnTo>
                    <a:pt x="1519428" y="1429512"/>
                  </a:lnTo>
                  <a:lnTo>
                    <a:pt x="1522476" y="1432560"/>
                  </a:lnTo>
                  <a:lnTo>
                    <a:pt x="1530096" y="1432560"/>
                  </a:lnTo>
                  <a:lnTo>
                    <a:pt x="1533144" y="1429512"/>
                  </a:lnTo>
                  <a:lnTo>
                    <a:pt x="1533144" y="1380744"/>
                  </a:lnTo>
                  <a:close/>
                </a:path>
                <a:path w="2184400" h="4994275">
                  <a:moveTo>
                    <a:pt x="1533144" y="1298448"/>
                  </a:moveTo>
                  <a:lnTo>
                    <a:pt x="1530096" y="1295400"/>
                  </a:lnTo>
                  <a:lnTo>
                    <a:pt x="1522476" y="1295400"/>
                  </a:lnTo>
                  <a:lnTo>
                    <a:pt x="1519428" y="1298448"/>
                  </a:lnTo>
                  <a:lnTo>
                    <a:pt x="1519428" y="1347216"/>
                  </a:lnTo>
                  <a:lnTo>
                    <a:pt x="1522476" y="1350264"/>
                  </a:lnTo>
                  <a:lnTo>
                    <a:pt x="1530096" y="1350264"/>
                  </a:lnTo>
                  <a:lnTo>
                    <a:pt x="1533144" y="1347216"/>
                  </a:lnTo>
                  <a:lnTo>
                    <a:pt x="1533144" y="1298448"/>
                  </a:lnTo>
                  <a:close/>
                </a:path>
                <a:path w="2184400" h="4994275">
                  <a:moveTo>
                    <a:pt x="1533144" y="1216152"/>
                  </a:moveTo>
                  <a:lnTo>
                    <a:pt x="1530096" y="1213104"/>
                  </a:lnTo>
                  <a:lnTo>
                    <a:pt x="1522476" y="1213104"/>
                  </a:lnTo>
                  <a:lnTo>
                    <a:pt x="1519428" y="1216152"/>
                  </a:lnTo>
                  <a:lnTo>
                    <a:pt x="1519428" y="1264920"/>
                  </a:lnTo>
                  <a:lnTo>
                    <a:pt x="1522476" y="1267968"/>
                  </a:lnTo>
                  <a:lnTo>
                    <a:pt x="1530096" y="1267968"/>
                  </a:lnTo>
                  <a:lnTo>
                    <a:pt x="1533144" y="1264920"/>
                  </a:lnTo>
                  <a:lnTo>
                    <a:pt x="1533144" y="1216152"/>
                  </a:lnTo>
                  <a:close/>
                </a:path>
                <a:path w="2184400" h="4994275">
                  <a:moveTo>
                    <a:pt x="1533144" y="1132332"/>
                  </a:moveTo>
                  <a:lnTo>
                    <a:pt x="1530096" y="1129284"/>
                  </a:lnTo>
                  <a:lnTo>
                    <a:pt x="1522476" y="1129284"/>
                  </a:lnTo>
                  <a:lnTo>
                    <a:pt x="1519428" y="1132332"/>
                  </a:lnTo>
                  <a:lnTo>
                    <a:pt x="1519428" y="1181100"/>
                  </a:lnTo>
                  <a:lnTo>
                    <a:pt x="1522476" y="1184148"/>
                  </a:lnTo>
                  <a:lnTo>
                    <a:pt x="1530096" y="1184148"/>
                  </a:lnTo>
                  <a:lnTo>
                    <a:pt x="1533144" y="1181100"/>
                  </a:lnTo>
                  <a:lnTo>
                    <a:pt x="1533144" y="1132332"/>
                  </a:lnTo>
                  <a:close/>
                </a:path>
                <a:path w="2184400" h="4994275">
                  <a:moveTo>
                    <a:pt x="1533144" y="1050036"/>
                  </a:moveTo>
                  <a:lnTo>
                    <a:pt x="1530096" y="1046988"/>
                  </a:lnTo>
                  <a:lnTo>
                    <a:pt x="1522476" y="1046988"/>
                  </a:lnTo>
                  <a:lnTo>
                    <a:pt x="1519428" y="1050036"/>
                  </a:lnTo>
                  <a:lnTo>
                    <a:pt x="1519428" y="1098804"/>
                  </a:lnTo>
                  <a:lnTo>
                    <a:pt x="1522476" y="1101852"/>
                  </a:lnTo>
                  <a:lnTo>
                    <a:pt x="1530096" y="1101852"/>
                  </a:lnTo>
                  <a:lnTo>
                    <a:pt x="1533144" y="1098804"/>
                  </a:lnTo>
                  <a:lnTo>
                    <a:pt x="1533144" y="1050036"/>
                  </a:lnTo>
                  <a:close/>
                </a:path>
                <a:path w="2184400" h="4994275">
                  <a:moveTo>
                    <a:pt x="1533144" y="967740"/>
                  </a:moveTo>
                  <a:lnTo>
                    <a:pt x="1530096" y="964692"/>
                  </a:lnTo>
                  <a:lnTo>
                    <a:pt x="1522476" y="964692"/>
                  </a:lnTo>
                  <a:lnTo>
                    <a:pt x="1519428" y="967740"/>
                  </a:lnTo>
                  <a:lnTo>
                    <a:pt x="1519428" y="1016508"/>
                  </a:lnTo>
                  <a:lnTo>
                    <a:pt x="1522476" y="1019556"/>
                  </a:lnTo>
                  <a:lnTo>
                    <a:pt x="1530096" y="1019556"/>
                  </a:lnTo>
                  <a:lnTo>
                    <a:pt x="1533144" y="1016508"/>
                  </a:lnTo>
                  <a:lnTo>
                    <a:pt x="1533144" y="967740"/>
                  </a:lnTo>
                  <a:close/>
                </a:path>
                <a:path w="2184400" h="4994275">
                  <a:moveTo>
                    <a:pt x="1533144" y="883920"/>
                  </a:moveTo>
                  <a:lnTo>
                    <a:pt x="1530096" y="880872"/>
                  </a:lnTo>
                  <a:lnTo>
                    <a:pt x="1522476" y="880872"/>
                  </a:lnTo>
                  <a:lnTo>
                    <a:pt x="1519428" y="883920"/>
                  </a:lnTo>
                  <a:lnTo>
                    <a:pt x="1519428" y="932688"/>
                  </a:lnTo>
                  <a:lnTo>
                    <a:pt x="1522476" y="935736"/>
                  </a:lnTo>
                  <a:lnTo>
                    <a:pt x="1530096" y="935736"/>
                  </a:lnTo>
                  <a:lnTo>
                    <a:pt x="1533144" y="932688"/>
                  </a:lnTo>
                  <a:lnTo>
                    <a:pt x="1533144" y="883920"/>
                  </a:lnTo>
                  <a:close/>
                </a:path>
                <a:path w="2184400" h="4994275">
                  <a:moveTo>
                    <a:pt x="1533144" y="801624"/>
                  </a:moveTo>
                  <a:lnTo>
                    <a:pt x="1530096" y="798576"/>
                  </a:lnTo>
                  <a:lnTo>
                    <a:pt x="1522476" y="798576"/>
                  </a:lnTo>
                  <a:lnTo>
                    <a:pt x="1519428" y="801624"/>
                  </a:lnTo>
                  <a:lnTo>
                    <a:pt x="1519428" y="850392"/>
                  </a:lnTo>
                  <a:lnTo>
                    <a:pt x="1522476" y="853440"/>
                  </a:lnTo>
                  <a:lnTo>
                    <a:pt x="1530096" y="853440"/>
                  </a:lnTo>
                  <a:lnTo>
                    <a:pt x="1533144" y="850392"/>
                  </a:lnTo>
                  <a:lnTo>
                    <a:pt x="1533144" y="801624"/>
                  </a:lnTo>
                  <a:close/>
                </a:path>
                <a:path w="2184400" h="4994275">
                  <a:moveTo>
                    <a:pt x="1533144" y="719328"/>
                  </a:moveTo>
                  <a:lnTo>
                    <a:pt x="1530096" y="716280"/>
                  </a:lnTo>
                  <a:lnTo>
                    <a:pt x="1522476" y="716280"/>
                  </a:lnTo>
                  <a:lnTo>
                    <a:pt x="1519428" y="719328"/>
                  </a:lnTo>
                  <a:lnTo>
                    <a:pt x="1519428" y="768096"/>
                  </a:lnTo>
                  <a:lnTo>
                    <a:pt x="1522476" y="771144"/>
                  </a:lnTo>
                  <a:lnTo>
                    <a:pt x="1530096" y="771144"/>
                  </a:lnTo>
                  <a:lnTo>
                    <a:pt x="1533144" y="768096"/>
                  </a:lnTo>
                  <a:lnTo>
                    <a:pt x="1533144" y="719328"/>
                  </a:lnTo>
                  <a:close/>
                </a:path>
                <a:path w="2184400" h="4994275">
                  <a:moveTo>
                    <a:pt x="1533144" y="635508"/>
                  </a:moveTo>
                  <a:lnTo>
                    <a:pt x="1530096" y="632460"/>
                  </a:lnTo>
                  <a:lnTo>
                    <a:pt x="1522476" y="632460"/>
                  </a:lnTo>
                  <a:lnTo>
                    <a:pt x="1519428" y="635508"/>
                  </a:lnTo>
                  <a:lnTo>
                    <a:pt x="1519428" y="684276"/>
                  </a:lnTo>
                  <a:lnTo>
                    <a:pt x="1522476" y="687324"/>
                  </a:lnTo>
                  <a:lnTo>
                    <a:pt x="1530096" y="687324"/>
                  </a:lnTo>
                  <a:lnTo>
                    <a:pt x="1533144" y="684276"/>
                  </a:lnTo>
                  <a:lnTo>
                    <a:pt x="1533144" y="635508"/>
                  </a:lnTo>
                  <a:close/>
                </a:path>
                <a:path w="2184400" h="4994275">
                  <a:moveTo>
                    <a:pt x="1533144" y="553212"/>
                  </a:moveTo>
                  <a:lnTo>
                    <a:pt x="1530096" y="550164"/>
                  </a:lnTo>
                  <a:lnTo>
                    <a:pt x="1522476" y="550164"/>
                  </a:lnTo>
                  <a:lnTo>
                    <a:pt x="1519428" y="553212"/>
                  </a:lnTo>
                  <a:lnTo>
                    <a:pt x="1519428" y="601980"/>
                  </a:lnTo>
                  <a:lnTo>
                    <a:pt x="1522476" y="605028"/>
                  </a:lnTo>
                  <a:lnTo>
                    <a:pt x="1530096" y="605028"/>
                  </a:lnTo>
                  <a:lnTo>
                    <a:pt x="1533144" y="601980"/>
                  </a:lnTo>
                  <a:lnTo>
                    <a:pt x="1533144" y="553212"/>
                  </a:lnTo>
                  <a:close/>
                </a:path>
                <a:path w="2184400" h="4994275">
                  <a:moveTo>
                    <a:pt x="1533144" y="470916"/>
                  </a:moveTo>
                  <a:lnTo>
                    <a:pt x="1530096" y="467868"/>
                  </a:lnTo>
                  <a:lnTo>
                    <a:pt x="1522476" y="467868"/>
                  </a:lnTo>
                  <a:lnTo>
                    <a:pt x="1519428" y="470916"/>
                  </a:lnTo>
                  <a:lnTo>
                    <a:pt x="1519428" y="519684"/>
                  </a:lnTo>
                  <a:lnTo>
                    <a:pt x="1522476" y="522732"/>
                  </a:lnTo>
                  <a:lnTo>
                    <a:pt x="1530096" y="522732"/>
                  </a:lnTo>
                  <a:lnTo>
                    <a:pt x="1533144" y="519684"/>
                  </a:lnTo>
                  <a:lnTo>
                    <a:pt x="1533144" y="470916"/>
                  </a:lnTo>
                  <a:close/>
                </a:path>
                <a:path w="2184400" h="4994275">
                  <a:moveTo>
                    <a:pt x="1533144" y="387096"/>
                  </a:moveTo>
                  <a:lnTo>
                    <a:pt x="1530096" y="384048"/>
                  </a:lnTo>
                  <a:lnTo>
                    <a:pt x="1522476" y="384048"/>
                  </a:lnTo>
                  <a:lnTo>
                    <a:pt x="1519428" y="387096"/>
                  </a:lnTo>
                  <a:lnTo>
                    <a:pt x="1519428" y="435864"/>
                  </a:lnTo>
                  <a:lnTo>
                    <a:pt x="1522476" y="438912"/>
                  </a:lnTo>
                  <a:lnTo>
                    <a:pt x="1530096" y="438912"/>
                  </a:lnTo>
                  <a:lnTo>
                    <a:pt x="1533144" y="435864"/>
                  </a:lnTo>
                  <a:lnTo>
                    <a:pt x="1533144" y="387096"/>
                  </a:lnTo>
                  <a:close/>
                </a:path>
                <a:path w="2184400" h="4994275">
                  <a:moveTo>
                    <a:pt x="1533144" y="304800"/>
                  </a:moveTo>
                  <a:lnTo>
                    <a:pt x="1530096" y="301752"/>
                  </a:lnTo>
                  <a:lnTo>
                    <a:pt x="1522476" y="301752"/>
                  </a:lnTo>
                  <a:lnTo>
                    <a:pt x="1519428" y="304800"/>
                  </a:lnTo>
                  <a:lnTo>
                    <a:pt x="1519428" y="353568"/>
                  </a:lnTo>
                  <a:lnTo>
                    <a:pt x="1522476" y="356616"/>
                  </a:lnTo>
                  <a:lnTo>
                    <a:pt x="1530096" y="356616"/>
                  </a:lnTo>
                  <a:lnTo>
                    <a:pt x="1533144" y="353568"/>
                  </a:lnTo>
                  <a:lnTo>
                    <a:pt x="1533144" y="304800"/>
                  </a:lnTo>
                  <a:close/>
                </a:path>
                <a:path w="2184400" h="4994275">
                  <a:moveTo>
                    <a:pt x="1533144" y="222504"/>
                  </a:moveTo>
                  <a:lnTo>
                    <a:pt x="1530096" y="219456"/>
                  </a:lnTo>
                  <a:lnTo>
                    <a:pt x="1522476" y="219456"/>
                  </a:lnTo>
                  <a:lnTo>
                    <a:pt x="1519428" y="222504"/>
                  </a:lnTo>
                  <a:lnTo>
                    <a:pt x="1519428" y="271272"/>
                  </a:lnTo>
                  <a:lnTo>
                    <a:pt x="1522476" y="274320"/>
                  </a:lnTo>
                  <a:lnTo>
                    <a:pt x="1530096" y="274320"/>
                  </a:lnTo>
                  <a:lnTo>
                    <a:pt x="1533144" y="271272"/>
                  </a:lnTo>
                  <a:lnTo>
                    <a:pt x="1533144" y="222504"/>
                  </a:lnTo>
                  <a:close/>
                </a:path>
                <a:path w="2184400" h="4994275">
                  <a:moveTo>
                    <a:pt x="1533144" y="138684"/>
                  </a:moveTo>
                  <a:lnTo>
                    <a:pt x="1530096" y="135636"/>
                  </a:lnTo>
                  <a:lnTo>
                    <a:pt x="1522476" y="135636"/>
                  </a:lnTo>
                  <a:lnTo>
                    <a:pt x="1519428" y="138684"/>
                  </a:lnTo>
                  <a:lnTo>
                    <a:pt x="1519428" y="187452"/>
                  </a:lnTo>
                  <a:lnTo>
                    <a:pt x="1522476" y="192024"/>
                  </a:lnTo>
                  <a:lnTo>
                    <a:pt x="1530096" y="192024"/>
                  </a:lnTo>
                  <a:lnTo>
                    <a:pt x="1533144" y="187452"/>
                  </a:lnTo>
                  <a:lnTo>
                    <a:pt x="1533144" y="138684"/>
                  </a:lnTo>
                  <a:close/>
                </a:path>
                <a:path w="2184400" h="4994275">
                  <a:moveTo>
                    <a:pt x="1749552" y="4940808"/>
                  </a:moveTo>
                  <a:lnTo>
                    <a:pt x="1746504" y="4937760"/>
                  </a:lnTo>
                  <a:lnTo>
                    <a:pt x="1738884" y="4937760"/>
                  </a:lnTo>
                  <a:lnTo>
                    <a:pt x="1735836" y="4940808"/>
                  </a:lnTo>
                  <a:lnTo>
                    <a:pt x="1735836" y="4989576"/>
                  </a:lnTo>
                  <a:lnTo>
                    <a:pt x="1738884" y="4994148"/>
                  </a:lnTo>
                  <a:lnTo>
                    <a:pt x="1746504" y="4994148"/>
                  </a:lnTo>
                  <a:lnTo>
                    <a:pt x="1749552" y="4989576"/>
                  </a:lnTo>
                  <a:lnTo>
                    <a:pt x="1749552" y="4940808"/>
                  </a:lnTo>
                  <a:close/>
                </a:path>
                <a:path w="2184400" h="4994275">
                  <a:moveTo>
                    <a:pt x="1749552" y="4858512"/>
                  </a:moveTo>
                  <a:lnTo>
                    <a:pt x="1746504" y="4855464"/>
                  </a:lnTo>
                  <a:lnTo>
                    <a:pt x="1738884" y="4855464"/>
                  </a:lnTo>
                  <a:lnTo>
                    <a:pt x="1735836" y="4858512"/>
                  </a:lnTo>
                  <a:lnTo>
                    <a:pt x="1735836" y="4907280"/>
                  </a:lnTo>
                  <a:lnTo>
                    <a:pt x="1738884" y="4910328"/>
                  </a:lnTo>
                  <a:lnTo>
                    <a:pt x="1746504" y="4910328"/>
                  </a:lnTo>
                  <a:lnTo>
                    <a:pt x="1749552" y="4907280"/>
                  </a:lnTo>
                  <a:lnTo>
                    <a:pt x="1749552" y="4858512"/>
                  </a:lnTo>
                  <a:close/>
                </a:path>
                <a:path w="2184400" h="4994275">
                  <a:moveTo>
                    <a:pt x="1749552" y="4776216"/>
                  </a:moveTo>
                  <a:lnTo>
                    <a:pt x="1746504" y="4773168"/>
                  </a:lnTo>
                  <a:lnTo>
                    <a:pt x="1738884" y="4773168"/>
                  </a:lnTo>
                  <a:lnTo>
                    <a:pt x="1735836" y="4776216"/>
                  </a:lnTo>
                  <a:lnTo>
                    <a:pt x="1735836" y="4824984"/>
                  </a:lnTo>
                  <a:lnTo>
                    <a:pt x="1738884" y="4828032"/>
                  </a:lnTo>
                  <a:lnTo>
                    <a:pt x="1746504" y="4828032"/>
                  </a:lnTo>
                  <a:lnTo>
                    <a:pt x="1749552" y="4824984"/>
                  </a:lnTo>
                  <a:lnTo>
                    <a:pt x="1749552" y="4776216"/>
                  </a:lnTo>
                  <a:close/>
                </a:path>
                <a:path w="2184400" h="4994275">
                  <a:moveTo>
                    <a:pt x="1749552" y="4692396"/>
                  </a:moveTo>
                  <a:lnTo>
                    <a:pt x="1746504" y="4689348"/>
                  </a:lnTo>
                  <a:lnTo>
                    <a:pt x="1738884" y="4689348"/>
                  </a:lnTo>
                  <a:lnTo>
                    <a:pt x="1735836" y="4692396"/>
                  </a:lnTo>
                  <a:lnTo>
                    <a:pt x="1735836" y="4742688"/>
                  </a:lnTo>
                  <a:lnTo>
                    <a:pt x="1738884" y="4745736"/>
                  </a:lnTo>
                  <a:lnTo>
                    <a:pt x="1746504" y="4745736"/>
                  </a:lnTo>
                  <a:lnTo>
                    <a:pt x="1749552" y="4742688"/>
                  </a:lnTo>
                  <a:lnTo>
                    <a:pt x="1749552" y="4692396"/>
                  </a:lnTo>
                  <a:close/>
                </a:path>
                <a:path w="2184400" h="4994275">
                  <a:moveTo>
                    <a:pt x="1749552" y="4610100"/>
                  </a:moveTo>
                  <a:lnTo>
                    <a:pt x="1746504" y="4607052"/>
                  </a:lnTo>
                  <a:lnTo>
                    <a:pt x="1738884" y="4607052"/>
                  </a:lnTo>
                  <a:lnTo>
                    <a:pt x="1735836" y="4610100"/>
                  </a:lnTo>
                  <a:lnTo>
                    <a:pt x="1735836" y="4658868"/>
                  </a:lnTo>
                  <a:lnTo>
                    <a:pt x="1738884" y="4661916"/>
                  </a:lnTo>
                  <a:lnTo>
                    <a:pt x="1746504" y="4661916"/>
                  </a:lnTo>
                  <a:lnTo>
                    <a:pt x="1749552" y="4658868"/>
                  </a:lnTo>
                  <a:lnTo>
                    <a:pt x="1749552" y="4610100"/>
                  </a:lnTo>
                  <a:close/>
                </a:path>
                <a:path w="2184400" h="4994275">
                  <a:moveTo>
                    <a:pt x="1749552" y="4527804"/>
                  </a:moveTo>
                  <a:lnTo>
                    <a:pt x="1746504" y="4524756"/>
                  </a:lnTo>
                  <a:lnTo>
                    <a:pt x="1738884" y="4524756"/>
                  </a:lnTo>
                  <a:lnTo>
                    <a:pt x="1735836" y="4527804"/>
                  </a:lnTo>
                  <a:lnTo>
                    <a:pt x="1735836" y="4576572"/>
                  </a:lnTo>
                  <a:lnTo>
                    <a:pt x="1738884" y="4579620"/>
                  </a:lnTo>
                  <a:lnTo>
                    <a:pt x="1746504" y="4579620"/>
                  </a:lnTo>
                  <a:lnTo>
                    <a:pt x="1749552" y="4576572"/>
                  </a:lnTo>
                  <a:lnTo>
                    <a:pt x="1749552" y="4527804"/>
                  </a:lnTo>
                  <a:close/>
                </a:path>
                <a:path w="2184400" h="4994275">
                  <a:moveTo>
                    <a:pt x="1749552" y="4443984"/>
                  </a:moveTo>
                  <a:lnTo>
                    <a:pt x="1746504" y="4440936"/>
                  </a:lnTo>
                  <a:lnTo>
                    <a:pt x="1738884" y="4440936"/>
                  </a:lnTo>
                  <a:lnTo>
                    <a:pt x="1735836" y="4443984"/>
                  </a:lnTo>
                  <a:lnTo>
                    <a:pt x="1735836" y="4494276"/>
                  </a:lnTo>
                  <a:lnTo>
                    <a:pt x="1738884" y="4497324"/>
                  </a:lnTo>
                  <a:lnTo>
                    <a:pt x="1746504" y="4497324"/>
                  </a:lnTo>
                  <a:lnTo>
                    <a:pt x="1749552" y="4494276"/>
                  </a:lnTo>
                  <a:lnTo>
                    <a:pt x="1749552" y="4443984"/>
                  </a:lnTo>
                  <a:close/>
                </a:path>
                <a:path w="2184400" h="4994275">
                  <a:moveTo>
                    <a:pt x="1749552" y="4361688"/>
                  </a:moveTo>
                  <a:lnTo>
                    <a:pt x="1746504" y="4358640"/>
                  </a:lnTo>
                  <a:lnTo>
                    <a:pt x="1738884" y="4358640"/>
                  </a:lnTo>
                  <a:lnTo>
                    <a:pt x="1735836" y="4361688"/>
                  </a:lnTo>
                  <a:lnTo>
                    <a:pt x="1735836" y="4410456"/>
                  </a:lnTo>
                  <a:lnTo>
                    <a:pt x="1738884" y="4413504"/>
                  </a:lnTo>
                  <a:lnTo>
                    <a:pt x="1746504" y="4413504"/>
                  </a:lnTo>
                  <a:lnTo>
                    <a:pt x="1749552" y="4410456"/>
                  </a:lnTo>
                  <a:lnTo>
                    <a:pt x="1749552" y="4361688"/>
                  </a:lnTo>
                  <a:close/>
                </a:path>
                <a:path w="2184400" h="4994275">
                  <a:moveTo>
                    <a:pt x="1749552" y="4279392"/>
                  </a:moveTo>
                  <a:lnTo>
                    <a:pt x="1746504" y="4276344"/>
                  </a:lnTo>
                  <a:lnTo>
                    <a:pt x="1738884" y="4276344"/>
                  </a:lnTo>
                  <a:lnTo>
                    <a:pt x="1735836" y="4279392"/>
                  </a:lnTo>
                  <a:lnTo>
                    <a:pt x="1735836" y="4328160"/>
                  </a:lnTo>
                  <a:lnTo>
                    <a:pt x="1738884" y="4331208"/>
                  </a:lnTo>
                  <a:lnTo>
                    <a:pt x="1746504" y="4331208"/>
                  </a:lnTo>
                  <a:lnTo>
                    <a:pt x="1749552" y="4328160"/>
                  </a:lnTo>
                  <a:lnTo>
                    <a:pt x="1749552" y="4279392"/>
                  </a:lnTo>
                  <a:close/>
                </a:path>
                <a:path w="2184400" h="4994275">
                  <a:moveTo>
                    <a:pt x="1749552" y="4195572"/>
                  </a:moveTo>
                  <a:lnTo>
                    <a:pt x="1746504" y="4192524"/>
                  </a:lnTo>
                  <a:lnTo>
                    <a:pt x="1738884" y="4192524"/>
                  </a:lnTo>
                  <a:lnTo>
                    <a:pt x="1735836" y="4195572"/>
                  </a:lnTo>
                  <a:lnTo>
                    <a:pt x="1735836" y="4245864"/>
                  </a:lnTo>
                  <a:lnTo>
                    <a:pt x="1738884" y="4248912"/>
                  </a:lnTo>
                  <a:lnTo>
                    <a:pt x="1746504" y="4248912"/>
                  </a:lnTo>
                  <a:lnTo>
                    <a:pt x="1749552" y="4245864"/>
                  </a:lnTo>
                  <a:lnTo>
                    <a:pt x="1749552" y="4195572"/>
                  </a:lnTo>
                  <a:close/>
                </a:path>
                <a:path w="2184400" h="4994275">
                  <a:moveTo>
                    <a:pt x="1749552" y="4113276"/>
                  </a:moveTo>
                  <a:lnTo>
                    <a:pt x="1746504" y="4110228"/>
                  </a:lnTo>
                  <a:lnTo>
                    <a:pt x="1738884" y="4110228"/>
                  </a:lnTo>
                  <a:lnTo>
                    <a:pt x="1735836" y="4113276"/>
                  </a:lnTo>
                  <a:lnTo>
                    <a:pt x="1735836" y="4162044"/>
                  </a:lnTo>
                  <a:lnTo>
                    <a:pt x="1738884" y="4165092"/>
                  </a:lnTo>
                  <a:lnTo>
                    <a:pt x="1746504" y="4165092"/>
                  </a:lnTo>
                  <a:lnTo>
                    <a:pt x="1749552" y="4162044"/>
                  </a:lnTo>
                  <a:lnTo>
                    <a:pt x="1749552" y="4113276"/>
                  </a:lnTo>
                  <a:close/>
                </a:path>
                <a:path w="2184400" h="4994275">
                  <a:moveTo>
                    <a:pt x="1749552" y="4030980"/>
                  </a:moveTo>
                  <a:lnTo>
                    <a:pt x="1746504" y="4027932"/>
                  </a:lnTo>
                  <a:lnTo>
                    <a:pt x="1738884" y="4027932"/>
                  </a:lnTo>
                  <a:lnTo>
                    <a:pt x="1735836" y="4030980"/>
                  </a:lnTo>
                  <a:lnTo>
                    <a:pt x="1735836" y="4079748"/>
                  </a:lnTo>
                  <a:lnTo>
                    <a:pt x="1738884" y="4082796"/>
                  </a:lnTo>
                  <a:lnTo>
                    <a:pt x="1746504" y="4082796"/>
                  </a:lnTo>
                  <a:lnTo>
                    <a:pt x="1749552" y="4079748"/>
                  </a:lnTo>
                  <a:lnTo>
                    <a:pt x="1749552" y="4030980"/>
                  </a:lnTo>
                  <a:close/>
                </a:path>
                <a:path w="2184400" h="4994275">
                  <a:moveTo>
                    <a:pt x="1749552" y="3947160"/>
                  </a:moveTo>
                  <a:lnTo>
                    <a:pt x="1746504" y="3944112"/>
                  </a:lnTo>
                  <a:lnTo>
                    <a:pt x="1738884" y="3944112"/>
                  </a:lnTo>
                  <a:lnTo>
                    <a:pt x="1735836" y="3947160"/>
                  </a:lnTo>
                  <a:lnTo>
                    <a:pt x="1735836" y="3997452"/>
                  </a:lnTo>
                  <a:lnTo>
                    <a:pt x="1738884" y="4000500"/>
                  </a:lnTo>
                  <a:lnTo>
                    <a:pt x="1746504" y="4000500"/>
                  </a:lnTo>
                  <a:lnTo>
                    <a:pt x="1749552" y="3997452"/>
                  </a:lnTo>
                  <a:lnTo>
                    <a:pt x="1749552" y="3947160"/>
                  </a:lnTo>
                  <a:close/>
                </a:path>
                <a:path w="2184400" h="4994275">
                  <a:moveTo>
                    <a:pt x="1749552" y="3864864"/>
                  </a:moveTo>
                  <a:lnTo>
                    <a:pt x="1746504" y="3861816"/>
                  </a:lnTo>
                  <a:lnTo>
                    <a:pt x="1738884" y="3861816"/>
                  </a:lnTo>
                  <a:lnTo>
                    <a:pt x="1735836" y="3864864"/>
                  </a:lnTo>
                  <a:lnTo>
                    <a:pt x="1735836" y="3913632"/>
                  </a:lnTo>
                  <a:lnTo>
                    <a:pt x="1738884" y="3916680"/>
                  </a:lnTo>
                  <a:lnTo>
                    <a:pt x="1746504" y="3916680"/>
                  </a:lnTo>
                  <a:lnTo>
                    <a:pt x="1749552" y="3913632"/>
                  </a:lnTo>
                  <a:lnTo>
                    <a:pt x="1749552" y="3864864"/>
                  </a:lnTo>
                  <a:close/>
                </a:path>
                <a:path w="2184400" h="4994275">
                  <a:moveTo>
                    <a:pt x="1749552" y="3782568"/>
                  </a:moveTo>
                  <a:lnTo>
                    <a:pt x="1746504" y="3779520"/>
                  </a:lnTo>
                  <a:lnTo>
                    <a:pt x="1738884" y="3779520"/>
                  </a:lnTo>
                  <a:lnTo>
                    <a:pt x="1735836" y="3782568"/>
                  </a:lnTo>
                  <a:lnTo>
                    <a:pt x="1735836" y="3831336"/>
                  </a:lnTo>
                  <a:lnTo>
                    <a:pt x="1738884" y="3834384"/>
                  </a:lnTo>
                  <a:lnTo>
                    <a:pt x="1746504" y="3834384"/>
                  </a:lnTo>
                  <a:lnTo>
                    <a:pt x="1749552" y="3831336"/>
                  </a:lnTo>
                  <a:lnTo>
                    <a:pt x="1749552" y="3782568"/>
                  </a:lnTo>
                  <a:close/>
                </a:path>
                <a:path w="2184400" h="4994275">
                  <a:moveTo>
                    <a:pt x="1749552" y="3698748"/>
                  </a:moveTo>
                  <a:lnTo>
                    <a:pt x="1746504" y="3695700"/>
                  </a:lnTo>
                  <a:lnTo>
                    <a:pt x="1738884" y="3695700"/>
                  </a:lnTo>
                  <a:lnTo>
                    <a:pt x="1735836" y="3698748"/>
                  </a:lnTo>
                  <a:lnTo>
                    <a:pt x="1735836" y="3749040"/>
                  </a:lnTo>
                  <a:lnTo>
                    <a:pt x="1738884" y="3752088"/>
                  </a:lnTo>
                  <a:lnTo>
                    <a:pt x="1746504" y="3752088"/>
                  </a:lnTo>
                  <a:lnTo>
                    <a:pt x="1749552" y="3749040"/>
                  </a:lnTo>
                  <a:lnTo>
                    <a:pt x="1749552" y="3698748"/>
                  </a:lnTo>
                  <a:close/>
                </a:path>
                <a:path w="2184400" h="4994275">
                  <a:moveTo>
                    <a:pt x="1749552" y="3616452"/>
                  </a:moveTo>
                  <a:lnTo>
                    <a:pt x="1746504" y="3613404"/>
                  </a:lnTo>
                  <a:lnTo>
                    <a:pt x="1738884" y="3613404"/>
                  </a:lnTo>
                  <a:lnTo>
                    <a:pt x="1735836" y="3616452"/>
                  </a:lnTo>
                  <a:lnTo>
                    <a:pt x="1735836" y="3665220"/>
                  </a:lnTo>
                  <a:lnTo>
                    <a:pt x="1738884" y="3668268"/>
                  </a:lnTo>
                  <a:lnTo>
                    <a:pt x="1746504" y="3668268"/>
                  </a:lnTo>
                  <a:lnTo>
                    <a:pt x="1749552" y="3665220"/>
                  </a:lnTo>
                  <a:lnTo>
                    <a:pt x="1749552" y="3616452"/>
                  </a:lnTo>
                  <a:close/>
                </a:path>
                <a:path w="2184400" h="4994275">
                  <a:moveTo>
                    <a:pt x="1749552" y="3534156"/>
                  </a:moveTo>
                  <a:lnTo>
                    <a:pt x="1746504" y="3531108"/>
                  </a:lnTo>
                  <a:lnTo>
                    <a:pt x="1738884" y="3531108"/>
                  </a:lnTo>
                  <a:lnTo>
                    <a:pt x="1735836" y="3534156"/>
                  </a:lnTo>
                  <a:lnTo>
                    <a:pt x="1735836" y="3582924"/>
                  </a:lnTo>
                  <a:lnTo>
                    <a:pt x="1738884" y="3585972"/>
                  </a:lnTo>
                  <a:lnTo>
                    <a:pt x="1746504" y="3585972"/>
                  </a:lnTo>
                  <a:lnTo>
                    <a:pt x="1749552" y="3582924"/>
                  </a:lnTo>
                  <a:lnTo>
                    <a:pt x="1749552" y="3534156"/>
                  </a:lnTo>
                  <a:close/>
                </a:path>
                <a:path w="2184400" h="4994275">
                  <a:moveTo>
                    <a:pt x="1749552" y="3450336"/>
                  </a:moveTo>
                  <a:lnTo>
                    <a:pt x="1746504" y="3447288"/>
                  </a:lnTo>
                  <a:lnTo>
                    <a:pt x="1738884" y="3447288"/>
                  </a:lnTo>
                  <a:lnTo>
                    <a:pt x="1735836" y="3450336"/>
                  </a:lnTo>
                  <a:lnTo>
                    <a:pt x="1735836" y="3500628"/>
                  </a:lnTo>
                  <a:lnTo>
                    <a:pt x="1738884" y="3503676"/>
                  </a:lnTo>
                  <a:lnTo>
                    <a:pt x="1746504" y="3503676"/>
                  </a:lnTo>
                  <a:lnTo>
                    <a:pt x="1749552" y="3500628"/>
                  </a:lnTo>
                  <a:lnTo>
                    <a:pt x="1749552" y="3450336"/>
                  </a:lnTo>
                  <a:close/>
                </a:path>
                <a:path w="2184400" h="4994275">
                  <a:moveTo>
                    <a:pt x="1749552" y="3368040"/>
                  </a:moveTo>
                  <a:lnTo>
                    <a:pt x="1746504" y="3364992"/>
                  </a:lnTo>
                  <a:lnTo>
                    <a:pt x="1738884" y="3364992"/>
                  </a:lnTo>
                  <a:lnTo>
                    <a:pt x="1735836" y="3368040"/>
                  </a:lnTo>
                  <a:lnTo>
                    <a:pt x="1735836" y="3416808"/>
                  </a:lnTo>
                  <a:lnTo>
                    <a:pt x="1738884" y="3419856"/>
                  </a:lnTo>
                  <a:lnTo>
                    <a:pt x="1746504" y="3419856"/>
                  </a:lnTo>
                  <a:lnTo>
                    <a:pt x="1749552" y="3416808"/>
                  </a:lnTo>
                  <a:lnTo>
                    <a:pt x="1749552" y="3368040"/>
                  </a:lnTo>
                  <a:close/>
                </a:path>
                <a:path w="2184400" h="4994275">
                  <a:moveTo>
                    <a:pt x="1749552" y="3285744"/>
                  </a:moveTo>
                  <a:lnTo>
                    <a:pt x="1746504" y="3282696"/>
                  </a:lnTo>
                  <a:lnTo>
                    <a:pt x="1738884" y="3282696"/>
                  </a:lnTo>
                  <a:lnTo>
                    <a:pt x="1735836" y="3285744"/>
                  </a:lnTo>
                  <a:lnTo>
                    <a:pt x="1735836" y="3334512"/>
                  </a:lnTo>
                  <a:lnTo>
                    <a:pt x="1738884" y="3337560"/>
                  </a:lnTo>
                  <a:lnTo>
                    <a:pt x="1746504" y="3337560"/>
                  </a:lnTo>
                  <a:lnTo>
                    <a:pt x="1749552" y="3334512"/>
                  </a:lnTo>
                  <a:lnTo>
                    <a:pt x="1749552" y="3285744"/>
                  </a:lnTo>
                  <a:close/>
                </a:path>
                <a:path w="2184400" h="4994275">
                  <a:moveTo>
                    <a:pt x="1749552" y="3201924"/>
                  </a:moveTo>
                  <a:lnTo>
                    <a:pt x="1746504" y="3198876"/>
                  </a:lnTo>
                  <a:lnTo>
                    <a:pt x="1738884" y="3198876"/>
                  </a:lnTo>
                  <a:lnTo>
                    <a:pt x="1735836" y="3201924"/>
                  </a:lnTo>
                  <a:lnTo>
                    <a:pt x="1735836" y="3252216"/>
                  </a:lnTo>
                  <a:lnTo>
                    <a:pt x="1738884" y="3255264"/>
                  </a:lnTo>
                  <a:lnTo>
                    <a:pt x="1746504" y="3255264"/>
                  </a:lnTo>
                  <a:lnTo>
                    <a:pt x="1749552" y="3252216"/>
                  </a:lnTo>
                  <a:lnTo>
                    <a:pt x="1749552" y="3201924"/>
                  </a:lnTo>
                  <a:close/>
                </a:path>
                <a:path w="2184400" h="4994275">
                  <a:moveTo>
                    <a:pt x="1749552" y="3119628"/>
                  </a:moveTo>
                  <a:lnTo>
                    <a:pt x="1746504" y="3116580"/>
                  </a:lnTo>
                  <a:lnTo>
                    <a:pt x="1738884" y="3116580"/>
                  </a:lnTo>
                  <a:lnTo>
                    <a:pt x="1735836" y="3119628"/>
                  </a:lnTo>
                  <a:lnTo>
                    <a:pt x="1735836" y="3168396"/>
                  </a:lnTo>
                  <a:lnTo>
                    <a:pt x="1738884" y="3171444"/>
                  </a:lnTo>
                  <a:lnTo>
                    <a:pt x="1746504" y="3171444"/>
                  </a:lnTo>
                  <a:lnTo>
                    <a:pt x="1749552" y="3168396"/>
                  </a:lnTo>
                  <a:lnTo>
                    <a:pt x="1749552" y="3119628"/>
                  </a:lnTo>
                  <a:close/>
                </a:path>
                <a:path w="2184400" h="4994275">
                  <a:moveTo>
                    <a:pt x="1749552" y="3037332"/>
                  </a:moveTo>
                  <a:lnTo>
                    <a:pt x="1746504" y="3034284"/>
                  </a:lnTo>
                  <a:lnTo>
                    <a:pt x="1738884" y="3034284"/>
                  </a:lnTo>
                  <a:lnTo>
                    <a:pt x="1735836" y="3037332"/>
                  </a:lnTo>
                  <a:lnTo>
                    <a:pt x="1735836" y="3086100"/>
                  </a:lnTo>
                  <a:lnTo>
                    <a:pt x="1738884" y="3089148"/>
                  </a:lnTo>
                  <a:lnTo>
                    <a:pt x="1746504" y="3089148"/>
                  </a:lnTo>
                  <a:lnTo>
                    <a:pt x="1749552" y="3086100"/>
                  </a:lnTo>
                  <a:lnTo>
                    <a:pt x="1749552" y="3037332"/>
                  </a:lnTo>
                  <a:close/>
                </a:path>
                <a:path w="2184400" h="4994275">
                  <a:moveTo>
                    <a:pt x="1749552" y="2953512"/>
                  </a:moveTo>
                  <a:lnTo>
                    <a:pt x="1746504" y="2950464"/>
                  </a:lnTo>
                  <a:lnTo>
                    <a:pt x="1738884" y="2950464"/>
                  </a:lnTo>
                  <a:lnTo>
                    <a:pt x="1735836" y="2953512"/>
                  </a:lnTo>
                  <a:lnTo>
                    <a:pt x="1735836" y="3003804"/>
                  </a:lnTo>
                  <a:lnTo>
                    <a:pt x="1738884" y="3006852"/>
                  </a:lnTo>
                  <a:lnTo>
                    <a:pt x="1746504" y="3006852"/>
                  </a:lnTo>
                  <a:lnTo>
                    <a:pt x="1749552" y="3003804"/>
                  </a:lnTo>
                  <a:lnTo>
                    <a:pt x="1749552" y="2953512"/>
                  </a:lnTo>
                  <a:close/>
                </a:path>
                <a:path w="2184400" h="4994275">
                  <a:moveTo>
                    <a:pt x="1749552" y="2871216"/>
                  </a:moveTo>
                  <a:lnTo>
                    <a:pt x="1746504" y="2868168"/>
                  </a:lnTo>
                  <a:lnTo>
                    <a:pt x="1738884" y="2868168"/>
                  </a:lnTo>
                  <a:lnTo>
                    <a:pt x="1735836" y="2871216"/>
                  </a:lnTo>
                  <a:lnTo>
                    <a:pt x="1735836" y="2919984"/>
                  </a:lnTo>
                  <a:lnTo>
                    <a:pt x="1738884" y="2923032"/>
                  </a:lnTo>
                  <a:lnTo>
                    <a:pt x="1746504" y="2923032"/>
                  </a:lnTo>
                  <a:lnTo>
                    <a:pt x="1749552" y="2919984"/>
                  </a:lnTo>
                  <a:lnTo>
                    <a:pt x="1749552" y="2871216"/>
                  </a:lnTo>
                  <a:close/>
                </a:path>
                <a:path w="2184400" h="4994275">
                  <a:moveTo>
                    <a:pt x="1749552" y="2788920"/>
                  </a:moveTo>
                  <a:lnTo>
                    <a:pt x="1746504" y="2785872"/>
                  </a:lnTo>
                  <a:lnTo>
                    <a:pt x="1738884" y="2785872"/>
                  </a:lnTo>
                  <a:lnTo>
                    <a:pt x="1735836" y="2788920"/>
                  </a:lnTo>
                  <a:lnTo>
                    <a:pt x="1735836" y="2837688"/>
                  </a:lnTo>
                  <a:lnTo>
                    <a:pt x="1738884" y="2840736"/>
                  </a:lnTo>
                  <a:lnTo>
                    <a:pt x="1746504" y="2840736"/>
                  </a:lnTo>
                  <a:lnTo>
                    <a:pt x="1749552" y="2837688"/>
                  </a:lnTo>
                  <a:lnTo>
                    <a:pt x="1749552" y="2788920"/>
                  </a:lnTo>
                  <a:close/>
                </a:path>
                <a:path w="2184400" h="4994275">
                  <a:moveTo>
                    <a:pt x="1749552" y="2705100"/>
                  </a:moveTo>
                  <a:lnTo>
                    <a:pt x="1746504" y="2702052"/>
                  </a:lnTo>
                  <a:lnTo>
                    <a:pt x="1738884" y="2702052"/>
                  </a:lnTo>
                  <a:lnTo>
                    <a:pt x="1735836" y="2705100"/>
                  </a:lnTo>
                  <a:lnTo>
                    <a:pt x="1735836" y="2755392"/>
                  </a:lnTo>
                  <a:lnTo>
                    <a:pt x="1738884" y="2758440"/>
                  </a:lnTo>
                  <a:lnTo>
                    <a:pt x="1746504" y="2758440"/>
                  </a:lnTo>
                  <a:lnTo>
                    <a:pt x="1749552" y="2755392"/>
                  </a:lnTo>
                  <a:lnTo>
                    <a:pt x="1749552" y="2705100"/>
                  </a:lnTo>
                  <a:close/>
                </a:path>
                <a:path w="2184400" h="4994275">
                  <a:moveTo>
                    <a:pt x="1749552" y="2622804"/>
                  </a:moveTo>
                  <a:lnTo>
                    <a:pt x="1746504" y="2619756"/>
                  </a:lnTo>
                  <a:lnTo>
                    <a:pt x="1738884" y="2619756"/>
                  </a:lnTo>
                  <a:lnTo>
                    <a:pt x="1735836" y="2622804"/>
                  </a:lnTo>
                  <a:lnTo>
                    <a:pt x="1735836" y="2671572"/>
                  </a:lnTo>
                  <a:lnTo>
                    <a:pt x="1738884" y="2674620"/>
                  </a:lnTo>
                  <a:lnTo>
                    <a:pt x="1746504" y="2674620"/>
                  </a:lnTo>
                  <a:lnTo>
                    <a:pt x="1749552" y="2671572"/>
                  </a:lnTo>
                  <a:lnTo>
                    <a:pt x="1749552" y="2622804"/>
                  </a:lnTo>
                  <a:close/>
                </a:path>
                <a:path w="2184400" h="4994275">
                  <a:moveTo>
                    <a:pt x="1749552" y="2540508"/>
                  </a:moveTo>
                  <a:lnTo>
                    <a:pt x="1746504" y="2537460"/>
                  </a:lnTo>
                  <a:lnTo>
                    <a:pt x="1738884" y="2537460"/>
                  </a:lnTo>
                  <a:lnTo>
                    <a:pt x="1735836" y="2540508"/>
                  </a:lnTo>
                  <a:lnTo>
                    <a:pt x="1735836" y="2589276"/>
                  </a:lnTo>
                  <a:lnTo>
                    <a:pt x="1738884" y="2592324"/>
                  </a:lnTo>
                  <a:lnTo>
                    <a:pt x="1746504" y="2592324"/>
                  </a:lnTo>
                  <a:lnTo>
                    <a:pt x="1749552" y="2589276"/>
                  </a:lnTo>
                  <a:lnTo>
                    <a:pt x="1749552" y="2540508"/>
                  </a:lnTo>
                  <a:close/>
                </a:path>
                <a:path w="2184400" h="4994275">
                  <a:moveTo>
                    <a:pt x="1749552" y="2456688"/>
                  </a:moveTo>
                  <a:lnTo>
                    <a:pt x="1746504" y="2453640"/>
                  </a:lnTo>
                  <a:lnTo>
                    <a:pt x="1738884" y="2453640"/>
                  </a:lnTo>
                  <a:lnTo>
                    <a:pt x="1735836" y="2456688"/>
                  </a:lnTo>
                  <a:lnTo>
                    <a:pt x="1735836" y="2506980"/>
                  </a:lnTo>
                  <a:lnTo>
                    <a:pt x="1738884" y="2510028"/>
                  </a:lnTo>
                  <a:lnTo>
                    <a:pt x="1746504" y="2510028"/>
                  </a:lnTo>
                  <a:lnTo>
                    <a:pt x="1749552" y="2506980"/>
                  </a:lnTo>
                  <a:lnTo>
                    <a:pt x="1749552" y="2456688"/>
                  </a:lnTo>
                  <a:close/>
                </a:path>
                <a:path w="2184400" h="4994275">
                  <a:moveTo>
                    <a:pt x="1749552" y="2374392"/>
                  </a:moveTo>
                  <a:lnTo>
                    <a:pt x="1746504" y="2371344"/>
                  </a:lnTo>
                  <a:lnTo>
                    <a:pt x="1738884" y="2371344"/>
                  </a:lnTo>
                  <a:lnTo>
                    <a:pt x="1735836" y="2374392"/>
                  </a:lnTo>
                  <a:lnTo>
                    <a:pt x="1735836" y="2423160"/>
                  </a:lnTo>
                  <a:lnTo>
                    <a:pt x="1738884" y="2426208"/>
                  </a:lnTo>
                  <a:lnTo>
                    <a:pt x="1746504" y="2426208"/>
                  </a:lnTo>
                  <a:lnTo>
                    <a:pt x="1749552" y="2423160"/>
                  </a:lnTo>
                  <a:lnTo>
                    <a:pt x="1749552" y="2374392"/>
                  </a:lnTo>
                  <a:close/>
                </a:path>
                <a:path w="2184400" h="4994275">
                  <a:moveTo>
                    <a:pt x="1749552" y="2292096"/>
                  </a:moveTo>
                  <a:lnTo>
                    <a:pt x="1746504" y="2289048"/>
                  </a:lnTo>
                  <a:lnTo>
                    <a:pt x="1738884" y="2289048"/>
                  </a:lnTo>
                  <a:lnTo>
                    <a:pt x="1735836" y="2292096"/>
                  </a:lnTo>
                  <a:lnTo>
                    <a:pt x="1735836" y="2340864"/>
                  </a:lnTo>
                  <a:lnTo>
                    <a:pt x="1738884" y="2343912"/>
                  </a:lnTo>
                  <a:lnTo>
                    <a:pt x="1746504" y="2343912"/>
                  </a:lnTo>
                  <a:lnTo>
                    <a:pt x="1749552" y="2340864"/>
                  </a:lnTo>
                  <a:lnTo>
                    <a:pt x="1749552" y="2292096"/>
                  </a:lnTo>
                  <a:close/>
                </a:path>
                <a:path w="2184400" h="4994275">
                  <a:moveTo>
                    <a:pt x="1749552" y="2209800"/>
                  </a:moveTo>
                  <a:lnTo>
                    <a:pt x="1746504" y="2205228"/>
                  </a:lnTo>
                  <a:lnTo>
                    <a:pt x="1738884" y="2205228"/>
                  </a:lnTo>
                  <a:lnTo>
                    <a:pt x="1735836" y="2209800"/>
                  </a:lnTo>
                  <a:lnTo>
                    <a:pt x="1735836" y="2258568"/>
                  </a:lnTo>
                  <a:lnTo>
                    <a:pt x="1738884" y="2261616"/>
                  </a:lnTo>
                  <a:lnTo>
                    <a:pt x="1746504" y="2261616"/>
                  </a:lnTo>
                  <a:lnTo>
                    <a:pt x="1749552" y="2258568"/>
                  </a:lnTo>
                  <a:lnTo>
                    <a:pt x="1749552" y="2209800"/>
                  </a:lnTo>
                  <a:close/>
                </a:path>
                <a:path w="2184400" h="4994275">
                  <a:moveTo>
                    <a:pt x="1749552" y="2125980"/>
                  </a:moveTo>
                  <a:lnTo>
                    <a:pt x="1746504" y="2122932"/>
                  </a:lnTo>
                  <a:lnTo>
                    <a:pt x="1738884" y="2122932"/>
                  </a:lnTo>
                  <a:lnTo>
                    <a:pt x="1735836" y="2125980"/>
                  </a:lnTo>
                  <a:lnTo>
                    <a:pt x="1735836" y="2174748"/>
                  </a:lnTo>
                  <a:lnTo>
                    <a:pt x="1738884" y="2177796"/>
                  </a:lnTo>
                  <a:lnTo>
                    <a:pt x="1746504" y="2177796"/>
                  </a:lnTo>
                  <a:lnTo>
                    <a:pt x="1749552" y="2174748"/>
                  </a:lnTo>
                  <a:lnTo>
                    <a:pt x="1749552" y="2125980"/>
                  </a:lnTo>
                  <a:close/>
                </a:path>
                <a:path w="2184400" h="4994275">
                  <a:moveTo>
                    <a:pt x="1749552" y="2043684"/>
                  </a:moveTo>
                  <a:lnTo>
                    <a:pt x="1746504" y="2040636"/>
                  </a:lnTo>
                  <a:lnTo>
                    <a:pt x="1738884" y="2040636"/>
                  </a:lnTo>
                  <a:lnTo>
                    <a:pt x="1735836" y="2043684"/>
                  </a:lnTo>
                  <a:lnTo>
                    <a:pt x="1735836" y="2092452"/>
                  </a:lnTo>
                  <a:lnTo>
                    <a:pt x="1738884" y="2095500"/>
                  </a:lnTo>
                  <a:lnTo>
                    <a:pt x="1746504" y="2095500"/>
                  </a:lnTo>
                  <a:lnTo>
                    <a:pt x="1749552" y="2092452"/>
                  </a:lnTo>
                  <a:lnTo>
                    <a:pt x="1749552" y="2043684"/>
                  </a:lnTo>
                  <a:close/>
                </a:path>
                <a:path w="2184400" h="4994275">
                  <a:moveTo>
                    <a:pt x="1749552" y="1961388"/>
                  </a:moveTo>
                  <a:lnTo>
                    <a:pt x="1746504" y="1956816"/>
                  </a:lnTo>
                  <a:lnTo>
                    <a:pt x="1738884" y="1956816"/>
                  </a:lnTo>
                  <a:lnTo>
                    <a:pt x="1735836" y="1961388"/>
                  </a:lnTo>
                  <a:lnTo>
                    <a:pt x="1735836" y="2010156"/>
                  </a:lnTo>
                  <a:lnTo>
                    <a:pt x="1738884" y="2013204"/>
                  </a:lnTo>
                  <a:lnTo>
                    <a:pt x="1746504" y="2013204"/>
                  </a:lnTo>
                  <a:lnTo>
                    <a:pt x="1749552" y="2010156"/>
                  </a:lnTo>
                  <a:lnTo>
                    <a:pt x="1749552" y="1961388"/>
                  </a:lnTo>
                  <a:close/>
                </a:path>
                <a:path w="2184400" h="4994275">
                  <a:moveTo>
                    <a:pt x="1749552" y="1877568"/>
                  </a:moveTo>
                  <a:lnTo>
                    <a:pt x="1746504" y="1874520"/>
                  </a:lnTo>
                  <a:lnTo>
                    <a:pt x="1738884" y="1874520"/>
                  </a:lnTo>
                  <a:lnTo>
                    <a:pt x="1735836" y="1877568"/>
                  </a:lnTo>
                  <a:lnTo>
                    <a:pt x="1735836" y="1926336"/>
                  </a:lnTo>
                  <a:lnTo>
                    <a:pt x="1738884" y="1929384"/>
                  </a:lnTo>
                  <a:lnTo>
                    <a:pt x="1746504" y="1929384"/>
                  </a:lnTo>
                  <a:lnTo>
                    <a:pt x="1749552" y="1926336"/>
                  </a:lnTo>
                  <a:lnTo>
                    <a:pt x="1749552" y="1877568"/>
                  </a:lnTo>
                  <a:close/>
                </a:path>
                <a:path w="2184400" h="4994275">
                  <a:moveTo>
                    <a:pt x="1749552" y="1795272"/>
                  </a:moveTo>
                  <a:lnTo>
                    <a:pt x="1746504" y="1792224"/>
                  </a:lnTo>
                  <a:lnTo>
                    <a:pt x="1738884" y="1792224"/>
                  </a:lnTo>
                  <a:lnTo>
                    <a:pt x="1735836" y="1795272"/>
                  </a:lnTo>
                  <a:lnTo>
                    <a:pt x="1735836" y="1844040"/>
                  </a:lnTo>
                  <a:lnTo>
                    <a:pt x="1738884" y="1847088"/>
                  </a:lnTo>
                  <a:lnTo>
                    <a:pt x="1746504" y="1847088"/>
                  </a:lnTo>
                  <a:lnTo>
                    <a:pt x="1749552" y="1844040"/>
                  </a:lnTo>
                  <a:lnTo>
                    <a:pt x="1749552" y="1795272"/>
                  </a:lnTo>
                  <a:close/>
                </a:path>
                <a:path w="2184400" h="4994275">
                  <a:moveTo>
                    <a:pt x="1749552" y="1712976"/>
                  </a:moveTo>
                  <a:lnTo>
                    <a:pt x="1746504" y="1709928"/>
                  </a:lnTo>
                  <a:lnTo>
                    <a:pt x="1738884" y="1709928"/>
                  </a:lnTo>
                  <a:lnTo>
                    <a:pt x="1735836" y="1712976"/>
                  </a:lnTo>
                  <a:lnTo>
                    <a:pt x="1735836" y="1761744"/>
                  </a:lnTo>
                  <a:lnTo>
                    <a:pt x="1738884" y="1764792"/>
                  </a:lnTo>
                  <a:lnTo>
                    <a:pt x="1746504" y="1764792"/>
                  </a:lnTo>
                  <a:lnTo>
                    <a:pt x="1749552" y="1761744"/>
                  </a:lnTo>
                  <a:lnTo>
                    <a:pt x="1749552" y="1712976"/>
                  </a:lnTo>
                  <a:close/>
                </a:path>
                <a:path w="2184400" h="4994275">
                  <a:moveTo>
                    <a:pt x="1749552" y="1629156"/>
                  </a:moveTo>
                  <a:lnTo>
                    <a:pt x="1746504" y="1626108"/>
                  </a:lnTo>
                  <a:lnTo>
                    <a:pt x="1738884" y="1626108"/>
                  </a:lnTo>
                  <a:lnTo>
                    <a:pt x="1735836" y="1629156"/>
                  </a:lnTo>
                  <a:lnTo>
                    <a:pt x="1735836" y="1677924"/>
                  </a:lnTo>
                  <a:lnTo>
                    <a:pt x="1738884" y="1680972"/>
                  </a:lnTo>
                  <a:lnTo>
                    <a:pt x="1746504" y="1680972"/>
                  </a:lnTo>
                  <a:lnTo>
                    <a:pt x="1749552" y="1677924"/>
                  </a:lnTo>
                  <a:lnTo>
                    <a:pt x="1749552" y="1629156"/>
                  </a:lnTo>
                  <a:close/>
                </a:path>
                <a:path w="2184400" h="4994275">
                  <a:moveTo>
                    <a:pt x="1749552" y="1546860"/>
                  </a:moveTo>
                  <a:lnTo>
                    <a:pt x="1746504" y="1543812"/>
                  </a:lnTo>
                  <a:lnTo>
                    <a:pt x="1738884" y="1543812"/>
                  </a:lnTo>
                  <a:lnTo>
                    <a:pt x="1735836" y="1546860"/>
                  </a:lnTo>
                  <a:lnTo>
                    <a:pt x="1735836" y="1595628"/>
                  </a:lnTo>
                  <a:lnTo>
                    <a:pt x="1738884" y="1598676"/>
                  </a:lnTo>
                  <a:lnTo>
                    <a:pt x="1746504" y="1598676"/>
                  </a:lnTo>
                  <a:lnTo>
                    <a:pt x="1749552" y="1595628"/>
                  </a:lnTo>
                  <a:lnTo>
                    <a:pt x="1749552" y="1546860"/>
                  </a:lnTo>
                  <a:close/>
                </a:path>
                <a:path w="2184400" h="4994275">
                  <a:moveTo>
                    <a:pt x="1749552" y="1464564"/>
                  </a:moveTo>
                  <a:lnTo>
                    <a:pt x="1746504" y="1461516"/>
                  </a:lnTo>
                  <a:lnTo>
                    <a:pt x="1738884" y="1461516"/>
                  </a:lnTo>
                  <a:lnTo>
                    <a:pt x="1735836" y="1464564"/>
                  </a:lnTo>
                  <a:lnTo>
                    <a:pt x="1735836" y="1513332"/>
                  </a:lnTo>
                  <a:lnTo>
                    <a:pt x="1738884" y="1516380"/>
                  </a:lnTo>
                  <a:lnTo>
                    <a:pt x="1746504" y="1516380"/>
                  </a:lnTo>
                  <a:lnTo>
                    <a:pt x="1749552" y="1513332"/>
                  </a:lnTo>
                  <a:lnTo>
                    <a:pt x="1749552" y="1464564"/>
                  </a:lnTo>
                  <a:close/>
                </a:path>
                <a:path w="2184400" h="4994275">
                  <a:moveTo>
                    <a:pt x="1749552" y="1380744"/>
                  </a:moveTo>
                  <a:lnTo>
                    <a:pt x="1746504" y="1377696"/>
                  </a:lnTo>
                  <a:lnTo>
                    <a:pt x="1738884" y="1377696"/>
                  </a:lnTo>
                  <a:lnTo>
                    <a:pt x="1735836" y="1380744"/>
                  </a:lnTo>
                  <a:lnTo>
                    <a:pt x="1735836" y="1429512"/>
                  </a:lnTo>
                  <a:lnTo>
                    <a:pt x="1738884" y="1432560"/>
                  </a:lnTo>
                  <a:lnTo>
                    <a:pt x="1746504" y="1432560"/>
                  </a:lnTo>
                  <a:lnTo>
                    <a:pt x="1749552" y="1429512"/>
                  </a:lnTo>
                  <a:lnTo>
                    <a:pt x="1749552" y="1380744"/>
                  </a:lnTo>
                  <a:close/>
                </a:path>
                <a:path w="2184400" h="4994275">
                  <a:moveTo>
                    <a:pt x="1749552" y="1298448"/>
                  </a:moveTo>
                  <a:lnTo>
                    <a:pt x="1746504" y="1295400"/>
                  </a:lnTo>
                  <a:lnTo>
                    <a:pt x="1738884" y="1295400"/>
                  </a:lnTo>
                  <a:lnTo>
                    <a:pt x="1735836" y="1298448"/>
                  </a:lnTo>
                  <a:lnTo>
                    <a:pt x="1735836" y="1347216"/>
                  </a:lnTo>
                  <a:lnTo>
                    <a:pt x="1738884" y="1350264"/>
                  </a:lnTo>
                  <a:lnTo>
                    <a:pt x="1746504" y="1350264"/>
                  </a:lnTo>
                  <a:lnTo>
                    <a:pt x="1749552" y="1347216"/>
                  </a:lnTo>
                  <a:lnTo>
                    <a:pt x="1749552" y="1298448"/>
                  </a:lnTo>
                  <a:close/>
                </a:path>
                <a:path w="2184400" h="4994275">
                  <a:moveTo>
                    <a:pt x="1749552" y="1216152"/>
                  </a:moveTo>
                  <a:lnTo>
                    <a:pt x="1746504" y="1213104"/>
                  </a:lnTo>
                  <a:lnTo>
                    <a:pt x="1738884" y="1213104"/>
                  </a:lnTo>
                  <a:lnTo>
                    <a:pt x="1735836" y="1216152"/>
                  </a:lnTo>
                  <a:lnTo>
                    <a:pt x="1735836" y="1264920"/>
                  </a:lnTo>
                  <a:lnTo>
                    <a:pt x="1738884" y="1267968"/>
                  </a:lnTo>
                  <a:lnTo>
                    <a:pt x="1746504" y="1267968"/>
                  </a:lnTo>
                  <a:lnTo>
                    <a:pt x="1749552" y="1264920"/>
                  </a:lnTo>
                  <a:lnTo>
                    <a:pt x="1749552" y="1216152"/>
                  </a:lnTo>
                  <a:close/>
                </a:path>
                <a:path w="2184400" h="4994275">
                  <a:moveTo>
                    <a:pt x="1749552" y="1132332"/>
                  </a:moveTo>
                  <a:lnTo>
                    <a:pt x="1746504" y="1129284"/>
                  </a:lnTo>
                  <a:lnTo>
                    <a:pt x="1738884" y="1129284"/>
                  </a:lnTo>
                  <a:lnTo>
                    <a:pt x="1735836" y="1132332"/>
                  </a:lnTo>
                  <a:lnTo>
                    <a:pt x="1735836" y="1181100"/>
                  </a:lnTo>
                  <a:lnTo>
                    <a:pt x="1738884" y="1184148"/>
                  </a:lnTo>
                  <a:lnTo>
                    <a:pt x="1746504" y="1184148"/>
                  </a:lnTo>
                  <a:lnTo>
                    <a:pt x="1749552" y="1181100"/>
                  </a:lnTo>
                  <a:lnTo>
                    <a:pt x="1749552" y="1132332"/>
                  </a:lnTo>
                  <a:close/>
                </a:path>
                <a:path w="2184400" h="4994275">
                  <a:moveTo>
                    <a:pt x="1749552" y="1050036"/>
                  </a:moveTo>
                  <a:lnTo>
                    <a:pt x="1746504" y="1046988"/>
                  </a:lnTo>
                  <a:lnTo>
                    <a:pt x="1738884" y="1046988"/>
                  </a:lnTo>
                  <a:lnTo>
                    <a:pt x="1735836" y="1050036"/>
                  </a:lnTo>
                  <a:lnTo>
                    <a:pt x="1735836" y="1098804"/>
                  </a:lnTo>
                  <a:lnTo>
                    <a:pt x="1738884" y="1101852"/>
                  </a:lnTo>
                  <a:lnTo>
                    <a:pt x="1746504" y="1101852"/>
                  </a:lnTo>
                  <a:lnTo>
                    <a:pt x="1749552" y="1098804"/>
                  </a:lnTo>
                  <a:lnTo>
                    <a:pt x="1749552" y="1050036"/>
                  </a:lnTo>
                  <a:close/>
                </a:path>
                <a:path w="2184400" h="4994275">
                  <a:moveTo>
                    <a:pt x="1749552" y="967740"/>
                  </a:moveTo>
                  <a:lnTo>
                    <a:pt x="1746504" y="964692"/>
                  </a:lnTo>
                  <a:lnTo>
                    <a:pt x="1738884" y="964692"/>
                  </a:lnTo>
                  <a:lnTo>
                    <a:pt x="1735836" y="967740"/>
                  </a:lnTo>
                  <a:lnTo>
                    <a:pt x="1735836" y="1016508"/>
                  </a:lnTo>
                  <a:lnTo>
                    <a:pt x="1738884" y="1019556"/>
                  </a:lnTo>
                  <a:lnTo>
                    <a:pt x="1746504" y="1019556"/>
                  </a:lnTo>
                  <a:lnTo>
                    <a:pt x="1749552" y="1016508"/>
                  </a:lnTo>
                  <a:lnTo>
                    <a:pt x="1749552" y="967740"/>
                  </a:lnTo>
                  <a:close/>
                </a:path>
                <a:path w="2184400" h="4994275">
                  <a:moveTo>
                    <a:pt x="1749552" y="883920"/>
                  </a:moveTo>
                  <a:lnTo>
                    <a:pt x="1746504" y="880872"/>
                  </a:lnTo>
                  <a:lnTo>
                    <a:pt x="1738884" y="880872"/>
                  </a:lnTo>
                  <a:lnTo>
                    <a:pt x="1735836" y="883920"/>
                  </a:lnTo>
                  <a:lnTo>
                    <a:pt x="1735836" y="932688"/>
                  </a:lnTo>
                  <a:lnTo>
                    <a:pt x="1738884" y="935736"/>
                  </a:lnTo>
                  <a:lnTo>
                    <a:pt x="1746504" y="935736"/>
                  </a:lnTo>
                  <a:lnTo>
                    <a:pt x="1749552" y="932688"/>
                  </a:lnTo>
                  <a:lnTo>
                    <a:pt x="1749552" y="883920"/>
                  </a:lnTo>
                  <a:close/>
                </a:path>
                <a:path w="2184400" h="4994275">
                  <a:moveTo>
                    <a:pt x="1749552" y="801624"/>
                  </a:moveTo>
                  <a:lnTo>
                    <a:pt x="1746504" y="798576"/>
                  </a:lnTo>
                  <a:lnTo>
                    <a:pt x="1738884" y="798576"/>
                  </a:lnTo>
                  <a:lnTo>
                    <a:pt x="1735836" y="801624"/>
                  </a:lnTo>
                  <a:lnTo>
                    <a:pt x="1735836" y="850392"/>
                  </a:lnTo>
                  <a:lnTo>
                    <a:pt x="1738884" y="853440"/>
                  </a:lnTo>
                  <a:lnTo>
                    <a:pt x="1746504" y="853440"/>
                  </a:lnTo>
                  <a:lnTo>
                    <a:pt x="1749552" y="850392"/>
                  </a:lnTo>
                  <a:lnTo>
                    <a:pt x="1749552" y="801624"/>
                  </a:lnTo>
                  <a:close/>
                </a:path>
                <a:path w="2184400" h="4994275">
                  <a:moveTo>
                    <a:pt x="1749552" y="719328"/>
                  </a:moveTo>
                  <a:lnTo>
                    <a:pt x="1746504" y="716280"/>
                  </a:lnTo>
                  <a:lnTo>
                    <a:pt x="1738884" y="716280"/>
                  </a:lnTo>
                  <a:lnTo>
                    <a:pt x="1735836" y="719328"/>
                  </a:lnTo>
                  <a:lnTo>
                    <a:pt x="1735836" y="768096"/>
                  </a:lnTo>
                  <a:lnTo>
                    <a:pt x="1738884" y="771144"/>
                  </a:lnTo>
                  <a:lnTo>
                    <a:pt x="1746504" y="771144"/>
                  </a:lnTo>
                  <a:lnTo>
                    <a:pt x="1749552" y="768096"/>
                  </a:lnTo>
                  <a:lnTo>
                    <a:pt x="1749552" y="719328"/>
                  </a:lnTo>
                  <a:close/>
                </a:path>
                <a:path w="2184400" h="4994275">
                  <a:moveTo>
                    <a:pt x="1749552" y="635508"/>
                  </a:moveTo>
                  <a:lnTo>
                    <a:pt x="1746504" y="632460"/>
                  </a:lnTo>
                  <a:lnTo>
                    <a:pt x="1738884" y="632460"/>
                  </a:lnTo>
                  <a:lnTo>
                    <a:pt x="1735836" y="635508"/>
                  </a:lnTo>
                  <a:lnTo>
                    <a:pt x="1735836" y="684276"/>
                  </a:lnTo>
                  <a:lnTo>
                    <a:pt x="1738884" y="687324"/>
                  </a:lnTo>
                  <a:lnTo>
                    <a:pt x="1746504" y="687324"/>
                  </a:lnTo>
                  <a:lnTo>
                    <a:pt x="1749552" y="684276"/>
                  </a:lnTo>
                  <a:lnTo>
                    <a:pt x="1749552" y="635508"/>
                  </a:lnTo>
                  <a:close/>
                </a:path>
                <a:path w="2184400" h="4994275">
                  <a:moveTo>
                    <a:pt x="1749552" y="553212"/>
                  </a:moveTo>
                  <a:lnTo>
                    <a:pt x="1746504" y="550164"/>
                  </a:lnTo>
                  <a:lnTo>
                    <a:pt x="1738884" y="550164"/>
                  </a:lnTo>
                  <a:lnTo>
                    <a:pt x="1735836" y="553212"/>
                  </a:lnTo>
                  <a:lnTo>
                    <a:pt x="1735836" y="601980"/>
                  </a:lnTo>
                  <a:lnTo>
                    <a:pt x="1738884" y="605028"/>
                  </a:lnTo>
                  <a:lnTo>
                    <a:pt x="1746504" y="605028"/>
                  </a:lnTo>
                  <a:lnTo>
                    <a:pt x="1749552" y="601980"/>
                  </a:lnTo>
                  <a:lnTo>
                    <a:pt x="1749552" y="553212"/>
                  </a:lnTo>
                  <a:close/>
                </a:path>
                <a:path w="2184400" h="4994275">
                  <a:moveTo>
                    <a:pt x="1749552" y="470916"/>
                  </a:moveTo>
                  <a:lnTo>
                    <a:pt x="1746504" y="467868"/>
                  </a:lnTo>
                  <a:lnTo>
                    <a:pt x="1738884" y="467868"/>
                  </a:lnTo>
                  <a:lnTo>
                    <a:pt x="1735836" y="470916"/>
                  </a:lnTo>
                  <a:lnTo>
                    <a:pt x="1735836" y="519684"/>
                  </a:lnTo>
                  <a:lnTo>
                    <a:pt x="1738884" y="522732"/>
                  </a:lnTo>
                  <a:lnTo>
                    <a:pt x="1746504" y="522732"/>
                  </a:lnTo>
                  <a:lnTo>
                    <a:pt x="1749552" y="519684"/>
                  </a:lnTo>
                  <a:lnTo>
                    <a:pt x="1749552" y="470916"/>
                  </a:lnTo>
                  <a:close/>
                </a:path>
                <a:path w="2184400" h="4994275">
                  <a:moveTo>
                    <a:pt x="1749552" y="387096"/>
                  </a:moveTo>
                  <a:lnTo>
                    <a:pt x="1746504" y="384048"/>
                  </a:lnTo>
                  <a:lnTo>
                    <a:pt x="1738884" y="384048"/>
                  </a:lnTo>
                  <a:lnTo>
                    <a:pt x="1735836" y="387096"/>
                  </a:lnTo>
                  <a:lnTo>
                    <a:pt x="1735836" y="435864"/>
                  </a:lnTo>
                  <a:lnTo>
                    <a:pt x="1738884" y="438912"/>
                  </a:lnTo>
                  <a:lnTo>
                    <a:pt x="1746504" y="438912"/>
                  </a:lnTo>
                  <a:lnTo>
                    <a:pt x="1749552" y="435864"/>
                  </a:lnTo>
                  <a:lnTo>
                    <a:pt x="1749552" y="387096"/>
                  </a:lnTo>
                  <a:close/>
                </a:path>
                <a:path w="2184400" h="4994275">
                  <a:moveTo>
                    <a:pt x="1749552" y="304800"/>
                  </a:moveTo>
                  <a:lnTo>
                    <a:pt x="1746504" y="301752"/>
                  </a:lnTo>
                  <a:lnTo>
                    <a:pt x="1738884" y="301752"/>
                  </a:lnTo>
                  <a:lnTo>
                    <a:pt x="1735836" y="304800"/>
                  </a:lnTo>
                  <a:lnTo>
                    <a:pt x="1735836" y="353568"/>
                  </a:lnTo>
                  <a:lnTo>
                    <a:pt x="1738884" y="356616"/>
                  </a:lnTo>
                  <a:lnTo>
                    <a:pt x="1746504" y="356616"/>
                  </a:lnTo>
                  <a:lnTo>
                    <a:pt x="1749552" y="353568"/>
                  </a:lnTo>
                  <a:lnTo>
                    <a:pt x="1749552" y="304800"/>
                  </a:lnTo>
                  <a:close/>
                </a:path>
                <a:path w="2184400" h="4994275">
                  <a:moveTo>
                    <a:pt x="1749552" y="222504"/>
                  </a:moveTo>
                  <a:lnTo>
                    <a:pt x="1746504" y="219456"/>
                  </a:lnTo>
                  <a:lnTo>
                    <a:pt x="1738884" y="219456"/>
                  </a:lnTo>
                  <a:lnTo>
                    <a:pt x="1735836" y="222504"/>
                  </a:lnTo>
                  <a:lnTo>
                    <a:pt x="1735836" y="271272"/>
                  </a:lnTo>
                  <a:lnTo>
                    <a:pt x="1738884" y="274320"/>
                  </a:lnTo>
                  <a:lnTo>
                    <a:pt x="1746504" y="274320"/>
                  </a:lnTo>
                  <a:lnTo>
                    <a:pt x="1749552" y="271272"/>
                  </a:lnTo>
                  <a:lnTo>
                    <a:pt x="1749552" y="222504"/>
                  </a:lnTo>
                  <a:close/>
                </a:path>
                <a:path w="2184400" h="4994275">
                  <a:moveTo>
                    <a:pt x="1749552" y="138684"/>
                  </a:moveTo>
                  <a:lnTo>
                    <a:pt x="1746504" y="135636"/>
                  </a:lnTo>
                  <a:lnTo>
                    <a:pt x="1738884" y="135636"/>
                  </a:lnTo>
                  <a:lnTo>
                    <a:pt x="1735836" y="138684"/>
                  </a:lnTo>
                  <a:lnTo>
                    <a:pt x="1735836" y="187452"/>
                  </a:lnTo>
                  <a:lnTo>
                    <a:pt x="1738884" y="192024"/>
                  </a:lnTo>
                  <a:lnTo>
                    <a:pt x="1746504" y="192024"/>
                  </a:lnTo>
                  <a:lnTo>
                    <a:pt x="1749552" y="187452"/>
                  </a:lnTo>
                  <a:lnTo>
                    <a:pt x="1749552" y="138684"/>
                  </a:lnTo>
                  <a:close/>
                </a:path>
                <a:path w="2184400" h="4994275">
                  <a:moveTo>
                    <a:pt x="1967484" y="4527804"/>
                  </a:moveTo>
                  <a:lnTo>
                    <a:pt x="1964436" y="4524756"/>
                  </a:lnTo>
                  <a:lnTo>
                    <a:pt x="1956816" y="4524756"/>
                  </a:lnTo>
                  <a:lnTo>
                    <a:pt x="1953768" y="4527804"/>
                  </a:lnTo>
                  <a:lnTo>
                    <a:pt x="1953768" y="4576572"/>
                  </a:lnTo>
                  <a:lnTo>
                    <a:pt x="1956816" y="4579620"/>
                  </a:lnTo>
                  <a:lnTo>
                    <a:pt x="1964436" y="4579620"/>
                  </a:lnTo>
                  <a:lnTo>
                    <a:pt x="1967484" y="4576572"/>
                  </a:lnTo>
                  <a:lnTo>
                    <a:pt x="1967484" y="4527804"/>
                  </a:lnTo>
                  <a:close/>
                </a:path>
                <a:path w="2184400" h="4994275">
                  <a:moveTo>
                    <a:pt x="1967484" y="4443984"/>
                  </a:moveTo>
                  <a:lnTo>
                    <a:pt x="1964436" y="4440936"/>
                  </a:lnTo>
                  <a:lnTo>
                    <a:pt x="1956816" y="4440936"/>
                  </a:lnTo>
                  <a:lnTo>
                    <a:pt x="1953768" y="4443984"/>
                  </a:lnTo>
                  <a:lnTo>
                    <a:pt x="1953768" y="4494276"/>
                  </a:lnTo>
                  <a:lnTo>
                    <a:pt x="1956816" y="4497324"/>
                  </a:lnTo>
                  <a:lnTo>
                    <a:pt x="1964436" y="4497324"/>
                  </a:lnTo>
                  <a:lnTo>
                    <a:pt x="1967484" y="4494276"/>
                  </a:lnTo>
                  <a:lnTo>
                    <a:pt x="1967484" y="4443984"/>
                  </a:lnTo>
                  <a:close/>
                </a:path>
                <a:path w="2184400" h="4994275">
                  <a:moveTo>
                    <a:pt x="1967484" y="4361688"/>
                  </a:moveTo>
                  <a:lnTo>
                    <a:pt x="1964436" y="4358640"/>
                  </a:lnTo>
                  <a:lnTo>
                    <a:pt x="1956816" y="4358640"/>
                  </a:lnTo>
                  <a:lnTo>
                    <a:pt x="1953768" y="4361688"/>
                  </a:lnTo>
                  <a:lnTo>
                    <a:pt x="1953768" y="4410456"/>
                  </a:lnTo>
                  <a:lnTo>
                    <a:pt x="1956816" y="4413504"/>
                  </a:lnTo>
                  <a:lnTo>
                    <a:pt x="1964436" y="4413504"/>
                  </a:lnTo>
                  <a:lnTo>
                    <a:pt x="1967484" y="4410456"/>
                  </a:lnTo>
                  <a:lnTo>
                    <a:pt x="1967484" y="4361688"/>
                  </a:lnTo>
                  <a:close/>
                </a:path>
                <a:path w="2184400" h="4994275">
                  <a:moveTo>
                    <a:pt x="1967484" y="4279392"/>
                  </a:moveTo>
                  <a:lnTo>
                    <a:pt x="1964436" y="4276344"/>
                  </a:lnTo>
                  <a:lnTo>
                    <a:pt x="1956816" y="4276344"/>
                  </a:lnTo>
                  <a:lnTo>
                    <a:pt x="1953768" y="4279392"/>
                  </a:lnTo>
                  <a:lnTo>
                    <a:pt x="1953768" y="4328160"/>
                  </a:lnTo>
                  <a:lnTo>
                    <a:pt x="1956816" y="4331208"/>
                  </a:lnTo>
                  <a:lnTo>
                    <a:pt x="1964436" y="4331208"/>
                  </a:lnTo>
                  <a:lnTo>
                    <a:pt x="1967484" y="4328160"/>
                  </a:lnTo>
                  <a:lnTo>
                    <a:pt x="1967484" y="4279392"/>
                  </a:lnTo>
                  <a:close/>
                </a:path>
                <a:path w="2184400" h="4994275">
                  <a:moveTo>
                    <a:pt x="1967484" y="4195572"/>
                  </a:moveTo>
                  <a:lnTo>
                    <a:pt x="1964436" y="4192524"/>
                  </a:lnTo>
                  <a:lnTo>
                    <a:pt x="1956816" y="4192524"/>
                  </a:lnTo>
                  <a:lnTo>
                    <a:pt x="1953768" y="4195572"/>
                  </a:lnTo>
                  <a:lnTo>
                    <a:pt x="1953768" y="4245864"/>
                  </a:lnTo>
                  <a:lnTo>
                    <a:pt x="1956816" y="4248912"/>
                  </a:lnTo>
                  <a:lnTo>
                    <a:pt x="1964436" y="4248912"/>
                  </a:lnTo>
                  <a:lnTo>
                    <a:pt x="1967484" y="4245864"/>
                  </a:lnTo>
                  <a:lnTo>
                    <a:pt x="1967484" y="4195572"/>
                  </a:lnTo>
                  <a:close/>
                </a:path>
                <a:path w="2184400" h="4994275">
                  <a:moveTo>
                    <a:pt x="1967484" y="4113276"/>
                  </a:moveTo>
                  <a:lnTo>
                    <a:pt x="1964436" y="4110228"/>
                  </a:lnTo>
                  <a:lnTo>
                    <a:pt x="1956816" y="4110228"/>
                  </a:lnTo>
                  <a:lnTo>
                    <a:pt x="1953768" y="4113276"/>
                  </a:lnTo>
                  <a:lnTo>
                    <a:pt x="1953768" y="4162044"/>
                  </a:lnTo>
                  <a:lnTo>
                    <a:pt x="1956816" y="4165092"/>
                  </a:lnTo>
                  <a:lnTo>
                    <a:pt x="1964436" y="4165092"/>
                  </a:lnTo>
                  <a:lnTo>
                    <a:pt x="1967484" y="4162044"/>
                  </a:lnTo>
                  <a:lnTo>
                    <a:pt x="1967484" y="4113276"/>
                  </a:lnTo>
                  <a:close/>
                </a:path>
                <a:path w="2184400" h="4994275">
                  <a:moveTo>
                    <a:pt x="1967484" y="4030980"/>
                  </a:moveTo>
                  <a:lnTo>
                    <a:pt x="1964436" y="4027932"/>
                  </a:lnTo>
                  <a:lnTo>
                    <a:pt x="1956816" y="4027932"/>
                  </a:lnTo>
                  <a:lnTo>
                    <a:pt x="1953768" y="4030980"/>
                  </a:lnTo>
                  <a:lnTo>
                    <a:pt x="1953768" y="4079748"/>
                  </a:lnTo>
                  <a:lnTo>
                    <a:pt x="1956816" y="4082796"/>
                  </a:lnTo>
                  <a:lnTo>
                    <a:pt x="1964436" y="4082796"/>
                  </a:lnTo>
                  <a:lnTo>
                    <a:pt x="1967484" y="4079748"/>
                  </a:lnTo>
                  <a:lnTo>
                    <a:pt x="1967484" y="4030980"/>
                  </a:lnTo>
                  <a:close/>
                </a:path>
                <a:path w="2184400" h="4994275">
                  <a:moveTo>
                    <a:pt x="1967484" y="3947160"/>
                  </a:moveTo>
                  <a:lnTo>
                    <a:pt x="1964436" y="3944112"/>
                  </a:lnTo>
                  <a:lnTo>
                    <a:pt x="1956816" y="3944112"/>
                  </a:lnTo>
                  <a:lnTo>
                    <a:pt x="1953768" y="3947160"/>
                  </a:lnTo>
                  <a:lnTo>
                    <a:pt x="1953768" y="3997452"/>
                  </a:lnTo>
                  <a:lnTo>
                    <a:pt x="1956816" y="4000500"/>
                  </a:lnTo>
                  <a:lnTo>
                    <a:pt x="1964436" y="4000500"/>
                  </a:lnTo>
                  <a:lnTo>
                    <a:pt x="1967484" y="3997452"/>
                  </a:lnTo>
                  <a:lnTo>
                    <a:pt x="1967484" y="3947160"/>
                  </a:lnTo>
                  <a:close/>
                </a:path>
                <a:path w="2184400" h="4994275">
                  <a:moveTo>
                    <a:pt x="1967484" y="3864864"/>
                  </a:moveTo>
                  <a:lnTo>
                    <a:pt x="1964436" y="3861816"/>
                  </a:lnTo>
                  <a:lnTo>
                    <a:pt x="1956816" y="3861816"/>
                  </a:lnTo>
                  <a:lnTo>
                    <a:pt x="1953768" y="3864864"/>
                  </a:lnTo>
                  <a:lnTo>
                    <a:pt x="1953768" y="3913632"/>
                  </a:lnTo>
                  <a:lnTo>
                    <a:pt x="1956816" y="3916680"/>
                  </a:lnTo>
                  <a:lnTo>
                    <a:pt x="1964436" y="3916680"/>
                  </a:lnTo>
                  <a:lnTo>
                    <a:pt x="1967484" y="3913632"/>
                  </a:lnTo>
                  <a:lnTo>
                    <a:pt x="1967484" y="3864864"/>
                  </a:lnTo>
                  <a:close/>
                </a:path>
                <a:path w="2184400" h="4994275">
                  <a:moveTo>
                    <a:pt x="1967484" y="3782568"/>
                  </a:moveTo>
                  <a:lnTo>
                    <a:pt x="1964436" y="3779520"/>
                  </a:lnTo>
                  <a:lnTo>
                    <a:pt x="1956816" y="3779520"/>
                  </a:lnTo>
                  <a:lnTo>
                    <a:pt x="1953768" y="3782568"/>
                  </a:lnTo>
                  <a:lnTo>
                    <a:pt x="1953768" y="3831336"/>
                  </a:lnTo>
                  <a:lnTo>
                    <a:pt x="1956816" y="3834384"/>
                  </a:lnTo>
                  <a:lnTo>
                    <a:pt x="1964436" y="3834384"/>
                  </a:lnTo>
                  <a:lnTo>
                    <a:pt x="1967484" y="3831336"/>
                  </a:lnTo>
                  <a:lnTo>
                    <a:pt x="1967484" y="3782568"/>
                  </a:lnTo>
                  <a:close/>
                </a:path>
                <a:path w="2184400" h="4994275">
                  <a:moveTo>
                    <a:pt x="1967484" y="3698748"/>
                  </a:moveTo>
                  <a:lnTo>
                    <a:pt x="1964436" y="3695700"/>
                  </a:lnTo>
                  <a:lnTo>
                    <a:pt x="1956816" y="3695700"/>
                  </a:lnTo>
                  <a:lnTo>
                    <a:pt x="1953768" y="3698748"/>
                  </a:lnTo>
                  <a:lnTo>
                    <a:pt x="1953768" y="3749040"/>
                  </a:lnTo>
                  <a:lnTo>
                    <a:pt x="1956816" y="3752088"/>
                  </a:lnTo>
                  <a:lnTo>
                    <a:pt x="1964436" y="3752088"/>
                  </a:lnTo>
                  <a:lnTo>
                    <a:pt x="1967484" y="3749040"/>
                  </a:lnTo>
                  <a:lnTo>
                    <a:pt x="1967484" y="3698748"/>
                  </a:lnTo>
                  <a:close/>
                </a:path>
                <a:path w="2184400" h="4994275">
                  <a:moveTo>
                    <a:pt x="1967484" y="3616452"/>
                  </a:moveTo>
                  <a:lnTo>
                    <a:pt x="1964436" y="3613404"/>
                  </a:lnTo>
                  <a:lnTo>
                    <a:pt x="1956816" y="3613404"/>
                  </a:lnTo>
                  <a:lnTo>
                    <a:pt x="1953768" y="3616452"/>
                  </a:lnTo>
                  <a:lnTo>
                    <a:pt x="1953768" y="3665220"/>
                  </a:lnTo>
                  <a:lnTo>
                    <a:pt x="1956816" y="3668268"/>
                  </a:lnTo>
                  <a:lnTo>
                    <a:pt x="1964436" y="3668268"/>
                  </a:lnTo>
                  <a:lnTo>
                    <a:pt x="1967484" y="3665220"/>
                  </a:lnTo>
                  <a:lnTo>
                    <a:pt x="1967484" y="3616452"/>
                  </a:lnTo>
                  <a:close/>
                </a:path>
                <a:path w="2184400" h="4994275">
                  <a:moveTo>
                    <a:pt x="1967484" y="3534156"/>
                  </a:moveTo>
                  <a:lnTo>
                    <a:pt x="1964436" y="3531108"/>
                  </a:lnTo>
                  <a:lnTo>
                    <a:pt x="1956816" y="3531108"/>
                  </a:lnTo>
                  <a:lnTo>
                    <a:pt x="1953768" y="3534156"/>
                  </a:lnTo>
                  <a:lnTo>
                    <a:pt x="1953768" y="3582924"/>
                  </a:lnTo>
                  <a:lnTo>
                    <a:pt x="1956816" y="3585972"/>
                  </a:lnTo>
                  <a:lnTo>
                    <a:pt x="1964436" y="3585972"/>
                  </a:lnTo>
                  <a:lnTo>
                    <a:pt x="1967484" y="3582924"/>
                  </a:lnTo>
                  <a:lnTo>
                    <a:pt x="1967484" y="3534156"/>
                  </a:lnTo>
                  <a:close/>
                </a:path>
                <a:path w="2184400" h="4994275">
                  <a:moveTo>
                    <a:pt x="1967484" y="3450336"/>
                  </a:moveTo>
                  <a:lnTo>
                    <a:pt x="1964436" y="3447288"/>
                  </a:lnTo>
                  <a:lnTo>
                    <a:pt x="1956816" y="3447288"/>
                  </a:lnTo>
                  <a:lnTo>
                    <a:pt x="1953768" y="3450336"/>
                  </a:lnTo>
                  <a:lnTo>
                    <a:pt x="1953768" y="3500628"/>
                  </a:lnTo>
                  <a:lnTo>
                    <a:pt x="1956816" y="3503676"/>
                  </a:lnTo>
                  <a:lnTo>
                    <a:pt x="1964436" y="3503676"/>
                  </a:lnTo>
                  <a:lnTo>
                    <a:pt x="1967484" y="3500628"/>
                  </a:lnTo>
                  <a:lnTo>
                    <a:pt x="1967484" y="3450336"/>
                  </a:lnTo>
                  <a:close/>
                </a:path>
                <a:path w="2184400" h="4994275">
                  <a:moveTo>
                    <a:pt x="1967484" y="3368040"/>
                  </a:moveTo>
                  <a:lnTo>
                    <a:pt x="1964436" y="3364992"/>
                  </a:lnTo>
                  <a:lnTo>
                    <a:pt x="1956816" y="3364992"/>
                  </a:lnTo>
                  <a:lnTo>
                    <a:pt x="1953768" y="3368040"/>
                  </a:lnTo>
                  <a:lnTo>
                    <a:pt x="1953768" y="3416808"/>
                  </a:lnTo>
                  <a:lnTo>
                    <a:pt x="1956816" y="3419856"/>
                  </a:lnTo>
                  <a:lnTo>
                    <a:pt x="1964436" y="3419856"/>
                  </a:lnTo>
                  <a:lnTo>
                    <a:pt x="1967484" y="3416808"/>
                  </a:lnTo>
                  <a:lnTo>
                    <a:pt x="1967484" y="3368040"/>
                  </a:lnTo>
                  <a:close/>
                </a:path>
                <a:path w="2184400" h="4994275">
                  <a:moveTo>
                    <a:pt x="1967484" y="3285744"/>
                  </a:moveTo>
                  <a:lnTo>
                    <a:pt x="1964436" y="3282696"/>
                  </a:lnTo>
                  <a:lnTo>
                    <a:pt x="1956816" y="3282696"/>
                  </a:lnTo>
                  <a:lnTo>
                    <a:pt x="1953768" y="3285744"/>
                  </a:lnTo>
                  <a:lnTo>
                    <a:pt x="1953768" y="3334512"/>
                  </a:lnTo>
                  <a:lnTo>
                    <a:pt x="1956816" y="3337560"/>
                  </a:lnTo>
                  <a:lnTo>
                    <a:pt x="1964436" y="3337560"/>
                  </a:lnTo>
                  <a:lnTo>
                    <a:pt x="1967484" y="3334512"/>
                  </a:lnTo>
                  <a:lnTo>
                    <a:pt x="1967484" y="3285744"/>
                  </a:lnTo>
                  <a:close/>
                </a:path>
                <a:path w="2184400" h="4994275">
                  <a:moveTo>
                    <a:pt x="1967484" y="3201924"/>
                  </a:moveTo>
                  <a:lnTo>
                    <a:pt x="1964436" y="3198876"/>
                  </a:lnTo>
                  <a:lnTo>
                    <a:pt x="1956816" y="3198876"/>
                  </a:lnTo>
                  <a:lnTo>
                    <a:pt x="1953768" y="3201924"/>
                  </a:lnTo>
                  <a:lnTo>
                    <a:pt x="1953768" y="3252216"/>
                  </a:lnTo>
                  <a:lnTo>
                    <a:pt x="1956816" y="3255264"/>
                  </a:lnTo>
                  <a:lnTo>
                    <a:pt x="1964436" y="3255264"/>
                  </a:lnTo>
                  <a:lnTo>
                    <a:pt x="1967484" y="3252216"/>
                  </a:lnTo>
                  <a:lnTo>
                    <a:pt x="1967484" y="3201924"/>
                  </a:lnTo>
                  <a:close/>
                </a:path>
                <a:path w="2184400" h="4994275">
                  <a:moveTo>
                    <a:pt x="1967484" y="3119628"/>
                  </a:moveTo>
                  <a:lnTo>
                    <a:pt x="1964436" y="3116580"/>
                  </a:lnTo>
                  <a:lnTo>
                    <a:pt x="1956816" y="3116580"/>
                  </a:lnTo>
                  <a:lnTo>
                    <a:pt x="1953768" y="3119628"/>
                  </a:lnTo>
                  <a:lnTo>
                    <a:pt x="1953768" y="3168396"/>
                  </a:lnTo>
                  <a:lnTo>
                    <a:pt x="1956816" y="3171444"/>
                  </a:lnTo>
                  <a:lnTo>
                    <a:pt x="1964436" y="3171444"/>
                  </a:lnTo>
                  <a:lnTo>
                    <a:pt x="1967484" y="3168396"/>
                  </a:lnTo>
                  <a:lnTo>
                    <a:pt x="1967484" y="3119628"/>
                  </a:lnTo>
                  <a:close/>
                </a:path>
                <a:path w="2184400" h="4994275">
                  <a:moveTo>
                    <a:pt x="1967484" y="3037332"/>
                  </a:moveTo>
                  <a:lnTo>
                    <a:pt x="1964436" y="3034284"/>
                  </a:lnTo>
                  <a:lnTo>
                    <a:pt x="1956816" y="3034284"/>
                  </a:lnTo>
                  <a:lnTo>
                    <a:pt x="1953768" y="3037332"/>
                  </a:lnTo>
                  <a:lnTo>
                    <a:pt x="1953768" y="3086100"/>
                  </a:lnTo>
                  <a:lnTo>
                    <a:pt x="1956816" y="3089148"/>
                  </a:lnTo>
                  <a:lnTo>
                    <a:pt x="1964436" y="3089148"/>
                  </a:lnTo>
                  <a:lnTo>
                    <a:pt x="1967484" y="3086100"/>
                  </a:lnTo>
                  <a:lnTo>
                    <a:pt x="1967484" y="3037332"/>
                  </a:lnTo>
                  <a:close/>
                </a:path>
                <a:path w="2184400" h="4994275">
                  <a:moveTo>
                    <a:pt x="1967484" y="2953512"/>
                  </a:moveTo>
                  <a:lnTo>
                    <a:pt x="1964436" y="2950464"/>
                  </a:lnTo>
                  <a:lnTo>
                    <a:pt x="1956816" y="2950464"/>
                  </a:lnTo>
                  <a:lnTo>
                    <a:pt x="1953768" y="2953512"/>
                  </a:lnTo>
                  <a:lnTo>
                    <a:pt x="1953768" y="3003804"/>
                  </a:lnTo>
                  <a:lnTo>
                    <a:pt x="1956816" y="3006852"/>
                  </a:lnTo>
                  <a:lnTo>
                    <a:pt x="1964436" y="3006852"/>
                  </a:lnTo>
                  <a:lnTo>
                    <a:pt x="1967484" y="3003804"/>
                  </a:lnTo>
                  <a:lnTo>
                    <a:pt x="1967484" y="2953512"/>
                  </a:lnTo>
                  <a:close/>
                </a:path>
                <a:path w="2184400" h="4994275">
                  <a:moveTo>
                    <a:pt x="1967484" y="2871216"/>
                  </a:moveTo>
                  <a:lnTo>
                    <a:pt x="1964436" y="2868168"/>
                  </a:lnTo>
                  <a:lnTo>
                    <a:pt x="1956816" y="2868168"/>
                  </a:lnTo>
                  <a:lnTo>
                    <a:pt x="1953768" y="2871216"/>
                  </a:lnTo>
                  <a:lnTo>
                    <a:pt x="1953768" y="2919984"/>
                  </a:lnTo>
                  <a:lnTo>
                    <a:pt x="1956816" y="2923032"/>
                  </a:lnTo>
                  <a:lnTo>
                    <a:pt x="1964436" y="2923032"/>
                  </a:lnTo>
                  <a:lnTo>
                    <a:pt x="1967484" y="2919984"/>
                  </a:lnTo>
                  <a:lnTo>
                    <a:pt x="1967484" y="2871216"/>
                  </a:lnTo>
                  <a:close/>
                </a:path>
                <a:path w="2184400" h="4994275">
                  <a:moveTo>
                    <a:pt x="1967484" y="2788920"/>
                  </a:moveTo>
                  <a:lnTo>
                    <a:pt x="1964436" y="2785872"/>
                  </a:lnTo>
                  <a:lnTo>
                    <a:pt x="1956816" y="2785872"/>
                  </a:lnTo>
                  <a:lnTo>
                    <a:pt x="1953768" y="2788920"/>
                  </a:lnTo>
                  <a:lnTo>
                    <a:pt x="1953768" y="2837688"/>
                  </a:lnTo>
                  <a:lnTo>
                    <a:pt x="1956816" y="2840736"/>
                  </a:lnTo>
                  <a:lnTo>
                    <a:pt x="1964436" y="2840736"/>
                  </a:lnTo>
                  <a:lnTo>
                    <a:pt x="1967484" y="2837688"/>
                  </a:lnTo>
                  <a:lnTo>
                    <a:pt x="1967484" y="2788920"/>
                  </a:lnTo>
                  <a:close/>
                </a:path>
                <a:path w="2184400" h="4994275">
                  <a:moveTo>
                    <a:pt x="1967484" y="2705100"/>
                  </a:moveTo>
                  <a:lnTo>
                    <a:pt x="1964436" y="2702052"/>
                  </a:lnTo>
                  <a:lnTo>
                    <a:pt x="1956816" y="2702052"/>
                  </a:lnTo>
                  <a:lnTo>
                    <a:pt x="1953768" y="2705100"/>
                  </a:lnTo>
                  <a:lnTo>
                    <a:pt x="1953768" y="2755392"/>
                  </a:lnTo>
                  <a:lnTo>
                    <a:pt x="1956816" y="2758440"/>
                  </a:lnTo>
                  <a:lnTo>
                    <a:pt x="1964436" y="2758440"/>
                  </a:lnTo>
                  <a:lnTo>
                    <a:pt x="1967484" y="2755392"/>
                  </a:lnTo>
                  <a:lnTo>
                    <a:pt x="1967484" y="2705100"/>
                  </a:lnTo>
                  <a:close/>
                </a:path>
                <a:path w="2184400" h="4994275">
                  <a:moveTo>
                    <a:pt x="1967484" y="2622804"/>
                  </a:moveTo>
                  <a:lnTo>
                    <a:pt x="1964436" y="2619756"/>
                  </a:lnTo>
                  <a:lnTo>
                    <a:pt x="1956816" y="2619756"/>
                  </a:lnTo>
                  <a:lnTo>
                    <a:pt x="1953768" y="2622804"/>
                  </a:lnTo>
                  <a:lnTo>
                    <a:pt x="1953768" y="2671572"/>
                  </a:lnTo>
                  <a:lnTo>
                    <a:pt x="1956816" y="2674620"/>
                  </a:lnTo>
                  <a:lnTo>
                    <a:pt x="1964436" y="2674620"/>
                  </a:lnTo>
                  <a:lnTo>
                    <a:pt x="1967484" y="2671572"/>
                  </a:lnTo>
                  <a:lnTo>
                    <a:pt x="1967484" y="2622804"/>
                  </a:lnTo>
                  <a:close/>
                </a:path>
                <a:path w="2184400" h="4994275">
                  <a:moveTo>
                    <a:pt x="1967484" y="2540508"/>
                  </a:moveTo>
                  <a:lnTo>
                    <a:pt x="1964436" y="2537460"/>
                  </a:lnTo>
                  <a:lnTo>
                    <a:pt x="1956816" y="2537460"/>
                  </a:lnTo>
                  <a:lnTo>
                    <a:pt x="1953768" y="2540508"/>
                  </a:lnTo>
                  <a:lnTo>
                    <a:pt x="1953768" y="2589276"/>
                  </a:lnTo>
                  <a:lnTo>
                    <a:pt x="1956816" y="2592324"/>
                  </a:lnTo>
                  <a:lnTo>
                    <a:pt x="1964436" y="2592324"/>
                  </a:lnTo>
                  <a:lnTo>
                    <a:pt x="1967484" y="2589276"/>
                  </a:lnTo>
                  <a:lnTo>
                    <a:pt x="1967484" y="2540508"/>
                  </a:lnTo>
                  <a:close/>
                </a:path>
                <a:path w="2184400" h="4994275">
                  <a:moveTo>
                    <a:pt x="1967484" y="2456688"/>
                  </a:moveTo>
                  <a:lnTo>
                    <a:pt x="1964436" y="2453640"/>
                  </a:lnTo>
                  <a:lnTo>
                    <a:pt x="1956816" y="2453640"/>
                  </a:lnTo>
                  <a:lnTo>
                    <a:pt x="1953768" y="2456688"/>
                  </a:lnTo>
                  <a:lnTo>
                    <a:pt x="1953768" y="2506980"/>
                  </a:lnTo>
                  <a:lnTo>
                    <a:pt x="1956816" y="2510028"/>
                  </a:lnTo>
                  <a:lnTo>
                    <a:pt x="1964436" y="2510028"/>
                  </a:lnTo>
                  <a:lnTo>
                    <a:pt x="1967484" y="2506980"/>
                  </a:lnTo>
                  <a:lnTo>
                    <a:pt x="1967484" y="2456688"/>
                  </a:lnTo>
                  <a:close/>
                </a:path>
                <a:path w="2184400" h="4994275">
                  <a:moveTo>
                    <a:pt x="1967484" y="2374392"/>
                  </a:moveTo>
                  <a:lnTo>
                    <a:pt x="1964436" y="2371344"/>
                  </a:lnTo>
                  <a:lnTo>
                    <a:pt x="1956816" y="2371344"/>
                  </a:lnTo>
                  <a:lnTo>
                    <a:pt x="1953768" y="2374392"/>
                  </a:lnTo>
                  <a:lnTo>
                    <a:pt x="1953768" y="2423160"/>
                  </a:lnTo>
                  <a:lnTo>
                    <a:pt x="1956816" y="2426208"/>
                  </a:lnTo>
                  <a:lnTo>
                    <a:pt x="1964436" y="2426208"/>
                  </a:lnTo>
                  <a:lnTo>
                    <a:pt x="1967484" y="2423160"/>
                  </a:lnTo>
                  <a:lnTo>
                    <a:pt x="1967484" y="2374392"/>
                  </a:lnTo>
                  <a:close/>
                </a:path>
                <a:path w="2184400" h="4994275">
                  <a:moveTo>
                    <a:pt x="1967484" y="2292096"/>
                  </a:moveTo>
                  <a:lnTo>
                    <a:pt x="1964436" y="2289048"/>
                  </a:lnTo>
                  <a:lnTo>
                    <a:pt x="1956816" y="2289048"/>
                  </a:lnTo>
                  <a:lnTo>
                    <a:pt x="1953768" y="2292096"/>
                  </a:lnTo>
                  <a:lnTo>
                    <a:pt x="1953768" y="2340864"/>
                  </a:lnTo>
                  <a:lnTo>
                    <a:pt x="1956816" y="2343912"/>
                  </a:lnTo>
                  <a:lnTo>
                    <a:pt x="1964436" y="2343912"/>
                  </a:lnTo>
                  <a:lnTo>
                    <a:pt x="1967484" y="2340864"/>
                  </a:lnTo>
                  <a:lnTo>
                    <a:pt x="1967484" y="2292096"/>
                  </a:lnTo>
                  <a:close/>
                </a:path>
                <a:path w="2184400" h="4994275">
                  <a:moveTo>
                    <a:pt x="1967484" y="2209800"/>
                  </a:moveTo>
                  <a:lnTo>
                    <a:pt x="1964436" y="2205228"/>
                  </a:lnTo>
                  <a:lnTo>
                    <a:pt x="1956816" y="2205228"/>
                  </a:lnTo>
                  <a:lnTo>
                    <a:pt x="1953768" y="2209800"/>
                  </a:lnTo>
                  <a:lnTo>
                    <a:pt x="1953768" y="2258568"/>
                  </a:lnTo>
                  <a:lnTo>
                    <a:pt x="1956816" y="2261616"/>
                  </a:lnTo>
                  <a:lnTo>
                    <a:pt x="1964436" y="2261616"/>
                  </a:lnTo>
                  <a:lnTo>
                    <a:pt x="1967484" y="2258568"/>
                  </a:lnTo>
                  <a:lnTo>
                    <a:pt x="1967484" y="2209800"/>
                  </a:lnTo>
                  <a:close/>
                </a:path>
                <a:path w="2184400" h="4994275">
                  <a:moveTo>
                    <a:pt x="1967484" y="2125980"/>
                  </a:moveTo>
                  <a:lnTo>
                    <a:pt x="1964436" y="2122932"/>
                  </a:lnTo>
                  <a:lnTo>
                    <a:pt x="1956816" y="2122932"/>
                  </a:lnTo>
                  <a:lnTo>
                    <a:pt x="1953768" y="2125980"/>
                  </a:lnTo>
                  <a:lnTo>
                    <a:pt x="1953768" y="2174748"/>
                  </a:lnTo>
                  <a:lnTo>
                    <a:pt x="1956816" y="2177796"/>
                  </a:lnTo>
                  <a:lnTo>
                    <a:pt x="1964436" y="2177796"/>
                  </a:lnTo>
                  <a:lnTo>
                    <a:pt x="1967484" y="2174748"/>
                  </a:lnTo>
                  <a:lnTo>
                    <a:pt x="1967484" y="2125980"/>
                  </a:lnTo>
                  <a:close/>
                </a:path>
                <a:path w="2184400" h="4994275">
                  <a:moveTo>
                    <a:pt x="1967484" y="2043684"/>
                  </a:moveTo>
                  <a:lnTo>
                    <a:pt x="1964436" y="2040636"/>
                  </a:lnTo>
                  <a:lnTo>
                    <a:pt x="1956816" y="2040636"/>
                  </a:lnTo>
                  <a:lnTo>
                    <a:pt x="1953768" y="2043684"/>
                  </a:lnTo>
                  <a:lnTo>
                    <a:pt x="1953768" y="2092452"/>
                  </a:lnTo>
                  <a:lnTo>
                    <a:pt x="1956816" y="2095500"/>
                  </a:lnTo>
                  <a:lnTo>
                    <a:pt x="1964436" y="2095500"/>
                  </a:lnTo>
                  <a:lnTo>
                    <a:pt x="1967484" y="2092452"/>
                  </a:lnTo>
                  <a:lnTo>
                    <a:pt x="1967484" y="2043684"/>
                  </a:lnTo>
                  <a:close/>
                </a:path>
                <a:path w="2184400" h="4994275">
                  <a:moveTo>
                    <a:pt x="1967484" y="1961388"/>
                  </a:moveTo>
                  <a:lnTo>
                    <a:pt x="1964436" y="1956816"/>
                  </a:lnTo>
                  <a:lnTo>
                    <a:pt x="1956816" y="1956816"/>
                  </a:lnTo>
                  <a:lnTo>
                    <a:pt x="1953768" y="1961388"/>
                  </a:lnTo>
                  <a:lnTo>
                    <a:pt x="1953768" y="2010156"/>
                  </a:lnTo>
                  <a:lnTo>
                    <a:pt x="1956816" y="2013204"/>
                  </a:lnTo>
                  <a:lnTo>
                    <a:pt x="1964436" y="2013204"/>
                  </a:lnTo>
                  <a:lnTo>
                    <a:pt x="1967484" y="2010156"/>
                  </a:lnTo>
                  <a:lnTo>
                    <a:pt x="1967484" y="1961388"/>
                  </a:lnTo>
                  <a:close/>
                </a:path>
                <a:path w="2184400" h="4994275">
                  <a:moveTo>
                    <a:pt x="1967484" y="1877568"/>
                  </a:moveTo>
                  <a:lnTo>
                    <a:pt x="1964436" y="1874520"/>
                  </a:lnTo>
                  <a:lnTo>
                    <a:pt x="1956816" y="1874520"/>
                  </a:lnTo>
                  <a:lnTo>
                    <a:pt x="1953768" y="1877568"/>
                  </a:lnTo>
                  <a:lnTo>
                    <a:pt x="1953768" y="1926336"/>
                  </a:lnTo>
                  <a:lnTo>
                    <a:pt x="1956816" y="1929384"/>
                  </a:lnTo>
                  <a:lnTo>
                    <a:pt x="1964436" y="1929384"/>
                  </a:lnTo>
                  <a:lnTo>
                    <a:pt x="1967484" y="1926336"/>
                  </a:lnTo>
                  <a:lnTo>
                    <a:pt x="1967484" y="1877568"/>
                  </a:lnTo>
                  <a:close/>
                </a:path>
                <a:path w="2184400" h="4994275">
                  <a:moveTo>
                    <a:pt x="1967484" y="1795272"/>
                  </a:moveTo>
                  <a:lnTo>
                    <a:pt x="1964436" y="1792224"/>
                  </a:lnTo>
                  <a:lnTo>
                    <a:pt x="1956816" y="1792224"/>
                  </a:lnTo>
                  <a:lnTo>
                    <a:pt x="1953768" y="1795272"/>
                  </a:lnTo>
                  <a:lnTo>
                    <a:pt x="1953768" y="1844040"/>
                  </a:lnTo>
                  <a:lnTo>
                    <a:pt x="1956816" y="1847088"/>
                  </a:lnTo>
                  <a:lnTo>
                    <a:pt x="1964436" y="1847088"/>
                  </a:lnTo>
                  <a:lnTo>
                    <a:pt x="1967484" y="1844040"/>
                  </a:lnTo>
                  <a:lnTo>
                    <a:pt x="1967484" y="1795272"/>
                  </a:lnTo>
                  <a:close/>
                </a:path>
                <a:path w="2184400" h="4994275">
                  <a:moveTo>
                    <a:pt x="1967484" y="1712976"/>
                  </a:moveTo>
                  <a:lnTo>
                    <a:pt x="1964436" y="1709928"/>
                  </a:lnTo>
                  <a:lnTo>
                    <a:pt x="1956816" y="1709928"/>
                  </a:lnTo>
                  <a:lnTo>
                    <a:pt x="1953768" y="1712976"/>
                  </a:lnTo>
                  <a:lnTo>
                    <a:pt x="1953768" y="1761744"/>
                  </a:lnTo>
                  <a:lnTo>
                    <a:pt x="1956816" y="1764792"/>
                  </a:lnTo>
                  <a:lnTo>
                    <a:pt x="1964436" y="1764792"/>
                  </a:lnTo>
                  <a:lnTo>
                    <a:pt x="1967484" y="1761744"/>
                  </a:lnTo>
                  <a:lnTo>
                    <a:pt x="1967484" y="1712976"/>
                  </a:lnTo>
                  <a:close/>
                </a:path>
                <a:path w="2184400" h="4994275">
                  <a:moveTo>
                    <a:pt x="1967484" y="1629156"/>
                  </a:moveTo>
                  <a:lnTo>
                    <a:pt x="1964436" y="1626108"/>
                  </a:lnTo>
                  <a:lnTo>
                    <a:pt x="1956816" y="1626108"/>
                  </a:lnTo>
                  <a:lnTo>
                    <a:pt x="1953768" y="1629156"/>
                  </a:lnTo>
                  <a:lnTo>
                    <a:pt x="1953768" y="1677924"/>
                  </a:lnTo>
                  <a:lnTo>
                    <a:pt x="1956816" y="1680972"/>
                  </a:lnTo>
                  <a:lnTo>
                    <a:pt x="1964436" y="1680972"/>
                  </a:lnTo>
                  <a:lnTo>
                    <a:pt x="1967484" y="1677924"/>
                  </a:lnTo>
                  <a:lnTo>
                    <a:pt x="1967484" y="1629156"/>
                  </a:lnTo>
                  <a:close/>
                </a:path>
                <a:path w="2184400" h="4994275">
                  <a:moveTo>
                    <a:pt x="1967484" y="1546860"/>
                  </a:moveTo>
                  <a:lnTo>
                    <a:pt x="1964436" y="1543812"/>
                  </a:lnTo>
                  <a:lnTo>
                    <a:pt x="1956816" y="1543812"/>
                  </a:lnTo>
                  <a:lnTo>
                    <a:pt x="1953768" y="1546860"/>
                  </a:lnTo>
                  <a:lnTo>
                    <a:pt x="1953768" y="1595628"/>
                  </a:lnTo>
                  <a:lnTo>
                    <a:pt x="1956816" y="1598676"/>
                  </a:lnTo>
                  <a:lnTo>
                    <a:pt x="1964436" y="1598676"/>
                  </a:lnTo>
                  <a:lnTo>
                    <a:pt x="1967484" y="1595628"/>
                  </a:lnTo>
                  <a:lnTo>
                    <a:pt x="1967484" y="1546860"/>
                  </a:lnTo>
                  <a:close/>
                </a:path>
                <a:path w="2184400" h="4994275">
                  <a:moveTo>
                    <a:pt x="1967484" y="1464564"/>
                  </a:moveTo>
                  <a:lnTo>
                    <a:pt x="1964436" y="1461516"/>
                  </a:lnTo>
                  <a:lnTo>
                    <a:pt x="1956816" y="1461516"/>
                  </a:lnTo>
                  <a:lnTo>
                    <a:pt x="1953768" y="1464564"/>
                  </a:lnTo>
                  <a:lnTo>
                    <a:pt x="1953768" y="1513332"/>
                  </a:lnTo>
                  <a:lnTo>
                    <a:pt x="1956816" y="1516380"/>
                  </a:lnTo>
                  <a:lnTo>
                    <a:pt x="1964436" y="1516380"/>
                  </a:lnTo>
                  <a:lnTo>
                    <a:pt x="1967484" y="1513332"/>
                  </a:lnTo>
                  <a:lnTo>
                    <a:pt x="1967484" y="1464564"/>
                  </a:lnTo>
                  <a:close/>
                </a:path>
                <a:path w="2184400" h="4994275">
                  <a:moveTo>
                    <a:pt x="1967484" y="1380744"/>
                  </a:moveTo>
                  <a:lnTo>
                    <a:pt x="1964436" y="1377696"/>
                  </a:lnTo>
                  <a:lnTo>
                    <a:pt x="1956816" y="1377696"/>
                  </a:lnTo>
                  <a:lnTo>
                    <a:pt x="1953768" y="1380744"/>
                  </a:lnTo>
                  <a:lnTo>
                    <a:pt x="1953768" y="1429512"/>
                  </a:lnTo>
                  <a:lnTo>
                    <a:pt x="1956816" y="1432560"/>
                  </a:lnTo>
                  <a:lnTo>
                    <a:pt x="1964436" y="1432560"/>
                  </a:lnTo>
                  <a:lnTo>
                    <a:pt x="1967484" y="1429512"/>
                  </a:lnTo>
                  <a:lnTo>
                    <a:pt x="1967484" y="1380744"/>
                  </a:lnTo>
                  <a:close/>
                </a:path>
                <a:path w="2184400" h="4994275">
                  <a:moveTo>
                    <a:pt x="1967484" y="1298448"/>
                  </a:moveTo>
                  <a:lnTo>
                    <a:pt x="1964436" y="1295400"/>
                  </a:lnTo>
                  <a:lnTo>
                    <a:pt x="1956816" y="1295400"/>
                  </a:lnTo>
                  <a:lnTo>
                    <a:pt x="1953768" y="1298448"/>
                  </a:lnTo>
                  <a:lnTo>
                    <a:pt x="1953768" y="1347216"/>
                  </a:lnTo>
                  <a:lnTo>
                    <a:pt x="1956816" y="1350264"/>
                  </a:lnTo>
                  <a:lnTo>
                    <a:pt x="1964436" y="1350264"/>
                  </a:lnTo>
                  <a:lnTo>
                    <a:pt x="1967484" y="1347216"/>
                  </a:lnTo>
                  <a:lnTo>
                    <a:pt x="1967484" y="1298448"/>
                  </a:lnTo>
                  <a:close/>
                </a:path>
                <a:path w="2184400" h="4994275">
                  <a:moveTo>
                    <a:pt x="1967484" y="1216152"/>
                  </a:moveTo>
                  <a:lnTo>
                    <a:pt x="1964436" y="1213104"/>
                  </a:lnTo>
                  <a:lnTo>
                    <a:pt x="1956816" y="1213104"/>
                  </a:lnTo>
                  <a:lnTo>
                    <a:pt x="1953768" y="1216152"/>
                  </a:lnTo>
                  <a:lnTo>
                    <a:pt x="1953768" y="1264920"/>
                  </a:lnTo>
                  <a:lnTo>
                    <a:pt x="1956816" y="1267968"/>
                  </a:lnTo>
                  <a:lnTo>
                    <a:pt x="1964436" y="1267968"/>
                  </a:lnTo>
                  <a:lnTo>
                    <a:pt x="1967484" y="1264920"/>
                  </a:lnTo>
                  <a:lnTo>
                    <a:pt x="1967484" y="1216152"/>
                  </a:lnTo>
                  <a:close/>
                </a:path>
                <a:path w="2184400" h="4994275">
                  <a:moveTo>
                    <a:pt x="1967484" y="1132332"/>
                  </a:moveTo>
                  <a:lnTo>
                    <a:pt x="1964436" y="1129284"/>
                  </a:lnTo>
                  <a:lnTo>
                    <a:pt x="1956816" y="1129284"/>
                  </a:lnTo>
                  <a:lnTo>
                    <a:pt x="1953768" y="1132332"/>
                  </a:lnTo>
                  <a:lnTo>
                    <a:pt x="1953768" y="1181100"/>
                  </a:lnTo>
                  <a:lnTo>
                    <a:pt x="1956816" y="1184148"/>
                  </a:lnTo>
                  <a:lnTo>
                    <a:pt x="1964436" y="1184148"/>
                  </a:lnTo>
                  <a:lnTo>
                    <a:pt x="1967484" y="1181100"/>
                  </a:lnTo>
                  <a:lnTo>
                    <a:pt x="1967484" y="1132332"/>
                  </a:lnTo>
                  <a:close/>
                </a:path>
                <a:path w="2184400" h="4994275">
                  <a:moveTo>
                    <a:pt x="1967484" y="1050036"/>
                  </a:moveTo>
                  <a:lnTo>
                    <a:pt x="1964436" y="1046988"/>
                  </a:lnTo>
                  <a:lnTo>
                    <a:pt x="1956816" y="1046988"/>
                  </a:lnTo>
                  <a:lnTo>
                    <a:pt x="1953768" y="1050036"/>
                  </a:lnTo>
                  <a:lnTo>
                    <a:pt x="1953768" y="1098804"/>
                  </a:lnTo>
                  <a:lnTo>
                    <a:pt x="1956816" y="1101852"/>
                  </a:lnTo>
                  <a:lnTo>
                    <a:pt x="1964436" y="1101852"/>
                  </a:lnTo>
                  <a:lnTo>
                    <a:pt x="1967484" y="1098804"/>
                  </a:lnTo>
                  <a:lnTo>
                    <a:pt x="1967484" y="1050036"/>
                  </a:lnTo>
                  <a:close/>
                </a:path>
                <a:path w="2184400" h="4994275">
                  <a:moveTo>
                    <a:pt x="1967484" y="967740"/>
                  </a:moveTo>
                  <a:lnTo>
                    <a:pt x="1964436" y="964692"/>
                  </a:lnTo>
                  <a:lnTo>
                    <a:pt x="1956816" y="964692"/>
                  </a:lnTo>
                  <a:lnTo>
                    <a:pt x="1953768" y="967740"/>
                  </a:lnTo>
                  <a:lnTo>
                    <a:pt x="1953768" y="1016508"/>
                  </a:lnTo>
                  <a:lnTo>
                    <a:pt x="1956816" y="1019556"/>
                  </a:lnTo>
                  <a:lnTo>
                    <a:pt x="1964436" y="1019556"/>
                  </a:lnTo>
                  <a:lnTo>
                    <a:pt x="1967484" y="1016508"/>
                  </a:lnTo>
                  <a:lnTo>
                    <a:pt x="1967484" y="967740"/>
                  </a:lnTo>
                  <a:close/>
                </a:path>
                <a:path w="2184400" h="4994275">
                  <a:moveTo>
                    <a:pt x="1967484" y="883920"/>
                  </a:moveTo>
                  <a:lnTo>
                    <a:pt x="1964436" y="880872"/>
                  </a:lnTo>
                  <a:lnTo>
                    <a:pt x="1956816" y="880872"/>
                  </a:lnTo>
                  <a:lnTo>
                    <a:pt x="1953768" y="883920"/>
                  </a:lnTo>
                  <a:lnTo>
                    <a:pt x="1953768" y="932688"/>
                  </a:lnTo>
                  <a:lnTo>
                    <a:pt x="1956816" y="935736"/>
                  </a:lnTo>
                  <a:lnTo>
                    <a:pt x="1964436" y="935736"/>
                  </a:lnTo>
                  <a:lnTo>
                    <a:pt x="1967484" y="932688"/>
                  </a:lnTo>
                  <a:lnTo>
                    <a:pt x="1967484" y="883920"/>
                  </a:lnTo>
                  <a:close/>
                </a:path>
                <a:path w="2184400" h="4994275">
                  <a:moveTo>
                    <a:pt x="1967484" y="801624"/>
                  </a:moveTo>
                  <a:lnTo>
                    <a:pt x="1964436" y="798576"/>
                  </a:lnTo>
                  <a:lnTo>
                    <a:pt x="1956816" y="798576"/>
                  </a:lnTo>
                  <a:lnTo>
                    <a:pt x="1953768" y="801624"/>
                  </a:lnTo>
                  <a:lnTo>
                    <a:pt x="1953768" y="850392"/>
                  </a:lnTo>
                  <a:lnTo>
                    <a:pt x="1956816" y="853440"/>
                  </a:lnTo>
                  <a:lnTo>
                    <a:pt x="1964436" y="853440"/>
                  </a:lnTo>
                  <a:lnTo>
                    <a:pt x="1967484" y="850392"/>
                  </a:lnTo>
                  <a:lnTo>
                    <a:pt x="1967484" y="801624"/>
                  </a:lnTo>
                  <a:close/>
                </a:path>
                <a:path w="2184400" h="4994275">
                  <a:moveTo>
                    <a:pt x="1967484" y="719328"/>
                  </a:moveTo>
                  <a:lnTo>
                    <a:pt x="1964436" y="716280"/>
                  </a:lnTo>
                  <a:lnTo>
                    <a:pt x="1956816" y="716280"/>
                  </a:lnTo>
                  <a:lnTo>
                    <a:pt x="1953768" y="719328"/>
                  </a:lnTo>
                  <a:lnTo>
                    <a:pt x="1953768" y="768096"/>
                  </a:lnTo>
                  <a:lnTo>
                    <a:pt x="1956816" y="771144"/>
                  </a:lnTo>
                  <a:lnTo>
                    <a:pt x="1964436" y="771144"/>
                  </a:lnTo>
                  <a:lnTo>
                    <a:pt x="1967484" y="768096"/>
                  </a:lnTo>
                  <a:lnTo>
                    <a:pt x="1967484" y="719328"/>
                  </a:lnTo>
                  <a:close/>
                </a:path>
                <a:path w="2184400" h="4994275">
                  <a:moveTo>
                    <a:pt x="1967484" y="635508"/>
                  </a:moveTo>
                  <a:lnTo>
                    <a:pt x="1964436" y="632460"/>
                  </a:lnTo>
                  <a:lnTo>
                    <a:pt x="1956816" y="632460"/>
                  </a:lnTo>
                  <a:lnTo>
                    <a:pt x="1953768" y="635508"/>
                  </a:lnTo>
                  <a:lnTo>
                    <a:pt x="1953768" y="684276"/>
                  </a:lnTo>
                  <a:lnTo>
                    <a:pt x="1956816" y="687324"/>
                  </a:lnTo>
                  <a:lnTo>
                    <a:pt x="1964436" y="687324"/>
                  </a:lnTo>
                  <a:lnTo>
                    <a:pt x="1967484" y="684276"/>
                  </a:lnTo>
                  <a:lnTo>
                    <a:pt x="1967484" y="635508"/>
                  </a:lnTo>
                  <a:close/>
                </a:path>
                <a:path w="2184400" h="4994275">
                  <a:moveTo>
                    <a:pt x="1967484" y="553212"/>
                  </a:moveTo>
                  <a:lnTo>
                    <a:pt x="1964436" y="550164"/>
                  </a:lnTo>
                  <a:lnTo>
                    <a:pt x="1956816" y="550164"/>
                  </a:lnTo>
                  <a:lnTo>
                    <a:pt x="1953768" y="553212"/>
                  </a:lnTo>
                  <a:lnTo>
                    <a:pt x="1953768" y="601980"/>
                  </a:lnTo>
                  <a:lnTo>
                    <a:pt x="1956816" y="605028"/>
                  </a:lnTo>
                  <a:lnTo>
                    <a:pt x="1964436" y="605028"/>
                  </a:lnTo>
                  <a:lnTo>
                    <a:pt x="1967484" y="601980"/>
                  </a:lnTo>
                  <a:lnTo>
                    <a:pt x="1967484" y="553212"/>
                  </a:lnTo>
                  <a:close/>
                </a:path>
                <a:path w="2184400" h="4994275">
                  <a:moveTo>
                    <a:pt x="1967484" y="470916"/>
                  </a:moveTo>
                  <a:lnTo>
                    <a:pt x="1964436" y="467868"/>
                  </a:lnTo>
                  <a:lnTo>
                    <a:pt x="1956816" y="467868"/>
                  </a:lnTo>
                  <a:lnTo>
                    <a:pt x="1953768" y="470916"/>
                  </a:lnTo>
                  <a:lnTo>
                    <a:pt x="1953768" y="519684"/>
                  </a:lnTo>
                  <a:lnTo>
                    <a:pt x="1956816" y="522732"/>
                  </a:lnTo>
                  <a:lnTo>
                    <a:pt x="1964436" y="522732"/>
                  </a:lnTo>
                  <a:lnTo>
                    <a:pt x="1967484" y="519684"/>
                  </a:lnTo>
                  <a:lnTo>
                    <a:pt x="1967484" y="470916"/>
                  </a:lnTo>
                  <a:close/>
                </a:path>
                <a:path w="2184400" h="4994275">
                  <a:moveTo>
                    <a:pt x="1967484" y="387096"/>
                  </a:moveTo>
                  <a:lnTo>
                    <a:pt x="1964436" y="384048"/>
                  </a:lnTo>
                  <a:lnTo>
                    <a:pt x="1956816" y="384048"/>
                  </a:lnTo>
                  <a:lnTo>
                    <a:pt x="1953768" y="387096"/>
                  </a:lnTo>
                  <a:lnTo>
                    <a:pt x="1953768" y="435864"/>
                  </a:lnTo>
                  <a:lnTo>
                    <a:pt x="1956816" y="438912"/>
                  </a:lnTo>
                  <a:lnTo>
                    <a:pt x="1964436" y="438912"/>
                  </a:lnTo>
                  <a:lnTo>
                    <a:pt x="1967484" y="435864"/>
                  </a:lnTo>
                  <a:lnTo>
                    <a:pt x="1967484" y="387096"/>
                  </a:lnTo>
                  <a:close/>
                </a:path>
                <a:path w="2184400" h="4994275">
                  <a:moveTo>
                    <a:pt x="1967484" y="304800"/>
                  </a:moveTo>
                  <a:lnTo>
                    <a:pt x="1964436" y="301752"/>
                  </a:lnTo>
                  <a:lnTo>
                    <a:pt x="1956816" y="301752"/>
                  </a:lnTo>
                  <a:lnTo>
                    <a:pt x="1953768" y="304800"/>
                  </a:lnTo>
                  <a:lnTo>
                    <a:pt x="1953768" y="353568"/>
                  </a:lnTo>
                  <a:lnTo>
                    <a:pt x="1956816" y="356616"/>
                  </a:lnTo>
                  <a:lnTo>
                    <a:pt x="1964436" y="356616"/>
                  </a:lnTo>
                  <a:lnTo>
                    <a:pt x="1967484" y="353568"/>
                  </a:lnTo>
                  <a:lnTo>
                    <a:pt x="1967484" y="304800"/>
                  </a:lnTo>
                  <a:close/>
                </a:path>
                <a:path w="2184400" h="4994275">
                  <a:moveTo>
                    <a:pt x="1967484" y="222504"/>
                  </a:moveTo>
                  <a:lnTo>
                    <a:pt x="1964436" y="219456"/>
                  </a:lnTo>
                  <a:lnTo>
                    <a:pt x="1956816" y="219456"/>
                  </a:lnTo>
                  <a:lnTo>
                    <a:pt x="1953768" y="222504"/>
                  </a:lnTo>
                  <a:lnTo>
                    <a:pt x="1953768" y="271272"/>
                  </a:lnTo>
                  <a:lnTo>
                    <a:pt x="1956816" y="274320"/>
                  </a:lnTo>
                  <a:lnTo>
                    <a:pt x="1964436" y="274320"/>
                  </a:lnTo>
                  <a:lnTo>
                    <a:pt x="1967484" y="271272"/>
                  </a:lnTo>
                  <a:lnTo>
                    <a:pt x="1967484" y="222504"/>
                  </a:lnTo>
                  <a:close/>
                </a:path>
                <a:path w="2184400" h="4994275">
                  <a:moveTo>
                    <a:pt x="1967484" y="138684"/>
                  </a:moveTo>
                  <a:lnTo>
                    <a:pt x="1964436" y="135636"/>
                  </a:lnTo>
                  <a:lnTo>
                    <a:pt x="1956816" y="135636"/>
                  </a:lnTo>
                  <a:lnTo>
                    <a:pt x="1953768" y="138684"/>
                  </a:lnTo>
                  <a:lnTo>
                    <a:pt x="1953768" y="187452"/>
                  </a:lnTo>
                  <a:lnTo>
                    <a:pt x="1956816" y="192024"/>
                  </a:lnTo>
                  <a:lnTo>
                    <a:pt x="1964436" y="192024"/>
                  </a:lnTo>
                  <a:lnTo>
                    <a:pt x="1967484" y="187452"/>
                  </a:lnTo>
                  <a:lnTo>
                    <a:pt x="1967484" y="138684"/>
                  </a:lnTo>
                  <a:close/>
                </a:path>
                <a:path w="2184400" h="4994275">
                  <a:moveTo>
                    <a:pt x="2183892" y="4361688"/>
                  </a:moveTo>
                  <a:lnTo>
                    <a:pt x="2180844" y="4358640"/>
                  </a:lnTo>
                  <a:lnTo>
                    <a:pt x="2173224" y="4358640"/>
                  </a:lnTo>
                  <a:lnTo>
                    <a:pt x="2170176" y="4361688"/>
                  </a:lnTo>
                  <a:lnTo>
                    <a:pt x="2170176" y="4375404"/>
                  </a:lnTo>
                  <a:lnTo>
                    <a:pt x="2173224" y="4378452"/>
                  </a:lnTo>
                  <a:lnTo>
                    <a:pt x="2180844" y="4378452"/>
                  </a:lnTo>
                  <a:lnTo>
                    <a:pt x="2183892" y="4375404"/>
                  </a:lnTo>
                  <a:lnTo>
                    <a:pt x="2183892" y="4361688"/>
                  </a:lnTo>
                  <a:close/>
                </a:path>
                <a:path w="2184400" h="4994275">
                  <a:moveTo>
                    <a:pt x="2183892" y="4279392"/>
                  </a:moveTo>
                  <a:lnTo>
                    <a:pt x="2180844" y="4276344"/>
                  </a:lnTo>
                  <a:lnTo>
                    <a:pt x="2173224" y="4276344"/>
                  </a:lnTo>
                  <a:lnTo>
                    <a:pt x="2170176" y="4279392"/>
                  </a:lnTo>
                  <a:lnTo>
                    <a:pt x="2170176" y="4328160"/>
                  </a:lnTo>
                  <a:lnTo>
                    <a:pt x="2173224" y="4331208"/>
                  </a:lnTo>
                  <a:lnTo>
                    <a:pt x="2180844" y="4331208"/>
                  </a:lnTo>
                  <a:lnTo>
                    <a:pt x="2183892" y="4328160"/>
                  </a:lnTo>
                  <a:lnTo>
                    <a:pt x="2183892" y="4279392"/>
                  </a:lnTo>
                  <a:close/>
                </a:path>
                <a:path w="2184400" h="4994275">
                  <a:moveTo>
                    <a:pt x="2183892" y="4195572"/>
                  </a:moveTo>
                  <a:lnTo>
                    <a:pt x="2180844" y="4192524"/>
                  </a:lnTo>
                  <a:lnTo>
                    <a:pt x="2173224" y="4192524"/>
                  </a:lnTo>
                  <a:lnTo>
                    <a:pt x="2170176" y="4195572"/>
                  </a:lnTo>
                  <a:lnTo>
                    <a:pt x="2170176" y="4245864"/>
                  </a:lnTo>
                  <a:lnTo>
                    <a:pt x="2173224" y="4248912"/>
                  </a:lnTo>
                  <a:lnTo>
                    <a:pt x="2180844" y="4248912"/>
                  </a:lnTo>
                  <a:lnTo>
                    <a:pt x="2183892" y="4245864"/>
                  </a:lnTo>
                  <a:lnTo>
                    <a:pt x="2183892" y="4195572"/>
                  </a:lnTo>
                  <a:close/>
                </a:path>
                <a:path w="2184400" h="4994275">
                  <a:moveTo>
                    <a:pt x="2183892" y="4113276"/>
                  </a:moveTo>
                  <a:lnTo>
                    <a:pt x="2180844" y="4110228"/>
                  </a:lnTo>
                  <a:lnTo>
                    <a:pt x="2173224" y="4110228"/>
                  </a:lnTo>
                  <a:lnTo>
                    <a:pt x="2170176" y="4113276"/>
                  </a:lnTo>
                  <a:lnTo>
                    <a:pt x="2170176" y="4162044"/>
                  </a:lnTo>
                  <a:lnTo>
                    <a:pt x="2173224" y="4165092"/>
                  </a:lnTo>
                  <a:lnTo>
                    <a:pt x="2180844" y="4165092"/>
                  </a:lnTo>
                  <a:lnTo>
                    <a:pt x="2183892" y="4162044"/>
                  </a:lnTo>
                  <a:lnTo>
                    <a:pt x="2183892" y="4113276"/>
                  </a:lnTo>
                  <a:close/>
                </a:path>
                <a:path w="2184400" h="4994275">
                  <a:moveTo>
                    <a:pt x="2183892" y="4030980"/>
                  </a:moveTo>
                  <a:lnTo>
                    <a:pt x="2180844" y="4027932"/>
                  </a:lnTo>
                  <a:lnTo>
                    <a:pt x="2173224" y="4027932"/>
                  </a:lnTo>
                  <a:lnTo>
                    <a:pt x="2170176" y="4030980"/>
                  </a:lnTo>
                  <a:lnTo>
                    <a:pt x="2170176" y="4079748"/>
                  </a:lnTo>
                  <a:lnTo>
                    <a:pt x="2173224" y="4082796"/>
                  </a:lnTo>
                  <a:lnTo>
                    <a:pt x="2180844" y="4082796"/>
                  </a:lnTo>
                  <a:lnTo>
                    <a:pt x="2183892" y="4079748"/>
                  </a:lnTo>
                  <a:lnTo>
                    <a:pt x="2183892" y="4030980"/>
                  </a:lnTo>
                  <a:close/>
                </a:path>
                <a:path w="2184400" h="4994275">
                  <a:moveTo>
                    <a:pt x="2183892" y="3947160"/>
                  </a:moveTo>
                  <a:lnTo>
                    <a:pt x="2180844" y="3944112"/>
                  </a:lnTo>
                  <a:lnTo>
                    <a:pt x="2173224" y="3944112"/>
                  </a:lnTo>
                  <a:lnTo>
                    <a:pt x="2170176" y="3947160"/>
                  </a:lnTo>
                  <a:lnTo>
                    <a:pt x="2170176" y="3997452"/>
                  </a:lnTo>
                  <a:lnTo>
                    <a:pt x="2173224" y="4000500"/>
                  </a:lnTo>
                  <a:lnTo>
                    <a:pt x="2180844" y="4000500"/>
                  </a:lnTo>
                  <a:lnTo>
                    <a:pt x="2183892" y="3997452"/>
                  </a:lnTo>
                  <a:lnTo>
                    <a:pt x="2183892" y="3947160"/>
                  </a:lnTo>
                  <a:close/>
                </a:path>
                <a:path w="2184400" h="4994275">
                  <a:moveTo>
                    <a:pt x="2183892" y="3864864"/>
                  </a:moveTo>
                  <a:lnTo>
                    <a:pt x="2180844" y="3861816"/>
                  </a:lnTo>
                  <a:lnTo>
                    <a:pt x="2173224" y="3861816"/>
                  </a:lnTo>
                  <a:lnTo>
                    <a:pt x="2170176" y="3864864"/>
                  </a:lnTo>
                  <a:lnTo>
                    <a:pt x="2170176" y="3913632"/>
                  </a:lnTo>
                  <a:lnTo>
                    <a:pt x="2173224" y="3916680"/>
                  </a:lnTo>
                  <a:lnTo>
                    <a:pt x="2180844" y="3916680"/>
                  </a:lnTo>
                  <a:lnTo>
                    <a:pt x="2183892" y="3913632"/>
                  </a:lnTo>
                  <a:lnTo>
                    <a:pt x="2183892" y="3864864"/>
                  </a:lnTo>
                  <a:close/>
                </a:path>
                <a:path w="2184400" h="4994275">
                  <a:moveTo>
                    <a:pt x="2183892" y="3782568"/>
                  </a:moveTo>
                  <a:lnTo>
                    <a:pt x="2180844" y="3779520"/>
                  </a:lnTo>
                  <a:lnTo>
                    <a:pt x="2173224" y="3779520"/>
                  </a:lnTo>
                  <a:lnTo>
                    <a:pt x="2170176" y="3782568"/>
                  </a:lnTo>
                  <a:lnTo>
                    <a:pt x="2170176" y="3831336"/>
                  </a:lnTo>
                  <a:lnTo>
                    <a:pt x="2173224" y="3834384"/>
                  </a:lnTo>
                  <a:lnTo>
                    <a:pt x="2180844" y="3834384"/>
                  </a:lnTo>
                  <a:lnTo>
                    <a:pt x="2183892" y="3831336"/>
                  </a:lnTo>
                  <a:lnTo>
                    <a:pt x="2183892" y="3782568"/>
                  </a:lnTo>
                  <a:close/>
                </a:path>
                <a:path w="2184400" h="4994275">
                  <a:moveTo>
                    <a:pt x="2183892" y="3698748"/>
                  </a:moveTo>
                  <a:lnTo>
                    <a:pt x="2180844" y="3695700"/>
                  </a:lnTo>
                  <a:lnTo>
                    <a:pt x="2173224" y="3695700"/>
                  </a:lnTo>
                  <a:lnTo>
                    <a:pt x="2170176" y="3698748"/>
                  </a:lnTo>
                  <a:lnTo>
                    <a:pt x="2170176" y="3749040"/>
                  </a:lnTo>
                  <a:lnTo>
                    <a:pt x="2173224" y="3752088"/>
                  </a:lnTo>
                  <a:lnTo>
                    <a:pt x="2180844" y="3752088"/>
                  </a:lnTo>
                  <a:lnTo>
                    <a:pt x="2183892" y="3749040"/>
                  </a:lnTo>
                  <a:lnTo>
                    <a:pt x="2183892" y="3698748"/>
                  </a:lnTo>
                  <a:close/>
                </a:path>
                <a:path w="2184400" h="4994275">
                  <a:moveTo>
                    <a:pt x="2183892" y="3616452"/>
                  </a:moveTo>
                  <a:lnTo>
                    <a:pt x="2180844" y="3613404"/>
                  </a:lnTo>
                  <a:lnTo>
                    <a:pt x="2173224" y="3613404"/>
                  </a:lnTo>
                  <a:lnTo>
                    <a:pt x="2170176" y="3616452"/>
                  </a:lnTo>
                  <a:lnTo>
                    <a:pt x="2170176" y="3665220"/>
                  </a:lnTo>
                  <a:lnTo>
                    <a:pt x="2173224" y="3668268"/>
                  </a:lnTo>
                  <a:lnTo>
                    <a:pt x="2180844" y="3668268"/>
                  </a:lnTo>
                  <a:lnTo>
                    <a:pt x="2183892" y="3665220"/>
                  </a:lnTo>
                  <a:lnTo>
                    <a:pt x="2183892" y="3616452"/>
                  </a:lnTo>
                  <a:close/>
                </a:path>
                <a:path w="2184400" h="4994275">
                  <a:moveTo>
                    <a:pt x="2183892" y="3534156"/>
                  </a:moveTo>
                  <a:lnTo>
                    <a:pt x="2180844" y="3531108"/>
                  </a:lnTo>
                  <a:lnTo>
                    <a:pt x="2173224" y="3531108"/>
                  </a:lnTo>
                  <a:lnTo>
                    <a:pt x="2170176" y="3534156"/>
                  </a:lnTo>
                  <a:lnTo>
                    <a:pt x="2170176" y="3582924"/>
                  </a:lnTo>
                  <a:lnTo>
                    <a:pt x="2173224" y="3585972"/>
                  </a:lnTo>
                  <a:lnTo>
                    <a:pt x="2180844" y="3585972"/>
                  </a:lnTo>
                  <a:lnTo>
                    <a:pt x="2183892" y="3582924"/>
                  </a:lnTo>
                  <a:lnTo>
                    <a:pt x="2183892" y="3534156"/>
                  </a:lnTo>
                  <a:close/>
                </a:path>
                <a:path w="2184400" h="4994275">
                  <a:moveTo>
                    <a:pt x="2183892" y="3450336"/>
                  </a:moveTo>
                  <a:lnTo>
                    <a:pt x="2180844" y="3447288"/>
                  </a:lnTo>
                  <a:lnTo>
                    <a:pt x="2173224" y="3447288"/>
                  </a:lnTo>
                  <a:lnTo>
                    <a:pt x="2170176" y="3450336"/>
                  </a:lnTo>
                  <a:lnTo>
                    <a:pt x="2170176" y="3500628"/>
                  </a:lnTo>
                  <a:lnTo>
                    <a:pt x="2173224" y="3503676"/>
                  </a:lnTo>
                  <a:lnTo>
                    <a:pt x="2180844" y="3503676"/>
                  </a:lnTo>
                  <a:lnTo>
                    <a:pt x="2183892" y="3500628"/>
                  </a:lnTo>
                  <a:lnTo>
                    <a:pt x="2183892" y="3450336"/>
                  </a:lnTo>
                  <a:close/>
                </a:path>
                <a:path w="2184400" h="4994275">
                  <a:moveTo>
                    <a:pt x="2183892" y="3368040"/>
                  </a:moveTo>
                  <a:lnTo>
                    <a:pt x="2180844" y="3364992"/>
                  </a:lnTo>
                  <a:lnTo>
                    <a:pt x="2173224" y="3364992"/>
                  </a:lnTo>
                  <a:lnTo>
                    <a:pt x="2170176" y="3368040"/>
                  </a:lnTo>
                  <a:lnTo>
                    <a:pt x="2170176" y="3416808"/>
                  </a:lnTo>
                  <a:lnTo>
                    <a:pt x="2173224" y="3419856"/>
                  </a:lnTo>
                  <a:lnTo>
                    <a:pt x="2180844" y="3419856"/>
                  </a:lnTo>
                  <a:lnTo>
                    <a:pt x="2183892" y="3416808"/>
                  </a:lnTo>
                  <a:lnTo>
                    <a:pt x="2183892" y="3368040"/>
                  </a:lnTo>
                  <a:close/>
                </a:path>
                <a:path w="2184400" h="4994275">
                  <a:moveTo>
                    <a:pt x="2183892" y="3285744"/>
                  </a:moveTo>
                  <a:lnTo>
                    <a:pt x="2180844" y="3282696"/>
                  </a:lnTo>
                  <a:lnTo>
                    <a:pt x="2173224" y="3282696"/>
                  </a:lnTo>
                  <a:lnTo>
                    <a:pt x="2170176" y="3285744"/>
                  </a:lnTo>
                  <a:lnTo>
                    <a:pt x="2170176" y="3334512"/>
                  </a:lnTo>
                  <a:lnTo>
                    <a:pt x="2173224" y="3337560"/>
                  </a:lnTo>
                  <a:lnTo>
                    <a:pt x="2180844" y="3337560"/>
                  </a:lnTo>
                  <a:lnTo>
                    <a:pt x="2183892" y="3334512"/>
                  </a:lnTo>
                  <a:lnTo>
                    <a:pt x="2183892" y="3285744"/>
                  </a:lnTo>
                  <a:close/>
                </a:path>
                <a:path w="2184400" h="4994275">
                  <a:moveTo>
                    <a:pt x="2183892" y="3201924"/>
                  </a:moveTo>
                  <a:lnTo>
                    <a:pt x="2180844" y="3198876"/>
                  </a:lnTo>
                  <a:lnTo>
                    <a:pt x="2173224" y="3198876"/>
                  </a:lnTo>
                  <a:lnTo>
                    <a:pt x="2170176" y="3201924"/>
                  </a:lnTo>
                  <a:lnTo>
                    <a:pt x="2170176" y="3252216"/>
                  </a:lnTo>
                  <a:lnTo>
                    <a:pt x="2173224" y="3255264"/>
                  </a:lnTo>
                  <a:lnTo>
                    <a:pt x="2180844" y="3255264"/>
                  </a:lnTo>
                  <a:lnTo>
                    <a:pt x="2183892" y="3252216"/>
                  </a:lnTo>
                  <a:lnTo>
                    <a:pt x="2183892" y="3201924"/>
                  </a:lnTo>
                  <a:close/>
                </a:path>
                <a:path w="2184400" h="4994275">
                  <a:moveTo>
                    <a:pt x="2183892" y="3119628"/>
                  </a:moveTo>
                  <a:lnTo>
                    <a:pt x="2180844" y="3116580"/>
                  </a:lnTo>
                  <a:lnTo>
                    <a:pt x="2173224" y="3116580"/>
                  </a:lnTo>
                  <a:lnTo>
                    <a:pt x="2170176" y="3119628"/>
                  </a:lnTo>
                  <a:lnTo>
                    <a:pt x="2170176" y="3168396"/>
                  </a:lnTo>
                  <a:lnTo>
                    <a:pt x="2173224" y="3171444"/>
                  </a:lnTo>
                  <a:lnTo>
                    <a:pt x="2180844" y="3171444"/>
                  </a:lnTo>
                  <a:lnTo>
                    <a:pt x="2183892" y="3168396"/>
                  </a:lnTo>
                  <a:lnTo>
                    <a:pt x="2183892" y="3119628"/>
                  </a:lnTo>
                  <a:close/>
                </a:path>
                <a:path w="2184400" h="4994275">
                  <a:moveTo>
                    <a:pt x="2183892" y="3037332"/>
                  </a:moveTo>
                  <a:lnTo>
                    <a:pt x="2180844" y="3034284"/>
                  </a:lnTo>
                  <a:lnTo>
                    <a:pt x="2173224" y="3034284"/>
                  </a:lnTo>
                  <a:lnTo>
                    <a:pt x="2170176" y="3037332"/>
                  </a:lnTo>
                  <a:lnTo>
                    <a:pt x="2170176" y="3086100"/>
                  </a:lnTo>
                  <a:lnTo>
                    <a:pt x="2173224" y="3089148"/>
                  </a:lnTo>
                  <a:lnTo>
                    <a:pt x="2180844" y="3089148"/>
                  </a:lnTo>
                  <a:lnTo>
                    <a:pt x="2183892" y="3086100"/>
                  </a:lnTo>
                  <a:lnTo>
                    <a:pt x="2183892" y="3037332"/>
                  </a:lnTo>
                  <a:close/>
                </a:path>
                <a:path w="2184400" h="4994275">
                  <a:moveTo>
                    <a:pt x="2183892" y="2953512"/>
                  </a:moveTo>
                  <a:lnTo>
                    <a:pt x="2180844" y="2950464"/>
                  </a:lnTo>
                  <a:lnTo>
                    <a:pt x="2173224" y="2950464"/>
                  </a:lnTo>
                  <a:lnTo>
                    <a:pt x="2170176" y="2953512"/>
                  </a:lnTo>
                  <a:lnTo>
                    <a:pt x="2170176" y="3003804"/>
                  </a:lnTo>
                  <a:lnTo>
                    <a:pt x="2173224" y="3006852"/>
                  </a:lnTo>
                  <a:lnTo>
                    <a:pt x="2180844" y="3006852"/>
                  </a:lnTo>
                  <a:lnTo>
                    <a:pt x="2183892" y="3003804"/>
                  </a:lnTo>
                  <a:lnTo>
                    <a:pt x="2183892" y="2953512"/>
                  </a:lnTo>
                  <a:close/>
                </a:path>
                <a:path w="2184400" h="4994275">
                  <a:moveTo>
                    <a:pt x="2183892" y="2871216"/>
                  </a:moveTo>
                  <a:lnTo>
                    <a:pt x="2180844" y="2868168"/>
                  </a:lnTo>
                  <a:lnTo>
                    <a:pt x="2173224" y="2868168"/>
                  </a:lnTo>
                  <a:lnTo>
                    <a:pt x="2170176" y="2871216"/>
                  </a:lnTo>
                  <a:lnTo>
                    <a:pt x="2170176" y="2919984"/>
                  </a:lnTo>
                  <a:lnTo>
                    <a:pt x="2173224" y="2923032"/>
                  </a:lnTo>
                  <a:lnTo>
                    <a:pt x="2180844" y="2923032"/>
                  </a:lnTo>
                  <a:lnTo>
                    <a:pt x="2183892" y="2919984"/>
                  </a:lnTo>
                  <a:lnTo>
                    <a:pt x="2183892" y="2871216"/>
                  </a:lnTo>
                  <a:close/>
                </a:path>
                <a:path w="2184400" h="4994275">
                  <a:moveTo>
                    <a:pt x="2183892" y="2788920"/>
                  </a:moveTo>
                  <a:lnTo>
                    <a:pt x="2180844" y="2785872"/>
                  </a:lnTo>
                  <a:lnTo>
                    <a:pt x="2173224" y="2785872"/>
                  </a:lnTo>
                  <a:lnTo>
                    <a:pt x="2170176" y="2788920"/>
                  </a:lnTo>
                  <a:lnTo>
                    <a:pt x="2170176" y="2837688"/>
                  </a:lnTo>
                  <a:lnTo>
                    <a:pt x="2173224" y="2840736"/>
                  </a:lnTo>
                  <a:lnTo>
                    <a:pt x="2180844" y="2840736"/>
                  </a:lnTo>
                  <a:lnTo>
                    <a:pt x="2183892" y="2837688"/>
                  </a:lnTo>
                  <a:lnTo>
                    <a:pt x="2183892" y="2788920"/>
                  </a:lnTo>
                  <a:close/>
                </a:path>
                <a:path w="2184400" h="4994275">
                  <a:moveTo>
                    <a:pt x="2183892" y="2705100"/>
                  </a:moveTo>
                  <a:lnTo>
                    <a:pt x="2180844" y="2702052"/>
                  </a:lnTo>
                  <a:lnTo>
                    <a:pt x="2173224" y="2702052"/>
                  </a:lnTo>
                  <a:lnTo>
                    <a:pt x="2170176" y="2705100"/>
                  </a:lnTo>
                  <a:lnTo>
                    <a:pt x="2170176" y="2755392"/>
                  </a:lnTo>
                  <a:lnTo>
                    <a:pt x="2173224" y="2758440"/>
                  </a:lnTo>
                  <a:lnTo>
                    <a:pt x="2180844" y="2758440"/>
                  </a:lnTo>
                  <a:lnTo>
                    <a:pt x="2183892" y="2755392"/>
                  </a:lnTo>
                  <a:lnTo>
                    <a:pt x="2183892" y="2705100"/>
                  </a:lnTo>
                  <a:close/>
                </a:path>
                <a:path w="2184400" h="4994275">
                  <a:moveTo>
                    <a:pt x="2183892" y="2622804"/>
                  </a:moveTo>
                  <a:lnTo>
                    <a:pt x="2180844" y="2619756"/>
                  </a:lnTo>
                  <a:lnTo>
                    <a:pt x="2173224" y="2619756"/>
                  </a:lnTo>
                  <a:lnTo>
                    <a:pt x="2170176" y="2622804"/>
                  </a:lnTo>
                  <a:lnTo>
                    <a:pt x="2170176" y="2671572"/>
                  </a:lnTo>
                  <a:lnTo>
                    <a:pt x="2173224" y="2674620"/>
                  </a:lnTo>
                  <a:lnTo>
                    <a:pt x="2180844" y="2674620"/>
                  </a:lnTo>
                  <a:lnTo>
                    <a:pt x="2183892" y="2671572"/>
                  </a:lnTo>
                  <a:lnTo>
                    <a:pt x="2183892" y="2622804"/>
                  </a:lnTo>
                  <a:close/>
                </a:path>
                <a:path w="2184400" h="4994275">
                  <a:moveTo>
                    <a:pt x="2183892" y="2540508"/>
                  </a:moveTo>
                  <a:lnTo>
                    <a:pt x="2180844" y="2537460"/>
                  </a:lnTo>
                  <a:lnTo>
                    <a:pt x="2173224" y="2537460"/>
                  </a:lnTo>
                  <a:lnTo>
                    <a:pt x="2170176" y="2540508"/>
                  </a:lnTo>
                  <a:lnTo>
                    <a:pt x="2170176" y="2589276"/>
                  </a:lnTo>
                  <a:lnTo>
                    <a:pt x="2173224" y="2592324"/>
                  </a:lnTo>
                  <a:lnTo>
                    <a:pt x="2180844" y="2592324"/>
                  </a:lnTo>
                  <a:lnTo>
                    <a:pt x="2183892" y="2589276"/>
                  </a:lnTo>
                  <a:lnTo>
                    <a:pt x="2183892" y="2540508"/>
                  </a:lnTo>
                  <a:close/>
                </a:path>
                <a:path w="2184400" h="4994275">
                  <a:moveTo>
                    <a:pt x="2183892" y="2456688"/>
                  </a:moveTo>
                  <a:lnTo>
                    <a:pt x="2180844" y="2453640"/>
                  </a:lnTo>
                  <a:lnTo>
                    <a:pt x="2173224" y="2453640"/>
                  </a:lnTo>
                  <a:lnTo>
                    <a:pt x="2170176" y="2456688"/>
                  </a:lnTo>
                  <a:lnTo>
                    <a:pt x="2170176" y="2506980"/>
                  </a:lnTo>
                  <a:lnTo>
                    <a:pt x="2173224" y="2510028"/>
                  </a:lnTo>
                  <a:lnTo>
                    <a:pt x="2180844" y="2510028"/>
                  </a:lnTo>
                  <a:lnTo>
                    <a:pt x="2183892" y="2506980"/>
                  </a:lnTo>
                  <a:lnTo>
                    <a:pt x="2183892" y="2456688"/>
                  </a:lnTo>
                  <a:close/>
                </a:path>
                <a:path w="2184400" h="4994275">
                  <a:moveTo>
                    <a:pt x="2183892" y="2374392"/>
                  </a:moveTo>
                  <a:lnTo>
                    <a:pt x="2180844" y="2371344"/>
                  </a:lnTo>
                  <a:lnTo>
                    <a:pt x="2173224" y="2371344"/>
                  </a:lnTo>
                  <a:lnTo>
                    <a:pt x="2170176" y="2374392"/>
                  </a:lnTo>
                  <a:lnTo>
                    <a:pt x="2170176" y="2423160"/>
                  </a:lnTo>
                  <a:lnTo>
                    <a:pt x="2173224" y="2426208"/>
                  </a:lnTo>
                  <a:lnTo>
                    <a:pt x="2180844" y="2426208"/>
                  </a:lnTo>
                  <a:lnTo>
                    <a:pt x="2183892" y="2423160"/>
                  </a:lnTo>
                  <a:lnTo>
                    <a:pt x="2183892" y="2374392"/>
                  </a:lnTo>
                  <a:close/>
                </a:path>
                <a:path w="2184400" h="4994275">
                  <a:moveTo>
                    <a:pt x="2183892" y="2292096"/>
                  </a:moveTo>
                  <a:lnTo>
                    <a:pt x="2180844" y="2289048"/>
                  </a:lnTo>
                  <a:lnTo>
                    <a:pt x="2173224" y="2289048"/>
                  </a:lnTo>
                  <a:lnTo>
                    <a:pt x="2170176" y="2292096"/>
                  </a:lnTo>
                  <a:lnTo>
                    <a:pt x="2170176" y="2340864"/>
                  </a:lnTo>
                  <a:lnTo>
                    <a:pt x="2173224" y="2343912"/>
                  </a:lnTo>
                  <a:lnTo>
                    <a:pt x="2180844" y="2343912"/>
                  </a:lnTo>
                  <a:lnTo>
                    <a:pt x="2183892" y="2340864"/>
                  </a:lnTo>
                  <a:lnTo>
                    <a:pt x="2183892" y="2292096"/>
                  </a:lnTo>
                  <a:close/>
                </a:path>
                <a:path w="2184400" h="4994275">
                  <a:moveTo>
                    <a:pt x="2183892" y="2209800"/>
                  </a:moveTo>
                  <a:lnTo>
                    <a:pt x="2180844" y="2205228"/>
                  </a:lnTo>
                  <a:lnTo>
                    <a:pt x="2173224" y="2205228"/>
                  </a:lnTo>
                  <a:lnTo>
                    <a:pt x="2170176" y="2209800"/>
                  </a:lnTo>
                  <a:lnTo>
                    <a:pt x="2170176" y="2258568"/>
                  </a:lnTo>
                  <a:lnTo>
                    <a:pt x="2173224" y="2261616"/>
                  </a:lnTo>
                  <a:lnTo>
                    <a:pt x="2180844" y="2261616"/>
                  </a:lnTo>
                  <a:lnTo>
                    <a:pt x="2183892" y="2258568"/>
                  </a:lnTo>
                  <a:lnTo>
                    <a:pt x="2183892" y="2209800"/>
                  </a:lnTo>
                  <a:close/>
                </a:path>
                <a:path w="2184400" h="4994275">
                  <a:moveTo>
                    <a:pt x="2183892" y="2125980"/>
                  </a:moveTo>
                  <a:lnTo>
                    <a:pt x="2180844" y="2122932"/>
                  </a:lnTo>
                  <a:lnTo>
                    <a:pt x="2173224" y="2122932"/>
                  </a:lnTo>
                  <a:lnTo>
                    <a:pt x="2170176" y="2125980"/>
                  </a:lnTo>
                  <a:lnTo>
                    <a:pt x="2170176" y="2174748"/>
                  </a:lnTo>
                  <a:lnTo>
                    <a:pt x="2173224" y="2177796"/>
                  </a:lnTo>
                  <a:lnTo>
                    <a:pt x="2180844" y="2177796"/>
                  </a:lnTo>
                  <a:lnTo>
                    <a:pt x="2183892" y="2174748"/>
                  </a:lnTo>
                  <a:lnTo>
                    <a:pt x="2183892" y="2125980"/>
                  </a:lnTo>
                  <a:close/>
                </a:path>
                <a:path w="2184400" h="4994275">
                  <a:moveTo>
                    <a:pt x="2183892" y="2043684"/>
                  </a:moveTo>
                  <a:lnTo>
                    <a:pt x="2180844" y="2040636"/>
                  </a:lnTo>
                  <a:lnTo>
                    <a:pt x="2173224" y="2040636"/>
                  </a:lnTo>
                  <a:lnTo>
                    <a:pt x="2170176" y="2043684"/>
                  </a:lnTo>
                  <a:lnTo>
                    <a:pt x="2170176" y="2092452"/>
                  </a:lnTo>
                  <a:lnTo>
                    <a:pt x="2173224" y="2095500"/>
                  </a:lnTo>
                  <a:lnTo>
                    <a:pt x="2180844" y="2095500"/>
                  </a:lnTo>
                  <a:lnTo>
                    <a:pt x="2183892" y="2092452"/>
                  </a:lnTo>
                  <a:lnTo>
                    <a:pt x="2183892" y="2043684"/>
                  </a:lnTo>
                  <a:close/>
                </a:path>
                <a:path w="2184400" h="4994275">
                  <a:moveTo>
                    <a:pt x="2183892" y="1961388"/>
                  </a:moveTo>
                  <a:lnTo>
                    <a:pt x="2180844" y="1956816"/>
                  </a:lnTo>
                  <a:lnTo>
                    <a:pt x="2173224" y="1956816"/>
                  </a:lnTo>
                  <a:lnTo>
                    <a:pt x="2170176" y="1961388"/>
                  </a:lnTo>
                  <a:lnTo>
                    <a:pt x="2170176" y="2010156"/>
                  </a:lnTo>
                  <a:lnTo>
                    <a:pt x="2173224" y="2013204"/>
                  </a:lnTo>
                  <a:lnTo>
                    <a:pt x="2180844" y="2013204"/>
                  </a:lnTo>
                  <a:lnTo>
                    <a:pt x="2183892" y="2010156"/>
                  </a:lnTo>
                  <a:lnTo>
                    <a:pt x="2183892" y="1961388"/>
                  </a:lnTo>
                  <a:close/>
                </a:path>
                <a:path w="2184400" h="4994275">
                  <a:moveTo>
                    <a:pt x="2183892" y="1877568"/>
                  </a:moveTo>
                  <a:lnTo>
                    <a:pt x="2180844" y="1874520"/>
                  </a:lnTo>
                  <a:lnTo>
                    <a:pt x="2173224" y="1874520"/>
                  </a:lnTo>
                  <a:lnTo>
                    <a:pt x="2170176" y="1877568"/>
                  </a:lnTo>
                  <a:lnTo>
                    <a:pt x="2170176" y="1926336"/>
                  </a:lnTo>
                  <a:lnTo>
                    <a:pt x="2173224" y="1929384"/>
                  </a:lnTo>
                  <a:lnTo>
                    <a:pt x="2180844" y="1929384"/>
                  </a:lnTo>
                  <a:lnTo>
                    <a:pt x="2183892" y="1926336"/>
                  </a:lnTo>
                  <a:lnTo>
                    <a:pt x="2183892" y="1877568"/>
                  </a:lnTo>
                  <a:close/>
                </a:path>
                <a:path w="2184400" h="4994275">
                  <a:moveTo>
                    <a:pt x="2183892" y="1795272"/>
                  </a:moveTo>
                  <a:lnTo>
                    <a:pt x="2180844" y="1792224"/>
                  </a:lnTo>
                  <a:lnTo>
                    <a:pt x="2173224" y="1792224"/>
                  </a:lnTo>
                  <a:lnTo>
                    <a:pt x="2170176" y="1795272"/>
                  </a:lnTo>
                  <a:lnTo>
                    <a:pt x="2170176" y="1844040"/>
                  </a:lnTo>
                  <a:lnTo>
                    <a:pt x="2173224" y="1847088"/>
                  </a:lnTo>
                  <a:lnTo>
                    <a:pt x="2180844" y="1847088"/>
                  </a:lnTo>
                  <a:lnTo>
                    <a:pt x="2183892" y="1844040"/>
                  </a:lnTo>
                  <a:lnTo>
                    <a:pt x="2183892" y="1795272"/>
                  </a:lnTo>
                  <a:close/>
                </a:path>
                <a:path w="2184400" h="4994275">
                  <a:moveTo>
                    <a:pt x="2183892" y="1712976"/>
                  </a:moveTo>
                  <a:lnTo>
                    <a:pt x="2180844" y="1709928"/>
                  </a:lnTo>
                  <a:lnTo>
                    <a:pt x="2173224" y="1709928"/>
                  </a:lnTo>
                  <a:lnTo>
                    <a:pt x="2170176" y="1712976"/>
                  </a:lnTo>
                  <a:lnTo>
                    <a:pt x="2170176" y="1761744"/>
                  </a:lnTo>
                  <a:lnTo>
                    <a:pt x="2173224" y="1764792"/>
                  </a:lnTo>
                  <a:lnTo>
                    <a:pt x="2180844" y="1764792"/>
                  </a:lnTo>
                  <a:lnTo>
                    <a:pt x="2183892" y="1761744"/>
                  </a:lnTo>
                  <a:lnTo>
                    <a:pt x="2183892" y="1712976"/>
                  </a:lnTo>
                  <a:close/>
                </a:path>
                <a:path w="2184400" h="4994275">
                  <a:moveTo>
                    <a:pt x="2183892" y="1629156"/>
                  </a:moveTo>
                  <a:lnTo>
                    <a:pt x="2180844" y="1626108"/>
                  </a:lnTo>
                  <a:lnTo>
                    <a:pt x="2173224" y="1626108"/>
                  </a:lnTo>
                  <a:lnTo>
                    <a:pt x="2170176" y="1629156"/>
                  </a:lnTo>
                  <a:lnTo>
                    <a:pt x="2170176" y="1677924"/>
                  </a:lnTo>
                  <a:lnTo>
                    <a:pt x="2173224" y="1680972"/>
                  </a:lnTo>
                  <a:lnTo>
                    <a:pt x="2180844" y="1680972"/>
                  </a:lnTo>
                  <a:lnTo>
                    <a:pt x="2183892" y="1677924"/>
                  </a:lnTo>
                  <a:lnTo>
                    <a:pt x="2183892" y="1629156"/>
                  </a:lnTo>
                  <a:close/>
                </a:path>
                <a:path w="2184400" h="4994275">
                  <a:moveTo>
                    <a:pt x="2183892" y="1546860"/>
                  </a:moveTo>
                  <a:lnTo>
                    <a:pt x="2180844" y="1543812"/>
                  </a:lnTo>
                  <a:lnTo>
                    <a:pt x="2173224" y="1543812"/>
                  </a:lnTo>
                  <a:lnTo>
                    <a:pt x="2170176" y="1546860"/>
                  </a:lnTo>
                  <a:lnTo>
                    <a:pt x="2170176" y="1595628"/>
                  </a:lnTo>
                  <a:lnTo>
                    <a:pt x="2173224" y="1598676"/>
                  </a:lnTo>
                  <a:lnTo>
                    <a:pt x="2180844" y="1598676"/>
                  </a:lnTo>
                  <a:lnTo>
                    <a:pt x="2183892" y="1595628"/>
                  </a:lnTo>
                  <a:lnTo>
                    <a:pt x="2183892" y="1546860"/>
                  </a:lnTo>
                  <a:close/>
                </a:path>
                <a:path w="2184400" h="4994275">
                  <a:moveTo>
                    <a:pt x="2183892" y="1464564"/>
                  </a:moveTo>
                  <a:lnTo>
                    <a:pt x="2180844" y="1461516"/>
                  </a:lnTo>
                  <a:lnTo>
                    <a:pt x="2173224" y="1461516"/>
                  </a:lnTo>
                  <a:lnTo>
                    <a:pt x="2170176" y="1464564"/>
                  </a:lnTo>
                  <a:lnTo>
                    <a:pt x="2170176" y="1513332"/>
                  </a:lnTo>
                  <a:lnTo>
                    <a:pt x="2173224" y="1516380"/>
                  </a:lnTo>
                  <a:lnTo>
                    <a:pt x="2180844" y="1516380"/>
                  </a:lnTo>
                  <a:lnTo>
                    <a:pt x="2183892" y="1513332"/>
                  </a:lnTo>
                  <a:lnTo>
                    <a:pt x="2183892" y="1464564"/>
                  </a:lnTo>
                  <a:close/>
                </a:path>
                <a:path w="2184400" h="4994275">
                  <a:moveTo>
                    <a:pt x="2183892" y="1380744"/>
                  </a:moveTo>
                  <a:lnTo>
                    <a:pt x="2180844" y="1377696"/>
                  </a:lnTo>
                  <a:lnTo>
                    <a:pt x="2173224" y="1377696"/>
                  </a:lnTo>
                  <a:lnTo>
                    <a:pt x="2170176" y="1380744"/>
                  </a:lnTo>
                  <a:lnTo>
                    <a:pt x="2170176" y="1429512"/>
                  </a:lnTo>
                  <a:lnTo>
                    <a:pt x="2173224" y="1432560"/>
                  </a:lnTo>
                  <a:lnTo>
                    <a:pt x="2180844" y="1432560"/>
                  </a:lnTo>
                  <a:lnTo>
                    <a:pt x="2183892" y="1429512"/>
                  </a:lnTo>
                  <a:lnTo>
                    <a:pt x="2183892" y="1380744"/>
                  </a:lnTo>
                  <a:close/>
                </a:path>
                <a:path w="2184400" h="4994275">
                  <a:moveTo>
                    <a:pt x="2183892" y="1298448"/>
                  </a:moveTo>
                  <a:lnTo>
                    <a:pt x="2180844" y="1295400"/>
                  </a:lnTo>
                  <a:lnTo>
                    <a:pt x="2173224" y="1295400"/>
                  </a:lnTo>
                  <a:lnTo>
                    <a:pt x="2170176" y="1298448"/>
                  </a:lnTo>
                  <a:lnTo>
                    <a:pt x="2170176" y="1347216"/>
                  </a:lnTo>
                  <a:lnTo>
                    <a:pt x="2173224" y="1350264"/>
                  </a:lnTo>
                  <a:lnTo>
                    <a:pt x="2180844" y="1350264"/>
                  </a:lnTo>
                  <a:lnTo>
                    <a:pt x="2183892" y="1347216"/>
                  </a:lnTo>
                  <a:lnTo>
                    <a:pt x="2183892" y="1298448"/>
                  </a:lnTo>
                  <a:close/>
                </a:path>
                <a:path w="2184400" h="4994275">
                  <a:moveTo>
                    <a:pt x="2183892" y="1216152"/>
                  </a:moveTo>
                  <a:lnTo>
                    <a:pt x="2180844" y="1213104"/>
                  </a:lnTo>
                  <a:lnTo>
                    <a:pt x="2173224" y="1213104"/>
                  </a:lnTo>
                  <a:lnTo>
                    <a:pt x="2170176" y="1216152"/>
                  </a:lnTo>
                  <a:lnTo>
                    <a:pt x="2170176" y="1264920"/>
                  </a:lnTo>
                  <a:lnTo>
                    <a:pt x="2173224" y="1267968"/>
                  </a:lnTo>
                  <a:lnTo>
                    <a:pt x="2180844" y="1267968"/>
                  </a:lnTo>
                  <a:lnTo>
                    <a:pt x="2183892" y="1264920"/>
                  </a:lnTo>
                  <a:lnTo>
                    <a:pt x="2183892" y="1216152"/>
                  </a:lnTo>
                  <a:close/>
                </a:path>
                <a:path w="2184400" h="4994275">
                  <a:moveTo>
                    <a:pt x="2183892" y="1132332"/>
                  </a:moveTo>
                  <a:lnTo>
                    <a:pt x="2180844" y="1129284"/>
                  </a:lnTo>
                  <a:lnTo>
                    <a:pt x="2173224" y="1129284"/>
                  </a:lnTo>
                  <a:lnTo>
                    <a:pt x="2170176" y="1132332"/>
                  </a:lnTo>
                  <a:lnTo>
                    <a:pt x="2170176" y="1181100"/>
                  </a:lnTo>
                  <a:lnTo>
                    <a:pt x="2173224" y="1184148"/>
                  </a:lnTo>
                  <a:lnTo>
                    <a:pt x="2180844" y="1184148"/>
                  </a:lnTo>
                  <a:lnTo>
                    <a:pt x="2183892" y="1181100"/>
                  </a:lnTo>
                  <a:lnTo>
                    <a:pt x="2183892" y="1132332"/>
                  </a:lnTo>
                  <a:close/>
                </a:path>
                <a:path w="2184400" h="4994275">
                  <a:moveTo>
                    <a:pt x="2183892" y="1050036"/>
                  </a:moveTo>
                  <a:lnTo>
                    <a:pt x="2180844" y="1046988"/>
                  </a:lnTo>
                  <a:lnTo>
                    <a:pt x="2173224" y="1046988"/>
                  </a:lnTo>
                  <a:lnTo>
                    <a:pt x="2170176" y="1050036"/>
                  </a:lnTo>
                  <a:lnTo>
                    <a:pt x="2170176" y="1098804"/>
                  </a:lnTo>
                  <a:lnTo>
                    <a:pt x="2173224" y="1101852"/>
                  </a:lnTo>
                  <a:lnTo>
                    <a:pt x="2180844" y="1101852"/>
                  </a:lnTo>
                  <a:lnTo>
                    <a:pt x="2183892" y="1098804"/>
                  </a:lnTo>
                  <a:lnTo>
                    <a:pt x="2183892" y="1050036"/>
                  </a:lnTo>
                  <a:close/>
                </a:path>
                <a:path w="2184400" h="4994275">
                  <a:moveTo>
                    <a:pt x="2183892" y="967740"/>
                  </a:moveTo>
                  <a:lnTo>
                    <a:pt x="2180844" y="964692"/>
                  </a:lnTo>
                  <a:lnTo>
                    <a:pt x="2173224" y="964692"/>
                  </a:lnTo>
                  <a:lnTo>
                    <a:pt x="2170176" y="967740"/>
                  </a:lnTo>
                  <a:lnTo>
                    <a:pt x="2170176" y="1016508"/>
                  </a:lnTo>
                  <a:lnTo>
                    <a:pt x="2173224" y="1019556"/>
                  </a:lnTo>
                  <a:lnTo>
                    <a:pt x="2180844" y="1019556"/>
                  </a:lnTo>
                  <a:lnTo>
                    <a:pt x="2183892" y="1016508"/>
                  </a:lnTo>
                  <a:lnTo>
                    <a:pt x="2183892" y="967740"/>
                  </a:lnTo>
                  <a:close/>
                </a:path>
                <a:path w="2184400" h="4994275">
                  <a:moveTo>
                    <a:pt x="2183892" y="883920"/>
                  </a:moveTo>
                  <a:lnTo>
                    <a:pt x="2180844" y="880872"/>
                  </a:lnTo>
                  <a:lnTo>
                    <a:pt x="2173224" y="880872"/>
                  </a:lnTo>
                  <a:lnTo>
                    <a:pt x="2170176" y="883920"/>
                  </a:lnTo>
                  <a:lnTo>
                    <a:pt x="2170176" y="932688"/>
                  </a:lnTo>
                  <a:lnTo>
                    <a:pt x="2173224" y="935736"/>
                  </a:lnTo>
                  <a:lnTo>
                    <a:pt x="2180844" y="935736"/>
                  </a:lnTo>
                  <a:lnTo>
                    <a:pt x="2183892" y="932688"/>
                  </a:lnTo>
                  <a:lnTo>
                    <a:pt x="2183892" y="883920"/>
                  </a:lnTo>
                  <a:close/>
                </a:path>
                <a:path w="2184400" h="4994275">
                  <a:moveTo>
                    <a:pt x="2183892" y="801624"/>
                  </a:moveTo>
                  <a:lnTo>
                    <a:pt x="2180844" y="798576"/>
                  </a:lnTo>
                  <a:lnTo>
                    <a:pt x="2173224" y="798576"/>
                  </a:lnTo>
                  <a:lnTo>
                    <a:pt x="2170176" y="801624"/>
                  </a:lnTo>
                  <a:lnTo>
                    <a:pt x="2170176" y="850392"/>
                  </a:lnTo>
                  <a:lnTo>
                    <a:pt x="2173224" y="853440"/>
                  </a:lnTo>
                  <a:lnTo>
                    <a:pt x="2180844" y="853440"/>
                  </a:lnTo>
                  <a:lnTo>
                    <a:pt x="2183892" y="850392"/>
                  </a:lnTo>
                  <a:lnTo>
                    <a:pt x="2183892" y="801624"/>
                  </a:lnTo>
                  <a:close/>
                </a:path>
                <a:path w="2184400" h="4994275">
                  <a:moveTo>
                    <a:pt x="2183892" y="719328"/>
                  </a:moveTo>
                  <a:lnTo>
                    <a:pt x="2180844" y="716280"/>
                  </a:lnTo>
                  <a:lnTo>
                    <a:pt x="2173224" y="716280"/>
                  </a:lnTo>
                  <a:lnTo>
                    <a:pt x="2170176" y="719328"/>
                  </a:lnTo>
                  <a:lnTo>
                    <a:pt x="2170176" y="768096"/>
                  </a:lnTo>
                  <a:lnTo>
                    <a:pt x="2173224" y="771144"/>
                  </a:lnTo>
                  <a:lnTo>
                    <a:pt x="2180844" y="771144"/>
                  </a:lnTo>
                  <a:lnTo>
                    <a:pt x="2183892" y="768096"/>
                  </a:lnTo>
                  <a:lnTo>
                    <a:pt x="2183892" y="719328"/>
                  </a:lnTo>
                  <a:close/>
                </a:path>
                <a:path w="2184400" h="4994275">
                  <a:moveTo>
                    <a:pt x="2183892" y="635508"/>
                  </a:moveTo>
                  <a:lnTo>
                    <a:pt x="2180844" y="632460"/>
                  </a:lnTo>
                  <a:lnTo>
                    <a:pt x="2173224" y="632460"/>
                  </a:lnTo>
                  <a:lnTo>
                    <a:pt x="2170176" y="635508"/>
                  </a:lnTo>
                  <a:lnTo>
                    <a:pt x="2170176" y="684276"/>
                  </a:lnTo>
                  <a:lnTo>
                    <a:pt x="2173224" y="687324"/>
                  </a:lnTo>
                  <a:lnTo>
                    <a:pt x="2180844" y="687324"/>
                  </a:lnTo>
                  <a:lnTo>
                    <a:pt x="2183892" y="684276"/>
                  </a:lnTo>
                  <a:lnTo>
                    <a:pt x="2183892" y="635508"/>
                  </a:lnTo>
                  <a:close/>
                </a:path>
                <a:path w="2184400" h="4994275">
                  <a:moveTo>
                    <a:pt x="2183892" y="553212"/>
                  </a:moveTo>
                  <a:lnTo>
                    <a:pt x="2180844" y="550164"/>
                  </a:lnTo>
                  <a:lnTo>
                    <a:pt x="2173224" y="550164"/>
                  </a:lnTo>
                  <a:lnTo>
                    <a:pt x="2170176" y="553212"/>
                  </a:lnTo>
                  <a:lnTo>
                    <a:pt x="2170176" y="601980"/>
                  </a:lnTo>
                  <a:lnTo>
                    <a:pt x="2173224" y="605028"/>
                  </a:lnTo>
                  <a:lnTo>
                    <a:pt x="2180844" y="605028"/>
                  </a:lnTo>
                  <a:lnTo>
                    <a:pt x="2183892" y="601980"/>
                  </a:lnTo>
                  <a:lnTo>
                    <a:pt x="2183892" y="553212"/>
                  </a:lnTo>
                  <a:close/>
                </a:path>
                <a:path w="2184400" h="4994275">
                  <a:moveTo>
                    <a:pt x="2183892" y="470916"/>
                  </a:moveTo>
                  <a:lnTo>
                    <a:pt x="2180844" y="467868"/>
                  </a:lnTo>
                  <a:lnTo>
                    <a:pt x="2173224" y="467868"/>
                  </a:lnTo>
                  <a:lnTo>
                    <a:pt x="2170176" y="470916"/>
                  </a:lnTo>
                  <a:lnTo>
                    <a:pt x="2170176" y="519684"/>
                  </a:lnTo>
                  <a:lnTo>
                    <a:pt x="2173224" y="522732"/>
                  </a:lnTo>
                  <a:lnTo>
                    <a:pt x="2180844" y="522732"/>
                  </a:lnTo>
                  <a:lnTo>
                    <a:pt x="2183892" y="519684"/>
                  </a:lnTo>
                  <a:lnTo>
                    <a:pt x="2183892" y="470916"/>
                  </a:lnTo>
                  <a:close/>
                </a:path>
                <a:path w="2184400" h="4994275">
                  <a:moveTo>
                    <a:pt x="2183892" y="387096"/>
                  </a:moveTo>
                  <a:lnTo>
                    <a:pt x="2180844" y="384048"/>
                  </a:lnTo>
                  <a:lnTo>
                    <a:pt x="2173224" y="384048"/>
                  </a:lnTo>
                  <a:lnTo>
                    <a:pt x="2170176" y="387096"/>
                  </a:lnTo>
                  <a:lnTo>
                    <a:pt x="2170176" y="435864"/>
                  </a:lnTo>
                  <a:lnTo>
                    <a:pt x="2173224" y="438912"/>
                  </a:lnTo>
                  <a:lnTo>
                    <a:pt x="2180844" y="438912"/>
                  </a:lnTo>
                  <a:lnTo>
                    <a:pt x="2183892" y="435864"/>
                  </a:lnTo>
                  <a:lnTo>
                    <a:pt x="2183892" y="387096"/>
                  </a:lnTo>
                  <a:close/>
                </a:path>
                <a:path w="2184400" h="4994275">
                  <a:moveTo>
                    <a:pt x="2183892" y="304800"/>
                  </a:moveTo>
                  <a:lnTo>
                    <a:pt x="2180844" y="301752"/>
                  </a:lnTo>
                  <a:lnTo>
                    <a:pt x="2173224" y="301752"/>
                  </a:lnTo>
                  <a:lnTo>
                    <a:pt x="2170176" y="304800"/>
                  </a:lnTo>
                  <a:lnTo>
                    <a:pt x="2170176" y="353568"/>
                  </a:lnTo>
                  <a:lnTo>
                    <a:pt x="2173224" y="356616"/>
                  </a:lnTo>
                  <a:lnTo>
                    <a:pt x="2180844" y="356616"/>
                  </a:lnTo>
                  <a:lnTo>
                    <a:pt x="2183892" y="353568"/>
                  </a:lnTo>
                  <a:lnTo>
                    <a:pt x="2183892" y="304800"/>
                  </a:lnTo>
                  <a:close/>
                </a:path>
                <a:path w="2184400" h="4994275">
                  <a:moveTo>
                    <a:pt x="2183892" y="222504"/>
                  </a:moveTo>
                  <a:lnTo>
                    <a:pt x="2180844" y="219456"/>
                  </a:lnTo>
                  <a:lnTo>
                    <a:pt x="2173224" y="219456"/>
                  </a:lnTo>
                  <a:lnTo>
                    <a:pt x="2170176" y="222504"/>
                  </a:lnTo>
                  <a:lnTo>
                    <a:pt x="2170176" y="271272"/>
                  </a:lnTo>
                  <a:lnTo>
                    <a:pt x="2173224" y="274320"/>
                  </a:lnTo>
                  <a:lnTo>
                    <a:pt x="2180844" y="274320"/>
                  </a:lnTo>
                  <a:lnTo>
                    <a:pt x="2183892" y="271272"/>
                  </a:lnTo>
                  <a:lnTo>
                    <a:pt x="2183892" y="222504"/>
                  </a:lnTo>
                  <a:close/>
                </a:path>
                <a:path w="2184400" h="4994275">
                  <a:moveTo>
                    <a:pt x="2183892" y="138684"/>
                  </a:moveTo>
                  <a:lnTo>
                    <a:pt x="2180844" y="135636"/>
                  </a:lnTo>
                  <a:lnTo>
                    <a:pt x="2173224" y="135636"/>
                  </a:lnTo>
                  <a:lnTo>
                    <a:pt x="2170176" y="138684"/>
                  </a:lnTo>
                  <a:lnTo>
                    <a:pt x="2170176" y="187452"/>
                  </a:lnTo>
                  <a:lnTo>
                    <a:pt x="2173224" y="192024"/>
                  </a:lnTo>
                  <a:lnTo>
                    <a:pt x="2180844" y="192024"/>
                  </a:lnTo>
                  <a:lnTo>
                    <a:pt x="2183892" y="187452"/>
                  </a:lnTo>
                  <a:lnTo>
                    <a:pt x="2183892" y="138684"/>
                  </a:lnTo>
                  <a:close/>
                </a:path>
              </a:pathLst>
            </a:custGeom>
            <a:solidFill>
              <a:srgbClr val="9A9A9A"/>
            </a:solidFill>
          </p:spPr>
          <p:txBody>
            <a:bodyPr wrap="square" lIns="0" tIns="0" rIns="0" bIns="0" rtlCol="0"/>
            <a:lstStyle/>
            <a:p>
              <a:endParaRPr/>
            </a:p>
          </p:txBody>
        </p:sp>
        <p:sp>
          <p:nvSpPr>
            <p:cNvPr id="74" name="object 74"/>
            <p:cNvSpPr/>
            <p:nvPr/>
          </p:nvSpPr>
          <p:spPr>
            <a:xfrm>
              <a:off x="5274564" y="553211"/>
              <a:ext cx="2714625" cy="5476240"/>
            </a:xfrm>
            <a:custGeom>
              <a:avLst/>
              <a:gdLst/>
              <a:ahLst/>
              <a:cxnLst/>
              <a:rect l="l" t="t" r="r" b="b"/>
              <a:pathLst>
                <a:path w="2714625" h="5476240">
                  <a:moveTo>
                    <a:pt x="0" y="2359151"/>
                  </a:moveTo>
                  <a:lnTo>
                    <a:pt x="2714243" y="2359151"/>
                  </a:lnTo>
                </a:path>
                <a:path w="2714625" h="5476240">
                  <a:moveTo>
                    <a:pt x="0" y="1545335"/>
                  </a:moveTo>
                  <a:lnTo>
                    <a:pt x="2714243" y="1545335"/>
                  </a:lnTo>
                </a:path>
                <a:path w="2714625" h="5476240">
                  <a:moveTo>
                    <a:pt x="0" y="1952243"/>
                  </a:moveTo>
                  <a:lnTo>
                    <a:pt x="2714243" y="1952243"/>
                  </a:lnTo>
                </a:path>
                <a:path w="2714625" h="5476240">
                  <a:moveTo>
                    <a:pt x="0" y="1138427"/>
                  </a:moveTo>
                  <a:lnTo>
                    <a:pt x="2714243" y="1138427"/>
                  </a:lnTo>
                </a:path>
                <a:path w="2714625" h="5476240">
                  <a:moveTo>
                    <a:pt x="0" y="0"/>
                  </a:moveTo>
                  <a:lnTo>
                    <a:pt x="0" y="5475731"/>
                  </a:lnTo>
                </a:path>
                <a:path w="2714625" h="5476240">
                  <a:moveTo>
                    <a:pt x="0" y="326135"/>
                  </a:moveTo>
                  <a:lnTo>
                    <a:pt x="2714243" y="326135"/>
                  </a:lnTo>
                </a:path>
              </a:pathLst>
            </a:custGeom>
            <a:ln w="13715">
              <a:solidFill>
                <a:srgbClr val="666666"/>
              </a:solidFill>
            </a:ln>
          </p:spPr>
          <p:txBody>
            <a:bodyPr wrap="square" lIns="0" tIns="0" rIns="0" bIns="0" rtlCol="0"/>
            <a:lstStyle/>
            <a:p>
              <a:endParaRPr/>
            </a:p>
          </p:txBody>
        </p:sp>
        <p:sp>
          <p:nvSpPr>
            <p:cNvPr id="75" name="object 75"/>
            <p:cNvSpPr/>
            <p:nvPr/>
          </p:nvSpPr>
          <p:spPr>
            <a:xfrm>
              <a:off x="5484876" y="736091"/>
              <a:ext cx="13970" cy="4361815"/>
            </a:xfrm>
            <a:custGeom>
              <a:avLst/>
              <a:gdLst/>
              <a:ahLst/>
              <a:cxnLst/>
              <a:rect l="l" t="t" r="r" b="b"/>
              <a:pathLst>
                <a:path w="13970" h="4361815">
                  <a:moveTo>
                    <a:pt x="10668" y="0"/>
                  </a:moveTo>
                  <a:lnTo>
                    <a:pt x="3048" y="0"/>
                  </a:lnTo>
                  <a:lnTo>
                    <a:pt x="0" y="3048"/>
                  </a:lnTo>
                  <a:lnTo>
                    <a:pt x="0" y="53340"/>
                  </a:lnTo>
                  <a:lnTo>
                    <a:pt x="3048" y="56387"/>
                  </a:lnTo>
                  <a:lnTo>
                    <a:pt x="10668" y="56387"/>
                  </a:lnTo>
                  <a:lnTo>
                    <a:pt x="13715" y="53340"/>
                  </a:lnTo>
                  <a:lnTo>
                    <a:pt x="13715" y="3048"/>
                  </a:lnTo>
                  <a:lnTo>
                    <a:pt x="10668" y="0"/>
                  </a:lnTo>
                  <a:close/>
                </a:path>
                <a:path w="13970" h="4361815">
                  <a:moveTo>
                    <a:pt x="10668" y="83820"/>
                  </a:moveTo>
                  <a:lnTo>
                    <a:pt x="3048" y="83820"/>
                  </a:lnTo>
                  <a:lnTo>
                    <a:pt x="0" y="86868"/>
                  </a:lnTo>
                  <a:lnTo>
                    <a:pt x="0" y="135636"/>
                  </a:lnTo>
                  <a:lnTo>
                    <a:pt x="3048" y="138684"/>
                  </a:lnTo>
                  <a:lnTo>
                    <a:pt x="10668" y="138684"/>
                  </a:lnTo>
                  <a:lnTo>
                    <a:pt x="13715" y="135636"/>
                  </a:lnTo>
                  <a:lnTo>
                    <a:pt x="13715" y="86868"/>
                  </a:lnTo>
                  <a:lnTo>
                    <a:pt x="10668" y="83820"/>
                  </a:lnTo>
                  <a:close/>
                </a:path>
                <a:path w="13970" h="4361815">
                  <a:moveTo>
                    <a:pt x="10668" y="166116"/>
                  </a:moveTo>
                  <a:lnTo>
                    <a:pt x="3048" y="166116"/>
                  </a:lnTo>
                  <a:lnTo>
                    <a:pt x="0" y="169163"/>
                  </a:lnTo>
                  <a:lnTo>
                    <a:pt x="0" y="217932"/>
                  </a:lnTo>
                  <a:lnTo>
                    <a:pt x="3048" y="220980"/>
                  </a:lnTo>
                  <a:lnTo>
                    <a:pt x="10668" y="220980"/>
                  </a:lnTo>
                  <a:lnTo>
                    <a:pt x="13715" y="217932"/>
                  </a:lnTo>
                  <a:lnTo>
                    <a:pt x="13715" y="169163"/>
                  </a:lnTo>
                  <a:lnTo>
                    <a:pt x="10668" y="166116"/>
                  </a:lnTo>
                  <a:close/>
                </a:path>
                <a:path w="13970" h="4361815">
                  <a:moveTo>
                    <a:pt x="10668" y="248412"/>
                  </a:moveTo>
                  <a:lnTo>
                    <a:pt x="3048" y="248412"/>
                  </a:lnTo>
                  <a:lnTo>
                    <a:pt x="0" y="251460"/>
                  </a:lnTo>
                  <a:lnTo>
                    <a:pt x="0" y="301752"/>
                  </a:lnTo>
                  <a:lnTo>
                    <a:pt x="3048" y="304800"/>
                  </a:lnTo>
                  <a:lnTo>
                    <a:pt x="10668" y="304800"/>
                  </a:lnTo>
                  <a:lnTo>
                    <a:pt x="13715" y="301752"/>
                  </a:lnTo>
                  <a:lnTo>
                    <a:pt x="13715" y="251460"/>
                  </a:lnTo>
                  <a:lnTo>
                    <a:pt x="10668" y="248412"/>
                  </a:lnTo>
                  <a:close/>
                </a:path>
                <a:path w="13970" h="4361815">
                  <a:moveTo>
                    <a:pt x="10668" y="332232"/>
                  </a:moveTo>
                  <a:lnTo>
                    <a:pt x="3048" y="332232"/>
                  </a:lnTo>
                  <a:lnTo>
                    <a:pt x="0" y="335280"/>
                  </a:lnTo>
                  <a:lnTo>
                    <a:pt x="0" y="384048"/>
                  </a:lnTo>
                  <a:lnTo>
                    <a:pt x="3048" y="387096"/>
                  </a:lnTo>
                  <a:lnTo>
                    <a:pt x="10668" y="387096"/>
                  </a:lnTo>
                  <a:lnTo>
                    <a:pt x="13715" y="384048"/>
                  </a:lnTo>
                  <a:lnTo>
                    <a:pt x="13715" y="335280"/>
                  </a:lnTo>
                  <a:lnTo>
                    <a:pt x="10668" y="332232"/>
                  </a:lnTo>
                  <a:close/>
                </a:path>
                <a:path w="13970" h="4361815">
                  <a:moveTo>
                    <a:pt x="10668" y="414528"/>
                  </a:moveTo>
                  <a:lnTo>
                    <a:pt x="3048" y="414528"/>
                  </a:lnTo>
                  <a:lnTo>
                    <a:pt x="0" y="417575"/>
                  </a:lnTo>
                  <a:lnTo>
                    <a:pt x="0" y="466344"/>
                  </a:lnTo>
                  <a:lnTo>
                    <a:pt x="3048" y="469392"/>
                  </a:lnTo>
                  <a:lnTo>
                    <a:pt x="10668" y="469392"/>
                  </a:lnTo>
                  <a:lnTo>
                    <a:pt x="13715" y="466344"/>
                  </a:lnTo>
                  <a:lnTo>
                    <a:pt x="13715" y="417575"/>
                  </a:lnTo>
                  <a:lnTo>
                    <a:pt x="10668" y="414528"/>
                  </a:lnTo>
                  <a:close/>
                </a:path>
                <a:path w="13970" h="4361815">
                  <a:moveTo>
                    <a:pt x="10668" y="496824"/>
                  </a:moveTo>
                  <a:lnTo>
                    <a:pt x="3048" y="496824"/>
                  </a:lnTo>
                  <a:lnTo>
                    <a:pt x="0" y="499872"/>
                  </a:lnTo>
                  <a:lnTo>
                    <a:pt x="0" y="550163"/>
                  </a:lnTo>
                  <a:lnTo>
                    <a:pt x="3048" y="553212"/>
                  </a:lnTo>
                  <a:lnTo>
                    <a:pt x="10668" y="553212"/>
                  </a:lnTo>
                  <a:lnTo>
                    <a:pt x="13715" y="550163"/>
                  </a:lnTo>
                  <a:lnTo>
                    <a:pt x="13715" y="499872"/>
                  </a:lnTo>
                  <a:lnTo>
                    <a:pt x="10668" y="496824"/>
                  </a:lnTo>
                  <a:close/>
                </a:path>
                <a:path w="13970" h="4361815">
                  <a:moveTo>
                    <a:pt x="10668" y="580644"/>
                  </a:moveTo>
                  <a:lnTo>
                    <a:pt x="3048" y="580644"/>
                  </a:lnTo>
                  <a:lnTo>
                    <a:pt x="0" y="583692"/>
                  </a:lnTo>
                  <a:lnTo>
                    <a:pt x="0" y="632460"/>
                  </a:lnTo>
                  <a:lnTo>
                    <a:pt x="3048" y="635508"/>
                  </a:lnTo>
                  <a:lnTo>
                    <a:pt x="10668" y="635508"/>
                  </a:lnTo>
                  <a:lnTo>
                    <a:pt x="13715" y="632460"/>
                  </a:lnTo>
                  <a:lnTo>
                    <a:pt x="13715" y="583692"/>
                  </a:lnTo>
                  <a:lnTo>
                    <a:pt x="10668" y="580644"/>
                  </a:lnTo>
                  <a:close/>
                </a:path>
                <a:path w="13970" h="4361815">
                  <a:moveTo>
                    <a:pt x="10668" y="662940"/>
                  </a:moveTo>
                  <a:lnTo>
                    <a:pt x="3048" y="662940"/>
                  </a:lnTo>
                  <a:lnTo>
                    <a:pt x="0" y="665988"/>
                  </a:lnTo>
                  <a:lnTo>
                    <a:pt x="0" y="714756"/>
                  </a:lnTo>
                  <a:lnTo>
                    <a:pt x="3048" y="717804"/>
                  </a:lnTo>
                  <a:lnTo>
                    <a:pt x="10668" y="717804"/>
                  </a:lnTo>
                  <a:lnTo>
                    <a:pt x="13715" y="714756"/>
                  </a:lnTo>
                  <a:lnTo>
                    <a:pt x="13715" y="665988"/>
                  </a:lnTo>
                  <a:lnTo>
                    <a:pt x="10668" y="662940"/>
                  </a:lnTo>
                  <a:close/>
                </a:path>
                <a:path w="13970" h="4361815">
                  <a:moveTo>
                    <a:pt x="10668" y="745236"/>
                  </a:moveTo>
                  <a:lnTo>
                    <a:pt x="3048" y="745236"/>
                  </a:lnTo>
                  <a:lnTo>
                    <a:pt x="0" y="748284"/>
                  </a:lnTo>
                  <a:lnTo>
                    <a:pt x="0" y="798576"/>
                  </a:lnTo>
                  <a:lnTo>
                    <a:pt x="3048" y="801624"/>
                  </a:lnTo>
                  <a:lnTo>
                    <a:pt x="10668" y="801624"/>
                  </a:lnTo>
                  <a:lnTo>
                    <a:pt x="13715" y="798576"/>
                  </a:lnTo>
                  <a:lnTo>
                    <a:pt x="13715" y="748284"/>
                  </a:lnTo>
                  <a:lnTo>
                    <a:pt x="10668" y="745236"/>
                  </a:lnTo>
                  <a:close/>
                </a:path>
                <a:path w="13970" h="4361815">
                  <a:moveTo>
                    <a:pt x="10668" y="829056"/>
                  </a:moveTo>
                  <a:lnTo>
                    <a:pt x="3048" y="829056"/>
                  </a:lnTo>
                  <a:lnTo>
                    <a:pt x="0" y="832104"/>
                  </a:lnTo>
                  <a:lnTo>
                    <a:pt x="0" y="880872"/>
                  </a:lnTo>
                  <a:lnTo>
                    <a:pt x="3048" y="883920"/>
                  </a:lnTo>
                  <a:lnTo>
                    <a:pt x="10668" y="883920"/>
                  </a:lnTo>
                  <a:lnTo>
                    <a:pt x="13715" y="880872"/>
                  </a:lnTo>
                  <a:lnTo>
                    <a:pt x="13715" y="832104"/>
                  </a:lnTo>
                  <a:lnTo>
                    <a:pt x="10668" y="829056"/>
                  </a:lnTo>
                  <a:close/>
                </a:path>
                <a:path w="13970" h="4361815">
                  <a:moveTo>
                    <a:pt x="10668" y="911352"/>
                  </a:moveTo>
                  <a:lnTo>
                    <a:pt x="3048" y="911352"/>
                  </a:lnTo>
                  <a:lnTo>
                    <a:pt x="0" y="914400"/>
                  </a:lnTo>
                  <a:lnTo>
                    <a:pt x="0" y="963168"/>
                  </a:lnTo>
                  <a:lnTo>
                    <a:pt x="3048" y="966216"/>
                  </a:lnTo>
                  <a:lnTo>
                    <a:pt x="10668" y="966216"/>
                  </a:lnTo>
                  <a:lnTo>
                    <a:pt x="13715" y="963168"/>
                  </a:lnTo>
                  <a:lnTo>
                    <a:pt x="13715" y="914400"/>
                  </a:lnTo>
                  <a:lnTo>
                    <a:pt x="10668" y="911352"/>
                  </a:lnTo>
                  <a:close/>
                </a:path>
                <a:path w="13970" h="4361815">
                  <a:moveTo>
                    <a:pt x="10668" y="993648"/>
                  </a:moveTo>
                  <a:lnTo>
                    <a:pt x="3048" y="993648"/>
                  </a:lnTo>
                  <a:lnTo>
                    <a:pt x="0" y="996696"/>
                  </a:lnTo>
                  <a:lnTo>
                    <a:pt x="0" y="1045463"/>
                  </a:lnTo>
                  <a:lnTo>
                    <a:pt x="3048" y="1050036"/>
                  </a:lnTo>
                  <a:lnTo>
                    <a:pt x="10668" y="1050036"/>
                  </a:lnTo>
                  <a:lnTo>
                    <a:pt x="13715" y="1045463"/>
                  </a:lnTo>
                  <a:lnTo>
                    <a:pt x="13715" y="996696"/>
                  </a:lnTo>
                  <a:lnTo>
                    <a:pt x="10668" y="993648"/>
                  </a:lnTo>
                  <a:close/>
                </a:path>
                <a:path w="13970" h="4361815">
                  <a:moveTo>
                    <a:pt x="10668" y="1077468"/>
                  </a:moveTo>
                  <a:lnTo>
                    <a:pt x="3048" y="1077468"/>
                  </a:lnTo>
                  <a:lnTo>
                    <a:pt x="0" y="1080516"/>
                  </a:lnTo>
                  <a:lnTo>
                    <a:pt x="0" y="1129284"/>
                  </a:lnTo>
                  <a:lnTo>
                    <a:pt x="3048" y="1132332"/>
                  </a:lnTo>
                  <a:lnTo>
                    <a:pt x="10668" y="1132332"/>
                  </a:lnTo>
                  <a:lnTo>
                    <a:pt x="13715" y="1129284"/>
                  </a:lnTo>
                  <a:lnTo>
                    <a:pt x="13715" y="1080516"/>
                  </a:lnTo>
                  <a:lnTo>
                    <a:pt x="10668" y="1077468"/>
                  </a:lnTo>
                  <a:close/>
                </a:path>
                <a:path w="13970" h="4361815">
                  <a:moveTo>
                    <a:pt x="10668" y="1159764"/>
                  </a:moveTo>
                  <a:lnTo>
                    <a:pt x="3048" y="1159764"/>
                  </a:lnTo>
                  <a:lnTo>
                    <a:pt x="0" y="1162812"/>
                  </a:lnTo>
                  <a:lnTo>
                    <a:pt x="0" y="1211580"/>
                  </a:lnTo>
                  <a:lnTo>
                    <a:pt x="3048" y="1214628"/>
                  </a:lnTo>
                  <a:lnTo>
                    <a:pt x="10668" y="1214628"/>
                  </a:lnTo>
                  <a:lnTo>
                    <a:pt x="13715" y="1211580"/>
                  </a:lnTo>
                  <a:lnTo>
                    <a:pt x="13715" y="1162812"/>
                  </a:lnTo>
                  <a:lnTo>
                    <a:pt x="10668" y="1159764"/>
                  </a:lnTo>
                  <a:close/>
                </a:path>
                <a:path w="13970" h="4361815">
                  <a:moveTo>
                    <a:pt x="10668" y="1242060"/>
                  </a:moveTo>
                  <a:lnTo>
                    <a:pt x="3048" y="1242060"/>
                  </a:lnTo>
                  <a:lnTo>
                    <a:pt x="0" y="1245108"/>
                  </a:lnTo>
                  <a:lnTo>
                    <a:pt x="0" y="1293876"/>
                  </a:lnTo>
                  <a:lnTo>
                    <a:pt x="3048" y="1298448"/>
                  </a:lnTo>
                  <a:lnTo>
                    <a:pt x="10668" y="1298448"/>
                  </a:lnTo>
                  <a:lnTo>
                    <a:pt x="13715" y="1293876"/>
                  </a:lnTo>
                  <a:lnTo>
                    <a:pt x="13715" y="1245108"/>
                  </a:lnTo>
                  <a:lnTo>
                    <a:pt x="10668" y="1242060"/>
                  </a:lnTo>
                  <a:close/>
                </a:path>
                <a:path w="13970" h="4361815">
                  <a:moveTo>
                    <a:pt x="10668" y="1325880"/>
                  </a:moveTo>
                  <a:lnTo>
                    <a:pt x="3048" y="1325880"/>
                  </a:lnTo>
                  <a:lnTo>
                    <a:pt x="0" y="1328928"/>
                  </a:lnTo>
                  <a:lnTo>
                    <a:pt x="0" y="1377696"/>
                  </a:lnTo>
                  <a:lnTo>
                    <a:pt x="3048" y="1380744"/>
                  </a:lnTo>
                  <a:lnTo>
                    <a:pt x="10668" y="1380744"/>
                  </a:lnTo>
                  <a:lnTo>
                    <a:pt x="13715" y="1377696"/>
                  </a:lnTo>
                  <a:lnTo>
                    <a:pt x="13715" y="1328928"/>
                  </a:lnTo>
                  <a:lnTo>
                    <a:pt x="10668" y="1325880"/>
                  </a:lnTo>
                  <a:close/>
                </a:path>
                <a:path w="13970" h="4361815">
                  <a:moveTo>
                    <a:pt x="10668" y="1408176"/>
                  </a:moveTo>
                  <a:lnTo>
                    <a:pt x="3048" y="1408176"/>
                  </a:lnTo>
                  <a:lnTo>
                    <a:pt x="0" y="1411224"/>
                  </a:lnTo>
                  <a:lnTo>
                    <a:pt x="0" y="1459992"/>
                  </a:lnTo>
                  <a:lnTo>
                    <a:pt x="3048" y="1463040"/>
                  </a:lnTo>
                  <a:lnTo>
                    <a:pt x="10668" y="1463040"/>
                  </a:lnTo>
                  <a:lnTo>
                    <a:pt x="13715" y="1459992"/>
                  </a:lnTo>
                  <a:lnTo>
                    <a:pt x="13715" y="1411224"/>
                  </a:lnTo>
                  <a:lnTo>
                    <a:pt x="10668" y="1408176"/>
                  </a:lnTo>
                  <a:close/>
                </a:path>
                <a:path w="13970" h="4361815">
                  <a:moveTo>
                    <a:pt x="10668" y="1490472"/>
                  </a:moveTo>
                  <a:lnTo>
                    <a:pt x="3048" y="1490472"/>
                  </a:lnTo>
                  <a:lnTo>
                    <a:pt x="0" y="1493520"/>
                  </a:lnTo>
                  <a:lnTo>
                    <a:pt x="0" y="1542288"/>
                  </a:lnTo>
                  <a:lnTo>
                    <a:pt x="3048" y="1545336"/>
                  </a:lnTo>
                  <a:lnTo>
                    <a:pt x="10668" y="1545336"/>
                  </a:lnTo>
                  <a:lnTo>
                    <a:pt x="13715" y="1542288"/>
                  </a:lnTo>
                  <a:lnTo>
                    <a:pt x="13715" y="1493520"/>
                  </a:lnTo>
                  <a:lnTo>
                    <a:pt x="10668" y="1490472"/>
                  </a:lnTo>
                  <a:close/>
                </a:path>
                <a:path w="13970" h="4361815">
                  <a:moveTo>
                    <a:pt x="10668" y="1574292"/>
                  </a:moveTo>
                  <a:lnTo>
                    <a:pt x="3048" y="1574292"/>
                  </a:lnTo>
                  <a:lnTo>
                    <a:pt x="0" y="1577340"/>
                  </a:lnTo>
                  <a:lnTo>
                    <a:pt x="0" y="1626108"/>
                  </a:lnTo>
                  <a:lnTo>
                    <a:pt x="3048" y="1629156"/>
                  </a:lnTo>
                  <a:lnTo>
                    <a:pt x="10668" y="1629156"/>
                  </a:lnTo>
                  <a:lnTo>
                    <a:pt x="13715" y="1626108"/>
                  </a:lnTo>
                  <a:lnTo>
                    <a:pt x="13715" y="1577340"/>
                  </a:lnTo>
                  <a:lnTo>
                    <a:pt x="10668" y="1574292"/>
                  </a:lnTo>
                  <a:close/>
                </a:path>
                <a:path w="13970" h="4361815">
                  <a:moveTo>
                    <a:pt x="10668" y="1656588"/>
                  </a:moveTo>
                  <a:lnTo>
                    <a:pt x="3048" y="1656588"/>
                  </a:lnTo>
                  <a:lnTo>
                    <a:pt x="0" y="1659636"/>
                  </a:lnTo>
                  <a:lnTo>
                    <a:pt x="0" y="1708404"/>
                  </a:lnTo>
                  <a:lnTo>
                    <a:pt x="3048" y="1711452"/>
                  </a:lnTo>
                  <a:lnTo>
                    <a:pt x="10668" y="1711452"/>
                  </a:lnTo>
                  <a:lnTo>
                    <a:pt x="13715" y="1708404"/>
                  </a:lnTo>
                  <a:lnTo>
                    <a:pt x="13715" y="1659636"/>
                  </a:lnTo>
                  <a:lnTo>
                    <a:pt x="10668" y="1656588"/>
                  </a:lnTo>
                  <a:close/>
                </a:path>
                <a:path w="13970" h="4361815">
                  <a:moveTo>
                    <a:pt x="10668" y="1738884"/>
                  </a:moveTo>
                  <a:lnTo>
                    <a:pt x="3048" y="1738884"/>
                  </a:lnTo>
                  <a:lnTo>
                    <a:pt x="0" y="1741932"/>
                  </a:lnTo>
                  <a:lnTo>
                    <a:pt x="0" y="1790700"/>
                  </a:lnTo>
                  <a:lnTo>
                    <a:pt x="3048" y="1793748"/>
                  </a:lnTo>
                  <a:lnTo>
                    <a:pt x="10668" y="1793748"/>
                  </a:lnTo>
                  <a:lnTo>
                    <a:pt x="13715" y="1790700"/>
                  </a:lnTo>
                  <a:lnTo>
                    <a:pt x="13715" y="1741932"/>
                  </a:lnTo>
                  <a:lnTo>
                    <a:pt x="10668" y="1738884"/>
                  </a:lnTo>
                  <a:close/>
                </a:path>
                <a:path w="13970" h="4361815">
                  <a:moveTo>
                    <a:pt x="10668" y="1822704"/>
                  </a:moveTo>
                  <a:lnTo>
                    <a:pt x="3048" y="1822704"/>
                  </a:lnTo>
                  <a:lnTo>
                    <a:pt x="0" y="1825752"/>
                  </a:lnTo>
                  <a:lnTo>
                    <a:pt x="0" y="1874520"/>
                  </a:lnTo>
                  <a:lnTo>
                    <a:pt x="3048" y="1877568"/>
                  </a:lnTo>
                  <a:lnTo>
                    <a:pt x="10668" y="1877568"/>
                  </a:lnTo>
                  <a:lnTo>
                    <a:pt x="13715" y="1874520"/>
                  </a:lnTo>
                  <a:lnTo>
                    <a:pt x="13715" y="1825752"/>
                  </a:lnTo>
                  <a:lnTo>
                    <a:pt x="10668" y="1822704"/>
                  </a:lnTo>
                  <a:close/>
                </a:path>
                <a:path w="13970" h="4361815">
                  <a:moveTo>
                    <a:pt x="10668" y="1905000"/>
                  </a:moveTo>
                  <a:lnTo>
                    <a:pt x="3048" y="1905000"/>
                  </a:lnTo>
                  <a:lnTo>
                    <a:pt x="0" y="1908048"/>
                  </a:lnTo>
                  <a:lnTo>
                    <a:pt x="0" y="1956816"/>
                  </a:lnTo>
                  <a:lnTo>
                    <a:pt x="3048" y="1959864"/>
                  </a:lnTo>
                  <a:lnTo>
                    <a:pt x="10668" y="1959864"/>
                  </a:lnTo>
                  <a:lnTo>
                    <a:pt x="13715" y="1956816"/>
                  </a:lnTo>
                  <a:lnTo>
                    <a:pt x="13715" y="1908048"/>
                  </a:lnTo>
                  <a:lnTo>
                    <a:pt x="10668" y="1905000"/>
                  </a:lnTo>
                  <a:close/>
                </a:path>
                <a:path w="13970" h="4361815">
                  <a:moveTo>
                    <a:pt x="10668" y="1987296"/>
                  </a:moveTo>
                  <a:lnTo>
                    <a:pt x="3048" y="1987296"/>
                  </a:lnTo>
                  <a:lnTo>
                    <a:pt x="0" y="1990344"/>
                  </a:lnTo>
                  <a:lnTo>
                    <a:pt x="0" y="2039112"/>
                  </a:lnTo>
                  <a:lnTo>
                    <a:pt x="3048" y="2042160"/>
                  </a:lnTo>
                  <a:lnTo>
                    <a:pt x="10668" y="2042160"/>
                  </a:lnTo>
                  <a:lnTo>
                    <a:pt x="13715" y="2039112"/>
                  </a:lnTo>
                  <a:lnTo>
                    <a:pt x="13715" y="1990344"/>
                  </a:lnTo>
                  <a:lnTo>
                    <a:pt x="10668" y="1987296"/>
                  </a:lnTo>
                  <a:close/>
                </a:path>
                <a:path w="13970" h="4361815">
                  <a:moveTo>
                    <a:pt x="10668" y="2071116"/>
                  </a:moveTo>
                  <a:lnTo>
                    <a:pt x="3048" y="2071116"/>
                  </a:lnTo>
                  <a:lnTo>
                    <a:pt x="0" y="2074164"/>
                  </a:lnTo>
                  <a:lnTo>
                    <a:pt x="0" y="2122932"/>
                  </a:lnTo>
                  <a:lnTo>
                    <a:pt x="3048" y="2125980"/>
                  </a:lnTo>
                  <a:lnTo>
                    <a:pt x="10668" y="2125980"/>
                  </a:lnTo>
                  <a:lnTo>
                    <a:pt x="13715" y="2122932"/>
                  </a:lnTo>
                  <a:lnTo>
                    <a:pt x="13715" y="2074164"/>
                  </a:lnTo>
                  <a:lnTo>
                    <a:pt x="10668" y="2071116"/>
                  </a:lnTo>
                  <a:close/>
                </a:path>
                <a:path w="13970" h="4361815">
                  <a:moveTo>
                    <a:pt x="10668" y="2153412"/>
                  </a:moveTo>
                  <a:lnTo>
                    <a:pt x="3048" y="2153412"/>
                  </a:lnTo>
                  <a:lnTo>
                    <a:pt x="0" y="2156460"/>
                  </a:lnTo>
                  <a:lnTo>
                    <a:pt x="0" y="2205228"/>
                  </a:lnTo>
                  <a:lnTo>
                    <a:pt x="3048" y="2208276"/>
                  </a:lnTo>
                  <a:lnTo>
                    <a:pt x="10668" y="2208276"/>
                  </a:lnTo>
                  <a:lnTo>
                    <a:pt x="13715" y="2205228"/>
                  </a:lnTo>
                  <a:lnTo>
                    <a:pt x="13715" y="2156460"/>
                  </a:lnTo>
                  <a:lnTo>
                    <a:pt x="10668" y="2153412"/>
                  </a:lnTo>
                  <a:close/>
                </a:path>
                <a:path w="13970" h="4361815">
                  <a:moveTo>
                    <a:pt x="10668" y="2235708"/>
                  </a:moveTo>
                  <a:lnTo>
                    <a:pt x="3048" y="2235708"/>
                  </a:lnTo>
                  <a:lnTo>
                    <a:pt x="0" y="2238756"/>
                  </a:lnTo>
                  <a:lnTo>
                    <a:pt x="0" y="2287524"/>
                  </a:lnTo>
                  <a:lnTo>
                    <a:pt x="3048" y="2290572"/>
                  </a:lnTo>
                  <a:lnTo>
                    <a:pt x="10668" y="2290572"/>
                  </a:lnTo>
                  <a:lnTo>
                    <a:pt x="13715" y="2287524"/>
                  </a:lnTo>
                  <a:lnTo>
                    <a:pt x="13715" y="2238756"/>
                  </a:lnTo>
                  <a:lnTo>
                    <a:pt x="10668" y="2235708"/>
                  </a:lnTo>
                  <a:close/>
                </a:path>
                <a:path w="13970" h="4361815">
                  <a:moveTo>
                    <a:pt x="10668" y="2319528"/>
                  </a:moveTo>
                  <a:lnTo>
                    <a:pt x="3048" y="2319528"/>
                  </a:lnTo>
                  <a:lnTo>
                    <a:pt x="0" y="2322576"/>
                  </a:lnTo>
                  <a:lnTo>
                    <a:pt x="0" y="2371344"/>
                  </a:lnTo>
                  <a:lnTo>
                    <a:pt x="3048" y="2374392"/>
                  </a:lnTo>
                  <a:lnTo>
                    <a:pt x="10668" y="2374392"/>
                  </a:lnTo>
                  <a:lnTo>
                    <a:pt x="13715" y="2371344"/>
                  </a:lnTo>
                  <a:lnTo>
                    <a:pt x="13715" y="2322576"/>
                  </a:lnTo>
                  <a:lnTo>
                    <a:pt x="10668" y="2319528"/>
                  </a:lnTo>
                  <a:close/>
                </a:path>
                <a:path w="13970" h="4361815">
                  <a:moveTo>
                    <a:pt x="10668" y="2401824"/>
                  </a:moveTo>
                  <a:lnTo>
                    <a:pt x="3048" y="2401824"/>
                  </a:lnTo>
                  <a:lnTo>
                    <a:pt x="0" y="2404872"/>
                  </a:lnTo>
                  <a:lnTo>
                    <a:pt x="0" y="2453640"/>
                  </a:lnTo>
                  <a:lnTo>
                    <a:pt x="3048" y="2456688"/>
                  </a:lnTo>
                  <a:lnTo>
                    <a:pt x="10668" y="2456688"/>
                  </a:lnTo>
                  <a:lnTo>
                    <a:pt x="13715" y="2453640"/>
                  </a:lnTo>
                  <a:lnTo>
                    <a:pt x="13715" y="2404872"/>
                  </a:lnTo>
                  <a:lnTo>
                    <a:pt x="10668" y="2401824"/>
                  </a:lnTo>
                  <a:close/>
                </a:path>
                <a:path w="13970" h="4361815">
                  <a:moveTo>
                    <a:pt x="10668" y="2484120"/>
                  </a:moveTo>
                  <a:lnTo>
                    <a:pt x="3048" y="2484120"/>
                  </a:lnTo>
                  <a:lnTo>
                    <a:pt x="0" y="2487168"/>
                  </a:lnTo>
                  <a:lnTo>
                    <a:pt x="0" y="2535936"/>
                  </a:lnTo>
                  <a:lnTo>
                    <a:pt x="3048" y="2538984"/>
                  </a:lnTo>
                  <a:lnTo>
                    <a:pt x="10668" y="2538984"/>
                  </a:lnTo>
                  <a:lnTo>
                    <a:pt x="13715" y="2535936"/>
                  </a:lnTo>
                  <a:lnTo>
                    <a:pt x="13715" y="2487168"/>
                  </a:lnTo>
                  <a:lnTo>
                    <a:pt x="10668" y="2484120"/>
                  </a:lnTo>
                  <a:close/>
                </a:path>
                <a:path w="13970" h="4361815">
                  <a:moveTo>
                    <a:pt x="10668" y="2567940"/>
                  </a:moveTo>
                  <a:lnTo>
                    <a:pt x="3048" y="2567940"/>
                  </a:lnTo>
                  <a:lnTo>
                    <a:pt x="0" y="2570988"/>
                  </a:lnTo>
                  <a:lnTo>
                    <a:pt x="0" y="2619756"/>
                  </a:lnTo>
                  <a:lnTo>
                    <a:pt x="3048" y="2622804"/>
                  </a:lnTo>
                  <a:lnTo>
                    <a:pt x="10668" y="2622804"/>
                  </a:lnTo>
                  <a:lnTo>
                    <a:pt x="13715" y="2619756"/>
                  </a:lnTo>
                  <a:lnTo>
                    <a:pt x="13715" y="2570988"/>
                  </a:lnTo>
                  <a:lnTo>
                    <a:pt x="10668" y="2567940"/>
                  </a:lnTo>
                  <a:close/>
                </a:path>
                <a:path w="13970" h="4361815">
                  <a:moveTo>
                    <a:pt x="10668" y="2650236"/>
                  </a:moveTo>
                  <a:lnTo>
                    <a:pt x="3048" y="2650236"/>
                  </a:lnTo>
                  <a:lnTo>
                    <a:pt x="0" y="2653284"/>
                  </a:lnTo>
                  <a:lnTo>
                    <a:pt x="0" y="2702052"/>
                  </a:lnTo>
                  <a:lnTo>
                    <a:pt x="3048" y="2705100"/>
                  </a:lnTo>
                  <a:lnTo>
                    <a:pt x="10668" y="2705100"/>
                  </a:lnTo>
                  <a:lnTo>
                    <a:pt x="13715" y="2702052"/>
                  </a:lnTo>
                  <a:lnTo>
                    <a:pt x="13715" y="2653284"/>
                  </a:lnTo>
                  <a:lnTo>
                    <a:pt x="10668" y="2650236"/>
                  </a:lnTo>
                  <a:close/>
                </a:path>
                <a:path w="13970" h="4361815">
                  <a:moveTo>
                    <a:pt x="10668" y="2732532"/>
                  </a:moveTo>
                  <a:lnTo>
                    <a:pt x="3048" y="2732532"/>
                  </a:lnTo>
                  <a:lnTo>
                    <a:pt x="0" y="2735580"/>
                  </a:lnTo>
                  <a:lnTo>
                    <a:pt x="0" y="2784348"/>
                  </a:lnTo>
                  <a:lnTo>
                    <a:pt x="3048" y="2787396"/>
                  </a:lnTo>
                  <a:lnTo>
                    <a:pt x="10668" y="2787396"/>
                  </a:lnTo>
                  <a:lnTo>
                    <a:pt x="13715" y="2784348"/>
                  </a:lnTo>
                  <a:lnTo>
                    <a:pt x="13715" y="2735580"/>
                  </a:lnTo>
                  <a:lnTo>
                    <a:pt x="10668" y="2732532"/>
                  </a:lnTo>
                  <a:close/>
                </a:path>
                <a:path w="13970" h="4361815">
                  <a:moveTo>
                    <a:pt x="10668" y="2816352"/>
                  </a:moveTo>
                  <a:lnTo>
                    <a:pt x="3048" y="2816352"/>
                  </a:lnTo>
                  <a:lnTo>
                    <a:pt x="0" y="2819400"/>
                  </a:lnTo>
                  <a:lnTo>
                    <a:pt x="0" y="2868168"/>
                  </a:lnTo>
                  <a:lnTo>
                    <a:pt x="3048" y="2871216"/>
                  </a:lnTo>
                  <a:lnTo>
                    <a:pt x="10668" y="2871216"/>
                  </a:lnTo>
                  <a:lnTo>
                    <a:pt x="13715" y="2868168"/>
                  </a:lnTo>
                  <a:lnTo>
                    <a:pt x="13715" y="2819400"/>
                  </a:lnTo>
                  <a:lnTo>
                    <a:pt x="10668" y="2816352"/>
                  </a:lnTo>
                  <a:close/>
                </a:path>
                <a:path w="13970" h="4361815">
                  <a:moveTo>
                    <a:pt x="10668" y="2898648"/>
                  </a:moveTo>
                  <a:lnTo>
                    <a:pt x="3048" y="2898648"/>
                  </a:lnTo>
                  <a:lnTo>
                    <a:pt x="0" y="2901696"/>
                  </a:lnTo>
                  <a:lnTo>
                    <a:pt x="0" y="2950464"/>
                  </a:lnTo>
                  <a:lnTo>
                    <a:pt x="3048" y="2953512"/>
                  </a:lnTo>
                  <a:lnTo>
                    <a:pt x="10668" y="2953512"/>
                  </a:lnTo>
                  <a:lnTo>
                    <a:pt x="13715" y="2950464"/>
                  </a:lnTo>
                  <a:lnTo>
                    <a:pt x="13715" y="2901696"/>
                  </a:lnTo>
                  <a:lnTo>
                    <a:pt x="10668" y="2898648"/>
                  </a:lnTo>
                  <a:close/>
                </a:path>
                <a:path w="13970" h="4361815">
                  <a:moveTo>
                    <a:pt x="10668" y="2980944"/>
                  </a:moveTo>
                  <a:lnTo>
                    <a:pt x="3048" y="2980944"/>
                  </a:lnTo>
                  <a:lnTo>
                    <a:pt x="0" y="2983992"/>
                  </a:lnTo>
                  <a:lnTo>
                    <a:pt x="0" y="3032760"/>
                  </a:lnTo>
                  <a:lnTo>
                    <a:pt x="3048" y="3035808"/>
                  </a:lnTo>
                  <a:lnTo>
                    <a:pt x="10668" y="3035808"/>
                  </a:lnTo>
                  <a:lnTo>
                    <a:pt x="13715" y="3032760"/>
                  </a:lnTo>
                  <a:lnTo>
                    <a:pt x="13715" y="2983992"/>
                  </a:lnTo>
                  <a:lnTo>
                    <a:pt x="10668" y="2980944"/>
                  </a:lnTo>
                  <a:close/>
                </a:path>
                <a:path w="13970" h="4361815">
                  <a:moveTo>
                    <a:pt x="10668" y="3063240"/>
                  </a:moveTo>
                  <a:lnTo>
                    <a:pt x="3048" y="3063240"/>
                  </a:lnTo>
                  <a:lnTo>
                    <a:pt x="0" y="3067812"/>
                  </a:lnTo>
                  <a:lnTo>
                    <a:pt x="0" y="3116580"/>
                  </a:lnTo>
                  <a:lnTo>
                    <a:pt x="3048" y="3119628"/>
                  </a:lnTo>
                  <a:lnTo>
                    <a:pt x="10668" y="3119628"/>
                  </a:lnTo>
                  <a:lnTo>
                    <a:pt x="13715" y="3116580"/>
                  </a:lnTo>
                  <a:lnTo>
                    <a:pt x="13715" y="3067812"/>
                  </a:lnTo>
                  <a:lnTo>
                    <a:pt x="10668" y="3063240"/>
                  </a:lnTo>
                  <a:close/>
                </a:path>
                <a:path w="13970" h="4361815">
                  <a:moveTo>
                    <a:pt x="10668" y="3147060"/>
                  </a:moveTo>
                  <a:lnTo>
                    <a:pt x="3048" y="3147060"/>
                  </a:lnTo>
                  <a:lnTo>
                    <a:pt x="0" y="3150108"/>
                  </a:lnTo>
                  <a:lnTo>
                    <a:pt x="0" y="3198876"/>
                  </a:lnTo>
                  <a:lnTo>
                    <a:pt x="3048" y="3201924"/>
                  </a:lnTo>
                  <a:lnTo>
                    <a:pt x="10668" y="3201924"/>
                  </a:lnTo>
                  <a:lnTo>
                    <a:pt x="13715" y="3198876"/>
                  </a:lnTo>
                  <a:lnTo>
                    <a:pt x="13715" y="3150108"/>
                  </a:lnTo>
                  <a:lnTo>
                    <a:pt x="10668" y="3147060"/>
                  </a:lnTo>
                  <a:close/>
                </a:path>
                <a:path w="13970" h="4361815">
                  <a:moveTo>
                    <a:pt x="10668" y="3229356"/>
                  </a:moveTo>
                  <a:lnTo>
                    <a:pt x="3048" y="3229356"/>
                  </a:lnTo>
                  <a:lnTo>
                    <a:pt x="0" y="3232404"/>
                  </a:lnTo>
                  <a:lnTo>
                    <a:pt x="0" y="3281172"/>
                  </a:lnTo>
                  <a:lnTo>
                    <a:pt x="3048" y="3284220"/>
                  </a:lnTo>
                  <a:lnTo>
                    <a:pt x="10668" y="3284220"/>
                  </a:lnTo>
                  <a:lnTo>
                    <a:pt x="13715" y="3281172"/>
                  </a:lnTo>
                  <a:lnTo>
                    <a:pt x="13715" y="3232404"/>
                  </a:lnTo>
                  <a:lnTo>
                    <a:pt x="10668" y="3229356"/>
                  </a:lnTo>
                  <a:close/>
                </a:path>
                <a:path w="13970" h="4361815">
                  <a:moveTo>
                    <a:pt x="10668" y="3311652"/>
                  </a:moveTo>
                  <a:lnTo>
                    <a:pt x="3048" y="3311652"/>
                  </a:lnTo>
                  <a:lnTo>
                    <a:pt x="0" y="3316224"/>
                  </a:lnTo>
                  <a:lnTo>
                    <a:pt x="0" y="3364992"/>
                  </a:lnTo>
                  <a:lnTo>
                    <a:pt x="3048" y="3368040"/>
                  </a:lnTo>
                  <a:lnTo>
                    <a:pt x="10668" y="3368040"/>
                  </a:lnTo>
                  <a:lnTo>
                    <a:pt x="13715" y="3364992"/>
                  </a:lnTo>
                  <a:lnTo>
                    <a:pt x="13715" y="3316224"/>
                  </a:lnTo>
                  <a:lnTo>
                    <a:pt x="10668" y="3311652"/>
                  </a:lnTo>
                  <a:close/>
                </a:path>
                <a:path w="13970" h="4361815">
                  <a:moveTo>
                    <a:pt x="10668" y="3395472"/>
                  </a:moveTo>
                  <a:lnTo>
                    <a:pt x="3048" y="3395472"/>
                  </a:lnTo>
                  <a:lnTo>
                    <a:pt x="0" y="3398520"/>
                  </a:lnTo>
                  <a:lnTo>
                    <a:pt x="0" y="3447288"/>
                  </a:lnTo>
                  <a:lnTo>
                    <a:pt x="3048" y="3450336"/>
                  </a:lnTo>
                  <a:lnTo>
                    <a:pt x="10668" y="3450336"/>
                  </a:lnTo>
                  <a:lnTo>
                    <a:pt x="13715" y="3447288"/>
                  </a:lnTo>
                  <a:lnTo>
                    <a:pt x="13715" y="3398520"/>
                  </a:lnTo>
                  <a:lnTo>
                    <a:pt x="10668" y="3395472"/>
                  </a:lnTo>
                  <a:close/>
                </a:path>
                <a:path w="13970" h="4361815">
                  <a:moveTo>
                    <a:pt x="10668" y="3477768"/>
                  </a:moveTo>
                  <a:lnTo>
                    <a:pt x="3048" y="3477768"/>
                  </a:lnTo>
                  <a:lnTo>
                    <a:pt x="0" y="3480816"/>
                  </a:lnTo>
                  <a:lnTo>
                    <a:pt x="0" y="3529584"/>
                  </a:lnTo>
                  <a:lnTo>
                    <a:pt x="3048" y="3532632"/>
                  </a:lnTo>
                  <a:lnTo>
                    <a:pt x="10668" y="3532632"/>
                  </a:lnTo>
                  <a:lnTo>
                    <a:pt x="13715" y="3529584"/>
                  </a:lnTo>
                  <a:lnTo>
                    <a:pt x="13715" y="3480816"/>
                  </a:lnTo>
                  <a:lnTo>
                    <a:pt x="10668" y="3477768"/>
                  </a:lnTo>
                  <a:close/>
                </a:path>
                <a:path w="13970" h="4361815">
                  <a:moveTo>
                    <a:pt x="10668" y="3560064"/>
                  </a:moveTo>
                  <a:lnTo>
                    <a:pt x="3048" y="3560064"/>
                  </a:lnTo>
                  <a:lnTo>
                    <a:pt x="0" y="3563112"/>
                  </a:lnTo>
                  <a:lnTo>
                    <a:pt x="0" y="3613404"/>
                  </a:lnTo>
                  <a:lnTo>
                    <a:pt x="3048" y="3616452"/>
                  </a:lnTo>
                  <a:lnTo>
                    <a:pt x="10668" y="3616452"/>
                  </a:lnTo>
                  <a:lnTo>
                    <a:pt x="13715" y="3613404"/>
                  </a:lnTo>
                  <a:lnTo>
                    <a:pt x="13715" y="3563112"/>
                  </a:lnTo>
                  <a:lnTo>
                    <a:pt x="10668" y="3560064"/>
                  </a:lnTo>
                  <a:close/>
                </a:path>
                <a:path w="13970" h="4361815">
                  <a:moveTo>
                    <a:pt x="10668" y="3643884"/>
                  </a:moveTo>
                  <a:lnTo>
                    <a:pt x="3048" y="3643884"/>
                  </a:lnTo>
                  <a:lnTo>
                    <a:pt x="0" y="3646932"/>
                  </a:lnTo>
                  <a:lnTo>
                    <a:pt x="0" y="3695700"/>
                  </a:lnTo>
                  <a:lnTo>
                    <a:pt x="3048" y="3698748"/>
                  </a:lnTo>
                  <a:lnTo>
                    <a:pt x="10668" y="3698748"/>
                  </a:lnTo>
                  <a:lnTo>
                    <a:pt x="13715" y="3695700"/>
                  </a:lnTo>
                  <a:lnTo>
                    <a:pt x="13715" y="3646932"/>
                  </a:lnTo>
                  <a:lnTo>
                    <a:pt x="10668" y="3643884"/>
                  </a:lnTo>
                  <a:close/>
                </a:path>
                <a:path w="13970" h="4361815">
                  <a:moveTo>
                    <a:pt x="10668" y="3726180"/>
                  </a:moveTo>
                  <a:lnTo>
                    <a:pt x="3048" y="3726180"/>
                  </a:lnTo>
                  <a:lnTo>
                    <a:pt x="0" y="3729228"/>
                  </a:lnTo>
                  <a:lnTo>
                    <a:pt x="0" y="3777996"/>
                  </a:lnTo>
                  <a:lnTo>
                    <a:pt x="3048" y="3781044"/>
                  </a:lnTo>
                  <a:lnTo>
                    <a:pt x="10668" y="3781044"/>
                  </a:lnTo>
                  <a:lnTo>
                    <a:pt x="13715" y="3777996"/>
                  </a:lnTo>
                  <a:lnTo>
                    <a:pt x="13715" y="3729228"/>
                  </a:lnTo>
                  <a:lnTo>
                    <a:pt x="10668" y="3726180"/>
                  </a:lnTo>
                  <a:close/>
                </a:path>
                <a:path w="13970" h="4361815">
                  <a:moveTo>
                    <a:pt x="10668" y="3808476"/>
                  </a:moveTo>
                  <a:lnTo>
                    <a:pt x="3048" y="3808476"/>
                  </a:lnTo>
                  <a:lnTo>
                    <a:pt x="0" y="3811524"/>
                  </a:lnTo>
                  <a:lnTo>
                    <a:pt x="0" y="3861816"/>
                  </a:lnTo>
                  <a:lnTo>
                    <a:pt x="3048" y="3864864"/>
                  </a:lnTo>
                  <a:lnTo>
                    <a:pt x="10668" y="3864864"/>
                  </a:lnTo>
                  <a:lnTo>
                    <a:pt x="13715" y="3861816"/>
                  </a:lnTo>
                  <a:lnTo>
                    <a:pt x="13715" y="3811524"/>
                  </a:lnTo>
                  <a:lnTo>
                    <a:pt x="10668" y="3808476"/>
                  </a:lnTo>
                  <a:close/>
                </a:path>
                <a:path w="13970" h="4361815">
                  <a:moveTo>
                    <a:pt x="10668" y="3892296"/>
                  </a:moveTo>
                  <a:lnTo>
                    <a:pt x="3048" y="3892296"/>
                  </a:lnTo>
                  <a:lnTo>
                    <a:pt x="0" y="3895344"/>
                  </a:lnTo>
                  <a:lnTo>
                    <a:pt x="0" y="3944112"/>
                  </a:lnTo>
                  <a:lnTo>
                    <a:pt x="3048" y="3947160"/>
                  </a:lnTo>
                  <a:lnTo>
                    <a:pt x="10668" y="3947160"/>
                  </a:lnTo>
                  <a:lnTo>
                    <a:pt x="13715" y="3944112"/>
                  </a:lnTo>
                  <a:lnTo>
                    <a:pt x="13715" y="3895344"/>
                  </a:lnTo>
                  <a:lnTo>
                    <a:pt x="10668" y="3892296"/>
                  </a:lnTo>
                  <a:close/>
                </a:path>
                <a:path w="13970" h="4361815">
                  <a:moveTo>
                    <a:pt x="10668" y="3974592"/>
                  </a:moveTo>
                  <a:lnTo>
                    <a:pt x="3048" y="3974592"/>
                  </a:lnTo>
                  <a:lnTo>
                    <a:pt x="0" y="3977640"/>
                  </a:lnTo>
                  <a:lnTo>
                    <a:pt x="0" y="4026408"/>
                  </a:lnTo>
                  <a:lnTo>
                    <a:pt x="3048" y="4029456"/>
                  </a:lnTo>
                  <a:lnTo>
                    <a:pt x="10668" y="4029456"/>
                  </a:lnTo>
                  <a:lnTo>
                    <a:pt x="13715" y="4026408"/>
                  </a:lnTo>
                  <a:lnTo>
                    <a:pt x="13715" y="3977640"/>
                  </a:lnTo>
                  <a:lnTo>
                    <a:pt x="10668" y="3974592"/>
                  </a:lnTo>
                  <a:close/>
                </a:path>
                <a:path w="13970" h="4361815">
                  <a:moveTo>
                    <a:pt x="10668" y="4056888"/>
                  </a:moveTo>
                  <a:lnTo>
                    <a:pt x="3048" y="4056888"/>
                  </a:lnTo>
                  <a:lnTo>
                    <a:pt x="0" y="4059936"/>
                  </a:lnTo>
                  <a:lnTo>
                    <a:pt x="0" y="4110228"/>
                  </a:lnTo>
                  <a:lnTo>
                    <a:pt x="3048" y="4113276"/>
                  </a:lnTo>
                  <a:lnTo>
                    <a:pt x="10668" y="4113276"/>
                  </a:lnTo>
                  <a:lnTo>
                    <a:pt x="13715" y="4110228"/>
                  </a:lnTo>
                  <a:lnTo>
                    <a:pt x="13715" y="4059936"/>
                  </a:lnTo>
                  <a:lnTo>
                    <a:pt x="10668" y="4056888"/>
                  </a:lnTo>
                  <a:close/>
                </a:path>
                <a:path w="13970" h="4361815">
                  <a:moveTo>
                    <a:pt x="10668" y="4140708"/>
                  </a:moveTo>
                  <a:lnTo>
                    <a:pt x="3048" y="4140708"/>
                  </a:lnTo>
                  <a:lnTo>
                    <a:pt x="0" y="4143756"/>
                  </a:lnTo>
                  <a:lnTo>
                    <a:pt x="0" y="4192524"/>
                  </a:lnTo>
                  <a:lnTo>
                    <a:pt x="3048" y="4195572"/>
                  </a:lnTo>
                  <a:lnTo>
                    <a:pt x="10668" y="4195572"/>
                  </a:lnTo>
                  <a:lnTo>
                    <a:pt x="13715" y="4192524"/>
                  </a:lnTo>
                  <a:lnTo>
                    <a:pt x="13715" y="4143756"/>
                  </a:lnTo>
                  <a:lnTo>
                    <a:pt x="10668" y="4140708"/>
                  </a:lnTo>
                  <a:close/>
                </a:path>
                <a:path w="13970" h="4361815">
                  <a:moveTo>
                    <a:pt x="10668" y="4223004"/>
                  </a:moveTo>
                  <a:lnTo>
                    <a:pt x="3048" y="4223004"/>
                  </a:lnTo>
                  <a:lnTo>
                    <a:pt x="0" y="4226052"/>
                  </a:lnTo>
                  <a:lnTo>
                    <a:pt x="0" y="4274820"/>
                  </a:lnTo>
                  <a:lnTo>
                    <a:pt x="3048" y="4277868"/>
                  </a:lnTo>
                  <a:lnTo>
                    <a:pt x="10668" y="4277868"/>
                  </a:lnTo>
                  <a:lnTo>
                    <a:pt x="13715" y="4274820"/>
                  </a:lnTo>
                  <a:lnTo>
                    <a:pt x="13715" y="4226052"/>
                  </a:lnTo>
                  <a:lnTo>
                    <a:pt x="10668" y="4223004"/>
                  </a:lnTo>
                  <a:close/>
                </a:path>
                <a:path w="13970" h="4361815">
                  <a:moveTo>
                    <a:pt x="10668" y="4305300"/>
                  </a:moveTo>
                  <a:lnTo>
                    <a:pt x="3048" y="4305300"/>
                  </a:lnTo>
                  <a:lnTo>
                    <a:pt x="0" y="4308348"/>
                  </a:lnTo>
                  <a:lnTo>
                    <a:pt x="0" y="4358640"/>
                  </a:lnTo>
                  <a:lnTo>
                    <a:pt x="3048" y="4361688"/>
                  </a:lnTo>
                  <a:lnTo>
                    <a:pt x="10668" y="4361688"/>
                  </a:lnTo>
                  <a:lnTo>
                    <a:pt x="13715" y="4358640"/>
                  </a:lnTo>
                  <a:lnTo>
                    <a:pt x="13715" y="4308348"/>
                  </a:lnTo>
                  <a:lnTo>
                    <a:pt x="10668" y="4305300"/>
                  </a:lnTo>
                  <a:close/>
                </a:path>
              </a:pathLst>
            </a:custGeom>
            <a:solidFill>
              <a:srgbClr val="9A9A9A"/>
            </a:solidFill>
          </p:spPr>
          <p:txBody>
            <a:bodyPr wrap="square" lIns="0" tIns="0" rIns="0" bIns="0" rtlCol="0"/>
            <a:lstStyle/>
            <a:p>
              <a:endParaRPr/>
            </a:p>
          </p:txBody>
        </p:sp>
        <p:sp>
          <p:nvSpPr>
            <p:cNvPr id="76" name="object 76"/>
            <p:cNvSpPr/>
            <p:nvPr/>
          </p:nvSpPr>
          <p:spPr>
            <a:xfrm>
              <a:off x="5274564" y="702563"/>
              <a:ext cx="2604770" cy="177165"/>
            </a:xfrm>
            <a:custGeom>
              <a:avLst/>
              <a:gdLst/>
              <a:ahLst/>
              <a:cxnLst/>
              <a:rect l="l" t="t" r="r" b="b"/>
              <a:pathLst>
                <a:path w="2604770" h="177165">
                  <a:moveTo>
                    <a:pt x="0" y="176783"/>
                  </a:moveTo>
                  <a:lnTo>
                    <a:pt x="0" y="0"/>
                  </a:lnTo>
                  <a:lnTo>
                    <a:pt x="434339" y="0"/>
                  </a:lnTo>
                  <a:lnTo>
                    <a:pt x="434339" y="176783"/>
                  </a:lnTo>
                </a:path>
                <a:path w="2604770" h="177165">
                  <a:moveTo>
                    <a:pt x="1303019" y="176783"/>
                  </a:moveTo>
                  <a:lnTo>
                    <a:pt x="1303019" y="0"/>
                  </a:lnTo>
                  <a:lnTo>
                    <a:pt x="1737359" y="0"/>
                  </a:lnTo>
                  <a:lnTo>
                    <a:pt x="1737359" y="176783"/>
                  </a:lnTo>
                </a:path>
                <a:path w="2604770" h="177165">
                  <a:moveTo>
                    <a:pt x="434339" y="173735"/>
                  </a:moveTo>
                  <a:lnTo>
                    <a:pt x="1303019" y="173735"/>
                  </a:lnTo>
                </a:path>
                <a:path w="2604770" h="177165">
                  <a:moveTo>
                    <a:pt x="1737359" y="173735"/>
                  </a:moveTo>
                  <a:lnTo>
                    <a:pt x="2604515" y="173735"/>
                  </a:lnTo>
                </a:path>
              </a:pathLst>
            </a:custGeom>
            <a:ln w="22859">
              <a:solidFill>
                <a:srgbClr val="800000"/>
              </a:solidFill>
            </a:ln>
          </p:spPr>
          <p:txBody>
            <a:bodyPr wrap="square" lIns="0" tIns="0" rIns="0" bIns="0" rtlCol="0"/>
            <a:lstStyle/>
            <a:p>
              <a:endParaRPr/>
            </a:p>
          </p:txBody>
        </p:sp>
        <p:sp>
          <p:nvSpPr>
            <p:cNvPr id="77" name="object 77"/>
            <p:cNvSpPr/>
            <p:nvPr/>
          </p:nvSpPr>
          <p:spPr>
            <a:xfrm>
              <a:off x="5492496" y="1286255"/>
              <a:ext cx="2496820" cy="0"/>
            </a:xfrm>
            <a:custGeom>
              <a:avLst/>
              <a:gdLst/>
              <a:ahLst/>
              <a:cxnLst/>
              <a:rect l="l" t="t" r="r" b="b"/>
              <a:pathLst>
                <a:path w="2496820">
                  <a:moveTo>
                    <a:pt x="0" y="0"/>
                  </a:moveTo>
                  <a:lnTo>
                    <a:pt x="2496311" y="0"/>
                  </a:lnTo>
                </a:path>
              </a:pathLst>
            </a:custGeom>
            <a:ln w="13715">
              <a:solidFill>
                <a:srgbClr val="666666"/>
              </a:solidFill>
            </a:ln>
          </p:spPr>
          <p:txBody>
            <a:bodyPr wrap="square" lIns="0" tIns="0" rIns="0" bIns="0" rtlCol="0"/>
            <a:lstStyle/>
            <a:p>
              <a:endParaRPr/>
            </a:p>
          </p:txBody>
        </p:sp>
        <p:sp>
          <p:nvSpPr>
            <p:cNvPr id="78" name="object 78"/>
            <p:cNvSpPr/>
            <p:nvPr/>
          </p:nvSpPr>
          <p:spPr>
            <a:xfrm>
              <a:off x="5274564" y="1109471"/>
              <a:ext cx="2632075" cy="1803400"/>
            </a:xfrm>
            <a:custGeom>
              <a:avLst/>
              <a:gdLst/>
              <a:ahLst/>
              <a:cxnLst/>
              <a:rect l="l" t="t" r="r" b="b"/>
              <a:pathLst>
                <a:path w="2632075" h="1803400">
                  <a:moveTo>
                    <a:pt x="217931" y="176783"/>
                  </a:moveTo>
                  <a:lnTo>
                    <a:pt x="217931" y="0"/>
                  </a:lnTo>
                  <a:lnTo>
                    <a:pt x="652271" y="0"/>
                  </a:lnTo>
                  <a:lnTo>
                    <a:pt x="652271" y="176783"/>
                  </a:lnTo>
                </a:path>
                <a:path w="2632075" h="1803400">
                  <a:moveTo>
                    <a:pt x="1519427" y="176783"/>
                  </a:moveTo>
                  <a:lnTo>
                    <a:pt x="1519427" y="0"/>
                  </a:lnTo>
                  <a:lnTo>
                    <a:pt x="1953767" y="0"/>
                  </a:lnTo>
                  <a:lnTo>
                    <a:pt x="1953767" y="176783"/>
                  </a:lnTo>
                </a:path>
                <a:path w="2632075" h="1803400">
                  <a:moveTo>
                    <a:pt x="652271" y="173735"/>
                  </a:moveTo>
                  <a:lnTo>
                    <a:pt x="1519427" y="173735"/>
                  </a:lnTo>
                </a:path>
                <a:path w="2632075" h="1803400">
                  <a:moveTo>
                    <a:pt x="1953767" y="173735"/>
                  </a:moveTo>
                  <a:lnTo>
                    <a:pt x="2604515" y="173735"/>
                  </a:lnTo>
                </a:path>
                <a:path w="2632075" h="1803400">
                  <a:moveTo>
                    <a:pt x="0" y="176783"/>
                  </a:moveTo>
                  <a:lnTo>
                    <a:pt x="217931" y="176783"/>
                  </a:lnTo>
                </a:path>
                <a:path w="2632075" h="1803400">
                  <a:moveTo>
                    <a:pt x="434339" y="582167"/>
                  </a:moveTo>
                  <a:lnTo>
                    <a:pt x="434339" y="406907"/>
                  </a:lnTo>
                  <a:lnTo>
                    <a:pt x="868679" y="406907"/>
                  </a:lnTo>
                  <a:lnTo>
                    <a:pt x="868679" y="582167"/>
                  </a:lnTo>
                </a:path>
                <a:path w="2632075" h="1803400">
                  <a:moveTo>
                    <a:pt x="1737359" y="582167"/>
                  </a:moveTo>
                  <a:lnTo>
                    <a:pt x="1737359" y="406907"/>
                  </a:lnTo>
                  <a:lnTo>
                    <a:pt x="2171699" y="406907"/>
                  </a:lnTo>
                  <a:lnTo>
                    <a:pt x="2171699" y="582167"/>
                  </a:lnTo>
                </a:path>
                <a:path w="2632075" h="1803400">
                  <a:moveTo>
                    <a:pt x="868679" y="580643"/>
                  </a:moveTo>
                  <a:lnTo>
                    <a:pt x="1737359" y="580643"/>
                  </a:lnTo>
                </a:path>
                <a:path w="2632075" h="1803400">
                  <a:moveTo>
                    <a:pt x="2171699" y="580643"/>
                  </a:moveTo>
                  <a:lnTo>
                    <a:pt x="2631947" y="580643"/>
                  </a:lnTo>
                </a:path>
                <a:path w="2632075" h="1803400">
                  <a:moveTo>
                    <a:pt x="0" y="582167"/>
                  </a:moveTo>
                  <a:lnTo>
                    <a:pt x="434339" y="582167"/>
                  </a:lnTo>
                </a:path>
                <a:path w="2632075" h="1803400">
                  <a:moveTo>
                    <a:pt x="652271" y="989075"/>
                  </a:moveTo>
                  <a:lnTo>
                    <a:pt x="652271" y="812291"/>
                  </a:lnTo>
                  <a:lnTo>
                    <a:pt x="1086611" y="812291"/>
                  </a:lnTo>
                  <a:lnTo>
                    <a:pt x="1086611" y="989075"/>
                  </a:lnTo>
                </a:path>
                <a:path w="2632075" h="1803400">
                  <a:moveTo>
                    <a:pt x="1953767" y="989075"/>
                  </a:moveTo>
                  <a:lnTo>
                    <a:pt x="1953767" y="812291"/>
                  </a:lnTo>
                  <a:lnTo>
                    <a:pt x="2388107" y="812291"/>
                  </a:lnTo>
                  <a:lnTo>
                    <a:pt x="2388107" y="989075"/>
                  </a:lnTo>
                </a:path>
                <a:path w="2632075" h="1803400">
                  <a:moveTo>
                    <a:pt x="1086611" y="986027"/>
                  </a:moveTo>
                  <a:lnTo>
                    <a:pt x="1953767" y="986027"/>
                  </a:lnTo>
                </a:path>
                <a:path w="2632075" h="1803400">
                  <a:moveTo>
                    <a:pt x="0" y="989075"/>
                  </a:moveTo>
                  <a:lnTo>
                    <a:pt x="652271" y="989075"/>
                  </a:lnTo>
                </a:path>
                <a:path w="2632075" h="1803400">
                  <a:moveTo>
                    <a:pt x="868679" y="1395983"/>
                  </a:moveTo>
                  <a:lnTo>
                    <a:pt x="868679" y="1219199"/>
                  </a:lnTo>
                  <a:lnTo>
                    <a:pt x="1303019" y="1219199"/>
                  </a:lnTo>
                  <a:lnTo>
                    <a:pt x="1303019" y="1395983"/>
                  </a:lnTo>
                </a:path>
                <a:path w="2632075" h="1803400">
                  <a:moveTo>
                    <a:pt x="1303019" y="1392935"/>
                  </a:moveTo>
                  <a:lnTo>
                    <a:pt x="2171699" y="1392935"/>
                  </a:lnTo>
                </a:path>
                <a:path w="2632075" h="1803400">
                  <a:moveTo>
                    <a:pt x="0" y="1395983"/>
                  </a:moveTo>
                  <a:lnTo>
                    <a:pt x="868679" y="1395983"/>
                  </a:lnTo>
                </a:path>
                <a:path w="2632075" h="1803400">
                  <a:moveTo>
                    <a:pt x="217931" y="1629155"/>
                  </a:moveTo>
                  <a:lnTo>
                    <a:pt x="217931" y="1802891"/>
                  </a:lnTo>
                </a:path>
                <a:path w="2632075" h="1803400">
                  <a:moveTo>
                    <a:pt x="1086611" y="1802891"/>
                  </a:moveTo>
                  <a:lnTo>
                    <a:pt x="1086611" y="1626107"/>
                  </a:lnTo>
                  <a:lnTo>
                    <a:pt x="1519427" y="1626107"/>
                  </a:lnTo>
                  <a:lnTo>
                    <a:pt x="1519427" y="1802891"/>
                  </a:lnTo>
                </a:path>
                <a:path w="2632075" h="1803400">
                  <a:moveTo>
                    <a:pt x="1519427" y="1799843"/>
                  </a:moveTo>
                  <a:lnTo>
                    <a:pt x="2388107" y="1799843"/>
                  </a:lnTo>
                </a:path>
                <a:path w="2632075" h="1803400">
                  <a:moveTo>
                    <a:pt x="217931" y="1802891"/>
                  </a:moveTo>
                  <a:lnTo>
                    <a:pt x="1086611" y="1802891"/>
                  </a:lnTo>
                </a:path>
                <a:path w="2632075" h="1803400">
                  <a:moveTo>
                    <a:pt x="0" y="1629155"/>
                  </a:moveTo>
                  <a:lnTo>
                    <a:pt x="217931" y="1629155"/>
                  </a:lnTo>
                </a:path>
                <a:path w="2632075" h="1803400">
                  <a:moveTo>
                    <a:pt x="2388107" y="1623059"/>
                  </a:moveTo>
                  <a:lnTo>
                    <a:pt x="2388107" y="1796795"/>
                  </a:lnTo>
                </a:path>
                <a:path w="2632075" h="1803400">
                  <a:moveTo>
                    <a:pt x="2388107" y="1623059"/>
                  </a:moveTo>
                  <a:lnTo>
                    <a:pt x="2604515" y="1623059"/>
                  </a:lnTo>
                </a:path>
                <a:path w="2632075" h="1803400">
                  <a:moveTo>
                    <a:pt x="2171699" y="1232915"/>
                  </a:moveTo>
                  <a:lnTo>
                    <a:pt x="2171699" y="1389887"/>
                  </a:lnTo>
                </a:path>
                <a:path w="2632075" h="1803400">
                  <a:moveTo>
                    <a:pt x="2171699" y="1222247"/>
                  </a:moveTo>
                  <a:lnTo>
                    <a:pt x="2604515" y="1222247"/>
                  </a:lnTo>
                </a:path>
              </a:pathLst>
            </a:custGeom>
            <a:ln w="22859">
              <a:solidFill>
                <a:srgbClr val="800000"/>
              </a:solidFill>
            </a:ln>
          </p:spPr>
          <p:txBody>
            <a:bodyPr wrap="square" lIns="0" tIns="0" rIns="0" bIns="0" rtlCol="0"/>
            <a:lstStyle/>
            <a:p>
              <a:endParaRPr/>
            </a:p>
          </p:txBody>
        </p:sp>
        <p:sp>
          <p:nvSpPr>
            <p:cNvPr id="79" name="object 79"/>
            <p:cNvSpPr/>
            <p:nvPr/>
          </p:nvSpPr>
          <p:spPr>
            <a:xfrm>
              <a:off x="5274564" y="3480815"/>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80" name="object 80"/>
            <p:cNvSpPr/>
            <p:nvPr/>
          </p:nvSpPr>
          <p:spPr>
            <a:xfrm>
              <a:off x="5274564" y="3264407"/>
              <a:ext cx="2604770" cy="433070"/>
            </a:xfrm>
            <a:custGeom>
              <a:avLst/>
              <a:gdLst/>
              <a:ahLst/>
              <a:cxnLst/>
              <a:rect l="l" t="t" r="r" b="b"/>
              <a:pathLst>
                <a:path w="2604770" h="433070">
                  <a:moveTo>
                    <a:pt x="0" y="216407"/>
                  </a:moveTo>
                  <a:lnTo>
                    <a:pt x="0" y="0"/>
                  </a:lnTo>
                  <a:lnTo>
                    <a:pt x="434339" y="0"/>
                  </a:lnTo>
                  <a:lnTo>
                    <a:pt x="434339" y="216407"/>
                  </a:lnTo>
                  <a:lnTo>
                    <a:pt x="652271" y="216407"/>
                  </a:lnTo>
                  <a:lnTo>
                    <a:pt x="652271" y="432815"/>
                  </a:lnTo>
                  <a:lnTo>
                    <a:pt x="1086611" y="432815"/>
                  </a:lnTo>
                  <a:lnTo>
                    <a:pt x="1086611" y="216407"/>
                  </a:lnTo>
                  <a:lnTo>
                    <a:pt x="1303019" y="216407"/>
                  </a:lnTo>
                  <a:lnTo>
                    <a:pt x="1303019" y="0"/>
                  </a:lnTo>
                  <a:lnTo>
                    <a:pt x="1737359" y="0"/>
                  </a:lnTo>
                  <a:lnTo>
                    <a:pt x="1737359" y="216407"/>
                  </a:lnTo>
                  <a:lnTo>
                    <a:pt x="1953767" y="216407"/>
                  </a:lnTo>
                  <a:lnTo>
                    <a:pt x="1953767" y="432815"/>
                  </a:lnTo>
                  <a:lnTo>
                    <a:pt x="2388107" y="432815"/>
                  </a:lnTo>
                  <a:lnTo>
                    <a:pt x="2388107" y="216407"/>
                  </a:lnTo>
                  <a:lnTo>
                    <a:pt x="2604515" y="216407"/>
                  </a:lnTo>
                </a:path>
              </a:pathLst>
            </a:custGeom>
            <a:ln w="22859">
              <a:solidFill>
                <a:srgbClr val="FF0000"/>
              </a:solidFill>
            </a:ln>
          </p:spPr>
          <p:txBody>
            <a:bodyPr wrap="square" lIns="0" tIns="0" rIns="0" bIns="0" rtlCol="0"/>
            <a:lstStyle/>
            <a:p>
              <a:endParaRPr/>
            </a:p>
          </p:txBody>
        </p:sp>
        <p:sp>
          <p:nvSpPr>
            <p:cNvPr id="81" name="object 81"/>
            <p:cNvSpPr/>
            <p:nvPr/>
          </p:nvSpPr>
          <p:spPr>
            <a:xfrm>
              <a:off x="4948428" y="1107947"/>
              <a:ext cx="118872" cy="137160"/>
            </a:xfrm>
            <a:prstGeom prst="rect">
              <a:avLst/>
            </a:prstGeom>
            <a:blipFill>
              <a:blip r:embed="rId7" cstate="print"/>
              <a:stretch>
                <a:fillRect/>
              </a:stretch>
            </a:blipFill>
          </p:spPr>
          <p:txBody>
            <a:bodyPr wrap="square" lIns="0" tIns="0" rIns="0" bIns="0" rtlCol="0"/>
            <a:lstStyle/>
            <a:p>
              <a:endParaRPr/>
            </a:p>
          </p:txBody>
        </p:sp>
        <p:sp>
          <p:nvSpPr>
            <p:cNvPr id="82" name="object 82"/>
            <p:cNvSpPr/>
            <p:nvPr/>
          </p:nvSpPr>
          <p:spPr>
            <a:xfrm>
              <a:off x="5061204" y="1216151"/>
              <a:ext cx="160020" cy="96012"/>
            </a:xfrm>
            <a:prstGeom prst="rect">
              <a:avLst/>
            </a:prstGeom>
            <a:blipFill>
              <a:blip r:embed="rId8" cstate="print"/>
              <a:stretch>
                <a:fillRect/>
              </a:stretch>
            </a:blipFill>
          </p:spPr>
          <p:txBody>
            <a:bodyPr wrap="square" lIns="0" tIns="0" rIns="0" bIns="0" rtlCol="0"/>
            <a:lstStyle/>
            <a:p>
              <a:endParaRPr/>
            </a:p>
          </p:txBody>
        </p:sp>
        <p:sp>
          <p:nvSpPr>
            <p:cNvPr id="83" name="object 83"/>
            <p:cNvSpPr/>
            <p:nvPr/>
          </p:nvSpPr>
          <p:spPr>
            <a:xfrm>
              <a:off x="4948428" y="1475231"/>
              <a:ext cx="118872" cy="137160"/>
            </a:xfrm>
            <a:prstGeom prst="rect">
              <a:avLst/>
            </a:prstGeom>
            <a:blipFill>
              <a:blip r:embed="rId7" cstate="print"/>
              <a:stretch>
                <a:fillRect/>
              </a:stretch>
            </a:blipFill>
          </p:spPr>
          <p:txBody>
            <a:bodyPr wrap="square" lIns="0" tIns="0" rIns="0" bIns="0" rtlCol="0"/>
            <a:lstStyle/>
            <a:p>
              <a:endParaRPr/>
            </a:p>
          </p:txBody>
        </p:sp>
        <p:sp>
          <p:nvSpPr>
            <p:cNvPr id="84" name="object 84"/>
            <p:cNvSpPr/>
            <p:nvPr/>
          </p:nvSpPr>
          <p:spPr>
            <a:xfrm>
              <a:off x="5061204" y="1581912"/>
              <a:ext cx="160020" cy="96012"/>
            </a:xfrm>
            <a:prstGeom prst="rect">
              <a:avLst/>
            </a:prstGeom>
            <a:blipFill>
              <a:blip r:embed="rId9" cstate="print"/>
              <a:stretch>
                <a:fillRect/>
              </a:stretch>
            </a:blipFill>
          </p:spPr>
          <p:txBody>
            <a:bodyPr wrap="square" lIns="0" tIns="0" rIns="0" bIns="0" rtlCol="0"/>
            <a:lstStyle/>
            <a:p>
              <a:endParaRPr/>
            </a:p>
          </p:txBody>
        </p:sp>
        <p:sp>
          <p:nvSpPr>
            <p:cNvPr id="85" name="object 85"/>
            <p:cNvSpPr/>
            <p:nvPr/>
          </p:nvSpPr>
          <p:spPr>
            <a:xfrm>
              <a:off x="4834128" y="5384292"/>
              <a:ext cx="152400" cy="164591"/>
            </a:xfrm>
            <a:prstGeom prst="rect">
              <a:avLst/>
            </a:prstGeom>
            <a:blipFill>
              <a:blip r:embed="rId10" cstate="print"/>
              <a:stretch>
                <a:fillRect/>
              </a:stretch>
            </a:blipFill>
          </p:spPr>
          <p:txBody>
            <a:bodyPr wrap="square" lIns="0" tIns="0" rIns="0" bIns="0" rtlCol="0"/>
            <a:lstStyle/>
            <a:p>
              <a:endParaRPr/>
            </a:p>
          </p:txBody>
        </p:sp>
        <p:sp>
          <p:nvSpPr>
            <p:cNvPr id="86" name="object 86"/>
            <p:cNvSpPr/>
            <p:nvPr/>
          </p:nvSpPr>
          <p:spPr>
            <a:xfrm>
              <a:off x="4974336" y="5515355"/>
              <a:ext cx="204215" cy="109728"/>
            </a:xfrm>
            <a:prstGeom prst="rect">
              <a:avLst/>
            </a:prstGeom>
            <a:blipFill>
              <a:blip r:embed="rId11" cstate="print"/>
              <a:stretch>
                <a:fillRect/>
              </a:stretch>
            </a:blipFill>
          </p:spPr>
          <p:txBody>
            <a:bodyPr wrap="square" lIns="0" tIns="0" rIns="0" bIns="0" rtlCol="0"/>
            <a:lstStyle/>
            <a:p>
              <a:endParaRPr/>
            </a:p>
          </p:txBody>
        </p:sp>
        <p:sp>
          <p:nvSpPr>
            <p:cNvPr id="87" name="object 87"/>
            <p:cNvSpPr/>
            <p:nvPr/>
          </p:nvSpPr>
          <p:spPr>
            <a:xfrm>
              <a:off x="7662672" y="2093975"/>
              <a:ext cx="216535" cy="411480"/>
            </a:xfrm>
            <a:custGeom>
              <a:avLst/>
              <a:gdLst/>
              <a:ahLst/>
              <a:cxnLst/>
              <a:rect l="l" t="t" r="r" b="b"/>
              <a:pathLst>
                <a:path w="216534" h="411480">
                  <a:moveTo>
                    <a:pt x="216407" y="237743"/>
                  </a:moveTo>
                  <a:lnTo>
                    <a:pt x="216407" y="411479"/>
                  </a:lnTo>
                </a:path>
                <a:path w="216534" h="411480">
                  <a:moveTo>
                    <a:pt x="0" y="0"/>
                  </a:moveTo>
                  <a:lnTo>
                    <a:pt x="216407" y="0"/>
                  </a:lnTo>
                </a:path>
              </a:pathLst>
            </a:custGeom>
            <a:ln w="22859">
              <a:solidFill>
                <a:srgbClr val="800000"/>
              </a:solidFill>
            </a:ln>
          </p:spPr>
          <p:txBody>
            <a:bodyPr wrap="square" lIns="0" tIns="0" rIns="0" bIns="0" rtlCol="0"/>
            <a:lstStyle/>
            <a:p>
              <a:endParaRPr/>
            </a:p>
          </p:txBody>
        </p:sp>
        <p:sp>
          <p:nvSpPr>
            <p:cNvPr id="88" name="object 88"/>
            <p:cNvSpPr/>
            <p:nvPr/>
          </p:nvSpPr>
          <p:spPr>
            <a:xfrm>
              <a:off x="5274564" y="3860291"/>
              <a:ext cx="2604770" cy="434340"/>
            </a:xfrm>
            <a:custGeom>
              <a:avLst/>
              <a:gdLst/>
              <a:ahLst/>
              <a:cxnLst/>
              <a:rect l="l" t="t" r="r" b="b"/>
              <a:pathLst>
                <a:path w="2604770" h="434339">
                  <a:moveTo>
                    <a:pt x="0" y="434339"/>
                  </a:moveTo>
                  <a:lnTo>
                    <a:pt x="217931" y="434339"/>
                  </a:lnTo>
                  <a:lnTo>
                    <a:pt x="217931" y="216407"/>
                  </a:lnTo>
                  <a:lnTo>
                    <a:pt x="434339" y="216407"/>
                  </a:lnTo>
                  <a:lnTo>
                    <a:pt x="434339" y="0"/>
                  </a:lnTo>
                  <a:lnTo>
                    <a:pt x="868679" y="0"/>
                  </a:lnTo>
                  <a:lnTo>
                    <a:pt x="868679" y="216407"/>
                  </a:lnTo>
                  <a:lnTo>
                    <a:pt x="1086611" y="216407"/>
                  </a:lnTo>
                  <a:lnTo>
                    <a:pt x="1086611" y="434339"/>
                  </a:lnTo>
                  <a:lnTo>
                    <a:pt x="1519427" y="434339"/>
                  </a:lnTo>
                  <a:lnTo>
                    <a:pt x="1519427" y="216407"/>
                  </a:lnTo>
                  <a:lnTo>
                    <a:pt x="1737359" y="216407"/>
                  </a:lnTo>
                  <a:lnTo>
                    <a:pt x="1737359" y="0"/>
                  </a:lnTo>
                  <a:lnTo>
                    <a:pt x="2171699" y="0"/>
                  </a:lnTo>
                  <a:lnTo>
                    <a:pt x="2171699" y="216407"/>
                  </a:lnTo>
                  <a:lnTo>
                    <a:pt x="2388107" y="216407"/>
                  </a:lnTo>
                  <a:lnTo>
                    <a:pt x="2388107" y="434339"/>
                  </a:lnTo>
                  <a:lnTo>
                    <a:pt x="2604515" y="434339"/>
                  </a:lnTo>
                </a:path>
              </a:pathLst>
            </a:custGeom>
            <a:ln w="22859">
              <a:solidFill>
                <a:srgbClr val="FF9900"/>
              </a:solidFill>
            </a:ln>
          </p:spPr>
          <p:txBody>
            <a:bodyPr wrap="square" lIns="0" tIns="0" rIns="0" bIns="0" rtlCol="0"/>
            <a:lstStyle/>
            <a:p>
              <a:endParaRPr/>
            </a:p>
          </p:txBody>
        </p:sp>
        <p:sp>
          <p:nvSpPr>
            <p:cNvPr id="89" name="object 89"/>
            <p:cNvSpPr/>
            <p:nvPr/>
          </p:nvSpPr>
          <p:spPr>
            <a:xfrm>
              <a:off x="5274564" y="4674107"/>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90" name="object 90"/>
            <p:cNvSpPr/>
            <p:nvPr/>
          </p:nvSpPr>
          <p:spPr>
            <a:xfrm>
              <a:off x="5274564" y="4456175"/>
              <a:ext cx="2604770" cy="434340"/>
            </a:xfrm>
            <a:custGeom>
              <a:avLst/>
              <a:gdLst/>
              <a:ahLst/>
              <a:cxnLst/>
              <a:rect l="l" t="t" r="r" b="b"/>
              <a:pathLst>
                <a:path w="2604770" h="434339">
                  <a:moveTo>
                    <a:pt x="0" y="217931"/>
                  </a:moveTo>
                  <a:lnTo>
                    <a:pt x="217931" y="217931"/>
                  </a:lnTo>
                  <a:lnTo>
                    <a:pt x="217931" y="434339"/>
                  </a:lnTo>
                  <a:lnTo>
                    <a:pt x="652271" y="434339"/>
                  </a:lnTo>
                  <a:lnTo>
                    <a:pt x="652271" y="217931"/>
                  </a:lnTo>
                  <a:lnTo>
                    <a:pt x="868679" y="217931"/>
                  </a:lnTo>
                  <a:lnTo>
                    <a:pt x="868679" y="0"/>
                  </a:lnTo>
                  <a:lnTo>
                    <a:pt x="1303019" y="0"/>
                  </a:lnTo>
                  <a:lnTo>
                    <a:pt x="1303019" y="217931"/>
                  </a:lnTo>
                  <a:lnTo>
                    <a:pt x="1519427" y="217931"/>
                  </a:lnTo>
                  <a:lnTo>
                    <a:pt x="1519427" y="434339"/>
                  </a:lnTo>
                  <a:lnTo>
                    <a:pt x="1953767" y="434339"/>
                  </a:lnTo>
                  <a:lnTo>
                    <a:pt x="1953767" y="217931"/>
                  </a:lnTo>
                  <a:lnTo>
                    <a:pt x="2171699" y="217931"/>
                  </a:lnTo>
                  <a:lnTo>
                    <a:pt x="2171699" y="0"/>
                  </a:lnTo>
                  <a:lnTo>
                    <a:pt x="2604515" y="0"/>
                  </a:lnTo>
                  <a:lnTo>
                    <a:pt x="2604515" y="217931"/>
                  </a:lnTo>
                </a:path>
              </a:pathLst>
            </a:custGeom>
            <a:ln w="22859">
              <a:solidFill>
                <a:srgbClr val="0000FF"/>
              </a:solidFill>
            </a:ln>
          </p:spPr>
          <p:txBody>
            <a:bodyPr wrap="square" lIns="0" tIns="0" rIns="0" bIns="0" rtlCol="0"/>
            <a:lstStyle/>
            <a:p>
              <a:endParaRPr/>
            </a:p>
          </p:txBody>
        </p:sp>
        <p:sp>
          <p:nvSpPr>
            <p:cNvPr id="91" name="object 91"/>
            <p:cNvSpPr/>
            <p:nvPr/>
          </p:nvSpPr>
          <p:spPr>
            <a:xfrm>
              <a:off x="5274564" y="5541263"/>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92" name="object 92"/>
            <p:cNvSpPr/>
            <p:nvPr/>
          </p:nvSpPr>
          <p:spPr>
            <a:xfrm>
              <a:off x="5274564" y="5106923"/>
              <a:ext cx="2604770" cy="867410"/>
            </a:xfrm>
            <a:custGeom>
              <a:avLst/>
              <a:gdLst/>
              <a:ahLst/>
              <a:cxnLst/>
              <a:rect l="l" t="t" r="r" b="b"/>
              <a:pathLst>
                <a:path w="2604770" h="867410">
                  <a:moveTo>
                    <a:pt x="434339" y="434339"/>
                  </a:moveTo>
                  <a:lnTo>
                    <a:pt x="434339" y="650747"/>
                  </a:lnTo>
                  <a:lnTo>
                    <a:pt x="652271" y="650747"/>
                  </a:lnTo>
                  <a:lnTo>
                    <a:pt x="652271" y="867155"/>
                  </a:lnTo>
                  <a:lnTo>
                    <a:pt x="868679" y="867155"/>
                  </a:lnTo>
                  <a:lnTo>
                    <a:pt x="868679" y="650747"/>
                  </a:lnTo>
                  <a:lnTo>
                    <a:pt x="1086611" y="650747"/>
                  </a:lnTo>
                  <a:lnTo>
                    <a:pt x="1086611" y="434339"/>
                  </a:lnTo>
                </a:path>
                <a:path w="2604770" h="867410">
                  <a:moveTo>
                    <a:pt x="1086611" y="434339"/>
                  </a:moveTo>
                  <a:lnTo>
                    <a:pt x="1086611" y="216407"/>
                  </a:lnTo>
                  <a:lnTo>
                    <a:pt x="1303019" y="216407"/>
                  </a:lnTo>
                  <a:lnTo>
                    <a:pt x="1303019" y="0"/>
                  </a:lnTo>
                  <a:lnTo>
                    <a:pt x="1519427" y="0"/>
                  </a:lnTo>
                  <a:lnTo>
                    <a:pt x="1519427" y="216407"/>
                  </a:lnTo>
                  <a:lnTo>
                    <a:pt x="1737359" y="216407"/>
                  </a:lnTo>
                  <a:lnTo>
                    <a:pt x="1737359" y="434339"/>
                  </a:lnTo>
                </a:path>
                <a:path w="2604770" h="867410">
                  <a:moveTo>
                    <a:pt x="434339" y="434339"/>
                  </a:moveTo>
                  <a:lnTo>
                    <a:pt x="434339" y="216407"/>
                  </a:lnTo>
                  <a:lnTo>
                    <a:pt x="217931" y="216407"/>
                  </a:lnTo>
                  <a:lnTo>
                    <a:pt x="217931" y="0"/>
                  </a:lnTo>
                  <a:lnTo>
                    <a:pt x="0" y="0"/>
                  </a:lnTo>
                  <a:lnTo>
                    <a:pt x="0" y="216407"/>
                  </a:lnTo>
                </a:path>
                <a:path w="2604770" h="867410">
                  <a:moveTo>
                    <a:pt x="1737359" y="434339"/>
                  </a:moveTo>
                  <a:lnTo>
                    <a:pt x="1737359" y="650747"/>
                  </a:lnTo>
                  <a:lnTo>
                    <a:pt x="1953767" y="650747"/>
                  </a:lnTo>
                  <a:lnTo>
                    <a:pt x="1953767" y="867155"/>
                  </a:lnTo>
                  <a:lnTo>
                    <a:pt x="2171699" y="867155"/>
                  </a:lnTo>
                  <a:lnTo>
                    <a:pt x="2171699" y="650747"/>
                  </a:lnTo>
                  <a:lnTo>
                    <a:pt x="2388107" y="650747"/>
                  </a:lnTo>
                  <a:lnTo>
                    <a:pt x="2388107" y="434339"/>
                  </a:lnTo>
                </a:path>
                <a:path w="2604770" h="867410">
                  <a:moveTo>
                    <a:pt x="2388107" y="434339"/>
                  </a:moveTo>
                  <a:lnTo>
                    <a:pt x="2388107" y="216407"/>
                  </a:lnTo>
                  <a:lnTo>
                    <a:pt x="2604515" y="216407"/>
                  </a:lnTo>
                  <a:lnTo>
                    <a:pt x="2604515" y="0"/>
                  </a:lnTo>
                </a:path>
              </a:pathLst>
            </a:custGeom>
            <a:ln w="22859">
              <a:solidFill>
                <a:srgbClr val="008000"/>
              </a:solidFill>
            </a:ln>
          </p:spPr>
          <p:txBody>
            <a:bodyPr wrap="square" lIns="0" tIns="0" rIns="0" bIns="0" rtlCol="0"/>
            <a:lstStyle/>
            <a:p>
              <a:endParaRPr/>
            </a:p>
          </p:txBody>
        </p:sp>
        <p:sp>
          <p:nvSpPr>
            <p:cNvPr id="93" name="object 93"/>
            <p:cNvSpPr/>
            <p:nvPr/>
          </p:nvSpPr>
          <p:spPr>
            <a:xfrm>
              <a:off x="4843272" y="3323844"/>
              <a:ext cx="152400" cy="164591"/>
            </a:xfrm>
            <a:prstGeom prst="rect">
              <a:avLst/>
            </a:prstGeom>
            <a:blipFill>
              <a:blip r:embed="rId10" cstate="print"/>
              <a:stretch>
                <a:fillRect/>
              </a:stretch>
            </a:blipFill>
          </p:spPr>
          <p:txBody>
            <a:bodyPr wrap="square" lIns="0" tIns="0" rIns="0" bIns="0" rtlCol="0"/>
            <a:lstStyle/>
            <a:p>
              <a:endParaRPr/>
            </a:p>
          </p:txBody>
        </p:sp>
        <p:sp>
          <p:nvSpPr>
            <p:cNvPr id="94" name="object 94"/>
            <p:cNvSpPr/>
            <p:nvPr/>
          </p:nvSpPr>
          <p:spPr>
            <a:xfrm>
              <a:off x="4983480" y="3456431"/>
              <a:ext cx="220979" cy="109727"/>
            </a:xfrm>
            <a:prstGeom prst="rect">
              <a:avLst/>
            </a:prstGeom>
            <a:blipFill>
              <a:blip r:embed="rId12" cstate="print"/>
              <a:stretch>
                <a:fillRect/>
              </a:stretch>
            </a:blipFill>
          </p:spPr>
          <p:txBody>
            <a:bodyPr wrap="square" lIns="0" tIns="0" rIns="0" bIns="0" rtlCol="0"/>
            <a:lstStyle/>
            <a:p>
              <a:endParaRPr/>
            </a:p>
          </p:txBody>
        </p:sp>
        <p:sp>
          <p:nvSpPr>
            <p:cNvPr id="95" name="object 95"/>
            <p:cNvSpPr/>
            <p:nvPr/>
          </p:nvSpPr>
          <p:spPr>
            <a:xfrm>
              <a:off x="4824984" y="4517136"/>
              <a:ext cx="152400" cy="164592"/>
            </a:xfrm>
            <a:prstGeom prst="rect">
              <a:avLst/>
            </a:prstGeom>
            <a:blipFill>
              <a:blip r:embed="rId10" cstate="print"/>
              <a:stretch>
                <a:fillRect/>
              </a:stretch>
            </a:blipFill>
          </p:spPr>
          <p:txBody>
            <a:bodyPr wrap="square" lIns="0" tIns="0" rIns="0" bIns="0" rtlCol="0"/>
            <a:lstStyle/>
            <a:p>
              <a:endParaRPr/>
            </a:p>
          </p:txBody>
        </p:sp>
        <p:sp>
          <p:nvSpPr>
            <p:cNvPr id="96" name="object 96"/>
            <p:cNvSpPr/>
            <p:nvPr/>
          </p:nvSpPr>
          <p:spPr>
            <a:xfrm>
              <a:off x="4983480" y="4646675"/>
              <a:ext cx="211836" cy="112775"/>
            </a:xfrm>
            <a:prstGeom prst="rect">
              <a:avLst/>
            </a:prstGeom>
            <a:blipFill>
              <a:blip r:embed="rId13" cstate="print"/>
              <a:stretch>
                <a:fillRect/>
              </a:stretch>
            </a:blipFill>
          </p:spPr>
          <p:txBody>
            <a:bodyPr wrap="square" lIns="0" tIns="0" rIns="0" bIns="0" rtlCol="0"/>
            <a:lstStyle/>
            <a:p>
              <a:endParaRPr/>
            </a:p>
          </p:txBody>
        </p:sp>
        <p:sp>
          <p:nvSpPr>
            <p:cNvPr id="97" name="object 97"/>
            <p:cNvSpPr/>
            <p:nvPr/>
          </p:nvSpPr>
          <p:spPr>
            <a:xfrm>
              <a:off x="4829556" y="3921251"/>
              <a:ext cx="152400" cy="164592"/>
            </a:xfrm>
            <a:prstGeom prst="rect">
              <a:avLst/>
            </a:prstGeom>
            <a:blipFill>
              <a:blip r:embed="rId10" cstate="print"/>
              <a:stretch>
                <a:fillRect/>
              </a:stretch>
            </a:blipFill>
          </p:spPr>
          <p:txBody>
            <a:bodyPr wrap="square" lIns="0" tIns="0" rIns="0" bIns="0" rtlCol="0"/>
            <a:lstStyle/>
            <a:p>
              <a:endParaRPr/>
            </a:p>
          </p:txBody>
        </p:sp>
        <p:sp>
          <p:nvSpPr>
            <p:cNvPr id="98" name="object 98"/>
            <p:cNvSpPr/>
            <p:nvPr/>
          </p:nvSpPr>
          <p:spPr>
            <a:xfrm>
              <a:off x="4978908" y="4052316"/>
              <a:ext cx="211836" cy="109728"/>
            </a:xfrm>
            <a:prstGeom prst="rect">
              <a:avLst/>
            </a:prstGeom>
            <a:blipFill>
              <a:blip r:embed="rId14" cstate="print"/>
              <a:stretch>
                <a:fillRect/>
              </a:stretch>
            </a:blipFill>
          </p:spPr>
          <p:txBody>
            <a:bodyPr wrap="square" lIns="0" tIns="0" rIns="0" bIns="0" rtlCol="0"/>
            <a:lstStyle/>
            <a:p>
              <a:endParaRPr/>
            </a:p>
          </p:txBody>
        </p:sp>
        <p:sp>
          <p:nvSpPr>
            <p:cNvPr id="99" name="object 99"/>
            <p:cNvSpPr/>
            <p:nvPr/>
          </p:nvSpPr>
          <p:spPr>
            <a:xfrm>
              <a:off x="7033260" y="3258311"/>
              <a:ext cx="1172210" cy="0"/>
            </a:xfrm>
            <a:custGeom>
              <a:avLst/>
              <a:gdLst/>
              <a:ahLst/>
              <a:cxnLst/>
              <a:rect l="l" t="t" r="r" b="b"/>
              <a:pathLst>
                <a:path w="1172209">
                  <a:moveTo>
                    <a:pt x="0" y="0"/>
                  </a:moveTo>
                  <a:lnTo>
                    <a:pt x="1171955" y="0"/>
                  </a:lnTo>
                </a:path>
              </a:pathLst>
            </a:custGeom>
            <a:ln w="13715">
              <a:solidFill>
                <a:srgbClr val="666666"/>
              </a:solidFill>
            </a:ln>
          </p:spPr>
          <p:txBody>
            <a:bodyPr wrap="square" lIns="0" tIns="0" rIns="0" bIns="0" rtlCol="0"/>
            <a:lstStyle/>
            <a:p>
              <a:endParaRPr/>
            </a:p>
          </p:txBody>
        </p:sp>
        <p:sp>
          <p:nvSpPr>
            <p:cNvPr id="100" name="object 100"/>
            <p:cNvSpPr/>
            <p:nvPr/>
          </p:nvSpPr>
          <p:spPr>
            <a:xfrm>
              <a:off x="8020811" y="3253740"/>
              <a:ext cx="347471" cy="233933"/>
            </a:xfrm>
            <a:prstGeom prst="rect">
              <a:avLst/>
            </a:prstGeom>
            <a:blipFill>
              <a:blip r:embed="rId15" cstate="print"/>
              <a:stretch>
                <a:fillRect/>
              </a:stretch>
            </a:blipFill>
          </p:spPr>
          <p:txBody>
            <a:bodyPr wrap="square" lIns="0" tIns="0" rIns="0" bIns="0" rtlCol="0"/>
            <a:lstStyle/>
            <a:p>
              <a:endParaRPr/>
            </a:p>
          </p:txBody>
        </p:sp>
        <p:sp>
          <p:nvSpPr>
            <p:cNvPr id="101" name="object 101"/>
            <p:cNvSpPr/>
            <p:nvPr/>
          </p:nvSpPr>
          <p:spPr>
            <a:xfrm>
              <a:off x="5850636" y="5145023"/>
              <a:ext cx="0" cy="346075"/>
            </a:xfrm>
            <a:custGeom>
              <a:avLst/>
              <a:gdLst/>
              <a:ahLst/>
              <a:cxnLst/>
              <a:rect l="l" t="t" r="r" b="b"/>
              <a:pathLst>
                <a:path h="346075">
                  <a:moveTo>
                    <a:pt x="0" y="0"/>
                  </a:moveTo>
                  <a:lnTo>
                    <a:pt x="0" y="345947"/>
                  </a:lnTo>
                </a:path>
              </a:pathLst>
            </a:custGeom>
            <a:ln w="13715">
              <a:solidFill>
                <a:srgbClr val="666666"/>
              </a:solidFill>
            </a:ln>
          </p:spPr>
          <p:txBody>
            <a:bodyPr wrap="square" lIns="0" tIns="0" rIns="0" bIns="0" rtlCol="0"/>
            <a:lstStyle/>
            <a:p>
              <a:endParaRPr/>
            </a:p>
          </p:txBody>
        </p:sp>
        <p:sp>
          <p:nvSpPr>
            <p:cNvPr id="102" name="object 102"/>
            <p:cNvSpPr/>
            <p:nvPr/>
          </p:nvSpPr>
          <p:spPr>
            <a:xfrm>
              <a:off x="5801868" y="5106923"/>
              <a:ext cx="97790" cy="424180"/>
            </a:xfrm>
            <a:custGeom>
              <a:avLst/>
              <a:gdLst/>
              <a:ahLst/>
              <a:cxnLst/>
              <a:rect l="l" t="t" r="r" b="b"/>
              <a:pathLst>
                <a:path w="97789" h="424179">
                  <a:moveTo>
                    <a:pt x="97536" y="374904"/>
                  </a:moveTo>
                  <a:lnTo>
                    <a:pt x="0" y="374904"/>
                  </a:lnTo>
                  <a:lnTo>
                    <a:pt x="48768" y="423672"/>
                  </a:lnTo>
                  <a:lnTo>
                    <a:pt x="97536" y="374904"/>
                  </a:lnTo>
                  <a:close/>
                </a:path>
                <a:path w="97789" h="424179">
                  <a:moveTo>
                    <a:pt x="97536" y="48768"/>
                  </a:moveTo>
                  <a:lnTo>
                    <a:pt x="48768" y="0"/>
                  </a:lnTo>
                  <a:lnTo>
                    <a:pt x="0" y="48768"/>
                  </a:lnTo>
                  <a:lnTo>
                    <a:pt x="97536" y="48768"/>
                  </a:lnTo>
                  <a:close/>
                </a:path>
              </a:pathLst>
            </a:custGeom>
            <a:solidFill>
              <a:srgbClr val="666666"/>
            </a:solidFill>
          </p:spPr>
          <p:txBody>
            <a:bodyPr wrap="square" lIns="0" tIns="0" rIns="0" bIns="0" rtlCol="0"/>
            <a:lstStyle/>
            <a:p>
              <a:endParaRPr/>
            </a:p>
          </p:txBody>
        </p:sp>
        <p:sp>
          <p:nvSpPr>
            <p:cNvPr id="103" name="object 103"/>
            <p:cNvSpPr/>
            <p:nvPr/>
          </p:nvSpPr>
          <p:spPr>
            <a:xfrm>
              <a:off x="5545836" y="5106923"/>
              <a:ext cx="347980" cy="0"/>
            </a:xfrm>
            <a:custGeom>
              <a:avLst/>
              <a:gdLst/>
              <a:ahLst/>
              <a:cxnLst/>
              <a:rect l="l" t="t" r="r" b="b"/>
              <a:pathLst>
                <a:path w="347979">
                  <a:moveTo>
                    <a:pt x="0" y="0"/>
                  </a:moveTo>
                  <a:lnTo>
                    <a:pt x="347471" y="0"/>
                  </a:lnTo>
                </a:path>
              </a:pathLst>
            </a:custGeom>
            <a:ln w="13715">
              <a:solidFill>
                <a:srgbClr val="666666"/>
              </a:solidFill>
            </a:ln>
          </p:spPr>
          <p:txBody>
            <a:bodyPr wrap="square" lIns="0" tIns="0" rIns="0" bIns="0" rtlCol="0"/>
            <a:lstStyle/>
            <a:p>
              <a:endParaRPr/>
            </a:p>
          </p:txBody>
        </p:sp>
      </p:grpSp>
      <p:grpSp>
        <p:nvGrpSpPr>
          <p:cNvPr id="104" name="object 104"/>
          <p:cNvGrpSpPr/>
          <p:nvPr/>
        </p:nvGrpSpPr>
        <p:grpSpPr>
          <a:xfrm>
            <a:off x="4920996" y="694944"/>
            <a:ext cx="264160" cy="204470"/>
            <a:chOff x="4920996" y="694944"/>
            <a:chExt cx="264160" cy="204470"/>
          </a:xfrm>
        </p:grpSpPr>
        <p:sp>
          <p:nvSpPr>
            <p:cNvPr id="105" name="object 105"/>
            <p:cNvSpPr/>
            <p:nvPr/>
          </p:nvSpPr>
          <p:spPr>
            <a:xfrm>
              <a:off x="4920996" y="694944"/>
              <a:ext cx="118872" cy="137160"/>
            </a:xfrm>
            <a:prstGeom prst="rect">
              <a:avLst/>
            </a:prstGeom>
            <a:blipFill>
              <a:blip r:embed="rId7" cstate="print"/>
              <a:stretch>
                <a:fillRect/>
              </a:stretch>
            </a:blipFill>
          </p:spPr>
          <p:txBody>
            <a:bodyPr wrap="square" lIns="0" tIns="0" rIns="0" bIns="0" rtlCol="0"/>
            <a:lstStyle/>
            <a:p>
              <a:endParaRPr/>
            </a:p>
          </p:txBody>
        </p:sp>
        <p:sp>
          <p:nvSpPr>
            <p:cNvPr id="106" name="object 106"/>
            <p:cNvSpPr/>
            <p:nvPr/>
          </p:nvSpPr>
          <p:spPr>
            <a:xfrm>
              <a:off x="5035296" y="803148"/>
              <a:ext cx="149351" cy="96012"/>
            </a:xfrm>
            <a:prstGeom prst="rect">
              <a:avLst/>
            </a:prstGeom>
            <a:blipFill>
              <a:blip r:embed="rId16" cstate="print"/>
              <a:stretch>
                <a:fillRect/>
              </a:stretch>
            </a:blipFill>
          </p:spPr>
          <p:txBody>
            <a:bodyPr wrap="square" lIns="0" tIns="0" rIns="0" bIns="0" rtlCol="0"/>
            <a:lstStyle/>
            <a:p>
              <a:endParaRPr/>
            </a:p>
          </p:txBody>
        </p:sp>
      </p:grpSp>
      <p:grpSp>
        <p:nvGrpSpPr>
          <p:cNvPr id="107" name="object 107"/>
          <p:cNvGrpSpPr/>
          <p:nvPr/>
        </p:nvGrpSpPr>
        <p:grpSpPr>
          <a:xfrm>
            <a:off x="4920996" y="2734055"/>
            <a:ext cx="274320" cy="204470"/>
            <a:chOff x="4920996" y="2734055"/>
            <a:chExt cx="274320" cy="204470"/>
          </a:xfrm>
        </p:grpSpPr>
        <p:sp>
          <p:nvSpPr>
            <p:cNvPr id="108" name="object 108"/>
            <p:cNvSpPr/>
            <p:nvPr/>
          </p:nvSpPr>
          <p:spPr>
            <a:xfrm>
              <a:off x="4920996" y="2734055"/>
              <a:ext cx="118872" cy="137160"/>
            </a:xfrm>
            <a:prstGeom prst="rect">
              <a:avLst/>
            </a:prstGeom>
            <a:blipFill>
              <a:blip r:embed="rId7" cstate="print"/>
              <a:stretch>
                <a:fillRect/>
              </a:stretch>
            </a:blipFill>
          </p:spPr>
          <p:txBody>
            <a:bodyPr wrap="square" lIns="0" tIns="0" rIns="0" bIns="0" rtlCol="0"/>
            <a:lstStyle/>
            <a:p>
              <a:endParaRPr/>
            </a:p>
          </p:txBody>
        </p:sp>
        <p:sp>
          <p:nvSpPr>
            <p:cNvPr id="109" name="object 109"/>
            <p:cNvSpPr/>
            <p:nvPr/>
          </p:nvSpPr>
          <p:spPr>
            <a:xfrm>
              <a:off x="5035296" y="2842259"/>
              <a:ext cx="160020" cy="96012"/>
            </a:xfrm>
            <a:prstGeom prst="rect">
              <a:avLst/>
            </a:prstGeom>
            <a:blipFill>
              <a:blip r:embed="rId17" cstate="print"/>
              <a:stretch>
                <a:fillRect/>
              </a:stretch>
            </a:blipFill>
          </p:spPr>
          <p:txBody>
            <a:bodyPr wrap="square" lIns="0" tIns="0" rIns="0" bIns="0" rtlCol="0"/>
            <a:lstStyle/>
            <a:p>
              <a:endParaRPr/>
            </a:p>
          </p:txBody>
        </p:sp>
      </p:grpSp>
      <p:grpSp>
        <p:nvGrpSpPr>
          <p:cNvPr id="110" name="object 110"/>
          <p:cNvGrpSpPr/>
          <p:nvPr/>
        </p:nvGrpSpPr>
        <p:grpSpPr>
          <a:xfrm>
            <a:off x="4920996" y="2321051"/>
            <a:ext cx="274320" cy="204470"/>
            <a:chOff x="4920996" y="2321051"/>
            <a:chExt cx="274320" cy="204470"/>
          </a:xfrm>
        </p:grpSpPr>
        <p:sp>
          <p:nvSpPr>
            <p:cNvPr id="111" name="object 111"/>
            <p:cNvSpPr/>
            <p:nvPr/>
          </p:nvSpPr>
          <p:spPr>
            <a:xfrm>
              <a:off x="4920996" y="2321051"/>
              <a:ext cx="118872" cy="137160"/>
            </a:xfrm>
            <a:prstGeom prst="rect">
              <a:avLst/>
            </a:prstGeom>
            <a:blipFill>
              <a:blip r:embed="rId7" cstate="print"/>
              <a:stretch>
                <a:fillRect/>
              </a:stretch>
            </a:blipFill>
          </p:spPr>
          <p:txBody>
            <a:bodyPr wrap="square" lIns="0" tIns="0" rIns="0" bIns="0" rtlCol="0"/>
            <a:lstStyle/>
            <a:p>
              <a:endParaRPr/>
            </a:p>
          </p:txBody>
        </p:sp>
        <p:sp>
          <p:nvSpPr>
            <p:cNvPr id="112" name="object 112"/>
            <p:cNvSpPr/>
            <p:nvPr/>
          </p:nvSpPr>
          <p:spPr>
            <a:xfrm>
              <a:off x="5035296" y="2429255"/>
              <a:ext cx="160020" cy="96012"/>
            </a:xfrm>
            <a:prstGeom prst="rect">
              <a:avLst/>
            </a:prstGeom>
            <a:blipFill>
              <a:blip r:embed="rId18" cstate="print"/>
              <a:stretch>
                <a:fillRect/>
              </a:stretch>
            </a:blipFill>
          </p:spPr>
          <p:txBody>
            <a:bodyPr wrap="square" lIns="0" tIns="0" rIns="0" bIns="0" rtlCol="0"/>
            <a:lstStyle/>
            <a:p>
              <a:endParaRPr/>
            </a:p>
          </p:txBody>
        </p:sp>
      </p:grpSp>
      <p:grpSp>
        <p:nvGrpSpPr>
          <p:cNvPr id="113" name="object 113"/>
          <p:cNvGrpSpPr/>
          <p:nvPr/>
        </p:nvGrpSpPr>
        <p:grpSpPr>
          <a:xfrm>
            <a:off x="4920996" y="1908048"/>
            <a:ext cx="269875" cy="204470"/>
            <a:chOff x="4920996" y="1908048"/>
            <a:chExt cx="269875" cy="204470"/>
          </a:xfrm>
        </p:grpSpPr>
        <p:sp>
          <p:nvSpPr>
            <p:cNvPr id="114" name="object 114"/>
            <p:cNvSpPr/>
            <p:nvPr/>
          </p:nvSpPr>
          <p:spPr>
            <a:xfrm>
              <a:off x="4920996" y="1908048"/>
              <a:ext cx="118872" cy="137160"/>
            </a:xfrm>
            <a:prstGeom prst="rect">
              <a:avLst/>
            </a:prstGeom>
            <a:blipFill>
              <a:blip r:embed="rId7" cstate="print"/>
              <a:stretch>
                <a:fillRect/>
              </a:stretch>
            </a:blipFill>
          </p:spPr>
          <p:txBody>
            <a:bodyPr wrap="square" lIns="0" tIns="0" rIns="0" bIns="0" rtlCol="0"/>
            <a:lstStyle/>
            <a:p>
              <a:endParaRPr/>
            </a:p>
          </p:txBody>
        </p:sp>
        <p:sp>
          <p:nvSpPr>
            <p:cNvPr id="115" name="object 115"/>
            <p:cNvSpPr/>
            <p:nvPr/>
          </p:nvSpPr>
          <p:spPr>
            <a:xfrm>
              <a:off x="5035296" y="2016252"/>
              <a:ext cx="155448" cy="96012"/>
            </a:xfrm>
            <a:prstGeom prst="rect">
              <a:avLst/>
            </a:prstGeom>
            <a:blipFill>
              <a:blip r:embed="rId19" cstate="print"/>
              <a:stretch>
                <a:fillRect/>
              </a:stretch>
            </a:blipFill>
          </p:spPr>
          <p:txBody>
            <a:bodyPr wrap="square" lIns="0" tIns="0" rIns="0" bIns="0" rtlCol="0"/>
            <a:lstStyle/>
            <a:p>
              <a:endParaRPr/>
            </a:p>
          </p:txBody>
        </p:sp>
      </p:grpSp>
      <p:sp>
        <p:nvSpPr>
          <p:cNvPr id="116" name="object 116"/>
          <p:cNvSpPr/>
          <p:nvPr/>
        </p:nvSpPr>
        <p:spPr>
          <a:xfrm>
            <a:off x="8424763" y="3374714"/>
            <a:ext cx="356870" cy="0"/>
          </a:xfrm>
          <a:custGeom>
            <a:avLst/>
            <a:gdLst/>
            <a:ahLst/>
            <a:cxnLst/>
            <a:rect l="l" t="t" r="r" b="b"/>
            <a:pathLst>
              <a:path w="356870">
                <a:moveTo>
                  <a:pt x="0" y="0"/>
                </a:moveTo>
                <a:lnTo>
                  <a:pt x="356814" y="0"/>
                </a:lnTo>
              </a:path>
            </a:pathLst>
          </a:custGeom>
          <a:ln w="9544">
            <a:solidFill>
              <a:srgbClr val="000000"/>
            </a:solidFill>
          </a:ln>
        </p:spPr>
        <p:txBody>
          <a:bodyPr wrap="square" lIns="0" tIns="0" rIns="0" bIns="0" rtlCol="0"/>
          <a:lstStyle/>
          <a:p>
            <a:endParaRPr/>
          </a:p>
        </p:txBody>
      </p:sp>
      <p:sp>
        <p:nvSpPr>
          <p:cNvPr id="117" name="object 117"/>
          <p:cNvSpPr txBox="1"/>
          <p:nvPr/>
        </p:nvSpPr>
        <p:spPr>
          <a:xfrm>
            <a:off x="8396896" y="3105073"/>
            <a:ext cx="403225" cy="562610"/>
          </a:xfrm>
          <a:prstGeom prst="rect">
            <a:avLst/>
          </a:prstGeom>
        </p:spPr>
        <p:txBody>
          <a:bodyPr vert="horz" wrap="square" lIns="0" tIns="12700" rIns="0" bIns="0" rtlCol="0">
            <a:spAutoFit/>
          </a:bodyPr>
          <a:lstStyle/>
          <a:p>
            <a:pPr algn="ctr">
              <a:lnSpc>
                <a:spcPts val="211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a:p>
            <a:pPr marL="16510" algn="ctr">
              <a:lnSpc>
                <a:spcPts val="2110"/>
              </a:lnSpc>
            </a:pPr>
            <a:r>
              <a:rPr sz="1800" dirty="0">
                <a:latin typeface="Times New Roman"/>
                <a:cs typeface="Times New Roman"/>
              </a:rPr>
              <a:t>2</a:t>
            </a:r>
            <a:endParaRPr sz="1800">
              <a:latin typeface="Times New Roman"/>
              <a:cs typeface="Times New Roman"/>
            </a:endParaRPr>
          </a:p>
        </p:txBody>
      </p:sp>
      <p:sp>
        <p:nvSpPr>
          <p:cNvPr id="118" name="object 118"/>
          <p:cNvSpPr txBox="1"/>
          <p:nvPr/>
        </p:nvSpPr>
        <p:spPr>
          <a:xfrm>
            <a:off x="5832424" y="5196090"/>
            <a:ext cx="378460" cy="300355"/>
          </a:xfrm>
          <a:prstGeom prst="rect">
            <a:avLst/>
          </a:prstGeom>
        </p:spPr>
        <p:txBody>
          <a:bodyPr vert="horz" wrap="square" lIns="0" tIns="12700" rIns="0" bIns="0" rtlCol="0">
            <a:spAutoFit/>
          </a:bodyPr>
          <a:lstStyle/>
          <a:p>
            <a:pPr marL="38100">
              <a:lnSpc>
                <a:spcPct val="10000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p:txBody>
      </p:sp>
      <p:sp>
        <p:nvSpPr>
          <p:cNvPr id="119" name="object 119"/>
          <p:cNvSpPr/>
          <p:nvPr/>
        </p:nvSpPr>
        <p:spPr>
          <a:xfrm>
            <a:off x="8417143" y="5433638"/>
            <a:ext cx="356870" cy="0"/>
          </a:xfrm>
          <a:custGeom>
            <a:avLst/>
            <a:gdLst/>
            <a:ahLst/>
            <a:cxnLst/>
            <a:rect l="l" t="t" r="r" b="b"/>
            <a:pathLst>
              <a:path w="356870">
                <a:moveTo>
                  <a:pt x="0" y="0"/>
                </a:moveTo>
                <a:lnTo>
                  <a:pt x="356814" y="0"/>
                </a:lnTo>
              </a:path>
            </a:pathLst>
          </a:custGeom>
          <a:ln w="9544">
            <a:solidFill>
              <a:srgbClr val="000000"/>
            </a:solidFill>
          </a:ln>
        </p:spPr>
        <p:txBody>
          <a:bodyPr wrap="square" lIns="0" tIns="0" rIns="0" bIns="0" rtlCol="0"/>
          <a:lstStyle/>
          <a:p>
            <a:endParaRPr/>
          </a:p>
        </p:txBody>
      </p:sp>
      <p:sp>
        <p:nvSpPr>
          <p:cNvPr id="120" name="object 120"/>
          <p:cNvSpPr txBox="1"/>
          <p:nvPr/>
        </p:nvSpPr>
        <p:spPr>
          <a:xfrm>
            <a:off x="8529408" y="5425911"/>
            <a:ext cx="14033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2</a:t>
            </a:r>
            <a:endParaRPr sz="1800">
              <a:latin typeface="Times New Roman"/>
              <a:cs typeface="Times New Roman"/>
            </a:endParaRPr>
          </a:p>
        </p:txBody>
      </p:sp>
      <p:sp>
        <p:nvSpPr>
          <p:cNvPr id="121" name="object 121"/>
          <p:cNvSpPr txBox="1"/>
          <p:nvPr/>
        </p:nvSpPr>
        <p:spPr>
          <a:xfrm>
            <a:off x="8401811" y="5163858"/>
            <a:ext cx="378460" cy="300355"/>
          </a:xfrm>
          <a:prstGeom prst="rect">
            <a:avLst/>
          </a:prstGeom>
        </p:spPr>
        <p:txBody>
          <a:bodyPr vert="horz" wrap="square" lIns="0" tIns="12700" rIns="0" bIns="0" rtlCol="0">
            <a:spAutoFit/>
          </a:bodyPr>
          <a:lstStyle/>
          <a:p>
            <a:pPr marL="38100">
              <a:lnSpc>
                <a:spcPct val="10000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p:txBody>
      </p:sp>
      <p:grpSp>
        <p:nvGrpSpPr>
          <p:cNvPr id="122" name="object 122"/>
          <p:cNvGrpSpPr/>
          <p:nvPr/>
        </p:nvGrpSpPr>
        <p:grpSpPr>
          <a:xfrm>
            <a:off x="5356859" y="3058667"/>
            <a:ext cx="3011805" cy="2489835"/>
            <a:chOff x="5356859" y="3058667"/>
            <a:chExt cx="3011805" cy="2489835"/>
          </a:xfrm>
        </p:grpSpPr>
        <p:sp>
          <p:nvSpPr>
            <p:cNvPr id="123" name="object 123"/>
            <p:cNvSpPr/>
            <p:nvPr/>
          </p:nvSpPr>
          <p:spPr>
            <a:xfrm>
              <a:off x="8014715" y="5312663"/>
              <a:ext cx="353567" cy="235457"/>
            </a:xfrm>
            <a:prstGeom prst="rect">
              <a:avLst/>
            </a:prstGeom>
            <a:blipFill>
              <a:blip r:embed="rId20" cstate="print"/>
              <a:stretch>
                <a:fillRect/>
              </a:stretch>
            </a:blipFill>
          </p:spPr>
          <p:txBody>
            <a:bodyPr wrap="square" lIns="0" tIns="0" rIns="0" bIns="0" rtlCol="0"/>
            <a:lstStyle/>
            <a:p>
              <a:endParaRPr/>
            </a:p>
          </p:txBody>
        </p:sp>
        <p:sp>
          <p:nvSpPr>
            <p:cNvPr id="124" name="object 124"/>
            <p:cNvSpPr/>
            <p:nvPr/>
          </p:nvSpPr>
          <p:spPr>
            <a:xfrm>
              <a:off x="7912607" y="5323331"/>
              <a:ext cx="292735" cy="0"/>
            </a:xfrm>
            <a:custGeom>
              <a:avLst/>
              <a:gdLst/>
              <a:ahLst/>
              <a:cxnLst/>
              <a:rect l="l" t="t" r="r" b="b"/>
              <a:pathLst>
                <a:path w="292734">
                  <a:moveTo>
                    <a:pt x="0" y="0"/>
                  </a:moveTo>
                  <a:lnTo>
                    <a:pt x="292607" y="0"/>
                  </a:lnTo>
                </a:path>
              </a:pathLst>
            </a:custGeom>
            <a:ln w="13715">
              <a:solidFill>
                <a:srgbClr val="666666"/>
              </a:solidFill>
            </a:ln>
          </p:spPr>
          <p:txBody>
            <a:bodyPr wrap="square" lIns="0" tIns="0" rIns="0" bIns="0" rtlCol="0"/>
            <a:lstStyle/>
            <a:p>
              <a:endParaRPr/>
            </a:p>
          </p:txBody>
        </p:sp>
        <p:sp>
          <p:nvSpPr>
            <p:cNvPr id="125" name="object 125"/>
            <p:cNvSpPr/>
            <p:nvPr/>
          </p:nvSpPr>
          <p:spPr>
            <a:xfrm>
              <a:off x="5356859" y="3058667"/>
              <a:ext cx="47244" cy="2357628"/>
            </a:xfrm>
            <a:prstGeom prst="rect">
              <a:avLst/>
            </a:prstGeom>
            <a:blipFill>
              <a:blip r:embed="rId21" cstate="print"/>
              <a:stretch>
                <a:fillRect/>
              </a:stretch>
            </a:blipFill>
          </p:spPr>
          <p:txBody>
            <a:bodyPr wrap="square" lIns="0" tIns="0" rIns="0" bIns="0" rtlCol="0"/>
            <a:lstStyle/>
            <a:p>
              <a:endParaRPr/>
            </a:p>
          </p:txBody>
        </p:sp>
      </p:grpSp>
      <p:pic>
        <p:nvPicPr>
          <p:cNvPr id="4098" name="Picture 2"/>
          <p:cNvPicPr>
            <a:picLocks noChangeAspect="1" noChangeArrowheads="1"/>
          </p:cNvPicPr>
          <p:nvPr/>
        </p:nvPicPr>
        <p:blipFill>
          <a:blip r:embed="rId22"/>
          <a:srcRect/>
          <a:stretch>
            <a:fillRect/>
          </a:stretch>
        </p:blipFill>
        <p:spPr bwMode="auto">
          <a:xfrm>
            <a:off x="228600" y="1600200"/>
            <a:ext cx="4416194" cy="198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3043" y="447700"/>
            <a:ext cx="3168650" cy="978535"/>
          </a:xfrm>
          <a:prstGeom prst="rect">
            <a:avLst/>
          </a:prstGeom>
        </p:spPr>
        <p:txBody>
          <a:bodyPr vert="horz" wrap="square" lIns="0" tIns="12700" rIns="0" bIns="0" rtlCol="0">
            <a:spAutoFit/>
          </a:bodyPr>
          <a:lstStyle/>
          <a:p>
            <a:pPr marL="12700">
              <a:lnSpc>
                <a:spcPts val="4054"/>
              </a:lnSpc>
              <a:spcBef>
                <a:spcPts val="100"/>
              </a:spcBef>
              <a:tabLst>
                <a:tab pos="3154680" algn="l"/>
              </a:tabLst>
            </a:pPr>
            <a:r>
              <a:rPr sz="3600" u="sng" spc="-315" smtClean="0">
                <a:solidFill>
                  <a:srgbClr val="002060"/>
                </a:solidFill>
                <a:uFill>
                  <a:solidFill>
                    <a:srgbClr val="7F7F7F"/>
                  </a:solidFill>
                </a:uFill>
              </a:rPr>
              <a:t>3-</a:t>
            </a:r>
            <a:r>
              <a:rPr lang="en-US" sz="3600" u="sng" spc="-315" dirty="0" smtClean="0">
                <a:solidFill>
                  <a:srgbClr val="002060"/>
                </a:solidFill>
                <a:uFill>
                  <a:solidFill>
                    <a:srgbClr val="7F7F7F"/>
                  </a:solidFill>
                </a:uFill>
              </a:rPr>
              <a:t> </a:t>
            </a:r>
            <a:r>
              <a:rPr sz="3600" u="sng" spc="-315" smtClean="0">
                <a:solidFill>
                  <a:srgbClr val="002060"/>
                </a:solidFill>
                <a:uFill>
                  <a:solidFill>
                    <a:srgbClr val="7F7F7F"/>
                  </a:solidFill>
                </a:uFill>
              </a:rPr>
              <a:t>Phase</a:t>
            </a:r>
            <a:r>
              <a:rPr sz="3600" u="sng" spc="-509" smtClean="0">
                <a:solidFill>
                  <a:srgbClr val="002060"/>
                </a:solidFill>
                <a:uFill>
                  <a:solidFill>
                    <a:srgbClr val="7F7F7F"/>
                  </a:solidFill>
                </a:uFill>
              </a:rPr>
              <a:t> </a:t>
            </a:r>
            <a:r>
              <a:rPr sz="3600" u="sng" spc="-350" dirty="0">
                <a:solidFill>
                  <a:srgbClr val="002060"/>
                </a:solidFill>
                <a:uFill>
                  <a:solidFill>
                    <a:srgbClr val="7F7F7F"/>
                  </a:solidFill>
                </a:uFill>
              </a:rPr>
              <a:t>Inverter	</a:t>
            </a:r>
            <a:endParaRPr sz="3600"/>
          </a:p>
          <a:p>
            <a:pPr marL="12700">
              <a:lnSpc>
                <a:spcPts val="3454"/>
              </a:lnSpc>
            </a:pPr>
            <a:r>
              <a:rPr sz="3100" spc="-240" dirty="0">
                <a:solidFill>
                  <a:srgbClr val="C00000"/>
                </a:solidFill>
              </a:rPr>
              <a:t>120</a:t>
            </a:r>
            <a:r>
              <a:rPr sz="3100" spc="-240" dirty="0">
                <a:solidFill>
                  <a:srgbClr val="C00000"/>
                </a:solidFill>
                <a:latin typeface="Times New Roman"/>
                <a:cs typeface="Times New Roman"/>
              </a:rPr>
              <a:t>° </a:t>
            </a:r>
            <a:r>
              <a:rPr sz="3100" spc="-280" dirty="0">
                <a:solidFill>
                  <a:srgbClr val="C00000"/>
                </a:solidFill>
              </a:rPr>
              <a:t>conduction</a:t>
            </a:r>
            <a:endParaRPr sz="3100">
              <a:latin typeface="Times New Roman"/>
              <a:cs typeface="Times New Roman"/>
            </a:endParaRPr>
          </a:p>
        </p:txBody>
      </p:sp>
      <p:grpSp>
        <p:nvGrpSpPr>
          <p:cNvPr id="50" name="object 50"/>
          <p:cNvGrpSpPr/>
          <p:nvPr/>
        </p:nvGrpSpPr>
        <p:grpSpPr>
          <a:xfrm>
            <a:off x="4824984" y="546226"/>
            <a:ext cx="3543300" cy="5490210"/>
            <a:chOff x="4824984" y="546226"/>
            <a:chExt cx="3543300" cy="5490210"/>
          </a:xfrm>
        </p:grpSpPr>
        <p:sp>
          <p:nvSpPr>
            <p:cNvPr id="51" name="object 51"/>
            <p:cNvSpPr/>
            <p:nvPr/>
          </p:nvSpPr>
          <p:spPr>
            <a:xfrm>
              <a:off x="5274564" y="4076699"/>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52" name="object 52"/>
            <p:cNvSpPr/>
            <p:nvPr/>
          </p:nvSpPr>
          <p:spPr>
            <a:xfrm>
              <a:off x="5702808" y="736091"/>
              <a:ext cx="2184400" cy="4994275"/>
            </a:xfrm>
            <a:custGeom>
              <a:avLst/>
              <a:gdLst/>
              <a:ahLst/>
              <a:cxnLst/>
              <a:rect l="l" t="t" r="r" b="b"/>
              <a:pathLst>
                <a:path w="2184400" h="4994275">
                  <a:moveTo>
                    <a:pt x="13716" y="4610100"/>
                  </a:moveTo>
                  <a:lnTo>
                    <a:pt x="10668" y="4607052"/>
                  </a:lnTo>
                  <a:lnTo>
                    <a:pt x="3048" y="4607052"/>
                  </a:lnTo>
                  <a:lnTo>
                    <a:pt x="0" y="4610100"/>
                  </a:lnTo>
                  <a:lnTo>
                    <a:pt x="0" y="4619244"/>
                  </a:lnTo>
                  <a:lnTo>
                    <a:pt x="3048" y="4622292"/>
                  </a:lnTo>
                  <a:lnTo>
                    <a:pt x="10668" y="4622292"/>
                  </a:lnTo>
                  <a:lnTo>
                    <a:pt x="13716" y="4619244"/>
                  </a:lnTo>
                  <a:lnTo>
                    <a:pt x="13716" y="4610100"/>
                  </a:lnTo>
                  <a:close/>
                </a:path>
                <a:path w="2184400" h="4994275">
                  <a:moveTo>
                    <a:pt x="13716" y="4527804"/>
                  </a:moveTo>
                  <a:lnTo>
                    <a:pt x="10668" y="4524756"/>
                  </a:lnTo>
                  <a:lnTo>
                    <a:pt x="3048" y="4524756"/>
                  </a:lnTo>
                  <a:lnTo>
                    <a:pt x="0" y="4527804"/>
                  </a:lnTo>
                  <a:lnTo>
                    <a:pt x="0" y="4576572"/>
                  </a:lnTo>
                  <a:lnTo>
                    <a:pt x="3048" y="4579620"/>
                  </a:lnTo>
                  <a:lnTo>
                    <a:pt x="10668" y="4579620"/>
                  </a:lnTo>
                  <a:lnTo>
                    <a:pt x="13716" y="4576572"/>
                  </a:lnTo>
                  <a:lnTo>
                    <a:pt x="13716" y="4527804"/>
                  </a:lnTo>
                  <a:close/>
                </a:path>
                <a:path w="2184400" h="4994275">
                  <a:moveTo>
                    <a:pt x="13716" y="4443984"/>
                  </a:moveTo>
                  <a:lnTo>
                    <a:pt x="10668" y="4440936"/>
                  </a:lnTo>
                  <a:lnTo>
                    <a:pt x="3048" y="4440936"/>
                  </a:lnTo>
                  <a:lnTo>
                    <a:pt x="0" y="4443984"/>
                  </a:lnTo>
                  <a:lnTo>
                    <a:pt x="0" y="4494276"/>
                  </a:lnTo>
                  <a:lnTo>
                    <a:pt x="3048" y="4497324"/>
                  </a:lnTo>
                  <a:lnTo>
                    <a:pt x="10668" y="4497324"/>
                  </a:lnTo>
                  <a:lnTo>
                    <a:pt x="13716" y="4494276"/>
                  </a:lnTo>
                  <a:lnTo>
                    <a:pt x="13716" y="4443984"/>
                  </a:lnTo>
                  <a:close/>
                </a:path>
                <a:path w="2184400" h="4994275">
                  <a:moveTo>
                    <a:pt x="13716" y="4361688"/>
                  </a:moveTo>
                  <a:lnTo>
                    <a:pt x="10668" y="4358640"/>
                  </a:lnTo>
                  <a:lnTo>
                    <a:pt x="3048" y="4358640"/>
                  </a:lnTo>
                  <a:lnTo>
                    <a:pt x="0" y="4361688"/>
                  </a:lnTo>
                  <a:lnTo>
                    <a:pt x="0" y="4410456"/>
                  </a:lnTo>
                  <a:lnTo>
                    <a:pt x="3048" y="4413504"/>
                  </a:lnTo>
                  <a:lnTo>
                    <a:pt x="10668" y="4413504"/>
                  </a:lnTo>
                  <a:lnTo>
                    <a:pt x="13716" y="4410456"/>
                  </a:lnTo>
                  <a:lnTo>
                    <a:pt x="13716" y="4361688"/>
                  </a:lnTo>
                  <a:close/>
                </a:path>
                <a:path w="2184400" h="4994275">
                  <a:moveTo>
                    <a:pt x="13716" y="4279392"/>
                  </a:moveTo>
                  <a:lnTo>
                    <a:pt x="10668" y="4276344"/>
                  </a:lnTo>
                  <a:lnTo>
                    <a:pt x="3048" y="4276344"/>
                  </a:lnTo>
                  <a:lnTo>
                    <a:pt x="0" y="4279392"/>
                  </a:lnTo>
                  <a:lnTo>
                    <a:pt x="0" y="4328160"/>
                  </a:lnTo>
                  <a:lnTo>
                    <a:pt x="3048" y="4331208"/>
                  </a:lnTo>
                  <a:lnTo>
                    <a:pt x="10668" y="4331208"/>
                  </a:lnTo>
                  <a:lnTo>
                    <a:pt x="13716" y="4328160"/>
                  </a:lnTo>
                  <a:lnTo>
                    <a:pt x="13716" y="4279392"/>
                  </a:lnTo>
                  <a:close/>
                </a:path>
                <a:path w="2184400" h="4994275">
                  <a:moveTo>
                    <a:pt x="13716" y="4195572"/>
                  </a:moveTo>
                  <a:lnTo>
                    <a:pt x="10668" y="4192524"/>
                  </a:lnTo>
                  <a:lnTo>
                    <a:pt x="3048" y="4192524"/>
                  </a:lnTo>
                  <a:lnTo>
                    <a:pt x="0" y="4195572"/>
                  </a:lnTo>
                  <a:lnTo>
                    <a:pt x="0" y="4245864"/>
                  </a:lnTo>
                  <a:lnTo>
                    <a:pt x="3048" y="4248912"/>
                  </a:lnTo>
                  <a:lnTo>
                    <a:pt x="10668" y="4248912"/>
                  </a:lnTo>
                  <a:lnTo>
                    <a:pt x="13716" y="4245864"/>
                  </a:lnTo>
                  <a:lnTo>
                    <a:pt x="13716" y="4195572"/>
                  </a:lnTo>
                  <a:close/>
                </a:path>
                <a:path w="2184400" h="4994275">
                  <a:moveTo>
                    <a:pt x="13716" y="4113276"/>
                  </a:moveTo>
                  <a:lnTo>
                    <a:pt x="10668" y="4110228"/>
                  </a:lnTo>
                  <a:lnTo>
                    <a:pt x="3048" y="4110228"/>
                  </a:lnTo>
                  <a:lnTo>
                    <a:pt x="0" y="4113276"/>
                  </a:lnTo>
                  <a:lnTo>
                    <a:pt x="0" y="4162044"/>
                  </a:lnTo>
                  <a:lnTo>
                    <a:pt x="3048" y="4165092"/>
                  </a:lnTo>
                  <a:lnTo>
                    <a:pt x="10668" y="4165092"/>
                  </a:lnTo>
                  <a:lnTo>
                    <a:pt x="13716" y="4162044"/>
                  </a:lnTo>
                  <a:lnTo>
                    <a:pt x="13716" y="4113276"/>
                  </a:lnTo>
                  <a:close/>
                </a:path>
                <a:path w="2184400" h="4994275">
                  <a:moveTo>
                    <a:pt x="13716" y="4030980"/>
                  </a:moveTo>
                  <a:lnTo>
                    <a:pt x="10668" y="4027932"/>
                  </a:lnTo>
                  <a:lnTo>
                    <a:pt x="3048" y="4027932"/>
                  </a:lnTo>
                  <a:lnTo>
                    <a:pt x="0" y="4030980"/>
                  </a:lnTo>
                  <a:lnTo>
                    <a:pt x="0" y="4079748"/>
                  </a:lnTo>
                  <a:lnTo>
                    <a:pt x="3048" y="4082796"/>
                  </a:lnTo>
                  <a:lnTo>
                    <a:pt x="10668" y="4082796"/>
                  </a:lnTo>
                  <a:lnTo>
                    <a:pt x="13716" y="4079748"/>
                  </a:lnTo>
                  <a:lnTo>
                    <a:pt x="13716" y="4030980"/>
                  </a:lnTo>
                  <a:close/>
                </a:path>
                <a:path w="2184400" h="4994275">
                  <a:moveTo>
                    <a:pt x="13716" y="3947160"/>
                  </a:moveTo>
                  <a:lnTo>
                    <a:pt x="10668" y="3944112"/>
                  </a:lnTo>
                  <a:lnTo>
                    <a:pt x="3048" y="3944112"/>
                  </a:lnTo>
                  <a:lnTo>
                    <a:pt x="0" y="3947160"/>
                  </a:lnTo>
                  <a:lnTo>
                    <a:pt x="0" y="3997452"/>
                  </a:lnTo>
                  <a:lnTo>
                    <a:pt x="3048" y="4000500"/>
                  </a:lnTo>
                  <a:lnTo>
                    <a:pt x="10668" y="4000500"/>
                  </a:lnTo>
                  <a:lnTo>
                    <a:pt x="13716" y="3997452"/>
                  </a:lnTo>
                  <a:lnTo>
                    <a:pt x="13716" y="3947160"/>
                  </a:lnTo>
                  <a:close/>
                </a:path>
                <a:path w="2184400" h="4994275">
                  <a:moveTo>
                    <a:pt x="13716" y="3864864"/>
                  </a:moveTo>
                  <a:lnTo>
                    <a:pt x="10668" y="3861816"/>
                  </a:lnTo>
                  <a:lnTo>
                    <a:pt x="3048" y="3861816"/>
                  </a:lnTo>
                  <a:lnTo>
                    <a:pt x="0" y="3864864"/>
                  </a:lnTo>
                  <a:lnTo>
                    <a:pt x="0" y="3913632"/>
                  </a:lnTo>
                  <a:lnTo>
                    <a:pt x="3048" y="3916680"/>
                  </a:lnTo>
                  <a:lnTo>
                    <a:pt x="10668" y="3916680"/>
                  </a:lnTo>
                  <a:lnTo>
                    <a:pt x="13716" y="3913632"/>
                  </a:lnTo>
                  <a:lnTo>
                    <a:pt x="13716" y="3864864"/>
                  </a:lnTo>
                  <a:close/>
                </a:path>
                <a:path w="2184400" h="4994275">
                  <a:moveTo>
                    <a:pt x="13716" y="3782568"/>
                  </a:moveTo>
                  <a:lnTo>
                    <a:pt x="10668" y="3779520"/>
                  </a:lnTo>
                  <a:lnTo>
                    <a:pt x="3048" y="3779520"/>
                  </a:lnTo>
                  <a:lnTo>
                    <a:pt x="0" y="3782568"/>
                  </a:lnTo>
                  <a:lnTo>
                    <a:pt x="0" y="3831336"/>
                  </a:lnTo>
                  <a:lnTo>
                    <a:pt x="3048" y="3834384"/>
                  </a:lnTo>
                  <a:lnTo>
                    <a:pt x="10668" y="3834384"/>
                  </a:lnTo>
                  <a:lnTo>
                    <a:pt x="13716" y="3831336"/>
                  </a:lnTo>
                  <a:lnTo>
                    <a:pt x="13716" y="3782568"/>
                  </a:lnTo>
                  <a:close/>
                </a:path>
                <a:path w="2184400" h="4994275">
                  <a:moveTo>
                    <a:pt x="13716" y="3698748"/>
                  </a:moveTo>
                  <a:lnTo>
                    <a:pt x="10668" y="3695700"/>
                  </a:lnTo>
                  <a:lnTo>
                    <a:pt x="3048" y="3695700"/>
                  </a:lnTo>
                  <a:lnTo>
                    <a:pt x="0" y="3698748"/>
                  </a:lnTo>
                  <a:lnTo>
                    <a:pt x="0" y="3749040"/>
                  </a:lnTo>
                  <a:lnTo>
                    <a:pt x="3048" y="3752088"/>
                  </a:lnTo>
                  <a:lnTo>
                    <a:pt x="10668" y="3752088"/>
                  </a:lnTo>
                  <a:lnTo>
                    <a:pt x="13716" y="3749040"/>
                  </a:lnTo>
                  <a:lnTo>
                    <a:pt x="13716" y="3698748"/>
                  </a:lnTo>
                  <a:close/>
                </a:path>
                <a:path w="2184400" h="4994275">
                  <a:moveTo>
                    <a:pt x="13716" y="3616452"/>
                  </a:moveTo>
                  <a:lnTo>
                    <a:pt x="10668" y="3613404"/>
                  </a:lnTo>
                  <a:lnTo>
                    <a:pt x="3048" y="3613404"/>
                  </a:lnTo>
                  <a:lnTo>
                    <a:pt x="0" y="3616452"/>
                  </a:lnTo>
                  <a:lnTo>
                    <a:pt x="0" y="3665220"/>
                  </a:lnTo>
                  <a:lnTo>
                    <a:pt x="3048" y="3668268"/>
                  </a:lnTo>
                  <a:lnTo>
                    <a:pt x="10668" y="3668268"/>
                  </a:lnTo>
                  <a:lnTo>
                    <a:pt x="13716" y="3665220"/>
                  </a:lnTo>
                  <a:lnTo>
                    <a:pt x="13716" y="3616452"/>
                  </a:lnTo>
                  <a:close/>
                </a:path>
                <a:path w="2184400" h="4994275">
                  <a:moveTo>
                    <a:pt x="13716" y="3534156"/>
                  </a:moveTo>
                  <a:lnTo>
                    <a:pt x="10668" y="3531108"/>
                  </a:lnTo>
                  <a:lnTo>
                    <a:pt x="3048" y="3531108"/>
                  </a:lnTo>
                  <a:lnTo>
                    <a:pt x="0" y="3534156"/>
                  </a:lnTo>
                  <a:lnTo>
                    <a:pt x="0" y="3582924"/>
                  </a:lnTo>
                  <a:lnTo>
                    <a:pt x="3048" y="3585972"/>
                  </a:lnTo>
                  <a:lnTo>
                    <a:pt x="10668" y="3585972"/>
                  </a:lnTo>
                  <a:lnTo>
                    <a:pt x="13716" y="3582924"/>
                  </a:lnTo>
                  <a:lnTo>
                    <a:pt x="13716" y="3534156"/>
                  </a:lnTo>
                  <a:close/>
                </a:path>
                <a:path w="2184400" h="4994275">
                  <a:moveTo>
                    <a:pt x="13716" y="3450336"/>
                  </a:moveTo>
                  <a:lnTo>
                    <a:pt x="10668" y="3447288"/>
                  </a:lnTo>
                  <a:lnTo>
                    <a:pt x="3048" y="3447288"/>
                  </a:lnTo>
                  <a:lnTo>
                    <a:pt x="0" y="3450336"/>
                  </a:lnTo>
                  <a:lnTo>
                    <a:pt x="0" y="3500628"/>
                  </a:lnTo>
                  <a:lnTo>
                    <a:pt x="3048" y="3503676"/>
                  </a:lnTo>
                  <a:lnTo>
                    <a:pt x="10668" y="3503676"/>
                  </a:lnTo>
                  <a:lnTo>
                    <a:pt x="13716" y="3500628"/>
                  </a:lnTo>
                  <a:lnTo>
                    <a:pt x="13716" y="3450336"/>
                  </a:lnTo>
                  <a:close/>
                </a:path>
                <a:path w="2184400" h="4994275">
                  <a:moveTo>
                    <a:pt x="13716" y="3368040"/>
                  </a:moveTo>
                  <a:lnTo>
                    <a:pt x="10668" y="3364992"/>
                  </a:lnTo>
                  <a:lnTo>
                    <a:pt x="3048" y="3364992"/>
                  </a:lnTo>
                  <a:lnTo>
                    <a:pt x="0" y="3368040"/>
                  </a:lnTo>
                  <a:lnTo>
                    <a:pt x="0" y="3416808"/>
                  </a:lnTo>
                  <a:lnTo>
                    <a:pt x="3048" y="3419856"/>
                  </a:lnTo>
                  <a:lnTo>
                    <a:pt x="10668" y="3419856"/>
                  </a:lnTo>
                  <a:lnTo>
                    <a:pt x="13716" y="3416808"/>
                  </a:lnTo>
                  <a:lnTo>
                    <a:pt x="13716" y="3368040"/>
                  </a:lnTo>
                  <a:close/>
                </a:path>
                <a:path w="2184400" h="4994275">
                  <a:moveTo>
                    <a:pt x="13716" y="3285744"/>
                  </a:moveTo>
                  <a:lnTo>
                    <a:pt x="10668" y="3282696"/>
                  </a:lnTo>
                  <a:lnTo>
                    <a:pt x="3048" y="3282696"/>
                  </a:lnTo>
                  <a:lnTo>
                    <a:pt x="0" y="3285744"/>
                  </a:lnTo>
                  <a:lnTo>
                    <a:pt x="0" y="3334512"/>
                  </a:lnTo>
                  <a:lnTo>
                    <a:pt x="3048" y="3337560"/>
                  </a:lnTo>
                  <a:lnTo>
                    <a:pt x="10668" y="3337560"/>
                  </a:lnTo>
                  <a:lnTo>
                    <a:pt x="13716" y="3334512"/>
                  </a:lnTo>
                  <a:lnTo>
                    <a:pt x="13716" y="3285744"/>
                  </a:lnTo>
                  <a:close/>
                </a:path>
                <a:path w="2184400" h="4994275">
                  <a:moveTo>
                    <a:pt x="13716" y="3201924"/>
                  </a:moveTo>
                  <a:lnTo>
                    <a:pt x="10668" y="3198876"/>
                  </a:lnTo>
                  <a:lnTo>
                    <a:pt x="3048" y="3198876"/>
                  </a:lnTo>
                  <a:lnTo>
                    <a:pt x="0" y="3201924"/>
                  </a:lnTo>
                  <a:lnTo>
                    <a:pt x="0" y="3252216"/>
                  </a:lnTo>
                  <a:lnTo>
                    <a:pt x="3048" y="3255264"/>
                  </a:lnTo>
                  <a:lnTo>
                    <a:pt x="10668" y="3255264"/>
                  </a:lnTo>
                  <a:lnTo>
                    <a:pt x="13716" y="3252216"/>
                  </a:lnTo>
                  <a:lnTo>
                    <a:pt x="13716" y="3201924"/>
                  </a:lnTo>
                  <a:close/>
                </a:path>
                <a:path w="2184400" h="4994275">
                  <a:moveTo>
                    <a:pt x="13716" y="3119628"/>
                  </a:moveTo>
                  <a:lnTo>
                    <a:pt x="10668" y="3116580"/>
                  </a:lnTo>
                  <a:lnTo>
                    <a:pt x="3048" y="3116580"/>
                  </a:lnTo>
                  <a:lnTo>
                    <a:pt x="0" y="3119628"/>
                  </a:lnTo>
                  <a:lnTo>
                    <a:pt x="0" y="3168396"/>
                  </a:lnTo>
                  <a:lnTo>
                    <a:pt x="3048" y="3171444"/>
                  </a:lnTo>
                  <a:lnTo>
                    <a:pt x="10668" y="3171444"/>
                  </a:lnTo>
                  <a:lnTo>
                    <a:pt x="13716" y="3168396"/>
                  </a:lnTo>
                  <a:lnTo>
                    <a:pt x="13716" y="3119628"/>
                  </a:lnTo>
                  <a:close/>
                </a:path>
                <a:path w="2184400" h="4994275">
                  <a:moveTo>
                    <a:pt x="13716" y="3037332"/>
                  </a:moveTo>
                  <a:lnTo>
                    <a:pt x="10668" y="3034284"/>
                  </a:lnTo>
                  <a:lnTo>
                    <a:pt x="3048" y="3034284"/>
                  </a:lnTo>
                  <a:lnTo>
                    <a:pt x="0" y="3037332"/>
                  </a:lnTo>
                  <a:lnTo>
                    <a:pt x="0" y="3086100"/>
                  </a:lnTo>
                  <a:lnTo>
                    <a:pt x="3048" y="3089148"/>
                  </a:lnTo>
                  <a:lnTo>
                    <a:pt x="10668" y="3089148"/>
                  </a:lnTo>
                  <a:lnTo>
                    <a:pt x="13716" y="3086100"/>
                  </a:lnTo>
                  <a:lnTo>
                    <a:pt x="13716" y="3037332"/>
                  </a:lnTo>
                  <a:close/>
                </a:path>
                <a:path w="2184400" h="4994275">
                  <a:moveTo>
                    <a:pt x="13716" y="2953512"/>
                  </a:moveTo>
                  <a:lnTo>
                    <a:pt x="10668" y="2950464"/>
                  </a:lnTo>
                  <a:lnTo>
                    <a:pt x="3048" y="2950464"/>
                  </a:lnTo>
                  <a:lnTo>
                    <a:pt x="0" y="2953512"/>
                  </a:lnTo>
                  <a:lnTo>
                    <a:pt x="0" y="3003804"/>
                  </a:lnTo>
                  <a:lnTo>
                    <a:pt x="3048" y="3006852"/>
                  </a:lnTo>
                  <a:lnTo>
                    <a:pt x="10668" y="3006852"/>
                  </a:lnTo>
                  <a:lnTo>
                    <a:pt x="13716" y="3003804"/>
                  </a:lnTo>
                  <a:lnTo>
                    <a:pt x="13716" y="2953512"/>
                  </a:lnTo>
                  <a:close/>
                </a:path>
                <a:path w="2184400" h="4994275">
                  <a:moveTo>
                    <a:pt x="13716" y="2871216"/>
                  </a:moveTo>
                  <a:lnTo>
                    <a:pt x="10668" y="2868168"/>
                  </a:lnTo>
                  <a:lnTo>
                    <a:pt x="3048" y="2868168"/>
                  </a:lnTo>
                  <a:lnTo>
                    <a:pt x="0" y="2871216"/>
                  </a:lnTo>
                  <a:lnTo>
                    <a:pt x="0" y="2919984"/>
                  </a:lnTo>
                  <a:lnTo>
                    <a:pt x="3048" y="2923032"/>
                  </a:lnTo>
                  <a:lnTo>
                    <a:pt x="10668" y="2923032"/>
                  </a:lnTo>
                  <a:lnTo>
                    <a:pt x="13716" y="2919984"/>
                  </a:lnTo>
                  <a:lnTo>
                    <a:pt x="13716" y="2871216"/>
                  </a:lnTo>
                  <a:close/>
                </a:path>
                <a:path w="2184400" h="4994275">
                  <a:moveTo>
                    <a:pt x="13716" y="2788920"/>
                  </a:moveTo>
                  <a:lnTo>
                    <a:pt x="10668" y="2785872"/>
                  </a:lnTo>
                  <a:lnTo>
                    <a:pt x="3048" y="2785872"/>
                  </a:lnTo>
                  <a:lnTo>
                    <a:pt x="0" y="2788920"/>
                  </a:lnTo>
                  <a:lnTo>
                    <a:pt x="0" y="2837688"/>
                  </a:lnTo>
                  <a:lnTo>
                    <a:pt x="3048" y="2840736"/>
                  </a:lnTo>
                  <a:lnTo>
                    <a:pt x="10668" y="2840736"/>
                  </a:lnTo>
                  <a:lnTo>
                    <a:pt x="13716" y="2837688"/>
                  </a:lnTo>
                  <a:lnTo>
                    <a:pt x="13716" y="2788920"/>
                  </a:lnTo>
                  <a:close/>
                </a:path>
                <a:path w="2184400" h="4994275">
                  <a:moveTo>
                    <a:pt x="13716" y="2705100"/>
                  </a:moveTo>
                  <a:lnTo>
                    <a:pt x="10668" y="2702052"/>
                  </a:lnTo>
                  <a:lnTo>
                    <a:pt x="3048" y="2702052"/>
                  </a:lnTo>
                  <a:lnTo>
                    <a:pt x="0" y="2705100"/>
                  </a:lnTo>
                  <a:lnTo>
                    <a:pt x="0" y="2755392"/>
                  </a:lnTo>
                  <a:lnTo>
                    <a:pt x="3048" y="2758440"/>
                  </a:lnTo>
                  <a:lnTo>
                    <a:pt x="10668" y="2758440"/>
                  </a:lnTo>
                  <a:lnTo>
                    <a:pt x="13716" y="2755392"/>
                  </a:lnTo>
                  <a:lnTo>
                    <a:pt x="13716" y="2705100"/>
                  </a:lnTo>
                  <a:close/>
                </a:path>
                <a:path w="2184400" h="4994275">
                  <a:moveTo>
                    <a:pt x="13716" y="2622804"/>
                  </a:moveTo>
                  <a:lnTo>
                    <a:pt x="10668" y="2619756"/>
                  </a:lnTo>
                  <a:lnTo>
                    <a:pt x="3048" y="2619756"/>
                  </a:lnTo>
                  <a:lnTo>
                    <a:pt x="0" y="2622804"/>
                  </a:lnTo>
                  <a:lnTo>
                    <a:pt x="0" y="2671572"/>
                  </a:lnTo>
                  <a:lnTo>
                    <a:pt x="3048" y="2674620"/>
                  </a:lnTo>
                  <a:lnTo>
                    <a:pt x="10668" y="2674620"/>
                  </a:lnTo>
                  <a:lnTo>
                    <a:pt x="13716" y="2671572"/>
                  </a:lnTo>
                  <a:lnTo>
                    <a:pt x="13716" y="2622804"/>
                  </a:lnTo>
                  <a:close/>
                </a:path>
                <a:path w="2184400" h="4994275">
                  <a:moveTo>
                    <a:pt x="13716" y="2540508"/>
                  </a:moveTo>
                  <a:lnTo>
                    <a:pt x="10668" y="2537460"/>
                  </a:lnTo>
                  <a:lnTo>
                    <a:pt x="3048" y="2537460"/>
                  </a:lnTo>
                  <a:lnTo>
                    <a:pt x="0" y="2540508"/>
                  </a:lnTo>
                  <a:lnTo>
                    <a:pt x="0" y="2589276"/>
                  </a:lnTo>
                  <a:lnTo>
                    <a:pt x="3048" y="2592324"/>
                  </a:lnTo>
                  <a:lnTo>
                    <a:pt x="10668" y="2592324"/>
                  </a:lnTo>
                  <a:lnTo>
                    <a:pt x="13716" y="2589276"/>
                  </a:lnTo>
                  <a:lnTo>
                    <a:pt x="13716" y="2540508"/>
                  </a:lnTo>
                  <a:close/>
                </a:path>
                <a:path w="2184400" h="4994275">
                  <a:moveTo>
                    <a:pt x="13716" y="2456688"/>
                  </a:moveTo>
                  <a:lnTo>
                    <a:pt x="10668" y="2453640"/>
                  </a:lnTo>
                  <a:lnTo>
                    <a:pt x="3048" y="2453640"/>
                  </a:lnTo>
                  <a:lnTo>
                    <a:pt x="0" y="2456688"/>
                  </a:lnTo>
                  <a:lnTo>
                    <a:pt x="0" y="2506980"/>
                  </a:lnTo>
                  <a:lnTo>
                    <a:pt x="3048" y="2510028"/>
                  </a:lnTo>
                  <a:lnTo>
                    <a:pt x="10668" y="2510028"/>
                  </a:lnTo>
                  <a:lnTo>
                    <a:pt x="13716" y="2506980"/>
                  </a:lnTo>
                  <a:lnTo>
                    <a:pt x="13716" y="2456688"/>
                  </a:lnTo>
                  <a:close/>
                </a:path>
                <a:path w="2184400" h="4994275">
                  <a:moveTo>
                    <a:pt x="13716" y="2374392"/>
                  </a:moveTo>
                  <a:lnTo>
                    <a:pt x="10668" y="2371344"/>
                  </a:lnTo>
                  <a:lnTo>
                    <a:pt x="3048" y="2371344"/>
                  </a:lnTo>
                  <a:lnTo>
                    <a:pt x="0" y="2374392"/>
                  </a:lnTo>
                  <a:lnTo>
                    <a:pt x="0" y="2423160"/>
                  </a:lnTo>
                  <a:lnTo>
                    <a:pt x="3048" y="2426208"/>
                  </a:lnTo>
                  <a:lnTo>
                    <a:pt x="10668" y="2426208"/>
                  </a:lnTo>
                  <a:lnTo>
                    <a:pt x="13716" y="2423160"/>
                  </a:lnTo>
                  <a:lnTo>
                    <a:pt x="13716" y="2374392"/>
                  </a:lnTo>
                  <a:close/>
                </a:path>
                <a:path w="2184400" h="4994275">
                  <a:moveTo>
                    <a:pt x="13716" y="2292096"/>
                  </a:moveTo>
                  <a:lnTo>
                    <a:pt x="10668" y="2289048"/>
                  </a:lnTo>
                  <a:lnTo>
                    <a:pt x="3048" y="2289048"/>
                  </a:lnTo>
                  <a:lnTo>
                    <a:pt x="0" y="2292096"/>
                  </a:lnTo>
                  <a:lnTo>
                    <a:pt x="0" y="2340864"/>
                  </a:lnTo>
                  <a:lnTo>
                    <a:pt x="3048" y="2343912"/>
                  </a:lnTo>
                  <a:lnTo>
                    <a:pt x="10668" y="2343912"/>
                  </a:lnTo>
                  <a:lnTo>
                    <a:pt x="13716" y="2340864"/>
                  </a:lnTo>
                  <a:lnTo>
                    <a:pt x="13716" y="2292096"/>
                  </a:lnTo>
                  <a:close/>
                </a:path>
                <a:path w="2184400" h="4994275">
                  <a:moveTo>
                    <a:pt x="13716" y="2209800"/>
                  </a:moveTo>
                  <a:lnTo>
                    <a:pt x="10668" y="2205228"/>
                  </a:lnTo>
                  <a:lnTo>
                    <a:pt x="3048" y="2205228"/>
                  </a:lnTo>
                  <a:lnTo>
                    <a:pt x="0" y="2209800"/>
                  </a:lnTo>
                  <a:lnTo>
                    <a:pt x="0" y="2258568"/>
                  </a:lnTo>
                  <a:lnTo>
                    <a:pt x="3048" y="2261616"/>
                  </a:lnTo>
                  <a:lnTo>
                    <a:pt x="10668" y="2261616"/>
                  </a:lnTo>
                  <a:lnTo>
                    <a:pt x="13716" y="2258568"/>
                  </a:lnTo>
                  <a:lnTo>
                    <a:pt x="13716" y="2209800"/>
                  </a:lnTo>
                  <a:close/>
                </a:path>
                <a:path w="2184400" h="4994275">
                  <a:moveTo>
                    <a:pt x="13716" y="2125980"/>
                  </a:moveTo>
                  <a:lnTo>
                    <a:pt x="10668" y="2122932"/>
                  </a:lnTo>
                  <a:lnTo>
                    <a:pt x="3048" y="2122932"/>
                  </a:lnTo>
                  <a:lnTo>
                    <a:pt x="0" y="2125980"/>
                  </a:lnTo>
                  <a:lnTo>
                    <a:pt x="0" y="2174748"/>
                  </a:lnTo>
                  <a:lnTo>
                    <a:pt x="3048" y="2177796"/>
                  </a:lnTo>
                  <a:lnTo>
                    <a:pt x="10668" y="2177796"/>
                  </a:lnTo>
                  <a:lnTo>
                    <a:pt x="13716" y="2174748"/>
                  </a:lnTo>
                  <a:lnTo>
                    <a:pt x="13716" y="2125980"/>
                  </a:lnTo>
                  <a:close/>
                </a:path>
                <a:path w="2184400" h="4994275">
                  <a:moveTo>
                    <a:pt x="13716" y="2043684"/>
                  </a:moveTo>
                  <a:lnTo>
                    <a:pt x="10668" y="2040636"/>
                  </a:lnTo>
                  <a:lnTo>
                    <a:pt x="3048" y="2040636"/>
                  </a:lnTo>
                  <a:lnTo>
                    <a:pt x="0" y="2043684"/>
                  </a:lnTo>
                  <a:lnTo>
                    <a:pt x="0" y="2092452"/>
                  </a:lnTo>
                  <a:lnTo>
                    <a:pt x="3048" y="2095500"/>
                  </a:lnTo>
                  <a:lnTo>
                    <a:pt x="10668" y="2095500"/>
                  </a:lnTo>
                  <a:lnTo>
                    <a:pt x="13716" y="2092452"/>
                  </a:lnTo>
                  <a:lnTo>
                    <a:pt x="13716" y="2043684"/>
                  </a:lnTo>
                  <a:close/>
                </a:path>
                <a:path w="2184400" h="4994275">
                  <a:moveTo>
                    <a:pt x="13716" y="1961388"/>
                  </a:moveTo>
                  <a:lnTo>
                    <a:pt x="10668" y="1956816"/>
                  </a:lnTo>
                  <a:lnTo>
                    <a:pt x="3048" y="1956816"/>
                  </a:lnTo>
                  <a:lnTo>
                    <a:pt x="0" y="1961388"/>
                  </a:lnTo>
                  <a:lnTo>
                    <a:pt x="0" y="2010156"/>
                  </a:lnTo>
                  <a:lnTo>
                    <a:pt x="3048" y="2013204"/>
                  </a:lnTo>
                  <a:lnTo>
                    <a:pt x="10668" y="2013204"/>
                  </a:lnTo>
                  <a:lnTo>
                    <a:pt x="13716" y="2010156"/>
                  </a:lnTo>
                  <a:lnTo>
                    <a:pt x="13716" y="1961388"/>
                  </a:lnTo>
                  <a:close/>
                </a:path>
                <a:path w="2184400" h="4994275">
                  <a:moveTo>
                    <a:pt x="13716" y="1877568"/>
                  </a:moveTo>
                  <a:lnTo>
                    <a:pt x="10668" y="1874520"/>
                  </a:lnTo>
                  <a:lnTo>
                    <a:pt x="3048" y="1874520"/>
                  </a:lnTo>
                  <a:lnTo>
                    <a:pt x="0" y="1877568"/>
                  </a:lnTo>
                  <a:lnTo>
                    <a:pt x="0" y="1926336"/>
                  </a:lnTo>
                  <a:lnTo>
                    <a:pt x="3048" y="1929384"/>
                  </a:lnTo>
                  <a:lnTo>
                    <a:pt x="10668" y="1929384"/>
                  </a:lnTo>
                  <a:lnTo>
                    <a:pt x="13716" y="1926336"/>
                  </a:lnTo>
                  <a:lnTo>
                    <a:pt x="13716" y="1877568"/>
                  </a:lnTo>
                  <a:close/>
                </a:path>
                <a:path w="2184400" h="4994275">
                  <a:moveTo>
                    <a:pt x="13716" y="1795272"/>
                  </a:moveTo>
                  <a:lnTo>
                    <a:pt x="10668" y="1792224"/>
                  </a:lnTo>
                  <a:lnTo>
                    <a:pt x="3048" y="1792224"/>
                  </a:lnTo>
                  <a:lnTo>
                    <a:pt x="0" y="1795272"/>
                  </a:lnTo>
                  <a:lnTo>
                    <a:pt x="0" y="1844040"/>
                  </a:lnTo>
                  <a:lnTo>
                    <a:pt x="3048" y="1847088"/>
                  </a:lnTo>
                  <a:lnTo>
                    <a:pt x="10668" y="1847088"/>
                  </a:lnTo>
                  <a:lnTo>
                    <a:pt x="13716" y="1844040"/>
                  </a:lnTo>
                  <a:lnTo>
                    <a:pt x="13716" y="1795272"/>
                  </a:lnTo>
                  <a:close/>
                </a:path>
                <a:path w="2184400" h="4994275">
                  <a:moveTo>
                    <a:pt x="13716" y="1712976"/>
                  </a:moveTo>
                  <a:lnTo>
                    <a:pt x="10668" y="1709928"/>
                  </a:lnTo>
                  <a:lnTo>
                    <a:pt x="3048" y="1709928"/>
                  </a:lnTo>
                  <a:lnTo>
                    <a:pt x="0" y="1712976"/>
                  </a:lnTo>
                  <a:lnTo>
                    <a:pt x="0" y="1761744"/>
                  </a:lnTo>
                  <a:lnTo>
                    <a:pt x="3048" y="1764792"/>
                  </a:lnTo>
                  <a:lnTo>
                    <a:pt x="10668" y="1764792"/>
                  </a:lnTo>
                  <a:lnTo>
                    <a:pt x="13716" y="1761744"/>
                  </a:lnTo>
                  <a:lnTo>
                    <a:pt x="13716" y="1712976"/>
                  </a:lnTo>
                  <a:close/>
                </a:path>
                <a:path w="2184400" h="4994275">
                  <a:moveTo>
                    <a:pt x="13716" y="1629156"/>
                  </a:moveTo>
                  <a:lnTo>
                    <a:pt x="10668" y="1626108"/>
                  </a:lnTo>
                  <a:lnTo>
                    <a:pt x="3048" y="1626108"/>
                  </a:lnTo>
                  <a:lnTo>
                    <a:pt x="0" y="1629156"/>
                  </a:lnTo>
                  <a:lnTo>
                    <a:pt x="0" y="1677924"/>
                  </a:lnTo>
                  <a:lnTo>
                    <a:pt x="3048" y="1680972"/>
                  </a:lnTo>
                  <a:lnTo>
                    <a:pt x="10668" y="1680972"/>
                  </a:lnTo>
                  <a:lnTo>
                    <a:pt x="13716" y="1677924"/>
                  </a:lnTo>
                  <a:lnTo>
                    <a:pt x="13716" y="1629156"/>
                  </a:lnTo>
                  <a:close/>
                </a:path>
                <a:path w="2184400" h="4994275">
                  <a:moveTo>
                    <a:pt x="13716" y="1546860"/>
                  </a:moveTo>
                  <a:lnTo>
                    <a:pt x="10668" y="1543812"/>
                  </a:lnTo>
                  <a:lnTo>
                    <a:pt x="3048" y="1543812"/>
                  </a:lnTo>
                  <a:lnTo>
                    <a:pt x="0" y="1546860"/>
                  </a:lnTo>
                  <a:lnTo>
                    <a:pt x="0" y="1595628"/>
                  </a:lnTo>
                  <a:lnTo>
                    <a:pt x="3048" y="1598676"/>
                  </a:lnTo>
                  <a:lnTo>
                    <a:pt x="10668" y="1598676"/>
                  </a:lnTo>
                  <a:lnTo>
                    <a:pt x="13716" y="1595628"/>
                  </a:lnTo>
                  <a:lnTo>
                    <a:pt x="13716" y="1546860"/>
                  </a:lnTo>
                  <a:close/>
                </a:path>
                <a:path w="2184400" h="4994275">
                  <a:moveTo>
                    <a:pt x="13716" y="1464564"/>
                  </a:moveTo>
                  <a:lnTo>
                    <a:pt x="10668" y="1461516"/>
                  </a:lnTo>
                  <a:lnTo>
                    <a:pt x="3048" y="1461516"/>
                  </a:lnTo>
                  <a:lnTo>
                    <a:pt x="0" y="1464564"/>
                  </a:lnTo>
                  <a:lnTo>
                    <a:pt x="0" y="1513332"/>
                  </a:lnTo>
                  <a:lnTo>
                    <a:pt x="3048" y="1516380"/>
                  </a:lnTo>
                  <a:lnTo>
                    <a:pt x="10668" y="1516380"/>
                  </a:lnTo>
                  <a:lnTo>
                    <a:pt x="13716" y="1513332"/>
                  </a:lnTo>
                  <a:lnTo>
                    <a:pt x="13716" y="1464564"/>
                  </a:lnTo>
                  <a:close/>
                </a:path>
                <a:path w="2184400" h="4994275">
                  <a:moveTo>
                    <a:pt x="13716" y="1380744"/>
                  </a:moveTo>
                  <a:lnTo>
                    <a:pt x="10668" y="1377696"/>
                  </a:lnTo>
                  <a:lnTo>
                    <a:pt x="3048" y="1377696"/>
                  </a:lnTo>
                  <a:lnTo>
                    <a:pt x="0" y="1380744"/>
                  </a:lnTo>
                  <a:lnTo>
                    <a:pt x="0" y="1429512"/>
                  </a:lnTo>
                  <a:lnTo>
                    <a:pt x="3048" y="1432560"/>
                  </a:lnTo>
                  <a:lnTo>
                    <a:pt x="10668" y="1432560"/>
                  </a:lnTo>
                  <a:lnTo>
                    <a:pt x="13716" y="1429512"/>
                  </a:lnTo>
                  <a:lnTo>
                    <a:pt x="13716" y="1380744"/>
                  </a:lnTo>
                  <a:close/>
                </a:path>
                <a:path w="2184400" h="4994275">
                  <a:moveTo>
                    <a:pt x="13716" y="1298448"/>
                  </a:moveTo>
                  <a:lnTo>
                    <a:pt x="10668" y="1295400"/>
                  </a:lnTo>
                  <a:lnTo>
                    <a:pt x="3048" y="1295400"/>
                  </a:lnTo>
                  <a:lnTo>
                    <a:pt x="0" y="1298448"/>
                  </a:lnTo>
                  <a:lnTo>
                    <a:pt x="0" y="1347216"/>
                  </a:lnTo>
                  <a:lnTo>
                    <a:pt x="3048" y="1350264"/>
                  </a:lnTo>
                  <a:lnTo>
                    <a:pt x="10668" y="1350264"/>
                  </a:lnTo>
                  <a:lnTo>
                    <a:pt x="13716" y="1347216"/>
                  </a:lnTo>
                  <a:lnTo>
                    <a:pt x="13716" y="1298448"/>
                  </a:lnTo>
                  <a:close/>
                </a:path>
                <a:path w="2184400" h="4994275">
                  <a:moveTo>
                    <a:pt x="13716" y="1216152"/>
                  </a:moveTo>
                  <a:lnTo>
                    <a:pt x="10668" y="1213104"/>
                  </a:lnTo>
                  <a:lnTo>
                    <a:pt x="3048" y="1213104"/>
                  </a:lnTo>
                  <a:lnTo>
                    <a:pt x="0" y="1216152"/>
                  </a:lnTo>
                  <a:lnTo>
                    <a:pt x="0" y="1264920"/>
                  </a:lnTo>
                  <a:lnTo>
                    <a:pt x="3048" y="1267968"/>
                  </a:lnTo>
                  <a:lnTo>
                    <a:pt x="10668" y="1267968"/>
                  </a:lnTo>
                  <a:lnTo>
                    <a:pt x="13716" y="1264920"/>
                  </a:lnTo>
                  <a:lnTo>
                    <a:pt x="13716" y="1216152"/>
                  </a:lnTo>
                  <a:close/>
                </a:path>
                <a:path w="2184400" h="4994275">
                  <a:moveTo>
                    <a:pt x="13716" y="1132332"/>
                  </a:moveTo>
                  <a:lnTo>
                    <a:pt x="10668" y="1129284"/>
                  </a:lnTo>
                  <a:lnTo>
                    <a:pt x="3048" y="1129284"/>
                  </a:lnTo>
                  <a:lnTo>
                    <a:pt x="0" y="1132332"/>
                  </a:lnTo>
                  <a:lnTo>
                    <a:pt x="0" y="1181100"/>
                  </a:lnTo>
                  <a:lnTo>
                    <a:pt x="3048" y="1184148"/>
                  </a:lnTo>
                  <a:lnTo>
                    <a:pt x="10668" y="1184148"/>
                  </a:lnTo>
                  <a:lnTo>
                    <a:pt x="13716" y="1181100"/>
                  </a:lnTo>
                  <a:lnTo>
                    <a:pt x="13716" y="1132332"/>
                  </a:lnTo>
                  <a:close/>
                </a:path>
                <a:path w="2184400" h="4994275">
                  <a:moveTo>
                    <a:pt x="13716" y="1050036"/>
                  </a:moveTo>
                  <a:lnTo>
                    <a:pt x="10668" y="1046988"/>
                  </a:lnTo>
                  <a:lnTo>
                    <a:pt x="3048" y="1046988"/>
                  </a:lnTo>
                  <a:lnTo>
                    <a:pt x="0" y="1050036"/>
                  </a:lnTo>
                  <a:lnTo>
                    <a:pt x="0" y="1098804"/>
                  </a:lnTo>
                  <a:lnTo>
                    <a:pt x="3048" y="1101852"/>
                  </a:lnTo>
                  <a:lnTo>
                    <a:pt x="10668" y="1101852"/>
                  </a:lnTo>
                  <a:lnTo>
                    <a:pt x="13716" y="1098804"/>
                  </a:lnTo>
                  <a:lnTo>
                    <a:pt x="13716" y="1050036"/>
                  </a:lnTo>
                  <a:close/>
                </a:path>
                <a:path w="2184400" h="4994275">
                  <a:moveTo>
                    <a:pt x="13716" y="967740"/>
                  </a:moveTo>
                  <a:lnTo>
                    <a:pt x="10668" y="964692"/>
                  </a:lnTo>
                  <a:lnTo>
                    <a:pt x="3048" y="964692"/>
                  </a:lnTo>
                  <a:lnTo>
                    <a:pt x="0" y="967740"/>
                  </a:lnTo>
                  <a:lnTo>
                    <a:pt x="0" y="1016508"/>
                  </a:lnTo>
                  <a:lnTo>
                    <a:pt x="3048" y="1019556"/>
                  </a:lnTo>
                  <a:lnTo>
                    <a:pt x="10668" y="1019556"/>
                  </a:lnTo>
                  <a:lnTo>
                    <a:pt x="13716" y="1016508"/>
                  </a:lnTo>
                  <a:lnTo>
                    <a:pt x="13716" y="967740"/>
                  </a:lnTo>
                  <a:close/>
                </a:path>
                <a:path w="2184400" h="4994275">
                  <a:moveTo>
                    <a:pt x="13716" y="883920"/>
                  </a:moveTo>
                  <a:lnTo>
                    <a:pt x="10668" y="880872"/>
                  </a:lnTo>
                  <a:lnTo>
                    <a:pt x="3048" y="880872"/>
                  </a:lnTo>
                  <a:lnTo>
                    <a:pt x="0" y="883920"/>
                  </a:lnTo>
                  <a:lnTo>
                    <a:pt x="0" y="932688"/>
                  </a:lnTo>
                  <a:lnTo>
                    <a:pt x="3048" y="935736"/>
                  </a:lnTo>
                  <a:lnTo>
                    <a:pt x="10668" y="935736"/>
                  </a:lnTo>
                  <a:lnTo>
                    <a:pt x="13716" y="932688"/>
                  </a:lnTo>
                  <a:lnTo>
                    <a:pt x="13716" y="883920"/>
                  </a:lnTo>
                  <a:close/>
                </a:path>
                <a:path w="2184400" h="4994275">
                  <a:moveTo>
                    <a:pt x="13716" y="801624"/>
                  </a:moveTo>
                  <a:lnTo>
                    <a:pt x="10668" y="798576"/>
                  </a:lnTo>
                  <a:lnTo>
                    <a:pt x="3048" y="798576"/>
                  </a:lnTo>
                  <a:lnTo>
                    <a:pt x="0" y="801624"/>
                  </a:lnTo>
                  <a:lnTo>
                    <a:pt x="0" y="850392"/>
                  </a:lnTo>
                  <a:lnTo>
                    <a:pt x="3048" y="853440"/>
                  </a:lnTo>
                  <a:lnTo>
                    <a:pt x="10668" y="853440"/>
                  </a:lnTo>
                  <a:lnTo>
                    <a:pt x="13716" y="850392"/>
                  </a:lnTo>
                  <a:lnTo>
                    <a:pt x="13716" y="801624"/>
                  </a:lnTo>
                  <a:close/>
                </a:path>
                <a:path w="2184400" h="4994275">
                  <a:moveTo>
                    <a:pt x="13716" y="719328"/>
                  </a:moveTo>
                  <a:lnTo>
                    <a:pt x="10668" y="716280"/>
                  </a:lnTo>
                  <a:lnTo>
                    <a:pt x="3048" y="716280"/>
                  </a:lnTo>
                  <a:lnTo>
                    <a:pt x="0" y="719328"/>
                  </a:lnTo>
                  <a:lnTo>
                    <a:pt x="0" y="768096"/>
                  </a:lnTo>
                  <a:lnTo>
                    <a:pt x="3048" y="771144"/>
                  </a:lnTo>
                  <a:lnTo>
                    <a:pt x="10668" y="771144"/>
                  </a:lnTo>
                  <a:lnTo>
                    <a:pt x="13716" y="768096"/>
                  </a:lnTo>
                  <a:lnTo>
                    <a:pt x="13716" y="719328"/>
                  </a:lnTo>
                  <a:close/>
                </a:path>
                <a:path w="2184400" h="4994275">
                  <a:moveTo>
                    <a:pt x="13716" y="635508"/>
                  </a:moveTo>
                  <a:lnTo>
                    <a:pt x="10668" y="632460"/>
                  </a:lnTo>
                  <a:lnTo>
                    <a:pt x="3048" y="632460"/>
                  </a:lnTo>
                  <a:lnTo>
                    <a:pt x="0" y="635508"/>
                  </a:lnTo>
                  <a:lnTo>
                    <a:pt x="0" y="684276"/>
                  </a:lnTo>
                  <a:lnTo>
                    <a:pt x="3048" y="687324"/>
                  </a:lnTo>
                  <a:lnTo>
                    <a:pt x="10668" y="687324"/>
                  </a:lnTo>
                  <a:lnTo>
                    <a:pt x="13716" y="684276"/>
                  </a:lnTo>
                  <a:lnTo>
                    <a:pt x="13716" y="635508"/>
                  </a:lnTo>
                  <a:close/>
                </a:path>
                <a:path w="2184400" h="4994275">
                  <a:moveTo>
                    <a:pt x="13716" y="553212"/>
                  </a:moveTo>
                  <a:lnTo>
                    <a:pt x="10668" y="550164"/>
                  </a:lnTo>
                  <a:lnTo>
                    <a:pt x="3048" y="550164"/>
                  </a:lnTo>
                  <a:lnTo>
                    <a:pt x="0" y="553212"/>
                  </a:lnTo>
                  <a:lnTo>
                    <a:pt x="0" y="601980"/>
                  </a:lnTo>
                  <a:lnTo>
                    <a:pt x="3048" y="605028"/>
                  </a:lnTo>
                  <a:lnTo>
                    <a:pt x="10668" y="605028"/>
                  </a:lnTo>
                  <a:lnTo>
                    <a:pt x="13716" y="601980"/>
                  </a:lnTo>
                  <a:lnTo>
                    <a:pt x="13716" y="553212"/>
                  </a:lnTo>
                  <a:close/>
                </a:path>
                <a:path w="2184400" h="4994275">
                  <a:moveTo>
                    <a:pt x="13716" y="470916"/>
                  </a:moveTo>
                  <a:lnTo>
                    <a:pt x="10668" y="467868"/>
                  </a:lnTo>
                  <a:lnTo>
                    <a:pt x="3048" y="467868"/>
                  </a:lnTo>
                  <a:lnTo>
                    <a:pt x="0" y="470916"/>
                  </a:lnTo>
                  <a:lnTo>
                    <a:pt x="0" y="519684"/>
                  </a:lnTo>
                  <a:lnTo>
                    <a:pt x="3048" y="522732"/>
                  </a:lnTo>
                  <a:lnTo>
                    <a:pt x="10668" y="522732"/>
                  </a:lnTo>
                  <a:lnTo>
                    <a:pt x="13716" y="519684"/>
                  </a:lnTo>
                  <a:lnTo>
                    <a:pt x="13716" y="470916"/>
                  </a:lnTo>
                  <a:close/>
                </a:path>
                <a:path w="2184400" h="4994275">
                  <a:moveTo>
                    <a:pt x="13716" y="387096"/>
                  </a:moveTo>
                  <a:lnTo>
                    <a:pt x="10668" y="384048"/>
                  </a:lnTo>
                  <a:lnTo>
                    <a:pt x="3048" y="384048"/>
                  </a:lnTo>
                  <a:lnTo>
                    <a:pt x="0" y="387096"/>
                  </a:lnTo>
                  <a:lnTo>
                    <a:pt x="0" y="435864"/>
                  </a:lnTo>
                  <a:lnTo>
                    <a:pt x="3048" y="438912"/>
                  </a:lnTo>
                  <a:lnTo>
                    <a:pt x="10668" y="438912"/>
                  </a:lnTo>
                  <a:lnTo>
                    <a:pt x="13716" y="435864"/>
                  </a:lnTo>
                  <a:lnTo>
                    <a:pt x="13716" y="387096"/>
                  </a:lnTo>
                  <a:close/>
                </a:path>
                <a:path w="2184400" h="4994275">
                  <a:moveTo>
                    <a:pt x="13716" y="304800"/>
                  </a:moveTo>
                  <a:lnTo>
                    <a:pt x="10668" y="301752"/>
                  </a:lnTo>
                  <a:lnTo>
                    <a:pt x="3048" y="301752"/>
                  </a:lnTo>
                  <a:lnTo>
                    <a:pt x="0" y="304800"/>
                  </a:lnTo>
                  <a:lnTo>
                    <a:pt x="0" y="353568"/>
                  </a:lnTo>
                  <a:lnTo>
                    <a:pt x="3048" y="356616"/>
                  </a:lnTo>
                  <a:lnTo>
                    <a:pt x="10668" y="356616"/>
                  </a:lnTo>
                  <a:lnTo>
                    <a:pt x="13716" y="353568"/>
                  </a:lnTo>
                  <a:lnTo>
                    <a:pt x="13716" y="304800"/>
                  </a:lnTo>
                  <a:close/>
                </a:path>
                <a:path w="2184400" h="4994275">
                  <a:moveTo>
                    <a:pt x="13716" y="222504"/>
                  </a:moveTo>
                  <a:lnTo>
                    <a:pt x="10668" y="219456"/>
                  </a:lnTo>
                  <a:lnTo>
                    <a:pt x="3048" y="219456"/>
                  </a:lnTo>
                  <a:lnTo>
                    <a:pt x="0" y="222504"/>
                  </a:lnTo>
                  <a:lnTo>
                    <a:pt x="0" y="271272"/>
                  </a:lnTo>
                  <a:lnTo>
                    <a:pt x="3048" y="274320"/>
                  </a:lnTo>
                  <a:lnTo>
                    <a:pt x="10668" y="274320"/>
                  </a:lnTo>
                  <a:lnTo>
                    <a:pt x="13716" y="271272"/>
                  </a:lnTo>
                  <a:lnTo>
                    <a:pt x="13716" y="222504"/>
                  </a:lnTo>
                  <a:close/>
                </a:path>
                <a:path w="2184400" h="4994275">
                  <a:moveTo>
                    <a:pt x="13716" y="138684"/>
                  </a:moveTo>
                  <a:lnTo>
                    <a:pt x="10668" y="135636"/>
                  </a:lnTo>
                  <a:lnTo>
                    <a:pt x="3048" y="135636"/>
                  </a:lnTo>
                  <a:lnTo>
                    <a:pt x="0" y="138684"/>
                  </a:lnTo>
                  <a:lnTo>
                    <a:pt x="0" y="187452"/>
                  </a:lnTo>
                  <a:lnTo>
                    <a:pt x="3048" y="192024"/>
                  </a:lnTo>
                  <a:lnTo>
                    <a:pt x="10668" y="192024"/>
                  </a:lnTo>
                  <a:lnTo>
                    <a:pt x="13716" y="187452"/>
                  </a:lnTo>
                  <a:lnTo>
                    <a:pt x="13716" y="138684"/>
                  </a:lnTo>
                  <a:close/>
                </a:path>
                <a:path w="2184400" h="4994275">
                  <a:moveTo>
                    <a:pt x="230124" y="4940808"/>
                  </a:moveTo>
                  <a:lnTo>
                    <a:pt x="227076" y="4937760"/>
                  </a:lnTo>
                  <a:lnTo>
                    <a:pt x="219456" y="4937760"/>
                  </a:lnTo>
                  <a:lnTo>
                    <a:pt x="216408" y="4940808"/>
                  </a:lnTo>
                  <a:lnTo>
                    <a:pt x="216408" y="4989576"/>
                  </a:lnTo>
                  <a:lnTo>
                    <a:pt x="219456" y="4994148"/>
                  </a:lnTo>
                  <a:lnTo>
                    <a:pt x="227076" y="4994148"/>
                  </a:lnTo>
                  <a:lnTo>
                    <a:pt x="230124" y="4989576"/>
                  </a:lnTo>
                  <a:lnTo>
                    <a:pt x="230124" y="4940808"/>
                  </a:lnTo>
                  <a:close/>
                </a:path>
                <a:path w="2184400" h="4994275">
                  <a:moveTo>
                    <a:pt x="230124" y="4858512"/>
                  </a:moveTo>
                  <a:lnTo>
                    <a:pt x="227076" y="4855464"/>
                  </a:lnTo>
                  <a:lnTo>
                    <a:pt x="219456" y="4855464"/>
                  </a:lnTo>
                  <a:lnTo>
                    <a:pt x="216408" y="4858512"/>
                  </a:lnTo>
                  <a:lnTo>
                    <a:pt x="216408" y="4907280"/>
                  </a:lnTo>
                  <a:lnTo>
                    <a:pt x="219456" y="4910328"/>
                  </a:lnTo>
                  <a:lnTo>
                    <a:pt x="227076" y="4910328"/>
                  </a:lnTo>
                  <a:lnTo>
                    <a:pt x="230124" y="4907280"/>
                  </a:lnTo>
                  <a:lnTo>
                    <a:pt x="230124" y="4858512"/>
                  </a:lnTo>
                  <a:close/>
                </a:path>
                <a:path w="2184400" h="4994275">
                  <a:moveTo>
                    <a:pt x="230124" y="4776216"/>
                  </a:moveTo>
                  <a:lnTo>
                    <a:pt x="227076" y="4773168"/>
                  </a:lnTo>
                  <a:lnTo>
                    <a:pt x="219456" y="4773168"/>
                  </a:lnTo>
                  <a:lnTo>
                    <a:pt x="216408" y="4776216"/>
                  </a:lnTo>
                  <a:lnTo>
                    <a:pt x="216408" y="4824984"/>
                  </a:lnTo>
                  <a:lnTo>
                    <a:pt x="219456" y="4828032"/>
                  </a:lnTo>
                  <a:lnTo>
                    <a:pt x="227076" y="4828032"/>
                  </a:lnTo>
                  <a:lnTo>
                    <a:pt x="230124" y="4824984"/>
                  </a:lnTo>
                  <a:lnTo>
                    <a:pt x="230124" y="4776216"/>
                  </a:lnTo>
                  <a:close/>
                </a:path>
                <a:path w="2184400" h="4994275">
                  <a:moveTo>
                    <a:pt x="230124" y="4692396"/>
                  </a:moveTo>
                  <a:lnTo>
                    <a:pt x="227076" y="4689348"/>
                  </a:lnTo>
                  <a:lnTo>
                    <a:pt x="219456" y="4689348"/>
                  </a:lnTo>
                  <a:lnTo>
                    <a:pt x="216408" y="4692396"/>
                  </a:lnTo>
                  <a:lnTo>
                    <a:pt x="216408" y="4742688"/>
                  </a:lnTo>
                  <a:lnTo>
                    <a:pt x="219456" y="4745736"/>
                  </a:lnTo>
                  <a:lnTo>
                    <a:pt x="227076" y="4745736"/>
                  </a:lnTo>
                  <a:lnTo>
                    <a:pt x="230124" y="4742688"/>
                  </a:lnTo>
                  <a:lnTo>
                    <a:pt x="230124" y="4692396"/>
                  </a:lnTo>
                  <a:close/>
                </a:path>
                <a:path w="2184400" h="4994275">
                  <a:moveTo>
                    <a:pt x="230124" y="4610100"/>
                  </a:moveTo>
                  <a:lnTo>
                    <a:pt x="227076" y="4607052"/>
                  </a:lnTo>
                  <a:lnTo>
                    <a:pt x="219456" y="4607052"/>
                  </a:lnTo>
                  <a:lnTo>
                    <a:pt x="216408" y="4610100"/>
                  </a:lnTo>
                  <a:lnTo>
                    <a:pt x="216408" y="4658868"/>
                  </a:lnTo>
                  <a:lnTo>
                    <a:pt x="219456" y="4661916"/>
                  </a:lnTo>
                  <a:lnTo>
                    <a:pt x="227076" y="4661916"/>
                  </a:lnTo>
                  <a:lnTo>
                    <a:pt x="230124" y="4658868"/>
                  </a:lnTo>
                  <a:lnTo>
                    <a:pt x="230124" y="4610100"/>
                  </a:lnTo>
                  <a:close/>
                </a:path>
                <a:path w="2184400" h="4994275">
                  <a:moveTo>
                    <a:pt x="230124" y="4527804"/>
                  </a:moveTo>
                  <a:lnTo>
                    <a:pt x="227076" y="4524756"/>
                  </a:lnTo>
                  <a:lnTo>
                    <a:pt x="219456" y="4524756"/>
                  </a:lnTo>
                  <a:lnTo>
                    <a:pt x="216408" y="4527804"/>
                  </a:lnTo>
                  <a:lnTo>
                    <a:pt x="216408" y="4576572"/>
                  </a:lnTo>
                  <a:lnTo>
                    <a:pt x="219456" y="4579620"/>
                  </a:lnTo>
                  <a:lnTo>
                    <a:pt x="227076" y="4579620"/>
                  </a:lnTo>
                  <a:lnTo>
                    <a:pt x="230124" y="4576572"/>
                  </a:lnTo>
                  <a:lnTo>
                    <a:pt x="230124" y="4527804"/>
                  </a:lnTo>
                  <a:close/>
                </a:path>
                <a:path w="2184400" h="4994275">
                  <a:moveTo>
                    <a:pt x="230124" y="4443984"/>
                  </a:moveTo>
                  <a:lnTo>
                    <a:pt x="227076" y="4440936"/>
                  </a:lnTo>
                  <a:lnTo>
                    <a:pt x="219456" y="4440936"/>
                  </a:lnTo>
                  <a:lnTo>
                    <a:pt x="216408" y="4443984"/>
                  </a:lnTo>
                  <a:lnTo>
                    <a:pt x="216408" y="4494276"/>
                  </a:lnTo>
                  <a:lnTo>
                    <a:pt x="219456" y="4497324"/>
                  </a:lnTo>
                  <a:lnTo>
                    <a:pt x="227076" y="4497324"/>
                  </a:lnTo>
                  <a:lnTo>
                    <a:pt x="230124" y="4494276"/>
                  </a:lnTo>
                  <a:lnTo>
                    <a:pt x="230124" y="4443984"/>
                  </a:lnTo>
                  <a:close/>
                </a:path>
                <a:path w="2184400" h="4994275">
                  <a:moveTo>
                    <a:pt x="230124" y="4361688"/>
                  </a:moveTo>
                  <a:lnTo>
                    <a:pt x="227076" y="4358640"/>
                  </a:lnTo>
                  <a:lnTo>
                    <a:pt x="219456" y="4358640"/>
                  </a:lnTo>
                  <a:lnTo>
                    <a:pt x="216408" y="4361688"/>
                  </a:lnTo>
                  <a:lnTo>
                    <a:pt x="216408" y="4410456"/>
                  </a:lnTo>
                  <a:lnTo>
                    <a:pt x="219456" y="4413504"/>
                  </a:lnTo>
                  <a:lnTo>
                    <a:pt x="227076" y="4413504"/>
                  </a:lnTo>
                  <a:lnTo>
                    <a:pt x="230124" y="4410456"/>
                  </a:lnTo>
                  <a:lnTo>
                    <a:pt x="230124" y="4361688"/>
                  </a:lnTo>
                  <a:close/>
                </a:path>
                <a:path w="2184400" h="4994275">
                  <a:moveTo>
                    <a:pt x="230124" y="4279392"/>
                  </a:moveTo>
                  <a:lnTo>
                    <a:pt x="227076" y="4276344"/>
                  </a:lnTo>
                  <a:lnTo>
                    <a:pt x="219456" y="4276344"/>
                  </a:lnTo>
                  <a:lnTo>
                    <a:pt x="216408" y="4279392"/>
                  </a:lnTo>
                  <a:lnTo>
                    <a:pt x="216408" y="4328160"/>
                  </a:lnTo>
                  <a:lnTo>
                    <a:pt x="219456" y="4331208"/>
                  </a:lnTo>
                  <a:lnTo>
                    <a:pt x="227076" y="4331208"/>
                  </a:lnTo>
                  <a:lnTo>
                    <a:pt x="230124" y="4328160"/>
                  </a:lnTo>
                  <a:lnTo>
                    <a:pt x="230124" y="4279392"/>
                  </a:lnTo>
                  <a:close/>
                </a:path>
                <a:path w="2184400" h="4994275">
                  <a:moveTo>
                    <a:pt x="230124" y="4195572"/>
                  </a:moveTo>
                  <a:lnTo>
                    <a:pt x="227076" y="4192524"/>
                  </a:lnTo>
                  <a:lnTo>
                    <a:pt x="219456" y="4192524"/>
                  </a:lnTo>
                  <a:lnTo>
                    <a:pt x="216408" y="4195572"/>
                  </a:lnTo>
                  <a:lnTo>
                    <a:pt x="216408" y="4245864"/>
                  </a:lnTo>
                  <a:lnTo>
                    <a:pt x="219456" y="4248912"/>
                  </a:lnTo>
                  <a:lnTo>
                    <a:pt x="227076" y="4248912"/>
                  </a:lnTo>
                  <a:lnTo>
                    <a:pt x="230124" y="4245864"/>
                  </a:lnTo>
                  <a:lnTo>
                    <a:pt x="230124" y="4195572"/>
                  </a:lnTo>
                  <a:close/>
                </a:path>
                <a:path w="2184400" h="4994275">
                  <a:moveTo>
                    <a:pt x="230124" y="4113276"/>
                  </a:moveTo>
                  <a:lnTo>
                    <a:pt x="227076" y="4110228"/>
                  </a:lnTo>
                  <a:lnTo>
                    <a:pt x="219456" y="4110228"/>
                  </a:lnTo>
                  <a:lnTo>
                    <a:pt x="216408" y="4113276"/>
                  </a:lnTo>
                  <a:lnTo>
                    <a:pt x="216408" y="4162044"/>
                  </a:lnTo>
                  <a:lnTo>
                    <a:pt x="219456" y="4165092"/>
                  </a:lnTo>
                  <a:lnTo>
                    <a:pt x="227076" y="4165092"/>
                  </a:lnTo>
                  <a:lnTo>
                    <a:pt x="230124" y="4162044"/>
                  </a:lnTo>
                  <a:lnTo>
                    <a:pt x="230124" y="4113276"/>
                  </a:lnTo>
                  <a:close/>
                </a:path>
                <a:path w="2184400" h="4994275">
                  <a:moveTo>
                    <a:pt x="230124" y="4030980"/>
                  </a:moveTo>
                  <a:lnTo>
                    <a:pt x="227076" y="4027932"/>
                  </a:lnTo>
                  <a:lnTo>
                    <a:pt x="219456" y="4027932"/>
                  </a:lnTo>
                  <a:lnTo>
                    <a:pt x="216408" y="4030980"/>
                  </a:lnTo>
                  <a:lnTo>
                    <a:pt x="216408" y="4079748"/>
                  </a:lnTo>
                  <a:lnTo>
                    <a:pt x="219456" y="4082796"/>
                  </a:lnTo>
                  <a:lnTo>
                    <a:pt x="227076" y="4082796"/>
                  </a:lnTo>
                  <a:lnTo>
                    <a:pt x="230124" y="4079748"/>
                  </a:lnTo>
                  <a:lnTo>
                    <a:pt x="230124" y="4030980"/>
                  </a:lnTo>
                  <a:close/>
                </a:path>
                <a:path w="2184400" h="4994275">
                  <a:moveTo>
                    <a:pt x="230124" y="3947160"/>
                  </a:moveTo>
                  <a:lnTo>
                    <a:pt x="227076" y="3944112"/>
                  </a:lnTo>
                  <a:lnTo>
                    <a:pt x="219456" y="3944112"/>
                  </a:lnTo>
                  <a:lnTo>
                    <a:pt x="216408" y="3947160"/>
                  </a:lnTo>
                  <a:lnTo>
                    <a:pt x="216408" y="3997452"/>
                  </a:lnTo>
                  <a:lnTo>
                    <a:pt x="219456" y="4000500"/>
                  </a:lnTo>
                  <a:lnTo>
                    <a:pt x="227076" y="4000500"/>
                  </a:lnTo>
                  <a:lnTo>
                    <a:pt x="230124" y="3997452"/>
                  </a:lnTo>
                  <a:lnTo>
                    <a:pt x="230124" y="3947160"/>
                  </a:lnTo>
                  <a:close/>
                </a:path>
                <a:path w="2184400" h="4994275">
                  <a:moveTo>
                    <a:pt x="230124" y="3864864"/>
                  </a:moveTo>
                  <a:lnTo>
                    <a:pt x="227076" y="3861816"/>
                  </a:lnTo>
                  <a:lnTo>
                    <a:pt x="219456" y="3861816"/>
                  </a:lnTo>
                  <a:lnTo>
                    <a:pt x="216408" y="3864864"/>
                  </a:lnTo>
                  <a:lnTo>
                    <a:pt x="216408" y="3913632"/>
                  </a:lnTo>
                  <a:lnTo>
                    <a:pt x="219456" y="3916680"/>
                  </a:lnTo>
                  <a:lnTo>
                    <a:pt x="227076" y="3916680"/>
                  </a:lnTo>
                  <a:lnTo>
                    <a:pt x="230124" y="3913632"/>
                  </a:lnTo>
                  <a:lnTo>
                    <a:pt x="230124" y="3864864"/>
                  </a:lnTo>
                  <a:close/>
                </a:path>
                <a:path w="2184400" h="4994275">
                  <a:moveTo>
                    <a:pt x="230124" y="3782568"/>
                  </a:moveTo>
                  <a:lnTo>
                    <a:pt x="227076" y="3779520"/>
                  </a:lnTo>
                  <a:lnTo>
                    <a:pt x="219456" y="3779520"/>
                  </a:lnTo>
                  <a:lnTo>
                    <a:pt x="216408" y="3782568"/>
                  </a:lnTo>
                  <a:lnTo>
                    <a:pt x="216408" y="3831336"/>
                  </a:lnTo>
                  <a:lnTo>
                    <a:pt x="219456" y="3834384"/>
                  </a:lnTo>
                  <a:lnTo>
                    <a:pt x="227076" y="3834384"/>
                  </a:lnTo>
                  <a:lnTo>
                    <a:pt x="230124" y="3831336"/>
                  </a:lnTo>
                  <a:lnTo>
                    <a:pt x="230124" y="3782568"/>
                  </a:lnTo>
                  <a:close/>
                </a:path>
                <a:path w="2184400" h="4994275">
                  <a:moveTo>
                    <a:pt x="230124" y="3698748"/>
                  </a:moveTo>
                  <a:lnTo>
                    <a:pt x="227076" y="3695700"/>
                  </a:lnTo>
                  <a:lnTo>
                    <a:pt x="219456" y="3695700"/>
                  </a:lnTo>
                  <a:lnTo>
                    <a:pt x="216408" y="3698748"/>
                  </a:lnTo>
                  <a:lnTo>
                    <a:pt x="216408" y="3749040"/>
                  </a:lnTo>
                  <a:lnTo>
                    <a:pt x="219456" y="3752088"/>
                  </a:lnTo>
                  <a:lnTo>
                    <a:pt x="227076" y="3752088"/>
                  </a:lnTo>
                  <a:lnTo>
                    <a:pt x="230124" y="3749040"/>
                  </a:lnTo>
                  <a:lnTo>
                    <a:pt x="230124" y="3698748"/>
                  </a:lnTo>
                  <a:close/>
                </a:path>
                <a:path w="2184400" h="4994275">
                  <a:moveTo>
                    <a:pt x="230124" y="3616452"/>
                  </a:moveTo>
                  <a:lnTo>
                    <a:pt x="227076" y="3613404"/>
                  </a:lnTo>
                  <a:lnTo>
                    <a:pt x="219456" y="3613404"/>
                  </a:lnTo>
                  <a:lnTo>
                    <a:pt x="216408" y="3616452"/>
                  </a:lnTo>
                  <a:lnTo>
                    <a:pt x="216408" y="3665220"/>
                  </a:lnTo>
                  <a:lnTo>
                    <a:pt x="219456" y="3668268"/>
                  </a:lnTo>
                  <a:lnTo>
                    <a:pt x="227076" y="3668268"/>
                  </a:lnTo>
                  <a:lnTo>
                    <a:pt x="230124" y="3665220"/>
                  </a:lnTo>
                  <a:lnTo>
                    <a:pt x="230124" y="3616452"/>
                  </a:lnTo>
                  <a:close/>
                </a:path>
                <a:path w="2184400" h="4994275">
                  <a:moveTo>
                    <a:pt x="230124" y="3534156"/>
                  </a:moveTo>
                  <a:lnTo>
                    <a:pt x="227076" y="3531108"/>
                  </a:lnTo>
                  <a:lnTo>
                    <a:pt x="219456" y="3531108"/>
                  </a:lnTo>
                  <a:lnTo>
                    <a:pt x="216408" y="3534156"/>
                  </a:lnTo>
                  <a:lnTo>
                    <a:pt x="216408" y="3582924"/>
                  </a:lnTo>
                  <a:lnTo>
                    <a:pt x="219456" y="3585972"/>
                  </a:lnTo>
                  <a:lnTo>
                    <a:pt x="227076" y="3585972"/>
                  </a:lnTo>
                  <a:lnTo>
                    <a:pt x="230124" y="3582924"/>
                  </a:lnTo>
                  <a:lnTo>
                    <a:pt x="230124" y="3534156"/>
                  </a:lnTo>
                  <a:close/>
                </a:path>
                <a:path w="2184400" h="4994275">
                  <a:moveTo>
                    <a:pt x="230124" y="3450336"/>
                  </a:moveTo>
                  <a:lnTo>
                    <a:pt x="227076" y="3447288"/>
                  </a:lnTo>
                  <a:lnTo>
                    <a:pt x="219456" y="3447288"/>
                  </a:lnTo>
                  <a:lnTo>
                    <a:pt x="216408" y="3450336"/>
                  </a:lnTo>
                  <a:lnTo>
                    <a:pt x="216408" y="3500628"/>
                  </a:lnTo>
                  <a:lnTo>
                    <a:pt x="219456" y="3503676"/>
                  </a:lnTo>
                  <a:lnTo>
                    <a:pt x="227076" y="3503676"/>
                  </a:lnTo>
                  <a:lnTo>
                    <a:pt x="230124" y="3500628"/>
                  </a:lnTo>
                  <a:lnTo>
                    <a:pt x="230124" y="3450336"/>
                  </a:lnTo>
                  <a:close/>
                </a:path>
                <a:path w="2184400" h="4994275">
                  <a:moveTo>
                    <a:pt x="230124" y="3368040"/>
                  </a:moveTo>
                  <a:lnTo>
                    <a:pt x="227076" y="3364992"/>
                  </a:lnTo>
                  <a:lnTo>
                    <a:pt x="219456" y="3364992"/>
                  </a:lnTo>
                  <a:lnTo>
                    <a:pt x="216408" y="3368040"/>
                  </a:lnTo>
                  <a:lnTo>
                    <a:pt x="216408" y="3416808"/>
                  </a:lnTo>
                  <a:lnTo>
                    <a:pt x="219456" y="3419856"/>
                  </a:lnTo>
                  <a:lnTo>
                    <a:pt x="227076" y="3419856"/>
                  </a:lnTo>
                  <a:lnTo>
                    <a:pt x="230124" y="3416808"/>
                  </a:lnTo>
                  <a:lnTo>
                    <a:pt x="230124" y="3368040"/>
                  </a:lnTo>
                  <a:close/>
                </a:path>
                <a:path w="2184400" h="4994275">
                  <a:moveTo>
                    <a:pt x="230124" y="3285744"/>
                  </a:moveTo>
                  <a:lnTo>
                    <a:pt x="227076" y="3282696"/>
                  </a:lnTo>
                  <a:lnTo>
                    <a:pt x="219456" y="3282696"/>
                  </a:lnTo>
                  <a:lnTo>
                    <a:pt x="216408" y="3285744"/>
                  </a:lnTo>
                  <a:lnTo>
                    <a:pt x="216408" y="3334512"/>
                  </a:lnTo>
                  <a:lnTo>
                    <a:pt x="219456" y="3337560"/>
                  </a:lnTo>
                  <a:lnTo>
                    <a:pt x="227076" y="3337560"/>
                  </a:lnTo>
                  <a:lnTo>
                    <a:pt x="230124" y="3334512"/>
                  </a:lnTo>
                  <a:lnTo>
                    <a:pt x="230124" y="3285744"/>
                  </a:lnTo>
                  <a:close/>
                </a:path>
                <a:path w="2184400" h="4994275">
                  <a:moveTo>
                    <a:pt x="230124" y="3201924"/>
                  </a:moveTo>
                  <a:lnTo>
                    <a:pt x="227076" y="3198876"/>
                  </a:lnTo>
                  <a:lnTo>
                    <a:pt x="219456" y="3198876"/>
                  </a:lnTo>
                  <a:lnTo>
                    <a:pt x="216408" y="3201924"/>
                  </a:lnTo>
                  <a:lnTo>
                    <a:pt x="216408" y="3252216"/>
                  </a:lnTo>
                  <a:lnTo>
                    <a:pt x="219456" y="3255264"/>
                  </a:lnTo>
                  <a:lnTo>
                    <a:pt x="227076" y="3255264"/>
                  </a:lnTo>
                  <a:lnTo>
                    <a:pt x="230124" y="3252216"/>
                  </a:lnTo>
                  <a:lnTo>
                    <a:pt x="230124" y="3201924"/>
                  </a:lnTo>
                  <a:close/>
                </a:path>
                <a:path w="2184400" h="4994275">
                  <a:moveTo>
                    <a:pt x="230124" y="3119628"/>
                  </a:moveTo>
                  <a:lnTo>
                    <a:pt x="227076" y="3116580"/>
                  </a:lnTo>
                  <a:lnTo>
                    <a:pt x="219456" y="3116580"/>
                  </a:lnTo>
                  <a:lnTo>
                    <a:pt x="216408" y="3119628"/>
                  </a:lnTo>
                  <a:lnTo>
                    <a:pt x="216408" y="3168396"/>
                  </a:lnTo>
                  <a:lnTo>
                    <a:pt x="219456" y="3171444"/>
                  </a:lnTo>
                  <a:lnTo>
                    <a:pt x="227076" y="3171444"/>
                  </a:lnTo>
                  <a:lnTo>
                    <a:pt x="230124" y="3168396"/>
                  </a:lnTo>
                  <a:lnTo>
                    <a:pt x="230124" y="3119628"/>
                  </a:lnTo>
                  <a:close/>
                </a:path>
                <a:path w="2184400" h="4994275">
                  <a:moveTo>
                    <a:pt x="230124" y="3037332"/>
                  </a:moveTo>
                  <a:lnTo>
                    <a:pt x="227076" y="3034284"/>
                  </a:lnTo>
                  <a:lnTo>
                    <a:pt x="219456" y="3034284"/>
                  </a:lnTo>
                  <a:lnTo>
                    <a:pt x="216408" y="3037332"/>
                  </a:lnTo>
                  <a:lnTo>
                    <a:pt x="216408" y="3086100"/>
                  </a:lnTo>
                  <a:lnTo>
                    <a:pt x="219456" y="3089148"/>
                  </a:lnTo>
                  <a:lnTo>
                    <a:pt x="227076" y="3089148"/>
                  </a:lnTo>
                  <a:lnTo>
                    <a:pt x="230124" y="3086100"/>
                  </a:lnTo>
                  <a:lnTo>
                    <a:pt x="230124" y="3037332"/>
                  </a:lnTo>
                  <a:close/>
                </a:path>
                <a:path w="2184400" h="4994275">
                  <a:moveTo>
                    <a:pt x="230124" y="2953512"/>
                  </a:moveTo>
                  <a:lnTo>
                    <a:pt x="227076" y="2950464"/>
                  </a:lnTo>
                  <a:lnTo>
                    <a:pt x="219456" y="2950464"/>
                  </a:lnTo>
                  <a:lnTo>
                    <a:pt x="216408" y="2953512"/>
                  </a:lnTo>
                  <a:lnTo>
                    <a:pt x="216408" y="3003804"/>
                  </a:lnTo>
                  <a:lnTo>
                    <a:pt x="219456" y="3006852"/>
                  </a:lnTo>
                  <a:lnTo>
                    <a:pt x="227076" y="3006852"/>
                  </a:lnTo>
                  <a:lnTo>
                    <a:pt x="230124" y="3003804"/>
                  </a:lnTo>
                  <a:lnTo>
                    <a:pt x="230124" y="2953512"/>
                  </a:lnTo>
                  <a:close/>
                </a:path>
                <a:path w="2184400" h="4994275">
                  <a:moveTo>
                    <a:pt x="230124" y="2871216"/>
                  </a:moveTo>
                  <a:lnTo>
                    <a:pt x="227076" y="2868168"/>
                  </a:lnTo>
                  <a:lnTo>
                    <a:pt x="219456" y="2868168"/>
                  </a:lnTo>
                  <a:lnTo>
                    <a:pt x="216408" y="2871216"/>
                  </a:lnTo>
                  <a:lnTo>
                    <a:pt x="216408" y="2919984"/>
                  </a:lnTo>
                  <a:lnTo>
                    <a:pt x="219456" y="2923032"/>
                  </a:lnTo>
                  <a:lnTo>
                    <a:pt x="227076" y="2923032"/>
                  </a:lnTo>
                  <a:lnTo>
                    <a:pt x="230124" y="2919984"/>
                  </a:lnTo>
                  <a:lnTo>
                    <a:pt x="230124" y="2871216"/>
                  </a:lnTo>
                  <a:close/>
                </a:path>
                <a:path w="2184400" h="4994275">
                  <a:moveTo>
                    <a:pt x="230124" y="2788920"/>
                  </a:moveTo>
                  <a:lnTo>
                    <a:pt x="227076" y="2785872"/>
                  </a:lnTo>
                  <a:lnTo>
                    <a:pt x="219456" y="2785872"/>
                  </a:lnTo>
                  <a:lnTo>
                    <a:pt x="216408" y="2788920"/>
                  </a:lnTo>
                  <a:lnTo>
                    <a:pt x="216408" y="2837688"/>
                  </a:lnTo>
                  <a:lnTo>
                    <a:pt x="219456" y="2840736"/>
                  </a:lnTo>
                  <a:lnTo>
                    <a:pt x="227076" y="2840736"/>
                  </a:lnTo>
                  <a:lnTo>
                    <a:pt x="230124" y="2837688"/>
                  </a:lnTo>
                  <a:lnTo>
                    <a:pt x="230124" y="2788920"/>
                  </a:lnTo>
                  <a:close/>
                </a:path>
                <a:path w="2184400" h="4994275">
                  <a:moveTo>
                    <a:pt x="230124" y="2705100"/>
                  </a:moveTo>
                  <a:lnTo>
                    <a:pt x="227076" y="2702052"/>
                  </a:lnTo>
                  <a:lnTo>
                    <a:pt x="219456" y="2702052"/>
                  </a:lnTo>
                  <a:lnTo>
                    <a:pt x="216408" y="2705100"/>
                  </a:lnTo>
                  <a:lnTo>
                    <a:pt x="216408" y="2755392"/>
                  </a:lnTo>
                  <a:lnTo>
                    <a:pt x="219456" y="2758440"/>
                  </a:lnTo>
                  <a:lnTo>
                    <a:pt x="227076" y="2758440"/>
                  </a:lnTo>
                  <a:lnTo>
                    <a:pt x="230124" y="2755392"/>
                  </a:lnTo>
                  <a:lnTo>
                    <a:pt x="230124" y="2705100"/>
                  </a:lnTo>
                  <a:close/>
                </a:path>
                <a:path w="2184400" h="4994275">
                  <a:moveTo>
                    <a:pt x="230124" y="2622804"/>
                  </a:moveTo>
                  <a:lnTo>
                    <a:pt x="227076" y="2619756"/>
                  </a:lnTo>
                  <a:lnTo>
                    <a:pt x="219456" y="2619756"/>
                  </a:lnTo>
                  <a:lnTo>
                    <a:pt x="216408" y="2622804"/>
                  </a:lnTo>
                  <a:lnTo>
                    <a:pt x="216408" y="2671572"/>
                  </a:lnTo>
                  <a:lnTo>
                    <a:pt x="219456" y="2674620"/>
                  </a:lnTo>
                  <a:lnTo>
                    <a:pt x="227076" y="2674620"/>
                  </a:lnTo>
                  <a:lnTo>
                    <a:pt x="230124" y="2671572"/>
                  </a:lnTo>
                  <a:lnTo>
                    <a:pt x="230124" y="2622804"/>
                  </a:lnTo>
                  <a:close/>
                </a:path>
                <a:path w="2184400" h="4994275">
                  <a:moveTo>
                    <a:pt x="230124" y="2540508"/>
                  </a:moveTo>
                  <a:lnTo>
                    <a:pt x="227076" y="2537460"/>
                  </a:lnTo>
                  <a:lnTo>
                    <a:pt x="219456" y="2537460"/>
                  </a:lnTo>
                  <a:lnTo>
                    <a:pt x="216408" y="2540508"/>
                  </a:lnTo>
                  <a:lnTo>
                    <a:pt x="216408" y="2589276"/>
                  </a:lnTo>
                  <a:lnTo>
                    <a:pt x="219456" y="2592324"/>
                  </a:lnTo>
                  <a:lnTo>
                    <a:pt x="227076" y="2592324"/>
                  </a:lnTo>
                  <a:lnTo>
                    <a:pt x="230124" y="2589276"/>
                  </a:lnTo>
                  <a:lnTo>
                    <a:pt x="230124" y="2540508"/>
                  </a:lnTo>
                  <a:close/>
                </a:path>
                <a:path w="2184400" h="4994275">
                  <a:moveTo>
                    <a:pt x="230124" y="2456688"/>
                  </a:moveTo>
                  <a:lnTo>
                    <a:pt x="227076" y="2453640"/>
                  </a:lnTo>
                  <a:lnTo>
                    <a:pt x="219456" y="2453640"/>
                  </a:lnTo>
                  <a:lnTo>
                    <a:pt x="216408" y="2456688"/>
                  </a:lnTo>
                  <a:lnTo>
                    <a:pt x="216408" y="2506980"/>
                  </a:lnTo>
                  <a:lnTo>
                    <a:pt x="219456" y="2510028"/>
                  </a:lnTo>
                  <a:lnTo>
                    <a:pt x="227076" y="2510028"/>
                  </a:lnTo>
                  <a:lnTo>
                    <a:pt x="230124" y="2506980"/>
                  </a:lnTo>
                  <a:lnTo>
                    <a:pt x="230124" y="2456688"/>
                  </a:lnTo>
                  <a:close/>
                </a:path>
                <a:path w="2184400" h="4994275">
                  <a:moveTo>
                    <a:pt x="230124" y="2374392"/>
                  </a:moveTo>
                  <a:lnTo>
                    <a:pt x="227076" y="2371344"/>
                  </a:lnTo>
                  <a:lnTo>
                    <a:pt x="219456" y="2371344"/>
                  </a:lnTo>
                  <a:lnTo>
                    <a:pt x="216408" y="2374392"/>
                  </a:lnTo>
                  <a:lnTo>
                    <a:pt x="216408" y="2423160"/>
                  </a:lnTo>
                  <a:lnTo>
                    <a:pt x="219456" y="2426208"/>
                  </a:lnTo>
                  <a:lnTo>
                    <a:pt x="227076" y="2426208"/>
                  </a:lnTo>
                  <a:lnTo>
                    <a:pt x="230124" y="2423160"/>
                  </a:lnTo>
                  <a:lnTo>
                    <a:pt x="230124" y="2374392"/>
                  </a:lnTo>
                  <a:close/>
                </a:path>
                <a:path w="2184400" h="4994275">
                  <a:moveTo>
                    <a:pt x="230124" y="2292096"/>
                  </a:moveTo>
                  <a:lnTo>
                    <a:pt x="227076" y="2289048"/>
                  </a:lnTo>
                  <a:lnTo>
                    <a:pt x="219456" y="2289048"/>
                  </a:lnTo>
                  <a:lnTo>
                    <a:pt x="216408" y="2292096"/>
                  </a:lnTo>
                  <a:lnTo>
                    <a:pt x="216408" y="2340864"/>
                  </a:lnTo>
                  <a:lnTo>
                    <a:pt x="219456" y="2343912"/>
                  </a:lnTo>
                  <a:lnTo>
                    <a:pt x="227076" y="2343912"/>
                  </a:lnTo>
                  <a:lnTo>
                    <a:pt x="230124" y="2340864"/>
                  </a:lnTo>
                  <a:lnTo>
                    <a:pt x="230124" y="2292096"/>
                  </a:lnTo>
                  <a:close/>
                </a:path>
                <a:path w="2184400" h="4994275">
                  <a:moveTo>
                    <a:pt x="230124" y="2209800"/>
                  </a:moveTo>
                  <a:lnTo>
                    <a:pt x="227076" y="2205228"/>
                  </a:lnTo>
                  <a:lnTo>
                    <a:pt x="219456" y="2205228"/>
                  </a:lnTo>
                  <a:lnTo>
                    <a:pt x="216408" y="2209800"/>
                  </a:lnTo>
                  <a:lnTo>
                    <a:pt x="216408" y="2258568"/>
                  </a:lnTo>
                  <a:lnTo>
                    <a:pt x="219456" y="2261616"/>
                  </a:lnTo>
                  <a:lnTo>
                    <a:pt x="227076" y="2261616"/>
                  </a:lnTo>
                  <a:lnTo>
                    <a:pt x="230124" y="2258568"/>
                  </a:lnTo>
                  <a:lnTo>
                    <a:pt x="230124" y="2209800"/>
                  </a:lnTo>
                  <a:close/>
                </a:path>
                <a:path w="2184400" h="4994275">
                  <a:moveTo>
                    <a:pt x="230124" y="2125980"/>
                  </a:moveTo>
                  <a:lnTo>
                    <a:pt x="227076" y="2122932"/>
                  </a:lnTo>
                  <a:lnTo>
                    <a:pt x="219456" y="2122932"/>
                  </a:lnTo>
                  <a:lnTo>
                    <a:pt x="216408" y="2125980"/>
                  </a:lnTo>
                  <a:lnTo>
                    <a:pt x="216408" y="2174748"/>
                  </a:lnTo>
                  <a:lnTo>
                    <a:pt x="219456" y="2177796"/>
                  </a:lnTo>
                  <a:lnTo>
                    <a:pt x="227076" y="2177796"/>
                  </a:lnTo>
                  <a:lnTo>
                    <a:pt x="230124" y="2174748"/>
                  </a:lnTo>
                  <a:lnTo>
                    <a:pt x="230124" y="2125980"/>
                  </a:lnTo>
                  <a:close/>
                </a:path>
                <a:path w="2184400" h="4994275">
                  <a:moveTo>
                    <a:pt x="230124" y="2043684"/>
                  </a:moveTo>
                  <a:lnTo>
                    <a:pt x="227076" y="2040636"/>
                  </a:lnTo>
                  <a:lnTo>
                    <a:pt x="219456" y="2040636"/>
                  </a:lnTo>
                  <a:lnTo>
                    <a:pt x="216408" y="2043684"/>
                  </a:lnTo>
                  <a:lnTo>
                    <a:pt x="216408" y="2092452"/>
                  </a:lnTo>
                  <a:lnTo>
                    <a:pt x="219456" y="2095500"/>
                  </a:lnTo>
                  <a:lnTo>
                    <a:pt x="227076" y="2095500"/>
                  </a:lnTo>
                  <a:lnTo>
                    <a:pt x="230124" y="2092452"/>
                  </a:lnTo>
                  <a:lnTo>
                    <a:pt x="230124" y="2043684"/>
                  </a:lnTo>
                  <a:close/>
                </a:path>
                <a:path w="2184400" h="4994275">
                  <a:moveTo>
                    <a:pt x="230124" y="1961388"/>
                  </a:moveTo>
                  <a:lnTo>
                    <a:pt x="227076" y="1956816"/>
                  </a:lnTo>
                  <a:lnTo>
                    <a:pt x="219456" y="1956816"/>
                  </a:lnTo>
                  <a:lnTo>
                    <a:pt x="216408" y="1961388"/>
                  </a:lnTo>
                  <a:lnTo>
                    <a:pt x="216408" y="2010156"/>
                  </a:lnTo>
                  <a:lnTo>
                    <a:pt x="219456" y="2013204"/>
                  </a:lnTo>
                  <a:lnTo>
                    <a:pt x="227076" y="2013204"/>
                  </a:lnTo>
                  <a:lnTo>
                    <a:pt x="230124" y="2010156"/>
                  </a:lnTo>
                  <a:lnTo>
                    <a:pt x="230124" y="1961388"/>
                  </a:lnTo>
                  <a:close/>
                </a:path>
                <a:path w="2184400" h="4994275">
                  <a:moveTo>
                    <a:pt x="230124" y="1877568"/>
                  </a:moveTo>
                  <a:lnTo>
                    <a:pt x="227076" y="1874520"/>
                  </a:lnTo>
                  <a:lnTo>
                    <a:pt x="219456" y="1874520"/>
                  </a:lnTo>
                  <a:lnTo>
                    <a:pt x="216408" y="1877568"/>
                  </a:lnTo>
                  <a:lnTo>
                    <a:pt x="216408" y="1926336"/>
                  </a:lnTo>
                  <a:lnTo>
                    <a:pt x="219456" y="1929384"/>
                  </a:lnTo>
                  <a:lnTo>
                    <a:pt x="227076" y="1929384"/>
                  </a:lnTo>
                  <a:lnTo>
                    <a:pt x="230124" y="1926336"/>
                  </a:lnTo>
                  <a:lnTo>
                    <a:pt x="230124" y="1877568"/>
                  </a:lnTo>
                  <a:close/>
                </a:path>
                <a:path w="2184400" h="4994275">
                  <a:moveTo>
                    <a:pt x="230124" y="1795272"/>
                  </a:moveTo>
                  <a:lnTo>
                    <a:pt x="227076" y="1792224"/>
                  </a:lnTo>
                  <a:lnTo>
                    <a:pt x="219456" y="1792224"/>
                  </a:lnTo>
                  <a:lnTo>
                    <a:pt x="216408" y="1795272"/>
                  </a:lnTo>
                  <a:lnTo>
                    <a:pt x="216408" y="1844040"/>
                  </a:lnTo>
                  <a:lnTo>
                    <a:pt x="219456" y="1847088"/>
                  </a:lnTo>
                  <a:lnTo>
                    <a:pt x="227076" y="1847088"/>
                  </a:lnTo>
                  <a:lnTo>
                    <a:pt x="230124" y="1844040"/>
                  </a:lnTo>
                  <a:lnTo>
                    <a:pt x="230124" y="1795272"/>
                  </a:lnTo>
                  <a:close/>
                </a:path>
                <a:path w="2184400" h="4994275">
                  <a:moveTo>
                    <a:pt x="230124" y="1712976"/>
                  </a:moveTo>
                  <a:lnTo>
                    <a:pt x="227076" y="1709928"/>
                  </a:lnTo>
                  <a:lnTo>
                    <a:pt x="219456" y="1709928"/>
                  </a:lnTo>
                  <a:lnTo>
                    <a:pt x="216408" y="1712976"/>
                  </a:lnTo>
                  <a:lnTo>
                    <a:pt x="216408" y="1761744"/>
                  </a:lnTo>
                  <a:lnTo>
                    <a:pt x="219456" y="1764792"/>
                  </a:lnTo>
                  <a:lnTo>
                    <a:pt x="227076" y="1764792"/>
                  </a:lnTo>
                  <a:lnTo>
                    <a:pt x="230124" y="1761744"/>
                  </a:lnTo>
                  <a:lnTo>
                    <a:pt x="230124" y="1712976"/>
                  </a:lnTo>
                  <a:close/>
                </a:path>
                <a:path w="2184400" h="4994275">
                  <a:moveTo>
                    <a:pt x="230124" y="1629156"/>
                  </a:moveTo>
                  <a:lnTo>
                    <a:pt x="227076" y="1626108"/>
                  </a:lnTo>
                  <a:lnTo>
                    <a:pt x="219456" y="1626108"/>
                  </a:lnTo>
                  <a:lnTo>
                    <a:pt x="216408" y="1629156"/>
                  </a:lnTo>
                  <a:lnTo>
                    <a:pt x="216408" y="1677924"/>
                  </a:lnTo>
                  <a:lnTo>
                    <a:pt x="219456" y="1680972"/>
                  </a:lnTo>
                  <a:lnTo>
                    <a:pt x="227076" y="1680972"/>
                  </a:lnTo>
                  <a:lnTo>
                    <a:pt x="230124" y="1677924"/>
                  </a:lnTo>
                  <a:lnTo>
                    <a:pt x="230124" y="1629156"/>
                  </a:lnTo>
                  <a:close/>
                </a:path>
                <a:path w="2184400" h="4994275">
                  <a:moveTo>
                    <a:pt x="230124" y="1546860"/>
                  </a:moveTo>
                  <a:lnTo>
                    <a:pt x="227076" y="1543812"/>
                  </a:lnTo>
                  <a:lnTo>
                    <a:pt x="219456" y="1543812"/>
                  </a:lnTo>
                  <a:lnTo>
                    <a:pt x="216408" y="1546860"/>
                  </a:lnTo>
                  <a:lnTo>
                    <a:pt x="216408" y="1595628"/>
                  </a:lnTo>
                  <a:lnTo>
                    <a:pt x="219456" y="1598676"/>
                  </a:lnTo>
                  <a:lnTo>
                    <a:pt x="227076" y="1598676"/>
                  </a:lnTo>
                  <a:lnTo>
                    <a:pt x="230124" y="1595628"/>
                  </a:lnTo>
                  <a:lnTo>
                    <a:pt x="230124" y="1546860"/>
                  </a:lnTo>
                  <a:close/>
                </a:path>
                <a:path w="2184400" h="4994275">
                  <a:moveTo>
                    <a:pt x="230124" y="1464564"/>
                  </a:moveTo>
                  <a:lnTo>
                    <a:pt x="227076" y="1461516"/>
                  </a:lnTo>
                  <a:lnTo>
                    <a:pt x="219456" y="1461516"/>
                  </a:lnTo>
                  <a:lnTo>
                    <a:pt x="216408" y="1464564"/>
                  </a:lnTo>
                  <a:lnTo>
                    <a:pt x="216408" y="1513332"/>
                  </a:lnTo>
                  <a:lnTo>
                    <a:pt x="219456" y="1516380"/>
                  </a:lnTo>
                  <a:lnTo>
                    <a:pt x="227076" y="1516380"/>
                  </a:lnTo>
                  <a:lnTo>
                    <a:pt x="230124" y="1513332"/>
                  </a:lnTo>
                  <a:lnTo>
                    <a:pt x="230124" y="1464564"/>
                  </a:lnTo>
                  <a:close/>
                </a:path>
                <a:path w="2184400" h="4994275">
                  <a:moveTo>
                    <a:pt x="230124" y="1380744"/>
                  </a:moveTo>
                  <a:lnTo>
                    <a:pt x="227076" y="1377696"/>
                  </a:lnTo>
                  <a:lnTo>
                    <a:pt x="219456" y="1377696"/>
                  </a:lnTo>
                  <a:lnTo>
                    <a:pt x="216408" y="1380744"/>
                  </a:lnTo>
                  <a:lnTo>
                    <a:pt x="216408" y="1429512"/>
                  </a:lnTo>
                  <a:lnTo>
                    <a:pt x="219456" y="1432560"/>
                  </a:lnTo>
                  <a:lnTo>
                    <a:pt x="227076" y="1432560"/>
                  </a:lnTo>
                  <a:lnTo>
                    <a:pt x="230124" y="1429512"/>
                  </a:lnTo>
                  <a:lnTo>
                    <a:pt x="230124" y="1380744"/>
                  </a:lnTo>
                  <a:close/>
                </a:path>
                <a:path w="2184400" h="4994275">
                  <a:moveTo>
                    <a:pt x="230124" y="1298448"/>
                  </a:moveTo>
                  <a:lnTo>
                    <a:pt x="227076" y="1295400"/>
                  </a:lnTo>
                  <a:lnTo>
                    <a:pt x="219456" y="1295400"/>
                  </a:lnTo>
                  <a:lnTo>
                    <a:pt x="216408" y="1298448"/>
                  </a:lnTo>
                  <a:lnTo>
                    <a:pt x="216408" y="1347216"/>
                  </a:lnTo>
                  <a:lnTo>
                    <a:pt x="219456" y="1350264"/>
                  </a:lnTo>
                  <a:lnTo>
                    <a:pt x="227076" y="1350264"/>
                  </a:lnTo>
                  <a:lnTo>
                    <a:pt x="230124" y="1347216"/>
                  </a:lnTo>
                  <a:lnTo>
                    <a:pt x="230124" y="1298448"/>
                  </a:lnTo>
                  <a:close/>
                </a:path>
                <a:path w="2184400" h="4994275">
                  <a:moveTo>
                    <a:pt x="230124" y="1216152"/>
                  </a:moveTo>
                  <a:lnTo>
                    <a:pt x="227076" y="1213104"/>
                  </a:lnTo>
                  <a:lnTo>
                    <a:pt x="219456" y="1213104"/>
                  </a:lnTo>
                  <a:lnTo>
                    <a:pt x="216408" y="1216152"/>
                  </a:lnTo>
                  <a:lnTo>
                    <a:pt x="216408" y="1264920"/>
                  </a:lnTo>
                  <a:lnTo>
                    <a:pt x="219456" y="1267968"/>
                  </a:lnTo>
                  <a:lnTo>
                    <a:pt x="227076" y="1267968"/>
                  </a:lnTo>
                  <a:lnTo>
                    <a:pt x="230124" y="1264920"/>
                  </a:lnTo>
                  <a:lnTo>
                    <a:pt x="230124" y="1216152"/>
                  </a:lnTo>
                  <a:close/>
                </a:path>
                <a:path w="2184400" h="4994275">
                  <a:moveTo>
                    <a:pt x="230124" y="1132332"/>
                  </a:moveTo>
                  <a:lnTo>
                    <a:pt x="227076" y="1129284"/>
                  </a:lnTo>
                  <a:lnTo>
                    <a:pt x="219456" y="1129284"/>
                  </a:lnTo>
                  <a:lnTo>
                    <a:pt x="216408" y="1132332"/>
                  </a:lnTo>
                  <a:lnTo>
                    <a:pt x="216408" y="1181100"/>
                  </a:lnTo>
                  <a:lnTo>
                    <a:pt x="219456" y="1184148"/>
                  </a:lnTo>
                  <a:lnTo>
                    <a:pt x="227076" y="1184148"/>
                  </a:lnTo>
                  <a:lnTo>
                    <a:pt x="230124" y="1181100"/>
                  </a:lnTo>
                  <a:lnTo>
                    <a:pt x="230124" y="1132332"/>
                  </a:lnTo>
                  <a:close/>
                </a:path>
                <a:path w="2184400" h="4994275">
                  <a:moveTo>
                    <a:pt x="230124" y="1050036"/>
                  </a:moveTo>
                  <a:lnTo>
                    <a:pt x="227076" y="1046988"/>
                  </a:lnTo>
                  <a:lnTo>
                    <a:pt x="219456" y="1046988"/>
                  </a:lnTo>
                  <a:lnTo>
                    <a:pt x="216408" y="1050036"/>
                  </a:lnTo>
                  <a:lnTo>
                    <a:pt x="216408" y="1098804"/>
                  </a:lnTo>
                  <a:lnTo>
                    <a:pt x="219456" y="1101852"/>
                  </a:lnTo>
                  <a:lnTo>
                    <a:pt x="227076" y="1101852"/>
                  </a:lnTo>
                  <a:lnTo>
                    <a:pt x="230124" y="1098804"/>
                  </a:lnTo>
                  <a:lnTo>
                    <a:pt x="230124" y="1050036"/>
                  </a:lnTo>
                  <a:close/>
                </a:path>
                <a:path w="2184400" h="4994275">
                  <a:moveTo>
                    <a:pt x="230124" y="967740"/>
                  </a:moveTo>
                  <a:lnTo>
                    <a:pt x="227076" y="964692"/>
                  </a:lnTo>
                  <a:lnTo>
                    <a:pt x="219456" y="964692"/>
                  </a:lnTo>
                  <a:lnTo>
                    <a:pt x="216408" y="967740"/>
                  </a:lnTo>
                  <a:lnTo>
                    <a:pt x="216408" y="1016508"/>
                  </a:lnTo>
                  <a:lnTo>
                    <a:pt x="219456" y="1019556"/>
                  </a:lnTo>
                  <a:lnTo>
                    <a:pt x="227076" y="1019556"/>
                  </a:lnTo>
                  <a:lnTo>
                    <a:pt x="230124" y="1016508"/>
                  </a:lnTo>
                  <a:lnTo>
                    <a:pt x="230124" y="967740"/>
                  </a:lnTo>
                  <a:close/>
                </a:path>
                <a:path w="2184400" h="4994275">
                  <a:moveTo>
                    <a:pt x="230124" y="883920"/>
                  </a:moveTo>
                  <a:lnTo>
                    <a:pt x="227076" y="880872"/>
                  </a:lnTo>
                  <a:lnTo>
                    <a:pt x="219456" y="880872"/>
                  </a:lnTo>
                  <a:lnTo>
                    <a:pt x="216408" y="883920"/>
                  </a:lnTo>
                  <a:lnTo>
                    <a:pt x="216408" y="932688"/>
                  </a:lnTo>
                  <a:lnTo>
                    <a:pt x="219456" y="935736"/>
                  </a:lnTo>
                  <a:lnTo>
                    <a:pt x="227076" y="935736"/>
                  </a:lnTo>
                  <a:lnTo>
                    <a:pt x="230124" y="932688"/>
                  </a:lnTo>
                  <a:lnTo>
                    <a:pt x="230124" y="883920"/>
                  </a:lnTo>
                  <a:close/>
                </a:path>
                <a:path w="2184400" h="4994275">
                  <a:moveTo>
                    <a:pt x="230124" y="801624"/>
                  </a:moveTo>
                  <a:lnTo>
                    <a:pt x="227076" y="798576"/>
                  </a:lnTo>
                  <a:lnTo>
                    <a:pt x="219456" y="798576"/>
                  </a:lnTo>
                  <a:lnTo>
                    <a:pt x="216408" y="801624"/>
                  </a:lnTo>
                  <a:lnTo>
                    <a:pt x="216408" y="850392"/>
                  </a:lnTo>
                  <a:lnTo>
                    <a:pt x="219456" y="853440"/>
                  </a:lnTo>
                  <a:lnTo>
                    <a:pt x="227076" y="853440"/>
                  </a:lnTo>
                  <a:lnTo>
                    <a:pt x="230124" y="850392"/>
                  </a:lnTo>
                  <a:lnTo>
                    <a:pt x="230124" y="801624"/>
                  </a:lnTo>
                  <a:close/>
                </a:path>
                <a:path w="2184400" h="4994275">
                  <a:moveTo>
                    <a:pt x="230124" y="719328"/>
                  </a:moveTo>
                  <a:lnTo>
                    <a:pt x="227076" y="716280"/>
                  </a:lnTo>
                  <a:lnTo>
                    <a:pt x="219456" y="716280"/>
                  </a:lnTo>
                  <a:lnTo>
                    <a:pt x="216408" y="719328"/>
                  </a:lnTo>
                  <a:lnTo>
                    <a:pt x="216408" y="768096"/>
                  </a:lnTo>
                  <a:lnTo>
                    <a:pt x="219456" y="771144"/>
                  </a:lnTo>
                  <a:lnTo>
                    <a:pt x="227076" y="771144"/>
                  </a:lnTo>
                  <a:lnTo>
                    <a:pt x="230124" y="768096"/>
                  </a:lnTo>
                  <a:lnTo>
                    <a:pt x="230124" y="719328"/>
                  </a:lnTo>
                  <a:close/>
                </a:path>
                <a:path w="2184400" h="4994275">
                  <a:moveTo>
                    <a:pt x="230124" y="635508"/>
                  </a:moveTo>
                  <a:lnTo>
                    <a:pt x="227076" y="632460"/>
                  </a:lnTo>
                  <a:lnTo>
                    <a:pt x="219456" y="632460"/>
                  </a:lnTo>
                  <a:lnTo>
                    <a:pt x="216408" y="635508"/>
                  </a:lnTo>
                  <a:lnTo>
                    <a:pt x="216408" y="684276"/>
                  </a:lnTo>
                  <a:lnTo>
                    <a:pt x="219456" y="687324"/>
                  </a:lnTo>
                  <a:lnTo>
                    <a:pt x="227076" y="687324"/>
                  </a:lnTo>
                  <a:lnTo>
                    <a:pt x="230124" y="684276"/>
                  </a:lnTo>
                  <a:lnTo>
                    <a:pt x="230124" y="635508"/>
                  </a:lnTo>
                  <a:close/>
                </a:path>
                <a:path w="2184400" h="4994275">
                  <a:moveTo>
                    <a:pt x="230124" y="553212"/>
                  </a:moveTo>
                  <a:lnTo>
                    <a:pt x="227076" y="550164"/>
                  </a:lnTo>
                  <a:lnTo>
                    <a:pt x="219456" y="550164"/>
                  </a:lnTo>
                  <a:lnTo>
                    <a:pt x="216408" y="553212"/>
                  </a:lnTo>
                  <a:lnTo>
                    <a:pt x="216408" y="601980"/>
                  </a:lnTo>
                  <a:lnTo>
                    <a:pt x="219456" y="605028"/>
                  </a:lnTo>
                  <a:lnTo>
                    <a:pt x="227076" y="605028"/>
                  </a:lnTo>
                  <a:lnTo>
                    <a:pt x="230124" y="601980"/>
                  </a:lnTo>
                  <a:lnTo>
                    <a:pt x="230124" y="553212"/>
                  </a:lnTo>
                  <a:close/>
                </a:path>
                <a:path w="2184400" h="4994275">
                  <a:moveTo>
                    <a:pt x="230124" y="470916"/>
                  </a:moveTo>
                  <a:lnTo>
                    <a:pt x="227076" y="467868"/>
                  </a:lnTo>
                  <a:lnTo>
                    <a:pt x="219456" y="467868"/>
                  </a:lnTo>
                  <a:lnTo>
                    <a:pt x="216408" y="470916"/>
                  </a:lnTo>
                  <a:lnTo>
                    <a:pt x="216408" y="519684"/>
                  </a:lnTo>
                  <a:lnTo>
                    <a:pt x="219456" y="522732"/>
                  </a:lnTo>
                  <a:lnTo>
                    <a:pt x="227076" y="522732"/>
                  </a:lnTo>
                  <a:lnTo>
                    <a:pt x="230124" y="519684"/>
                  </a:lnTo>
                  <a:lnTo>
                    <a:pt x="230124" y="470916"/>
                  </a:lnTo>
                  <a:close/>
                </a:path>
                <a:path w="2184400" h="4994275">
                  <a:moveTo>
                    <a:pt x="230124" y="387096"/>
                  </a:moveTo>
                  <a:lnTo>
                    <a:pt x="227076" y="384048"/>
                  </a:lnTo>
                  <a:lnTo>
                    <a:pt x="219456" y="384048"/>
                  </a:lnTo>
                  <a:lnTo>
                    <a:pt x="216408" y="387096"/>
                  </a:lnTo>
                  <a:lnTo>
                    <a:pt x="216408" y="435864"/>
                  </a:lnTo>
                  <a:lnTo>
                    <a:pt x="219456" y="438912"/>
                  </a:lnTo>
                  <a:lnTo>
                    <a:pt x="227076" y="438912"/>
                  </a:lnTo>
                  <a:lnTo>
                    <a:pt x="230124" y="435864"/>
                  </a:lnTo>
                  <a:lnTo>
                    <a:pt x="230124" y="387096"/>
                  </a:lnTo>
                  <a:close/>
                </a:path>
                <a:path w="2184400" h="4994275">
                  <a:moveTo>
                    <a:pt x="230124" y="304800"/>
                  </a:moveTo>
                  <a:lnTo>
                    <a:pt x="227076" y="301752"/>
                  </a:lnTo>
                  <a:lnTo>
                    <a:pt x="219456" y="301752"/>
                  </a:lnTo>
                  <a:lnTo>
                    <a:pt x="216408" y="304800"/>
                  </a:lnTo>
                  <a:lnTo>
                    <a:pt x="216408" y="353568"/>
                  </a:lnTo>
                  <a:lnTo>
                    <a:pt x="219456" y="356616"/>
                  </a:lnTo>
                  <a:lnTo>
                    <a:pt x="227076" y="356616"/>
                  </a:lnTo>
                  <a:lnTo>
                    <a:pt x="230124" y="353568"/>
                  </a:lnTo>
                  <a:lnTo>
                    <a:pt x="230124" y="304800"/>
                  </a:lnTo>
                  <a:close/>
                </a:path>
                <a:path w="2184400" h="4994275">
                  <a:moveTo>
                    <a:pt x="230124" y="222504"/>
                  </a:moveTo>
                  <a:lnTo>
                    <a:pt x="227076" y="219456"/>
                  </a:lnTo>
                  <a:lnTo>
                    <a:pt x="219456" y="219456"/>
                  </a:lnTo>
                  <a:lnTo>
                    <a:pt x="216408" y="222504"/>
                  </a:lnTo>
                  <a:lnTo>
                    <a:pt x="216408" y="271272"/>
                  </a:lnTo>
                  <a:lnTo>
                    <a:pt x="219456" y="274320"/>
                  </a:lnTo>
                  <a:lnTo>
                    <a:pt x="227076" y="274320"/>
                  </a:lnTo>
                  <a:lnTo>
                    <a:pt x="230124" y="271272"/>
                  </a:lnTo>
                  <a:lnTo>
                    <a:pt x="230124" y="222504"/>
                  </a:lnTo>
                  <a:close/>
                </a:path>
                <a:path w="2184400" h="4994275">
                  <a:moveTo>
                    <a:pt x="230124" y="138684"/>
                  </a:moveTo>
                  <a:lnTo>
                    <a:pt x="227076" y="135636"/>
                  </a:lnTo>
                  <a:lnTo>
                    <a:pt x="219456" y="135636"/>
                  </a:lnTo>
                  <a:lnTo>
                    <a:pt x="216408" y="138684"/>
                  </a:lnTo>
                  <a:lnTo>
                    <a:pt x="216408" y="187452"/>
                  </a:lnTo>
                  <a:lnTo>
                    <a:pt x="219456" y="192024"/>
                  </a:lnTo>
                  <a:lnTo>
                    <a:pt x="227076" y="192024"/>
                  </a:lnTo>
                  <a:lnTo>
                    <a:pt x="230124" y="187452"/>
                  </a:lnTo>
                  <a:lnTo>
                    <a:pt x="230124" y="138684"/>
                  </a:lnTo>
                  <a:close/>
                </a:path>
                <a:path w="2184400" h="4994275">
                  <a:moveTo>
                    <a:pt x="448056" y="4940808"/>
                  </a:moveTo>
                  <a:lnTo>
                    <a:pt x="445008" y="4937760"/>
                  </a:lnTo>
                  <a:lnTo>
                    <a:pt x="437388" y="4937760"/>
                  </a:lnTo>
                  <a:lnTo>
                    <a:pt x="434340" y="4940808"/>
                  </a:lnTo>
                  <a:lnTo>
                    <a:pt x="434340" y="4989576"/>
                  </a:lnTo>
                  <a:lnTo>
                    <a:pt x="437388" y="4994148"/>
                  </a:lnTo>
                  <a:lnTo>
                    <a:pt x="445008" y="4994148"/>
                  </a:lnTo>
                  <a:lnTo>
                    <a:pt x="448056" y="4989576"/>
                  </a:lnTo>
                  <a:lnTo>
                    <a:pt x="448056" y="4940808"/>
                  </a:lnTo>
                  <a:close/>
                </a:path>
                <a:path w="2184400" h="4994275">
                  <a:moveTo>
                    <a:pt x="448056" y="4858512"/>
                  </a:moveTo>
                  <a:lnTo>
                    <a:pt x="445008" y="4855464"/>
                  </a:lnTo>
                  <a:lnTo>
                    <a:pt x="437388" y="4855464"/>
                  </a:lnTo>
                  <a:lnTo>
                    <a:pt x="434340" y="4858512"/>
                  </a:lnTo>
                  <a:lnTo>
                    <a:pt x="434340" y="4907280"/>
                  </a:lnTo>
                  <a:lnTo>
                    <a:pt x="437388" y="4910328"/>
                  </a:lnTo>
                  <a:lnTo>
                    <a:pt x="445008" y="4910328"/>
                  </a:lnTo>
                  <a:lnTo>
                    <a:pt x="448056" y="4907280"/>
                  </a:lnTo>
                  <a:lnTo>
                    <a:pt x="448056" y="4858512"/>
                  </a:lnTo>
                  <a:close/>
                </a:path>
                <a:path w="2184400" h="4994275">
                  <a:moveTo>
                    <a:pt x="448056" y="4776216"/>
                  </a:moveTo>
                  <a:lnTo>
                    <a:pt x="445008" y="4773168"/>
                  </a:lnTo>
                  <a:lnTo>
                    <a:pt x="437388" y="4773168"/>
                  </a:lnTo>
                  <a:lnTo>
                    <a:pt x="434340" y="4776216"/>
                  </a:lnTo>
                  <a:lnTo>
                    <a:pt x="434340" y="4824984"/>
                  </a:lnTo>
                  <a:lnTo>
                    <a:pt x="437388" y="4828032"/>
                  </a:lnTo>
                  <a:lnTo>
                    <a:pt x="445008" y="4828032"/>
                  </a:lnTo>
                  <a:lnTo>
                    <a:pt x="448056" y="4824984"/>
                  </a:lnTo>
                  <a:lnTo>
                    <a:pt x="448056" y="4776216"/>
                  </a:lnTo>
                  <a:close/>
                </a:path>
                <a:path w="2184400" h="4994275">
                  <a:moveTo>
                    <a:pt x="448056" y="4692396"/>
                  </a:moveTo>
                  <a:lnTo>
                    <a:pt x="445008" y="4689348"/>
                  </a:lnTo>
                  <a:lnTo>
                    <a:pt x="437388" y="4689348"/>
                  </a:lnTo>
                  <a:lnTo>
                    <a:pt x="434340" y="4692396"/>
                  </a:lnTo>
                  <a:lnTo>
                    <a:pt x="434340" y="4742688"/>
                  </a:lnTo>
                  <a:lnTo>
                    <a:pt x="437388" y="4745736"/>
                  </a:lnTo>
                  <a:lnTo>
                    <a:pt x="445008" y="4745736"/>
                  </a:lnTo>
                  <a:lnTo>
                    <a:pt x="448056" y="4742688"/>
                  </a:lnTo>
                  <a:lnTo>
                    <a:pt x="448056" y="4692396"/>
                  </a:lnTo>
                  <a:close/>
                </a:path>
                <a:path w="2184400" h="4994275">
                  <a:moveTo>
                    <a:pt x="448056" y="4610100"/>
                  </a:moveTo>
                  <a:lnTo>
                    <a:pt x="445008" y="4607052"/>
                  </a:lnTo>
                  <a:lnTo>
                    <a:pt x="437388" y="4607052"/>
                  </a:lnTo>
                  <a:lnTo>
                    <a:pt x="434340" y="4610100"/>
                  </a:lnTo>
                  <a:lnTo>
                    <a:pt x="434340" y="4658868"/>
                  </a:lnTo>
                  <a:lnTo>
                    <a:pt x="437388" y="4661916"/>
                  </a:lnTo>
                  <a:lnTo>
                    <a:pt x="445008" y="4661916"/>
                  </a:lnTo>
                  <a:lnTo>
                    <a:pt x="448056" y="4658868"/>
                  </a:lnTo>
                  <a:lnTo>
                    <a:pt x="448056" y="4610100"/>
                  </a:lnTo>
                  <a:close/>
                </a:path>
                <a:path w="2184400" h="4994275">
                  <a:moveTo>
                    <a:pt x="448056" y="4527804"/>
                  </a:moveTo>
                  <a:lnTo>
                    <a:pt x="445008" y="4524756"/>
                  </a:lnTo>
                  <a:lnTo>
                    <a:pt x="437388" y="4524756"/>
                  </a:lnTo>
                  <a:lnTo>
                    <a:pt x="434340" y="4527804"/>
                  </a:lnTo>
                  <a:lnTo>
                    <a:pt x="434340" y="4576572"/>
                  </a:lnTo>
                  <a:lnTo>
                    <a:pt x="437388" y="4579620"/>
                  </a:lnTo>
                  <a:lnTo>
                    <a:pt x="445008" y="4579620"/>
                  </a:lnTo>
                  <a:lnTo>
                    <a:pt x="448056" y="4576572"/>
                  </a:lnTo>
                  <a:lnTo>
                    <a:pt x="448056" y="4527804"/>
                  </a:lnTo>
                  <a:close/>
                </a:path>
                <a:path w="2184400" h="4994275">
                  <a:moveTo>
                    <a:pt x="448056" y="4443984"/>
                  </a:moveTo>
                  <a:lnTo>
                    <a:pt x="445008" y="4440936"/>
                  </a:lnTo>
                  <a:lnTo>
                    <a:pt x="437388" y="4440936"/>
                  </a:lnTo>
                  <a:lnTo>
                    <a:pt x="434340" y="4443984"/>
                  </a:lnTo>
                  <a:lnTo>
                    <a:pt x="434340" y="4494276"/>
                  </a:lnTo>
                  <a:lnTo>
                    <a:pt x="437388" y="4497324"/>
                  </a:lnTo>
                  <a:lnTo>
                    <a:pt x="445008" y="4497324"/>
                  </a:lnTo>
                  <a:lnTo>
                    <a:pt x="448056" y="4494276"/>
                  </a:lnTo>
                  <a:lnTo>
                    <a:pt x="448056" y="4443984"/>
                  </a:lnTo>
                  <a:close/>
                </a:path>
                <a:path w="2184400" h="4994275">
                  <a:moveTo>
                    <a:pt x="448056" y="4361688"/>
                  </a:moveTo>
                  <a:lnTo>
                    <a:pt x="445008" y="4358640"/>
                  </a:lnTo>
                  <a:lnTo>
                    <a:pt x="437388" y="4358640"/>
                  </a:lnTo>
                  <a:lnTo>
                    <a:pt x="434340" y="4361688"/>
                  </a:lnTo>
                  <a:lnTo>
                    <a:pt x="434340" y="4410456"/>
                  </a:lnTo>
                  <a:lnTo>
                    <a:pt x="437388" y="4413504"/>
                  </a:lnTo>
                  <a:lnTo>
                    <a:pt x="445008" y="4413504"/>
                  </a:lnTo>
                  <a:lnTo>
                    <a:pt x="448056" y="4410456"/>
                  </a:lnTo>
                  <a:lnTo>
                    <a:pt x="448056" y="4361688"/>
                  </a:lnTo>
                  <a:close/>
                </a:path>
                <a:path w="2184400" h="4994275">
                  <a:moveTo>
                    <a:pt x="448056" y="4279392"/>
                  </a:moveTo>
                  <a:lnTo>
                    <a:pt x="445008" y="4276344"/>
                  </a:lnTo>
                  <a:lnTo>
                    <a:pt x="437388" y="4276344"/>
                  </a:lnTo>
                  <a:lnTo>
                    <a:pt x="434340" y="4279392"/>
                  </a:lnTo>
                  <a:lnTo>
                    <a:pt x="434340" y="4328160"/>
                  </a:lnTo>
                  <a:lnTo>
                    <a:pt x="437388" y="4331208"/>
                  </a:lnTo>
                  <a:lnTo>
                    <a:pt x="445008" y="4331208"/>
                  </a:lnTo>
                  <a:lnTo>
                    <a:pt x="448056" y="4328160"/>
                  </a:lnTo>
                  <a:lnTo>
                    <a:pt x="448056" y="4279392"/>
                  </a:lnTo>
                  <a:close/>
                </a:path>
                <a:path w="2184400" h="4994275">
                  <a:moveTo>
                    <a:pt x="448056" y="4195572"/>
                  </a:moveTo>
                  <a:lnTo>
                    <a:pt x="445008" y="4192524"/>
                  </a:lnTo>
                  <a:lnTo>
                    <a:pt x="437388" y="4192524"/>
                  </a:lnTo>
                  <a:lnTo>
                    <a:pt x="434340" y="4195572"/>
                  </a:lnTo>
                  <a:lnTo>
                    <a:pt x="434340" y="4245864"/>
                  </a:lnTo>
                  <a:lnTo>
                    <a:pt x="437388" y="4248912"/>
                  </a:lnTo>
                  <a:lnTo>
                    <a:pt x="445008" y="4248912"/>
                  </a:lnTo>
                  <a:lnTo>
                    <a:pt x="448056" y="4245864"/>
                  </a:lnTo>
                  <a:lnTo>
                    <a:pt x="448056" y="4195572"/>
                  </a:lnTo>
                  <a:close/>
                </a:path>
                <a:path w="2184400" h="4994275">
                  <a:moveTo>
                    <a:pt x="448056" y="4113276"/>
                  </a:moveTo>
                  <a:lnTo>
                    <a:pt x="445008" y="4110228"/>
                  </a:lnTo>
                  <a:lnTo>
                    <a:pt x="437388" y="4110228"/>
                  </a:lnTo>
                  <a:lnTo>
                    <a:pt x="434340" y="4113276"/>
                  </a:lnTo>
                  <a:lnTo>
                    <a:pt x="434340" y="4162044"/>
                  </a:lnTo>
                  <a:lnTo>
                    <a:pt x="437388" y="4165092"/>
                  </a:lnTo>
                  <a:lnTo>
                    <a:pt x="445008" y="4165092"/>
                  </a:lnTo>
                  <a:lnTo>
                    <a:pt x="448056" y="4162044"/>
                  </a:lnTo>
                  <a:lnTo>
                    <a:pt x="448056" y="4113276"/>
                  </a:lnTo>
                  <a:close/>
                </a:path>
                <a:path w="2184400" h="4994275">
                  <a:moveTo>
                    <a:pt x="448056" y="4030980"/>
                  </a:moveTo>
                  <a:lnTo>
                    <a:pt x="445008" y="4027932"/>
                  </a:lnTo>
                  <a:lnTo>
                    <a:pt x="437388" y="4027932"/>
                  </a:lnTo>
                  <a:lnTo>
                    <a:pt x="434340" y="4030980"/>
                  </a:lnTo>
                  <a:lnTo>
                    <a:pt x="434340" y="4079748"/>
                  </a:lnTo>
                  <a:lnTo>
                    <a:pt x="437388" y="4082796"/>
                  </a:lnTo>
                  <a:lnTo>
                    <a:pt x="445008" y="4082796"/>
                  </a:lnTo>
                  <a:lnTo>
                    <a:pt x="448056" y="4079748"/>
                  </a:lnTo>
                  <a:lnTo>
                    <a:pt x="448056" y="4030980"/>
                  </a:lnTo>
                  <a:close/>
                </a:path>
                <a:path w="2184400" h="4994275">
                  <a:moveTo>
                    <a:pt x="448056" y="3947160"/>
                  </a:moveTo>
                  <a:lnTo>
                    <a:pt x="445008" y="3944112"/>
                  </a:lnTo>
                  <a:lnTo>
                    <a:pt x="437388" y="3944112"/>
                  </a:lnTo>
                  <a:lnTo>
                    <a:pt x="434340" y="3947160"/>
                  </a:lnTo>
                  <a:lnTo>
                    <a:pt x="434340" y="3997452"/>
                  </a:lnTo>
                  <a:lnTo>
                    <a:pt x="437388" y="4000500"/>
                  </a:lnTo>
                  <a:lnTo>
                    <a:pt x="445008" y="4000500"/>
                  </a:lnTo>
                  <a:lnTo>
                    <a:pt x="448056" y="3997452"/>
                  </a:lnTo>
                  <a:lnTo>
                    <a:pt x="448056" y="3947160"/>
                  </a:lnTo>
                  <a:close/>
                </a:path>
                <a:path w="2184400" h="4994275">
                  <a:moveTo>
                    <a:pt x="448056" y="3864864"/>
                  </a:moveTo>
                  <a:lnTo>
                    <a:pt x="445008" y="3861816"/>
                  </a:lnTo>
                  <a:lnTo>
                    <a:pt x="437388" y="3861816"/>
                  </a:lnTo>
                  <a:lnTo>
                    <a:pt x="434340" y="3864864"/>
                  </a:lnTo>
                  <a:lnTo>
                    <a:pt x="434340" y="3913632"/>
                  </a:lnTo>
                  <a:lnTo>
                    <a:pt x="437388" y="3916680"/>
                  </a:lnTo>
                  <a:lnTo>
                    <a:pt x="445008" y="3916680"/>
                  </a:lnTo>
                  <a:lnTo>
                    <a:pt x="448056" y="3913632"/>
                  </a:lnTo>
                  <a:lnTo>
                    <a:pt x="448056" y="3864864"/>
                  </a:lnTo>
                  <a:close/>
                </a:path>
                <a:path w="2184400" h="4994275">
                  <a:moveTo>
                    <a:pt x="448056" y="3782568"/>
                  </a:moveTo>
                  <a:lnTo>
                    <a:pt x="445008" y="3779520"/>
                  </a:lnTo>
                  <a:lnTo>
                    <a:pt x="437388" y="3779520"/>
                  </a:lnTo>
                  <a:lnTo>
                    <a:pt x="434340" y="3782568"/>
                  </a:lnTo>
                  <a:lnTo>
                    <a:pt x="434340" y="3831336"/>
                  </a:lnTo>
                  <a:lnTo>
                    <a:pt x="437388" y="3834384"/>
                  </a:lnTo>
                  <a:lnTo>
                    <a:pt x="445008" y="3834384"/>
                  </a:lnTo>
                  <a:lnTo>
                    <a:pt x="448056" y="3831336"/>
                  </a:lnTo>
                  <a:lnTo>
                    <a:pt x="448056" y="3782568"/>
                  </a:lnTo>
                  <a:close/>
                </a:path>
                <a:path w="2184400" h="4994275">
                  <a:moveTo>
                    <a:pt x="448056" y="3698748"/>
                  </a:moveTo>
                  <a:lnTo>
                    <a:pt x="445008" y="3695700"/>
                  </a:lnTo>
                  <a:lnTo>
                    <a:pt x="437388" y="3695700"/>
                  </a:lnTo>
                  <a:lnTo>
                    <a:pt x="434340" y="3698748"/>
                  </a:lnTo>
                  <a:lnTo>
                    <a:pt x="434340" y="3749040"/>
                  </a:lnTo>
                  <a:lnTo>
                    <a:pt x="437388" y="3752088"/>
                  </a:lnTo>
                  <a:lnTo>
                    <a:pt x="445008" y="3752088"/>
                  </a:lnTo>
                  <a:lnTo>
                    <a:pt x="448056" y="3749040"/>
                  </a:lnTo>
                  <a:lnTo>
                    <a:pt x="448056" y="3698748"/>
                  </a:lnTo>
                  <a:close/>
                </a:path>
                <a:path w="2184400" h="4994275">
                  <a:moveTo>
                    <a:pt x="448056" y="3616452"/>
                  </a:moveTo>
                  <a:lnTo>
                    <a:pt x="445008" y="3613404"/>
                  </a:lnTo>
                  <a:lnTo>
                    <a:pt x="437388" y="3613404"/>
                  </a:lnTo>
                  <a:lnTo>
                    <a:pt x="434340" y="3616452"/>
                  </a:lnTo>
                  <a:lnTo>
                    <a:pt x="434340" y="3665220"/>
                  </a:lnTo>
                  <a:lnTo>
                    <a:pt x="437388" y="3668268"/>
                  </a:lnTo>
                  <a:lnTo>
                    <a:pt x="445008" y="3668268"/>
                  </a:lnTo>
                  <a:lnTo>
                    <a:pt x="448056" y="3665220"/>
                  </a:lnTo>
                  <a:lnTo>
                    <a:pt x="448056" y="3616452"/>
                  </a:lnTo>
                  <a:close/>
                </a:path>
                <a:path w="2184400" h="4994275">
                  <a:moveTo>
                    <a:pt x="448056" y="3534156"/>
                  </a:moveTo>
                  <a:lnTo>
                    <a:pt x="445008" y="3531108"/>
                  </a:lnTo>
                  <a:lnTo>
                    <a:pt x="437388" y="3531108"/>
                  </a:lnTo>
                  <a:lnTo>
                    <a:pt x="434340" y="3534156"/>
                  </a:lnTo>
                  <a:lnTo>
                    <a:pt x="434340" y="3582924"/>
                  </a:lnTo>
                  <a:lnTo>
                    <a:pt x="437388" y="3585972"/>
                  </a:lnTo>
                  <a:lnTo>
                    <a:pt x="445008" y="3585972"/>
                  </a:lnTo>
                  <a:lnTo>
                    <a:pt x="448056" y="3582924"/>
                  </a:lnTo>
                  <a:lnTo>
                    <a:pt x="448056" y="3534156"/>
                  </a:lnTo>
                  <a:close/>
                </a:path>
                <a:path w="2184400" h="4994275">
                  <a:moveTo>
                    <a:pt x="448056" y="3450336"/>
                  </a:moveTo>
                  <a:lnTo>
                    <a:pt x="445008" y="3447288"/>
                  </a:lnTo>
                  <a:lnTo>
                    <a:pt x="437388" y="3447288"/>
                  </a:lnTo>
                  <a:lnTo>
                    <a:pt x="434340" y="3450336"/>
                  </a:lnTo>
                  <a:lnTo>
                    <a:pt x="434340" y="3500628"/>
                  </a:lnTo>
                  <a:lnTo>
                    <a:pt x="437388" y="3503676"/>
                  </a:lnTo>
                  <a:lnTo>
                    <a:pt x="445008" y="3503676"/>
                  </a:lnTo>
                  <a:lnTo>
                    <a:pt x="448056" y="3500628"/>
                  </a:lnTo>
                  <a:lnTo>
                    <a:pt x="448056" y="3450336"/>
                  </a:lnTo>
                  <a:close/>
                </a:path>
                <a:path w="2184400" h="4994275">
                  <a:moveTo>
                    <a:pt x="448056" y="3368040"/>
                  </a:moveTo>
                  <a:lnTo>
                    <a:pt x="445008" y="3364992"/>
                  </a:lnTo>
                  <a:lnTo>
                    <a:pt x="437388" y="3364992"/>
                  </a:lnTo>
                  <a:lnTo>
                    <a:pt x="434340" y="3368040"/>
                  </a:lnTo>
                  <a:lnTo>
                    <a:pt x="434340" y="3416808"/>
                  </a:lnTo>
                  <a:lnTo>
                    <a:pt x="437388" y="3419856"/>
                  </a:lnTo>
                  <a:lnTo>
                    <a:pt x="445008" y="3419856"/>
                  </a:lnTo>
                  <a:lnTo>
                    <a:pt x="448056" y="3416808"/>
                  </a:lnTo>
                  <a:lnTo>
                    <a:pt x="448056" y="3368040"/>
                  </a:lnTo>
                  <a:close/>
                </a:path>
                <a:path w="2184400" h="4994275">
                  <a:moveTo>
                    <a:pt x="448056" y="3285744"/>
                  </a:moveTo>
                  <a:lnTo>
                    <a:pt x="445008" y="3282696"/>
                  </a:lnTo>
                  <a:lnTo>
                    <a:pt x="437388" y="3282696"/>
                  </a:lnTo>
                  <a:lnTo>
                    <a:pt x="434340" y="3285744"/>
                  </a:lnTo>
                  <a:lnTo>
                    <a:pt x="434340" y="3334512"/>
                  </a:lnTo>
                  <a:lnTo>
                    <a:pt x="437388" y="3337560"/>
                  </a:lnTo>
                  <a:lnTo>
                    <a:pt x="445008" y="3337560"/>
                  </a:lnTo>
                  <a:lnTo>
                    <a:pt x="448056" y="3334512"/>
                  </a:lnTo>
                  <a:lnTo>
                    <a:pt x="448056" y="3285744"/>
                  </a:lnTo>
                  <a:close/>
                </a:path>
                <a:path w="2184400" h="4994275">
                  <a:moveTo>
                    <a:pt x="448056" y="3201924"/>
                  </a:moveTo>
                  <a:lnTo>
                    <a:pt x="445008" y="3198876"/>
                  </a:lnTo>
                  <a:lnTo>
                    <a:pt x="437388" y="3198876"/>
                  </a:lnTo>
                  <a:lnTo>
                    <a:pt x="434340" y="3201924"/>
                  </a:lnTo>
                  <a:lnTo>
                    <a:pt x="434340" y="3252216"/>
                  </a:lnTo>
                  <a:lnTo>
                    <a:pt x="437388" y="3255264"/>
                  </a:lnTo>
                  <a:lnTo>
                    <a:pt x="445008" y="3255264"/>
                  </a:lnTo>
                  <a:lnTo>
                    <a:pt x="448056" y="3252216"/>
                  </a:lnTo>
                  <a:lnTo>
                    <a:pt x="448056" y="3201924"/>
                  </a:lnTo>
                  <a:close/>
                </a:path>
                <a:path w="2184400" h="4994275">
                  <a:moveTo>
                    <a:pt x="448056" y="3119628"/>
                  </a:moveTo>
                  <a:lnTo>
                    <a:pt x="445008" y="3116580"/>
                  </a:lnTo>
                  <a:lnTo>
                    <a:pt x="437388" y="3116580"/>
                  </a:lnTo>
                  <a:lnTo>
                    <a:pt x="434340" y="3119628"/>
                  </a:lnTo>
                  <a:lnTo>
                    <a:pt x="434340" y="3168396"/>
                  </a:lnTo>
                  <a:lnTo>
                    <a:pt x="437388" y="3171444"/>
                  </a:lnTo>
                  <a:lnTo>
                    <a:pt x="445008" y="3171444"/>
                  </a:lnTo>
                  <a:lnTo>
                    <a:pt x="448056" y="3168396"/>
                  </a:lnTo>
                  <a:lnTo>
                    <a:pt x="448056" y="3119628"/>
                  </a:lnTo>
                  <a:close/>
                </a:path>
                <a:path w="2184400" h="4994275">
                  <a:moveTo>
                    <a:pt x="448056" y="3037332"/>
                  </a:moveTo>
                  <a:lnTo>
                    <a:pt x="445008" y="3034284"/>
                  </a:lnTo>
                  <a:lnTo>
                    <a:pt x="437388" y="3034284"/>
                  </a:lnTo>
                  <a:lnTo>
                    <a:pt x="434340" y="3037332"/>
                  </a:lnTo>
                  <a:lnTo>
                    <a:pt x="434340" y="3086100"/>
                  </a:lnTo>
                  <a:lnTo>
                    <a:pt x="437388" y="3089148"/>
                  </a:lnTo>
                  <a:lnTo>
                    <a:pt x="445008" y="3089148"/>
                  </a:lnTo>
                  <a:lnTo>
                    <a:pt x="448056" y="3086100"/>
                  </a:lnTo>
                  <a:lnTo>
                    <a:pt x="448056" y="3037332"/>
                  </a:lnTo>
                  <a:close/>
                </a:path>
                <a:path w="2184400" h="4994275">
                  <a:moveTo>
                    <a:pt x="448056" y="2953512"/>
                  </a:moveTo>
                  <a:lnTo>
                    <a:pt x="445008" y="2950464"/>
                  </a:lnTo>
                  <a:lnTo>
                    <a:pt x="437388" y="2950464"/>
                  </a:lnTo>
                  <a:lnTo>
                    <a:pt x="434340" y="2953512"/>
                  </a:lnTo>
                  <a:lnTo>
                    <a:pt x="434340" y="3003804"/>
                  </a:lnTo>
                  <a:lnTo>
                    <a:pt x="437388" y="3006852"/>
                  </a:lnTo>
                  <a:lnTo>
                    <a:pt x="445008" y="3006852"/>
                  </a:lnTo>
                  <a:lnTo>
                    <a:pt x="448056" y="3003804"/>
                  </a:lnTo>
                  <a:lnTo>
                    <a:pt x="448056" y="2953512"/>
                  </a:lnTo>
                  <a:close/>
                </a:path>
                <a:path w="2184400" h="4994275">
                  <a:moveTo>
                    <a:pt x="448056" y="2871216"/>
                  </a:moveTo>
                  <a:lnTo>
                    <a:pt x="445008" y="2868168"/>
                  </a:lnTo>
                  <a:lnTo>
                    <a:pt x="437388" y="2868168"/>
                  </a:lnTo>
                  <a:lnTo>
                    <a:pt x="434340" y="2871216"/>
                  </a:lnTo>
                  <a:lnTo>
                    <a:pt x="434340" y="2919984"/>
                  </a:lnTo>
                  <a:lnTo>
                    <a:pt x="437388" y="2923032"/>
                  </a:lnTo>
                  <a:lnTo>
                    <a:pt x="445008" y="2923032"/>
                  </a:lnTo>
                  <a:lnTo>
                    <a:pt x="448056" y="2919984"/>
                  </a:lnTo>
                  <a:lnTo>
                    <a:pt x="448056" y="2871216"/>
                  </a:lnTo>
                  <a:close/>
                </a:path>
                <a:path w="2184400" h="4994275">
                  <a:moveTo>
                    <a:pt x="448056" y="2788920"/>
                  </a:moveTo>
                  <a:lnTo>
                    <a:pt x="445008" y="2785872"/>
                  </a:lnTo>
                  <a:lnTo>
                    <a:pt x="437388" y="2785872"/>
                  </a:lnTo>
                  <a:lnTo>
                    <a:pt x="434340" y="2788920"/>
                  </a:lnTo>
                  <a:lnTo>
                    <a:pt x="434340" y="2837688"/>
                  </a:lnTo>
                  <a:lnTo>
                    <a:pt x="437388" y="2840736"/>
                  </a:lnTo>
                  <a:lnTo>
                    <a:pt x="445008" y="2840736"/>
                  </a:lnTo>
                  <a:lnTo>
                    <a:pt x="448056" y="2837688"/>
                  </a:lnTo>
                  <a:lnTo>
                    <a:pt x="448056" y="2788920"/>
                  </a:lnTo>
                  <a:close/>
                </a:path>
                <a:path w="2184400" h="4994275">
                  <a:moveTo>
                    <a:pt x="448056" y="2705100"/>
                  </a:moveTo>
                  <a:lnTo>
                    <a:pt x="445008" y="2702052"/>
                  </a:lnTo>
                  <a:lnTo>
                    <a:pt x="437388" y="2702052"/>
                  </a:lnTo>
                  <a:lnTo>
                    <a:pt x="434340" y="2705100"/>
                  </a:lnTo>
                  <a:lnTo>
                    <a:pt x="434340" y="2755392"/>
                  </a:lnTo>
                  <a:lnTo>
                    <a:pt x="437388" y="2758440"/>
                  </a:lnTo>
                  <a:lnTo>
                    <a:pt x="445008" y="2758440"/>
                  </a:lnTo>
                  <a:lnTo>
                    <a:pt x="448056" y="2755392"/>
                  </a:lnTo>
                  <a:lnTo>
                    <a:pt x="448056" y="2705100"/>
                  </a:lnTo>
                  <a:close/>
                </a:path>
                <a:path w="2184400" h="4994275">
                  <a:moveTo>
                    <a:pt x="448056" y="2622804"/>
                  </a:moveTo>
                  <a:lnTo>
                    <a:pt x="445008" y="2619756"/>
                  </a:lnTo>
                  <a:lnTo>
                    <a:pt x="437388" y="2619756"/>
                  </a:lnTo>
                  <a:lnTo>
                    <a:pt x="434340" y="2622804"/>
                  </a:lnTo>
                  <a:lnTo>
                    <a:pt x="434340" y="2671572"/>
                  </a:lnTo>
                  <a:lnTo>
                    <a:pt x="437388" y="2674620"/>
                  </a:lnTo>
                  <a:lnTo>
                    <a:pt x="445008" y="2674620"/>
                  </a:lnTo>
                  <a:lnTo>
                    <a:pt x="448056" y="2671572"/>
                  </a:lnTo>
                  <a:lnTo>
                    <a:pt x="448056" y="2622804"/>
                  </a:lnTo>
                  <a:close/>
                </a:path>
                <a:path w="2184400" h="4994275">
                  <a:moveTo>
                    <a:pt x="448056" y="2540508"/>
                  </a:moveTo>
                  <a:lnTo>
                    <a:pt x="445008" y="2537460"/>
                  </a:lnTo>
                  <a:lnTo>
                    <a:pt x="437388" y="2537460"/>
                  </a:lnTo>
                  <a:lnTo>
                    <a:pt x="434340" y="2540508"/>
                  </a:lnTo>
                  <a:lnTo>
                    <a:pt x="434340" y="2589276"/>
                  </a:lnTo>
                  <a:lnTo>
                    <a:pt x="437388" y="2592324"/>
                  </a:lnTo>
                  <a:lnTo>
                    <a:pt x="445008" y="2592324"/>
                  </a:lnTo>
                  <a:lnTo>
                    <a:pt x="448056" y="2589276"/>
                  </a:lnTo>
                  <a:lnTo>
                    <a:pt x="448056" y="2540508"/>
                  </a:lnTo>
                  <a:close/>
                </a:path>
                <a:path w="2184400" h="4994275">
                  <a:moveTo>
                    <a:pt x="448056" y="2456688"/>
                  </a:moveTo>
                  <a:lnTo>
                    <a:pt x="445008" y="2453640"/>
                  </a:lnTo>
                  <a:lnTo>
                    <a:pt x="437388" y="2453640"/>
                  </a:lnTo>
                  <a:lnTo>
                    <a:pt x="434340" y="2456688"/>
                  </a:lnTo>
                  <a:lnTo>
                    <a:pt x="434340" y="2506980"/>
                  </a:lnTo>
                  <a:lnTo>
                    <a:pt x="437388" y="2510028"/>
                  </a:lnTo>
                  <a:lnTo>
                    <a:pt x="445008" y="2510028"/>
                  </a:lnTo>
                  <a:lnTo>
                    <a:pt x="448056" y="2506980"/>
                  </a:lnTo>
                  <a:lnTo>
                    <a:pt x="448056" y="2456688"/>
                  </a:lnTo>
                  <a:close/>
                </a:path>
                <a:path w="2184400" h="4994275">
                  <a:moveTo>
                    <a:pt x="448056" y="2374392"/>
                  </a:moveTo>
                  <a:lnTo>
                    <a:pt x="445008" y="2371344"/>
                  </a:lnTo>
                  <a:lnTo>
                    <a:pt x="437388" y="2371344"/>
                  </a:lnTo>
                  <a:lnTo>
                    <a:pt x="434340" y="2374392"/>
                  </a:lnTo>
                  <a:lnTo>
                    <a:pt x="434340" y="2423160"/>
                  </a:lnTo>
                  <a:lnTo>
                    <a:pt x="437388" y="2426208"/>
                  </a:lnTo>
                  <a:lnTo>
                    <a:pt x="445008" y="2426208"/>
                  </a:lnTo>
                  <a:lnTo>
                    <a:pt x="448056" y="2423160"/>
                  </a:lnTo>
                  <a:lnTo>
                    <a:pt x="448056" y="2374392"/>
                  </a:lnTo>
                  <a:close/>
                </a:path>
                <a:path w="2184400" h="4994275">
                  <a:moveTo>
                    <a:pt x="448056" y="2292096"/>
                  </a:moveTo>
                  <a:lnTo>
                    <a:pt x="445008" y="2289048"/>
                  </a:lnTo>
                  <a:lnTo>
                    <a:pt x="437388" y="2289048"/>
                  </a:lnTo>
                  <a:lnTo>
                    <a:pt x="434340" y="2292096"/>
                  </a:lnTo>
                  <a:lnTo>
                    <a:pt x="434340" y="2340864"/>
                  </a:lnTo>
                  <a:lnTo>
                    <a:pt x="437388" y="2343912"/>
                  </a:lnTo>
                  <a:lnTo>
                    <a:pt x="445008" y="2343912"/>
                  </a:lnTo>
                  <a:lnTo>
                    <a:pt x="448056" y="2340864"/>
                  </a:lnTo>
                  <a:lnTo>
                    <a:pt x="448056" y="2292096"/>
                  </a:lnTo>
                  <a:close/>
                </a:path>
                <a:path w="2184400" h="4994275">
                  <a:moveTo>
                    <a:pt x="448056" y="2209800"/>
                  </a:moveTo>
                  <a:lnTo>
                    <a:pt x="445008" y="2205228"/>
                  </a:lnTo>
                  <a:lnTo>
                    <a:pt x="437388" y="2205228"/>
                  </a:lnTo>
                  <a:lnTo>
                    <a:pt x="434340" y="2209800"/>
                  </a:lnTo>
                  <a:lnTo>
                    <a:pt x="434340" y="2258568"/>
                  </a:lnTo>
                  <a:lnTo>
                    <a:pt x="437388" y="2261616"/>
                  </a:lnTo>
                  <a:lnTo>
                    <a:pt x="445008" y="2261616"/>
                  </a:lnTo>
                  <a:lnTo>
                    <a:pt x="448056" y="2258568"/>
                  </a:lnTo>
                  <a:lnTo>
                    <a:pt x="448056" y="2209800"/>
                  </a:lnTo>
                  <a:close/>
                </a:path>
                <a:path w="2184400" h="4994275">
                  <a:moveTo>
                    <a:pt x="448056" y="2125980"/>
                  </a:moveTo>
                  <a:lnTo>
                    <a:pt x="445008" y="2122932"/>
                  </a:lnTo>
                  <a:lnTo>
                    <a:pt x="437388" y="2122932"/>
                  </a:lnTo>
                  <a:lnTo>
                    <a:pt x="434340" y="2125980"/>
                  </a:lnTo>
                  <a:lnTo>
                    <a:pt x="434340" y="2174748"/>
                  </a:lnTo>
                  <a:lnTo>
                    <a:pt x="437388" y="2177796"/>
                  </a:lnTo>
                  <a:lnTo>
                    <a:pt x="445008" y="2177796"/>
                  </a:lnTo>
                  <a:lnTo>
                    <a:pt x="448056" y="2174748"/>
                  </a:lnTo>
                  <a:lnTo>
                    <a:pt x="448056" y="2125980"/>
                  </a:lnTo>
                  <a:close/>
                </a:path>
                <a:path w="2184400" h="4994275">
                  <a:moveTo>
                    <a:pt x="448056" y="2043684"/>
                  </a:moveTo>
                  <a:lnTo>
                    <a:pt x="445008" y="2040636"/>
                  </a:lnTo>
                  <a:lnTo>
                    <a:pt x="437388" y="2040636"/>
                  </a:lnTo>
                  <a:lnTo>
                    <a:pt x="434340" y="2043684"/>
                  </a:lnTo>
                  <a:lnTo>
                    <a:pt x="434340" y="2092452"/>
                  </a:lnTo>
                  <a:lnTo>
                    <a:pt x="437388" y="2095500"/>
                  </a:lnTo>
                  <a:lnTo>
                    <a:pt x="445008" y="2095500"/>
                  </a:lnTo>
                  <a:lnTo>
                    <a:pt x="448056" y="2092452"/>
                  </a:lnTo>
                  <a:lnTo>
                    <a:pt x="448056" y="2043684"/>
                  </a:lnTo>
                  <a:close/>
                </a:path>
                <a:path w="2184400" h="4994275">
                  <a:moveTo>
                    <a:pt x="448056" y="1961388"/>
                  </a:moveTo>
                  <a:lnTo>
                    <a:pt x="445008" y="1956816"/>
                  </a:lnTo>
                  <a:lnTo>
                    <a:pt x="437388" y="1956816"/>
                  </a:lnTo>
                  <a:lnTo>
                    <a:pt x="434340" y="1961388"/>
                  </a:lnTo>
                  <a:lnTo>
                    <a:pt x="434340" y="2010156"/>
                  </a:lnTo>
                  <a:lnTo>
                    <a:pt x="437388" y="2013204"/>
                  </a:lnTo>
                  <a:lnTo>
                    <a:pt x="445008" y="2013204"/>
                  </a:lnTo>
                  <a:lnTo>
                    <a:pt x="448056" y="2010156"/>
                  </a:lnTo>
                  <a:lnTo>
                    <a:pt x="448056" y="1961388"/>
                  </a:lnTo>
                  <a:close/>
                </a:path>
                <a:path w="2184400" h="4994275">
                  <a:moveTo>
                    <a:pt x="448056" y="1877568"/>
                  </a:moveTo>
                  <a:lnTo>
                    <a:pt x="445008" y="1874520"/>
                  </a:lnTo>
                  <a:lnTo>
                    <a:pt x="437388" y="1874520"/>
                  </a:lnTo>
                  <a:lnTo>
                    <a:pt x="434340" y="1877568"/>
                  </a:lnTo>
                  <a:lnTo>
                    <a:pt x="434340" y="1926336"/>
                  </a:lnTo>
                  <a:lnTo>
                    <a:pt x="437388" y="1929384"/>
                  </a:lnTo>
                  <a:lnTo>
                    <a:pt x="445008" y="1929384"/>
                  </a:lnTo>
                  <a:lnTo>
                    <a:pt x="448056" y="1926336"/>
                  </a:lnTo>
                  <a:lnTo>
                    <a:pt x="448056" y="1877568"/>
                  </a:lnTo>
                  <a:close/>
                </a:path>
                <a:path w="2184400" h="4994275">
                  <a:moveTo>
                    <a:pt x="448056" y="1795272"/>
                  </a:moveTo>
                  <a:lnTo>
                    <a:pt x="445008" y="1792224"/>
                  </a:lnTo>
                  <a:lnTo>
                    <a:pt x="437388" y="1792224"/>
                  </a:lnTo>
                  <a:lnTo>
                    <a:pt x="434340" y="1795272"/>
                  </a:lnTo>
                  <a:lnTo>
                    <a:pt x="434340" y="1844040"/>
                  </a:lnTo>
                  <a:lnTo>
                    <a:pt x="437388" y="1847088"/>
                  </a:lnTo>
                  <a:lnTo>
                    <a:pt x="445008" y="1847088"/>
                  </a:lnTo>
                  <a:lnTo>
                    <a:pt x="448056" y="1844040"/>
                  </a:lnTo>
                  <a:lnTo>
                    <a:pt x="448056" y="1795272"/>
                  </a:lnTo>
                  <a:close/>
                </a:path>
                <a:path w="2184400" h="4994275">
                  <a:moveTo>
                    <a:pt x="448056" y="1712976"/>
                  </a:moveTo>
                  <a:lnTo>
                    <a:pt x="445008" y="1709928"/>
                  </a:lnTo>
                  <a:lnTo>
                    <a:pt x="437388" y="1709928"/>
                  </a:lnTo>
                  <a:lnTo>
                    <a:pt x="434340" y="1712976"/>
                  </a:lnTo>
                  <a:lnTo>
                    <a:pt x="434340" y="1761744"/>
                  </a:lnTo>
                  <a:lnTo>
                    <a:pt x="437388" y="1764792"/>
                  </a:lnTo>
                  <a:lnTo>
                    <a:pt x="445008" y="1764792"/>
                  </a:lnTo>
                  <a:lnTo>
                    <a:pt x="448056" y="1761744"/>
                  </a:lnTo>
                  <a:lnTo>
                    <a:pt x="448056" y="1712976"/>
                  </a:lnTo>
                  <a:close/>
                </a:path>
                <a:path w="2184400" h="4994275">
                  <a:moveTo>
                    <a:pt x="448056" y="1629156"/>
                  </a:moveTo>
                  <a:lnTo>
                    <a:pt x="445008" y="1626108"/>
                  </a:lnTo>
                  <a:lnTo>
                    <a:pt x="437388" y="1626108"/>
                  </a:lnTo>
                  <a:lnTo>
                    <a:pt x="434340" y="1629156"/>
                  </a:lnTo>
                  <a:lnTo>
                    <a:pt x="434340" y="1677924"/>
                  </a:lnTo>
                  <a:lnTo>
                    <a:pt x="437388" y="1680972"/>
                  </a:lnTo>
                  <a:lnTo>
                    <a:pt x="445008" y="1680972"/>
                  </a:lnTo>
                  <a:lnTo>
                    <a:pt x="448056" y="1677924"/>
                  </a:lnTo>
                  <a:lnTo>
                    <a:pt x="448056" y="1629156"/>
                  </a:lnTo>
                  <a:close/>
                </a:path>
                <a:path w="2184400" h="4994275">
                  <a:moveTo>
                    <a:pt x="448056" y="1546860"/>
                  </a:moveTo>
                  <a:lnTo>
                    <a:pt x="445008" y="1543812"/>
                  </a:lnTo>
                  <a:lnTo>
                    <a:pt x="437388" y="1543812"/>
                  </a:lnTo>
                  <a:lnTo>
                    <a:pt x="434340" y="1546860"/>
                  </a:lnTo>
                  <a:lnTo>
                    <a:pt x="434340" y="1595628"/>
                  </a:lnTo>
                  <a:lnTo>
                    <a:pt x="437388" y="1598676"/>
                  </a:lnTo>
                  <a:lnTo>
                    <a:pt x="445008" y="1598676"/>
                  </a:lnTo>
                  <a:lnTo>
                    <a:pt x="448056" y="1595628"/>
                  </a:lnTo>
                  <a:lnTo>
                    <a:pt x="448056" y="1546860"/>
                  </a:lnTo>
                  <a:close/>
                </a:path>
                <a:path w="2184400" h="4994275">
                  <a:moveTo>
                    <a:pt x="448056" y="1464564"/>
                  </a:moveTo>
                  <a:lnTo>
                    <a:pt x="445008" y="1461516"/>
                  </a:lnTo>
                  <a:lnTo>
                    <a:pt x="437388" y="1461516"/>
                  </a:lnTo>
                  <a:lnTo>
                    <a:pt x="434340" y="1464564"/>
                  </a:lnTo>
                  <a:lnTo>
                    <a:pt x="434340" y="1513332"/>
                  </a:lnTo>
                  <a:lnTo>
                    <a:pt x="437388" y="1516380"/>
                  </a:lnTo>
                  <a:lnTo>
                    <a:pt x="445008" y="1516380"/>
                  </a:lnTo>
                  <a:lnTo>
                    <a:pt x="448056" y="1513332"/>
                  </a:lnTo>
                  <a:lnTo>
                    <a:pt x="448056" y="1464564"/>
                  </a:lnTo>
                  <a:close/>
                </a:path>
                <a:path w="2184400" h="4994275">
                  <a:moveTo>
                    <a:pt x="448056" y="1380744"/>
                  </a:moveTo>
                  <a:lnTo>
                    <a:pt x="445008" y="1377696"/>
                  </a:lnTo>
                  <a:lnTo>
                    <a:pt x="437388" y="1377696"/>
                  </a:lnTo>
                  <a:lnTo>
                    <a:pt x="434340" y="1380744"/>
                  </a:lnTo>
                  <a:lnTo>
                    <a:pt x="434340" y="1429512"/>
                  </a:lnTo>
                  <a:lnTo>
                    <a:pt x="437388" y="1432560"/>
                  </a:lnTo>
                  <a:lnTo>
                    <a:pt x="445008" y="1432560"/>
                  </a:lnTo>
                  <a:lnTo>
                    <a:pt x="448056" y="1429512"/>
                  </a:lnTo>
                  <a:lnTo>
                    <a:pt x="448056" y="1380744"/>
                  </a:lnTo>
                  <a:close/>
                </a:path>
                <a:path w="2184400" h="4994275">
                  <a:moveTo>
                    <a:pt x="448056" y="1298448"/>
                  </a:moveTo>
                  <a:lnTo>
                    <a:pt x="445008" y="1295400"/>
                  </a:lnTo>
                  <a:lnTo>
                    <a:pt x="437388" y="1295400"/>
                  </a:lnTo>
                  <a:lnTo>
                    <a:pt x="434340" y="1298448"/>
                  </a:lnTo>
                  <a:lnTo>
                    <a:pt x="434340" y="1347216"/>
                  </a:lnTo>
                  <a:lnTo>
                    <a:pt x="437388" y="1350264"/>
                  </a:lnTo>
                  <a:lnTo>
                    <a:pt x="445008" y="1350264"/>
                  </a:lnTo>
                  <a:lnTo>
                    <a:pt x="448056" y="1347216"/>
                  </a:lnTo>
                  <a:lnTo>
                    <a:pt x="448056" y="1298448"/>
                  </a:lnTo>
                  <a:close/>
                </a:path>
                <a:path w="2184400" h="4994275">
                  <a:moveTo>
                    <a:pt x="448056" y="1216152"/>
                  </a:moveTo>
                  <a:lnTo>
                    <a:pt x="445008" y="1213104"/>
                  </a:lnTo>
                  <a:lnTo>
                    <a:pt x="437388" y="1213104"/>
                  </a:lnTo>
                  <a:lnTo>
                    <a:pt x="434340" y="1216152"/>
                  </a:lnTo>
                  <a:lnTo>
                    <a:pt x="434340" y="1264920"/>
                  </a:lnTo>
                  <a:lnTo>
                    <a:pt x="437388" y="1267968"/>
                  </a:lnTo>
                  <a:lnTo>
                    <a:pt x="445008" y="1267968"/>
                  </a:lnTo>
                  <a:lnTo>
                    <a:pt x="448056" y="1264920"/>
                  </a:lnTo>
                  <a:lnTo>
                    <a:pt x="448056" y="1216152"/>
                  </a:lnTo>
                  <a:close/>
                </a:path>
                <a:path w="2184400" h="4994275">
                  <a:moveTo>
                    <a:pt x="448056" y="1132332"/>
                  </a:moveTo>
                  <a:lnTo>
                    <a:pt x="445008" y="1129284"/>
                  </a:lnTo>
                  <a:lnTo>
                    <a:pt x="437388" y="1129284"/>
                  </a:lnTo>
                  <a:lnTo>
                    <a:pt x="434340" y="1132332"/>
                  </a:lnTo>
                  <a:lnTo>
                    <a:pt x="434340" y="1181100"/>
                  </a:lnTo>
                  <a:lnTo>
                    <a:pt x="437388" y="1184148"/>
                  </a:lnTo>
                  <a:lnTo>
                    <a:pt x="445008" y="1184148"/>
                  </a:lnTo>
                  <a:lnTo>
                    <a:pt x="448056" y="1181100"/>
                  </a:lnTo>
                  <a:lnTo>
                    <a:pt x="448056" y="1132332"/>
                  </a:lnTo>
                  <a:close/>
                </a:path>
                <a:path w="2184400" h="4994275">
                  <a:moveTo>
                    <a:pt x="448056" y="1050036"/>
                  </a:moveTo>
                  <a:lnTo>
                    <a:pt x="445008" y="1046988"/>
                  </a:lnTo>
                  <a:lnTo>
                    <a:pt x="437388" y="1046988"/>
                  </a:lnTo>
                  <a:lnTo>
                    <a:pt x="434340" y="1050036"/>
                  </a:lnTo>
                  <a:lnTo>
                    <a:pt x="434340" y="1098804"/>
                  </a:lnTo>
                  <a:lnTo>
                    <a:pt x="437388" y="1101852"/>
                  </a:lnTo>
                  <a:lnTo>
                    <a:pt x="445008" y="1101852"/>
                  </a:lnTo>
                  <a:lnTo>
                    <a:pt x="448056" y="1098804"/>
                  </a:lnTo>
                  <a:lnTo>
                    <a:pt x="448056" y="1050036"/>
                  </a:lnTo>
                  <a:close/>
                </a:path>
                <a:path w="2184400" h="4994275">
                  <a:moveTo>
                    <a:pt x="448056" y="967740"/>
                  </a:moveTo>
                  <a:lnTo>
                    <a:pt x="445008" y="964692"/>
                  </a:lnTo>
                  <a:lnTo>
                    <a:pt x="437388" y="964692"/>
                  </a:lnTo>
                  <a:lnTo>
                    <a:pt x="434340" y="967740"/>
                  </a:lnTo>
                  <a:lnTo>
                    <a:pt x="434340" y="1016508"/>
                  </a:lnTo>
                  <a:lnTo>
                    <a:pt x="437388" y="1019556"/>
                  </a:lnTo>
                  <a:lnTo>
                    <a:pt x="445008" y="1019556"/>
                  </a:lnTo>
                  <a:lnTo>
                    <a:pt x="448056" y="1016508"/>
                  </a:lnTo>
                  <a:lnTo>
                    <a:pt x="448056" y="967740"/>
                  </a:lnTo>
                  <a:close/>
                </a:path>
                <a:path w="2184400" h="4994275">
                  <a:moveTo>
                    <a:pt x="448056" y="883920"/>
                  </a:moveTo>
                  <a:lnTo>
                    <a:pt x="445008" y="880872"/>
                  </a:lnTo>
                  <a:lnTo>
                    <a:pt x="437388" y="880872"/>
                  </a:lnTo>
                  <a:lnTo>
                    <a:pt x="434340" y="883920"/>
                  </a:lnTo>
                  <a:lnTo>
                    <a:pt x="434340" y="932688"/>
                  </a:lnTo>
                  <a:lnTo>
                    <a:pt x="437388" y="935736"/>
                  </a:lnTo>
                  <a:lnTo>
                    <a:pt x="445008" y="935736"/>
                  </a:lnTo>
                  <a:lnTo>
                    <a:pt x="448056" y="932688"/>
                  </a:lnTo>
                  <a:lnTo>
                    <a:pt x="448056" y="883920"/>
                  </a:lnTo>
                  <a:close/>
                </a:path>
                <a:path w="2184400" h="4994275">
                  <a:moveTo>
                    <a:pt x="448056" y="801624"/>
                  </a:moveTo>
                  <a:lnTo>
                    <a:pt x="445008" y="798576"/>
                  </a:lnTo>
                  <a:lnTo>
                    <a:pt x="437388" y="798576"/>
                  </a:lnTo>
                  <a:lnTo>
                    <a:pt x="434340" y="801624"/>
                  </a:lnTo>
                  <a:lnTo>
                    <a:pt x="434340" y="850392"/>
                  </a:lnTo>
                  <a:lnTo>
                    <a:pt x="437388" y="853440"/>
                  </a:lnTo>
                  <a:lnTo>
                    <a:pt x="445008" y="853440"/>
                  </a:lnTo>
                  <a:lnTo>
                    <a:pt x="448056" y="850392"/>
                  </a:lnTo>
                  <a:lnTo>
                    <a:pt x="448056" y="801624"/>
                  </a:lnTo>
                  <a:close/>
                </a:path>
                <a:path w="2184400" h="4994275">
                  <a:moveTo>
                    <a:pt x="448056" y="719328"/>
                  </a:moveTo>
                  <a:lnTo>
                    <a:pt x="445008" y="716280"/>
                  </a:lnTo>
                  <a:lnTo>
                    <a:pt x="437388" y="716280"/>
                  </a:lnTo>
                  <a:lnTo>
                    <a:pt x="434340" y="719328"/>
                  </a:lnTo>
                  <a:lnTo>
                    <a:pt x="434340" y="768096"/>
                  </a:lnTo>
                  <a:lnTo>
                    <a:pt x="437388" y="771144"/>
                  </a:lnTo>
                  <a:lnTo>
                    <a:pt x="445008" y="771144"/>
                  </a:lnTo>
                  <a:lnTo>
                    <a:pt x="448056" y="768096"/>
                  </a:lnTo>
                  <a:lnTo>
                    <a:pt x="448056" y="719328"/>
                  </a:lnTo>
                  <a:close/>
                </a:path>
                <a:path w="2184400" h="4994275">
                  <a:moveTo>
                    <a:pt x="448056" y="635508"/>
                  </a:moveTo>
                  <a:lnTo>
                    <a:pt x="445008" y="632460"/>
                  </a:lnTo>
                  <a:lnTo>
                    <a:pt x="437388" y="632460"/>
                  </a:lnTo>
                  <a:lnTo>
                    <a:pt x="434340" y="635508"/>
                  </a:lnTo>
                  <a:lnTo>
                    <a:pt x="434340" y="684276"/>
                  </a:lnTo>
                  <a:lnTo>
                    <a:pt x="437388" y="687324"/>
                  </a:lnTo>
                  <a:lnTo>
                    <a:pt x="445008" y="687324"/>
                  </a:lnTo>
                  <a:lnTo>
                    <a:pt x="448056" y="684276"/>
                  </a:lnTo>
                  <a:lnTo>
                    <a:pt x="448056" y="635508"/>
                  </a:lnTo>
                  <a:close/>
                </a:path>
                <a:path w="2184400" h="4994275">
                  <a:moveTo>
                    <a:pt x="448056" y="553212"/>
                  </a:moveTo>
                  <a:lnTo>
                    <a:pt x="445008" y="550164"/>
                  </a:lnTo>
                  <a:lnTo>
                    <a:pt x="437388" y="550164"/>
                  </a:lnTo>
                  <a:lnTo>
                    <a:pt x="434340" y="553212"/>
                  </a:lnTo>
                  <a:lnTo>
                    <a:pt x="434340" y="601980"/>
                  </a:lnTo>
                  <a:lnTo>
                    <a:pt x="437388" y="605028"/>
                  </a:lnTo>
                  <a:lnTo>
                    <a:pt x="445008" y="605028"/>
                  </a:lnTo>
                  <a:lnTo>
                    <a:pt x="448056" y="601980"/>
                  </a:lnTo>
                  <a:lnTo>
                    <a:pt x="448056" y="553212"/>
                  </a:lnTo>
                  <a:close/>
                </a:path>
                <a:path w="2184400" h="4994275">
                  <a:moveTo>
                    <a:pt x="448056" y="470916"/>
                  </a:moveTo>
                  <a:lnTo>
                    <a:pt x="445008" y="467868"/>
                  </a:lnTo>
                  <a:lnTo>
                    <a:pt x="437388" y="467868"/>
                  </a:lnTo>
                  <a:lnTo>
                    <a:pt x="434340" y="470916"/>
                  </a:lnTo>
                  <a:lnTo>
                    <a:pt x="434340" y="519684"/>
                  </a:lnTo>
                  <a:lnTo>
                    <a:pt x="437388" y="522732"/>
                  </a:lnTo>
                  <a:lnTo>
                    <a:pt x="445008" y="522732"/>
                  </a:lnTo>
                  <a:lnTo>
                    <a:pt x="448056" y="519684"/>
                  </a:lnTo>
                  <a:lnTo>
                    <a:pt x="448056" y="470916"/>
                  </a:lnTo>
                  <a:close/>
                </a:path>
                <a:path w="2184400" h="4994275">
                  <a:moveTo>
                    <a:pt x="448056" y="387096"/>
                  </a:moveTo>
                  <a:lnTo>
                    <a:pt x="445008" y="384048"/>
                  </a:lnTo>
                  <a:lnTo>
                    <a:pt x="437388" y="384048"/>
                  </a:lnTo>
                  <a:lnTo>
                    <a:pt x="434340" y="387096"/>
                  </a:lnTo>
                  <a:lnTo>
                    <a:pt x="434340" y="435864"/>
                  </a:lnTo>
                  <a:lnTo>
                    <a:pt x="437388" y="438912"/>
                  </a:lnTo>
                  <a:lnTo>
                    <a:pt x="445008" y="438912"/>
                  </a:lnTo>
                  <a:lnTo>
                    <a:pt x="448056" y="435864"/>
                  </a:lnTo>
                  <a:lnTo>
                    <a:pt x="448056" y="387096"/>
                  </a:lnTo>
                  <a:close/>
                </a:path>
                <a:path w="2184400" h="4994275">
                  <a:moveTo>
                    <a:pt x="448056" y="304800"/>
                  </a:moveTo>
                  <a:lnTo>
                    <a:pt x="445008" y="301752"/>
                  </a:lnTo>
                  <a:lnTo>
                    <a:pt x="437388" y="301752"/>
                  </a:lnTo>
                  <a:lnTo>
                    <a:pt x="434340" y="304800"/>
                  </a:lnTo>
                  <a:lnTo>
                    <a:pt x="434340" y="353568"/>
                  </a:lnTo>
                  <a:lnTo>
                    <a:pt x="437388" y="356616"/>
                  </a:lnTo>
                  <a:lnTo>
                    <a:pt x="445008" y="356616"/>
                  </a:lnTo>
                  <a:lnTo>
                    <a:pt x="448056" y="353568"/>
                  </a:lnTo>
                  <a:lnTo>
                    <a:pt x="448056" y="304800"/>
                  </a:lnTo>
                  <a:close/>
                </a:path>
                <a:path w="2184400" h="4994275">
                  <a:moveTo>
                    <a:pt x="448056" y="222504"/>
                  </a:moveTo>
                  <a:lnTo>
                    <a:pt x="445008" y="219456"/>
                  </a:lnTo>
                  <a:lnTo>
                    <a:pt x="437388" y="219456"/>
                  </a:lnTo>
                  <a:lnTo>
                    <a:pt x="434340" y="222504"/>
                  </a:lnTo>
                  <a:lnTo>
                    <a:pt x="434340" y="271272"/>
                  </a:lnTo>
                  <a:lnTo>
                    <a:pt x="437388" y="274320"/>
                  </a:lnTo>
                  <a:lnTo>
                    <a:pt x="445008" y="274320"/>
                  </a:lnTo>
                  <a:lnTo>
                    <a:pt x="448056" y="271272"/>
                  </a:lnTo>
                  <a:lnTo>
                    <a:pt x="448056" y="222504"/>
                  </a:lnTo>
                  <a:close/>
                </a:path>
                <a:path w="2184400" h="4994275">
                  <a:moveTo>
                    <a:pt x="448056" y="138684"/>
                  </a:moveTo>
                  <a:lnTo>
                    <a:pt x="445008" y="135636"/>
                  </a:lnTo>
                  <a:lnTo>
                    <a:pt x="437388" y="135636"/>
                  </a:lnTo>
                  <a:lnTo>
                    <a:pt x="434340" y="138684"/>
                  </a:lnTo>
                  <a:lnTo>
                    <a:pt x="434340" y="187452"/>
                  </a:lnTo>
                  <a:lnTo>
                    <a:pt x="437388" y="192024"/>
                  </a:lnTo>
                  <a:lnTo>
                    <a:pt x="445008" y="192024"/>
                  </a:lnTo>
                  <a:lnTo>
                    <a:pt x="448056" y="187452"/>
                  </a:lnTo>
                  <a:lnTo>
                    <a:pt x="448056" y="138684"/>
                  </a:lnTo>
                  <a:close/>
                </a:path>
                <a:path w="2184400" h="4994275">
                  <a:moveTo>
                    <a:pt x="664464" y="4527804"/>
                  </a:moveTo>
                  <a:lnTo>
                    <a:pt x="661416" y="4524756"/>
                  </a:lnTo>
                  <a:lnTo>
                    <a:pt x="653796" y="4524756"/>
                  </a:lnTo>
                  <a:lnTo>
                    <a:pt x="650748" y="4527804"/>
                  </a:lnTo>
                  <a:lnTo>
                    <a:pt x="650748" y="4576572"/>
                  </a:lnTo>
                  <a:lnTo>
                    <a:pt x="653796" y="4579620"/>
                  </a:lnTo>
                  <a:lnTo>
                    <a:pt x="661416" y="4579620"/>
                  </a:lnTo>
                  <a:lnTo>
                    <a:pt x="664464" y="4576572"/>
                  </a:lnTo>
                  <a:lnTo>
                    <a:pt x="664464" y="4527804"/>
                  </a:lnTo>
                  <a:close/>
                </a:path>
                <a:path w="2184400" h="4994275">
                  <a:moveTo>
                    <a:pt x="664464" y="4443984"/>
                  </a:moveTo>
                  <a:lnTo>
                    <a:pt x="661416" y="4440936"/>
                  </a:lnTo>
                  <a:lnTo>
                    <a:pt x="653796" y="4440936"/>
                  </a:lnTo>
                  <a:lnTo>
                    <a:pt x="650748" y="4443984"/>
                  </a:lnTo>
                  <a:lnTo>
                    <a:pt x="650748" y="4494276"/>
                  </a:lnTo>
                  <a:lnTo>
                    <a:pt x="653796" y="4497324"/>
                  </a:lnTo>
                  <a:lnTo>
                    <a:pt x="661416" y="4497324"/>
                  </a:lnTo>
                  <a:lnTo>
                    <a:pt x="664464" y="4494276"/>
                  </a:lnTo>
                  <a:lnTo>
                    <a:pt x="664464" y="4443984"/>
                  </a:lnTo>
                  <a:close/>
                </a:path>
                <a:path w="2184400" h="4994275">
                  <a:moveTo>
                    <a:pt x="664464" y="4361688"/>
                  </a:moveTo>
                  <a:lnTo>
                    <a:pt x="661416" y="4358640"/>
                  </a:lnTo>
                  <a:lnTo>
                    <a:pt x="653796" y="4358640"/>
                  </a:lnTo>
                  <a:lnTo>
                    <a:pt x="650748" y="4361688"/>
                  </a:lnTo>
                  <a:lnTo>
                    <a:pt x="650748" y="4410456"/>
                  </a:lnTo>
                  <a:lnTo>
                    <a:pt x="653796" y="4413504"/>
                  </a:lnTo>
                  <a:lnTo>
                    <a:pt x="661416" y="4413504"/>
                  </a:lnTo>
                  <a:lnTo>
                    <a:pt x="664464" y="4410456"/>
                  </a:lnTo>
                  <a:lnTo>
                    <a:pt x="664464" y="4361688"/>
                  </a:lnTo>
                  <a:close/>
                </a:path>
                <a:path w="2184400" h="4994275">
                  <a:moveTo>
                    <a:pt x="664464" y="4279392"/>
                  </a:moveTo>
                  <a:lnTo>
                    <a:pt x="661416" y="4276344"/>
                  </a:lnTo>
                  <a:lnTo>
                    <a:pt x="653796" y="4276344"/>
                  </a:lnTo>
                  <a:lnTo>
                    <a:pt x="650748" y="4279392"/>
                  </a:lnTo>
                  <a:lnTo>
                    <a:pt x="650748" y="4328160"/>
                  </a:lnTo>
                  <a:lnTo>
                    <a:pt x="653796" y="4331208"/>
                  </a:lnTo>
                  <a:lnTo>
                    <a:pt x="661416" y="4331208"/>
                  </a:lnTo>
                  <a:lnTo>
                    <a:pt x="664464" y="4328160"/>
                  </a:lnTo>
                  <a:lnTo>
                    <a:pt x="664464" y="4279392"/>
                  </a:lnTo>
                  <a:close/>
                </a:path>
                <a:path w="2184400" h="4994275">
                  <a:moveTo>
                    <a:pt x="664464" y="4195572"/>
                  </a:moveTo>
                  <a:lnTo>
                    <a:pt x="661416" y="4192524"/>
                  </a:lnTo>
                  <a:lnTo>
                    <a:pt x="653796" y="4192524"/>
                  </a:lnTo>
                  <a:lnTo>
                    <a:pt x="650748" y="4195572"/>
                  </a:lnTo>
                  <a:lnTo>
                    <a:pt x="650748" y="4245864"/>
                  </a:lnTo>
                  <a:lnTo>
                    <a:pt x="653796" y="4248912"/>
                  </a:lnTo>
                  <a:lnTo>
                    <a:pt x="661416" y="4248912"/>
                  </a:lnTo>
                  <a:lnTo>
                    <a:pt x="664464" y="4245864"/>
                  </a:lnTo>
                  <a:lnTo>
                    <a:pt x="664464" y="4195572"/>
                  </a:lnTo>
                  <a:close/>
                </a:path>
                <a:path w="2184400" h="4994275">
                  <a:moveTo>
                    <a:pt x="664464" y="4113276"/>
                  </a:moveTo>
                  <a:lnTo>
                    <a:pt x="661416" y="4110228"/>
                  </a:lnTo>
                  <a:lnTo>
                    <a:pt x="653796" y="4110228"/>
                  </a:lnTo>
                  <a:lnTo>
                    <a:pt x="650748" y="4113276"/>
                  </a:lnTo>
                  <a:lnTo>
                    <a:pt x="650748" y="4162044"/>
                  </a:lnTo>
                  <a:lnTo>
                    <a:pt x="653796" y="4165092"/>
                  </a:lnTo>
                  <a:lnTo>
                    <a:pt x="661416" y="4165092"/>
                  </a:lnTo>
                  <a:lnTo>
                    <a:pt x="664464" y="4162044"/>
                  </a:lnTo>
                  <a:lnTo>
                    <a:pt x="664464" y="4113276"/>
                  </a:lnTo>
                  <a:close/>
                </a:path>
                <a:path w="2184400" h="4994275">
                  <a:moveTo>
                    <a:pt x="664464" y="4030980"/>
                  </a:moveTo>
                  <a:lnTo>
                    <a:pt x="661416" y="4027932"/>
                  </a:lnTo>
                  <a:lnTo>
                    <a:pt x="653796" y="4027932"/>
                  </a:lnTo>
                  <a:lnTo>
                    <a:pt x="650748" y="4030980"/>
                  </a:lnTo>
                  <a:lnTo>
                    <a:pt x="650748" y="4079748"/>
                  </a:lnTo>
                  <a:lnTo>
                    <a:pt x="653796" y="4082796"/>
                  </a:lnTo>
                  <a:lnTo>
                    <a:pt x="661416" y="4082796"/>
                  </a:lnTo>
                  <a:lnTo>
                    <a:pt x="664464" y="4079748"/>
                  </a:lnTo>
                  <a:lnTo>
                    <a:pt x="664464" y="4030980"/>
                  </a:lnTo>
                  <a:close/>
                </a:path>
                <a:path w="2184400" h="4994275">
                  <a:moveTo>
                    <a:pt x="664464" y="3947160"/>
                  </a:moveTo>
                  <a:lnTo>
                    <a:pt x="661416" y="3944112"/>
                  </a:lnTo>
                  <a:lnTo>
                    <a:pt x="653796" y="3944112"/>
                  </a:lnTo>
                  <a:lnTo>
                    <a:pt x="650748" y="3947160"/>
                  </a:lnTo>
                  <a:lnTo>
                    <a:pt x="650748" y="3997452"/>
                  </a:lnTo>
                  <a:lnTo>
                    <a:pt x="653796" y="4000500"/>
                  </a:lnTo>
                  <a:lnTo>
                    <a:pt x="661416" y="4000500"/>
                  </a:lnTo>
                  <a:lnTo>
                    <a:pt x="664464" y="3997452"/>
                  </a:lnTo>
                  <a:lnTo>
                    <a:pt x="664464" y="3947160"/>
                  </a:lnTo>
                  <a:close/>
                </a:path>
                <a:path w="2184400" h="4994275">
                  <a:moveTo>
                    <a:pt x="664464" y="3864864"/>
                  </a:moveTo>
                  <a:lnTo>
                    <a:pt x="661416" y="3861816"/>
                  </a:lnTo>
                  <a:lnTo>
                    <a:pt x="653796" y="3861816"/>
                  </a:lnTo>
                  <a:lnTo>
                    <a:pt x="650748" y="3864864"/>
                  </a:lnTo>
                  <a:lnTo>
                    <a:pt x="650748" y="3913632"/>
                  </a:lnTo>
                  <a:lnTo>
                    <a:pt x="653796" y="3916680"/>
                  </a:lnTo>
                  <a:lnTo>
                    <a:pt x="661416" y="3916680"/>
                  </a:lnTo>
                  <a:lnTo>
                    <a:pt x="664464" y="3913632"/>
                  </a:lnTo>
                  <a:lnTo>
                    <a:pt x="664464" y="3864864"/>
                  </a:lnTo>
                  <a:close/>
                </a:path>
                <a:path w="2184400" h="4994275">
                  <a:moveTo>
                    <a:pt x="664464" y="3782568"/>
                  </a:moveTo>
                  <a:lnTo>
                    <a:pt x="661416" y="3779520"/>
                  </a:lnTo>
                  <a:lnTo>
                    <a:pt x="653796" y="3779520"/>
                  </a:lnTo>
                  <a:lnTo>
                    <a:pt x="650748" y="3782568"/>
                  </a:lnTo>
                  <a:lnTo>
                    <a:pt x="650748" y="3831336"/>
                  </a:lnTo>
                  <a:lnTo>
                    <a:pt x="653796" y="3834384"/>
                  </a:lnTo>
                  <a:lnTo>
                    <a:pt x="661416" y="3834384"/>
                  </a:lnTo>
                  <a:lnTo>
                    <a:pt x="664464" y="3831336"/>
                  </a:lnTo>
                  <a:lnTo>
                    <a:pt x="664464" y="3782568"/>
                  </a:lnTo>
                  <a:close/>
                </a:path>
                <a:path w="2184400" h="4994275">
                  <a:moveTo>
                    <a:pt x="664464" y="3698748"/>
                  </a:moveTo>
                  <a:lnTo>
                    <a:pt x="661416" y="3695700"/>
                  </a:lnTo>
                  <a:lnTo>
                    <a:pt x="653796" y="3695700"/>
                  </a:lnTo>
                  <a:lnTo>
                    <a:pt x="650748" y="3698748"/>
                  </a:lnTo>
                  <a:lnTo>
                    <a:pt x="650748" y="3749040"/>
                  </a:lnTo>
                  <a:lnTo>
                    <a:pt x="653796" y="3752088"/>
                  </a:lnTo>
                  <a:lnTo>
                    <a:pt x="661416" y="3752088"/>
                  </a:lnTo>
                  <a:lnTo>
                    <a:pt x="664464" y="3749040"/>
                  </a:lnTo>
                  <a:lnTo>
                    <a:pt x="664464" y="3698748"/>
                  </a:lnTo>
                  <a:close/>
                </a:path>
                <a:path w="2184400" h="4994275">
                  <a:moveTo>
                    <a:pt x="664464" y="3616452"/>
                  </a:moveTo>
                  <a:lnTo>
                    <a:pt x="661416" y="3613404"/>
                  </a:lnTo>
                  <a:lnTo>
                    <a:pt x="653796" y="3613404"/>
                  </a:lnTo>
                  <a:lnTo>
                    <a:pt x="650748" y="3616452"/>
                  </a:lnTo>
                  <a:lnTo>
                    <a:pt x="650748" y="3665220"/>
                  </a:lnTo>
                  <a:lnTo>
                    <a:pt x="653796" y="3668268"/>
                  </a:lnTo>
                  <a:lnTo>
                    <a:pt x="661416" y="3668268"/>
                  </a:lnTo>
                  <a:lnTo>
                    <a:pt x="664464" y="3665220"/>
                  </a:lnTo>
                  <a:lnTo>
                    <a:pt x="664464" y="3616452"/>
                  </a:lnTo>
                  <a:close/>
                </a:path>
                <a:path w="2184400" h="4994275">
                  <a:moveTo>
                    <a:pt x="664464" y="3534156"/>
                  </a:moveTo>
                  <a:lnTo>
                    <a:pt x="661416" y="3531108"/>
                  </a:lnTo>
                  <a:lnTo>
                    <a:pt x="653796" y="3531108"/>
                  </a:lnTo>
                  <a:lnTo>
                    <a:pt x="650748" y="3534156"/>
                  </a:lnTo>
                  <a:lnTo>
                    <a:pt x="650748" y="3582924"/>
                  </a:lnTo>
                  <a:lnTo>
                    <a:pt x="653796" y="3585972"/>
                  </a:lnTo>
                  <a:lnTo>
                    <a:pt x="661416" y="3585972"/>
                  </a:lnTo>
                  <a:lnTo>
                    <a:pt x="664464" y="3582924"/>
                  </a:lnTo>
                  <a:lnTo>
                    <a:pt x="664464" y="3534156"/>
                  </a:lnTo>
                  <a:close/>
                </a:path>
                <a:path w="2184400" h="4994275">
                  <a:moveTo>
                    <a:pt x="664464" y="3450336"/>
                  </a:moveTo>
                  <a:lnTo>
                    <a:pt x="661416" y="3447288"/>
                  </a:lnTo>
                  <a:lnTo>
                    <a:pt x="653796" y="3447288"/>
                  </a:lnTo>
                  <a:lnTo>
                    <a:pt x="650748" y="3450336"/>
                  </a:lnTo>
                  <a:lnTo>
                    <a:pt x="650748" y="3500628"/>
                  </a:lnTo>
                  <a:lnTo>
                    <a:pt x="653796" y="3503676"/>
                  </a:lnTo>
                  <a:lnTo>
                    <a:pt x="661416" y="3503676"/>
                  </a:lnTo>
                  <a:lnTo>
                    <a:pt x="664464" y="3500628"/>
                  </a:lnTo>
                  <a:lnTo>
                    <a:pt x="664464" y="3450336"/>
                  </a:lnTo>
                  <a:close/>
                </a:path>
                <a:path w="2184400" h="4994275">
                  <a:moveTo>
                    <a:pt x="664464" y="3368040"/>
                  </a:moveTo>
                  <a:lnTo>
                    <a:pt x="661416" y="3364992"/>
                  </a:lnTo>
                  <a:lnTo>
                    <a:pt x="653796" y="3364992"/>
                  </a:lnTo>
                  <a:lnTo>
                    <a:pt x="650748" y="3368040"/>
                  </a:lnTo>
                  <a:lnTo>
                    <a:pt x="650748" y="3416808"/>
                  </a:lnTo>
                  <a:lnTo>
                    <a:pt x="653796" y="3419856"/>
                  </a:lnTo>
                  <a:lnTo>
                    <a:pt x="661416" y="3419856"/>
                  </a:lnTo>
                  <a:lnTo>
                    <a:pt x="664464" y="3416808"/>
                  </a:lnTo>
                  <a:lnTo>
                    <a:pt x="664464" y="3368040"/>
                  </a:lnTo>
                  <a:close/>
                </a:path>
                <a:path w="2184400" h="4994275">
                  <a:moveTo>
                    <a:pt x="664464" y="3285744"/>
                  </a:moveTo>
                  <a:lnTo>
                    <a:pt x="661416" y="3282696"/>
                  </a:lnTo>
                  <a:lnTo>
                    <a:pt x="653796" y="3282696"/>
                  </a:lnTo>
                  <a:lnTo>
                    <a:pt x="650748" y="3285744"/>
                  </a:lnTo>
                  <a:lnTo>
                    <a:pt x="650748" y="3334512"/>
                  </a:lnTo>
                  <a:lnTo>
                    <a:pt x="653796" y="3337560"/>
                  </a:lnTo>
                  <a:lnTo>
                    <a:pt x="661416" y="3337560"/>
                  </a:lnTo>
                  <a:lnTo>
                    <a:pt x="664464" y="3334512"/>
                  </a:lnTo>
                  <a:lnTo>
                    <a:pt x="664464" y="3285744"/>
                  </a:lnTo>
                  <a:close/>
                </a:path>
                <a:path w="2184400" h="4994275">
                  <a:moveTo>
                    <a:pt x="664464" y="3201924"/>
                  </a:moveTo>
                  <a:lnTo>
                    <a:pt x="661416" y="3198876"/>
                  </a:lnTo>
                  <a:lnTo>
                    <a:pt x="653796" y="3198876"/>
                  </a:lnTo>
                  <a:lnTo>
                    <a:pt x="650748" y="3201924"/>
                  </a:lnTo>
                  <a:lnTo>
                    <a:pt x="650748" y="3252216"/>
                  </a:lnTo>
                  <a:lnTo>
                    <a:pt x="653796" y="3255264"/>
                  </a:lnTo>
                  <a:lnTo>
                    <a:pt x="661416" y="3255264"/>
                  </a:lnTo>
                  <a:lnTo>
                    <a:pt x="664464" y="3252216"/>
                  </a:lnTo>
                  <a:lnTo>
                    <a:pt x="664464" y="3201924"/>
                  </a:lnTo>
                  <a:close/>
                </a:path>
                <a:path w="2184400" h="4994275">
                  <a:moveTo>
                    <a:pt x="664464" y="3119628"/>
                  </a:moveTo>
                  <a:lnTo>
                    <a:pt x="661416" y="3116580"/>
                  </a:lnTo>
                  <a:lnTo>
                    <a:pt x="653796" y="3116580"/>
                  </a:lnTo>
                  <a:lnTo>
                    <a:pt x="650748" y="3119628"/>
                  </a:lnTo>
                  <a:lnTo>
                    <a:pt x="650748" y="3168396"/>
                  </a:lnTo>
                  <a:lnTo>
                    <a:pt x="653796" y="3171444"/>
                  </a:lnTo>
                  <a:lnTo>
                    <a:pt x="661416" y="3171444"/>
                  </a:lnTo>
                  <a:lnTo>
                    <a:pt x="664464" y="3168396"/>
                  </a:lnTo>
                  <a:lnTo>
                    <a:pt x="664464" y="3119628"/>
                  </a:lnTo>
                  <a:close/>
                </a:path>
                <a:path w="2184400" h="4994275">
                  <a:moveTo>
                    <a:pt x="664464" y="3037332"/>
                  </a:moveTo>
                  <a:lnTo>
                    <a:pt x="661416" y="3034284"/>
                  </a:lnTo>
                  <a:lnTo>
                    <a:pt x="653796" y="3034284"/>
                  </a:lnTo>
                  <a:lnTo>
                    <a:pt x="650748" y="3037332"/>
                  </a:lnTo>
                  <a:lnTo>
                    <a:pt x="650748" y="3086100"/>
                  </a:lnTo>
                  <a:lnTo>
                    <a:pt x="653796" y="3089148"/>
                  </a:lnTo>
                  <a:lnTo>
                    <a:pt x="661416" y="3089148"/>
                  </a:lnTo>
                  <a:lnTo>
                    <a:pt x="664464" y="3086100"/>
                  </a:lnTo>
                  <a:lnTo>
                    <a:pt x="664464" y="3037332"/>
                  </a:lnTo>
                  <a:close/>
                </a:path>
                <a:path w="2184400" h="4994275">
                  <a:moveTo>
                    <a:pt x="664464" y="2953512"/>
                  </a:moveTo>
                  <a:lnTo>
                    <a:pt x="661416" y="2950464"/>
                  </a:lnTo>
                  <a:lnTo>
                    <a:pt x="653796" y="2950464"/>
                  </a:lnTo>
                  <a:lnTo>
                    <a:pt x="650748" y="2953512"/>
                  </a:lnTo>
                  <a:lnTo>
                    <a:pt x="650748" y="3003804"/>
                  </a:lnTo>
                  <a:lnTo>
                    <a:pt x="653796" y="3006852"/>
                  </a:lnTo>
                  <a:lnTo>
                    <a:pt x="661416" y="3006852"/>
                  </a:lnTo>
                  <a:lnTo>
                    <a:pt x="664464" y="3003804"/>
                  </a:lnTo>
                  <a:lnTo>
                    <a:pt x="664464" y="2953512"/>
                  </a:lnTo>
                  <a:close/>
                </a:path>
                <a:path w="2184400" h="4994275">
                  <a:moveTo>
                    <a:pt x="664464" y="2871216"/>
                  </a:moveTo>
                  <a:lnTo>
                    <a:pt x="661416" y="2868168"/>
                  </a:lnTo>
                  <a:lnTo>
                    <a:pt x="653796" y="2868168"/>
                  </a:lnTo>
                  <a:lnTo>
                    <a:pt x="650748" y="2871216"/>
                  </a:lnTo>
                  <a:lnTo>
                    <a:pt x="650748" y="2919984"/>
                  </a:lnTo>
                  <a:lnTo>
                    <a:pt x="653796" y="2923032"/>
                  </a:lnTo>
                  <a:lnTo>
                    <a:pt x="661416" y="2923032"/>
                  </a:lnTo>
                  <a:lnTo>
                    <a:pt x="664464" y="2919984"/>
                  </a:lnTo>
                  <a:lnTo>
                    <a:pt x="664464" y="2871216"/>
                  </a:lnTo>
                  <a:close/>
                </a:path>
                <a:path w="2184400" h="4994275">
                  <a:moveTo>
                    <a:pt x="664464" y="2788920"/>
                  </a:moveTo>
                  <a:lnTo>
                    <a:pt x="661416" y="2785872"/>
                  </a:lnTo>
                  <a:lnTo>
                    <a:pt x="653796" y="2785872"/>
                  </a:lnTo>
                  <a:lnTo>
                    <a:pt x="650748" y="2788920"/>
                  </a:lnTo>
                  <a:lnTo>
                    <a:pt x="650748" y="2837688"/>
                  </a:lnTo>
                  <a:lnTo>
                    <a:pt x="653796" y="2840736"/>
                  </a:lnTo>
                  <a:lnTo>
                    <a:pt x="661416" y="2840736"/>
                  </a:lnTo>
                  <a:lnTo>
                    <a:pt x="664464" y="2837688"/>
                  </a:lnTo>
                  <a:lnTo>
                    <a:pt x="664464" y="2788920"/>
                  </a:lnTo>
                  <a:close/>
                </a:path>
                <a:path w="2184400" h="4994275">
                  <a:moveTo>
                    <a:pt x="664464" y="2705100"/>
                  </a:moveTo>
                  <a:lnTo>
                    <a:pt x="661416" y="2702052"/>
                  </a:lnTo>
                  <a:lnTo>
                    <a:pt x="653796" y="2702052"/>
                  </a:lnTo>
                  <a:lnTo>
                    <a:pt x="650748" y="2705100"/>
                  </a:lnTo>
                  <a:lnTo>
                    <a:pt x="650748" y="2755392"/>
                  </a:lnTo>
                  <a:lnTo>
                    <a:pt x="653796" y="2758440"/>
                  </a:lnTo>
                  <a:lnTo>
                    <a:pt x="661416" y="2758440"/>
                  </a:lnTo>
                  <a:lnTo>
                    <a:pt x="664464" y="2755392"/>
                  </a:lnTo>
                  <a:lnTo>
                    <a:pt x="664464" y="2705100"/>
                  </a:lnTo>
                  <a:close/>
                </a:path>
                <a:path w="2184400" h="4994275">
                  <a:moveTo>
                    <a:pt x="664464" y="2622804"/>
                  </a:moveTo>
                  <a:lnTo>
                    <a:pt x="661416" y="2619756"/>
                  </a:lnTo>
                  <a:lnTo>
                    <a:pt x="653796" y="2619756"/>
                  </a:lnTo>
                  <a:lnTo>
                    <a:pt x="650748" y="2622804"/>
                  </a:lnTo>
                  <a:lnTo>
                    <a:pt x="650748" y="2671572"/>
                  </a:lnTo>
                  <a:lnTo>
                    <a:pt x="653796" y="2674620"/>
                  </a:lnTo>
                  <a:lnTo>
                    <a:pt x="661416" y="2674620"/>
                  </a:lnTo>
                  <a:lnTo>
                    <a:pt x="664464" y="2671572"/>
                  </a:lnTo>
                  <a:lnTo>
                    <a:pt x="664464" y="2622804"/>
                  </a:lnTo>
                  <a:close/>
                </a:path>
                <a:path w="2184400" h="4994275">
                  <a:moveTo>
                    <a:pt x="664464" y="2540508"/>
                  </a:moveTo>
                  <a:lnTo>
                    <a:pt x="661416" y="2537460"/>
                  </a:lnTo>
                  <a:lnTo>
                    <a:pt x="653796" y="2537460"/>
                  </a:lnTo>
                  <a:lnTo>
                    <a:pt x="650748" y="2540508"/>
                  </a:lnTo>
                  <a:lnTo>
                    <a:pt x="650748" y="2589276"/>
                  </a:lnTo>
                  <a:lnTo>
                    <a:pt x="653796" y="2592324"/>
                  </a:lnTo>
                  <a:lnTo>
                    <a:pt x="661416" y="2592324"/>
                  </a:lnTo>
                  <a:lnTo>
                    <a:pt x="664464" y="2589276"/>
                  </a:lnTo>
                  <a:lnTo>
                    <a:pt x="664464" y="2540508"/>
                  </a:lnTo>
                  <a:close/>
                </a:path>
                <a:path w="2184400" h="4994275">
                  <a:moveTo>
                    <a:pt x="664464" y="2456688"/>
                  </a:moveTo>
                  <a:lnTo>
                    <a:pt x="661416" y="2453640"/>
                  </a:lnTo>
                  <a:lnTo>
                    <a:pt x="653796" y="2453640"/>
                  </a:lnTo>
                  <a:lnTo>
                    <a:pt x="650748" y="2456688"/>
                  </a:lnTo>
                  <a:lnTo>
                    <a:pt x="650748" y="2506980"/>
                  </a:lnTo>
                  <a:lnTo>
                    <a:pt x="653796" y="2510028"/>
                  </a:lnTo>
                  <a:lnTo>
                    <a:pt x="661416" y="2510028"/>
                  </a:lnTo>
                  <a:lnTo>
                    <a:pt x="664464" y="2506980"/>
                  </a:lnTo>
                  <a:lnTo>
                    <a:pt x="664464" y="2456688"/>
                  </a:lnTo>
                  <a:close/>
                </a:path>
                <a:path w="2184400" h="4994275">
                  <a:moveTo>
                    <a:pt x="664464" y="2374392"/>
                  </a:moveTo>
                  <a:lnTo>
                    <a:pt x="661416" y="2371344"/>
                  </a:lnTo>
                  <a:lnTo>
                    <a:pt x="653796" y="2371344"/>
                  </a:lnTo>
                  <a:lnTo>
                    <a:pt x="650748" y="2374392"/>
                  </a:lnTo>
                  <a:lnTo>
                    <a:pt x="650748" y="2423160"/>
                  </a:lnTo>
                  <a:lnTo>
                    <a:pt x="653796" y="2426208"/>
                  </a:lnTo>
                  <a:lnTo>
                    <a:pt x="661416" y="2426208"/>
                  </a:lnTo>
                  <a:lnTo>
                    <a:pt x="664464" y="2423160"/>
                  </a:lnTo>
                  <a:lnTo>
                    <a:pt x="664464" y="2374392"/>
                  </a:lnTo>
                  <a:close/>
                </a:path>
                <a:path w="2184400" h="4994275">
                  <a:moveTo>
                    <a:pt x="664464" y="2292096"/>
                  </a:moveTo>
                  <a:lnTo>
                    <a:pt x="661416" y="2289048"/>
                  </a:lnTo>
                  <a:lnTo>
                    <a:pt x="653796" y="2289048"/>
                  </a:lnTo>
                  <a:lnTo>
                    <a:pt x="650748" y="2292096"/>
                  </a:lnTo>
                  <a:lnTo>
                    <a:pt x="650748" y="2340864"/>
                  </a:lnTo>
                  <a:lnTo>
                    <a:pt x="653796" y="2343912"/>
                  </a:lnTo>
                  <a:lnTo>
                    <a:pt x="661416" y="2343912"/>
                  </a:lnTo>
                  <a:lnTo>
                    <a:pt x="664464" y="2340864"/>
                  </a:lnTo>
                  <a:lnTo>
                    <a:pt x="664464" y="2292096"/>
                  </a:lnTo>
                  <a:close/>
                </a:path>
                <a:path w="2184400" h="4994275">
                  <a:moveTo>
                    <a:pt x="664464" y="2209800"/>
                  </a:moveTo>
                  <a:lnTo>
                    <a:pt x="661416" y="2205228"/>
                  </a:lnTo>
                  <a:lnTo>
                    <a:pt x="653796" y="2205228"/>
                  </a:lnTo>
                  <a:lnTo>
                    <a:pt x="650748" y="2209800"/>
                  </a:lnTo>
                  <a:lnTo>
                    <a:pt x="650748" y="2258568"/>
                  </a:lnTo>
                  <a:lnTo>
                    <a:pt x="653796" y="2261616"/>
                  </a:lnTo>
                  <a:lnTo>
                    <a:pt x="661416" y="2261616"/>
                  </a:lnTo>
                  <a:lnTo>
                    <a:pt x="664464" y="2258568"/>
                  </a:lnTo>
                  <a:lnTo>
                    <a:pt x="664464" y="2209800"/>
                  </a:lnTo>
                  <a:close/>
                </a:path>
                <a:path w="2184400" h="4994275">
                  <a:moveTo>
                    <a:pt x="664464" y="2125980"/>
                  </a:moveTo>
                  <a:lnTo>
                    <a:pt x="661416" y="2122932"/>
                  </a:lnTo>
                  <a:lnTo>
                    <a:pt x="653796" y="2122932"/>
                  </a:lnTo>
                  <a:lnTo>
                    <a:pt x="650748" y="2125980"/>
                  </a:lnTo>
                  <a:lnTo>
                    <a:pt x="650748" y="2174748"/>
                  </a:lnTo>
                  <a:lnTo>
                    <a:pt x="653796" y="2177796"/>
                  </a:lnTo>
                  <a:lnTo>
                    <a:pt x="661416" y="2177796"/>
                  </a:lnTo>
                  <a:lnTo>
                    <a:pt x="664464" y="2174748"/>
                  </a:lnTo>
                  <a:lnTo>
                    <a:pt x="664464" y="2125980"/>
                  </a:lnTo>
                  <a:close/>
                </a:path>
                <a:path w="2184400" h="4994275">
                  <a:moveTo>
                    <a:pt x="664464" y="2043684"/>
                  </a:moveTo>
                  <a:lnTo>
                    <a:pt x="661416" y="2040636"/>
                  </a:lnTo>
                  <a:lnTo>
                    <a:pt x="653796" y="2040636"/>
                  </a:lnTo>
                  <a:lnTo>
                    <a:pt x="650748" y="2043684"/>
                  </a:lnTo>
                  <a:lnTo>
                    <a:pt x="650748" y="2092452"/>
                  </a:lnTo>
                  <a:lnTo>
                    <a:pt x="653796" y="2095500"/>
                  </a:lnTo>
                  <a:lnTo>
                    <a:pt x="661416" y="2095500"/>
                  </a:lnTo>
                  <a:lnTo>
                    <a:pt x="664464" y="2092452"/>
                  </a:lnTo>
                  <a:lnTo>
                    <a:pt x="664464" y="2043684"/>
                  </a:lnTo>
                  <a:close/>
                </a:path>
                <a:path w="2184400" h="4994275">
                  <a:moveTo>
                    <a:pt x="664464" y="1961388"/>
                  </a:moveTo>
                  <a:lnTo>
                    <a:pt x="661416" y="1956816"/>
                  </a:lnTo>
                  <a:lnTo>
                    <a:pt x="653796" y="1956816"/>
                  </a:lnTo>
                  <a:lnTo>
                    <a:pt x="650748" y="1961388"/>
                  </a:lnTo>
                  <a:lnTo>
                    <a:pt x="650748" y="2010156"/>
                  </a:lnTo>
                  <a:lnTo>
                    <a:pt x="653796" y="2013204"/>
                  </a:lnTo>
                  <a:lnTo>
                    <a:pt x="661416" y="2013204"/>
                  </a:lnTo>
                  <a:lnTo>
                    <a:pt x="664464" y="2010156"/>
                  </a:lnTo>
                  <a:lnTo>
                    <a:pt x="664464" y="1961388"/>
                  </a:lnTo>
                  <a:close/>
                </a:path>
                <a:path w="2184400" h="4994275">
                  <a:moveTo>
                    <a:pt x="664464" y="1877568"/>
                  </a:moveTo>
                  <a:lnTo>
                    <a:pt x="661416" y="1874520"/>
                  </a:lnTo>
                  <a:lnTo>
                    <a:pt x="653796" y="1874520"/>
                  </a:lnTo>
                  <a:lnTo>
                    <a:pt x="650748" y="1877568"/>
                  </a:lnTo>
                  <a:lnTo>
                    <a:pt x="650748" y="1926336"/>
                  </a:lnTo>
                  <a:lnTo>
                    <a:pt x="653796" y="1929384"/>
                  </a:lnTo>
                  <a:lnTo>
                    <a:pt x="661416" y="1929384"/>
                  </a:lnTo>
                  <a:lnTo>
                    <a:pt x="664464" y="1926336"/>
                  </a:lnTo>
                  <a:lnTo>
                    <a:pt x="664464" y="1877568"/>
                  </a:lnTo>
                  <a:close/>
                </a:path>
                <a:path w="2184400" h="4994275">
                  <a:moveTo>
                    <a:pt x="664464" y="1795272"/>
                  </a:moveTo>
                  <a:lnTo>
                    <a:pt x="661416" y="1792224"/>
                  </a:lnTo>
                  <a:lnTo>
                    <a:pt x="653796" y="1792224"/>
                  </a:lnTo>
                  <a:lnTo>
                    <a:pt x="650748" y="1795272"/>
                  </a:lnTo>
                  <a:lnTo>
                    <a:pt x="650748" y="1844040"/>
                  </a:lnTo>
                  <a:lnTo>
                    <a:pt x="653796" y="1847088"/>
                  </a:lnTo>
                  <a:lnTo>
                    <a:pt x="661416" y="1847088"/>
                  </a:lnTo>
                  <a:lnTo>
                    <a:pt x="664464" y="1844040"/>
                  </a:lnTo>
                  <a:lnTo>
                    <a:pt x="664464" y="1795272"/>
                  </a:lnTo>
                  <a:close/>
                </a:path>
                <a:path w="2184400" h="4994275">
                  <a:moveTo>
                    <a:pt x="664464" y="1712976"/>
                  </a:moveTo>
                  <a:lnTo>
                    <a:pt x="661416" y="1709928"/>
                  </a:lnTo>
                  <a:lnTo>
                    <a:pt x="653796" y="1709928"/>
                  </a:lnTo>
                  <a:lnTo>
                    <a:pt x="650748" y="1712976"/>
                  </a:lnTo>
                  <a:lnTo>
                    <a:pt x="650748" y="1761744"/>
                  </a:lnTo>
                  <a:lnTo>
                    <a:pt x="653796" y="1764792"/>
                  </a:lnTo>
                  <a:lnTo>
                    <a:pt x="661416" y="1764792"/>
                  </a:lnTo>
                  <a:lnTo>
                    <a:pt x="664464" y="1761744"/>
                  </a:lnTo>
                  <a:lnTo>
                    <a:pt x="664464" y="1712976"/>
                  </a:lnTo>
                  <a:close/>
                </a:path>
                <a:path w="2184400" h="4994275">
                  <a:moveTo>
                    <a:pt x="664464" y="1629156"/>
                  </a:moveTo>
                  <a:lnTo>
                    <a:pt x="661416" y="1626108"/>
                  </a:lnTo>
                  <a:lnTo>
                    <a:pt x="653796" y="1626108"/>
                  </a:lnTo>
                  <a:lnTo>
                    <a:pt x="650748" y="1629156"/>
                  </a:lnTo>
                  <a:lnTo>
                    <a:pt x="650748" y="1677924"/>
                  </a:lnTo>
                  <a:lnTo>
                    <a:pt x="653796" y="1680972"/>
                  </a:lnTo>
                  <a:lnTo>
                    <a:pt x="661416" y="1680972"/>
                  </a:lnTo>
                  <a:lnTo>
                    <a:pt x="664464" y="1677924"/>
                  </a:lnTo>
                  <a:lnTo>
                    <a:pt x="664464" y="1629156"/>
                  </a:lnTo>
                  <a:close/>
                </a:path>
                <a:path w="2184400" h="4994275">
                  <a:moveTo>
                    <a:pt x="664464" y="1546860"/>
                  </a:moveTo>
                  <a:lnTo>
                    <a:pt x="661416" y="1543812"/>
                  </a:lnTo>
                  <a:lnTo>
                    <a:pt x="653796" y="1543812"/>
                  </a:lnTo>
                  <a:lnTo>
                    <a:pt x="650748" y="1546860"/>
                  </a:lnTo>
                  <a:lnTo>
                    <a:pt x="650748" y="1595628"/>
                  </a:lnTo>
                  <a:lnTo>
                    <a:pt x="653796" y="1598676"/>
                  </a:lnTo>
                  <a:lnTo>
                    <a:pt x="661416" y="1598676"/>
                  </a:lnTo>
                  <a:lnTo>
                    <a:pt x="664464" y="1595628"/>
                  </a:lnTo>
                  <a:lnTo>
                    <a:pt x="664464" y="1546860"/>
                  </a:lnTo>
                  <a:close/>
                </a:path>
                <a:path w="2184400" h="4994275">
                  <a:moveTo>
                    <a:pt x="664464" y="1464564"/>
                  </a:moveTo>
                  <a:lnTo>
                    <a:pt x="661416" y="1461516"/>
                  </a:lnTo>
                  <a:lnTo>
                    <a:pt x="653796" y="1461516"/>
                  </a:lnTo>
                  <a:lnTo>
                    <a:pt x="650748" y="1464564"/>
                  </a:lnTo>
                  <a:lnTo>
                    <a:pt x="650748" y="1513332"/>
                  </a:lnTo>
                  <a:lnTo>
                    <a:pt x="653796" y="1516380"/>
                  </a:lnTo>
                  <a:lnTo>
                    <a:pt x="661416" y="1516380"/>
                  </a:lnTo>
                  <a:lnTo>
                    <a:pt x="664464" y="1513332"/>
                  </a:lnTo>
                  <a:lnTo>
                    <a:pt x="664464" y="1464564"/>
                  </a:lnTo>
                  <a:close/>
                </a:path>
                <a:path w="2184400" h="4994275">
                  <a:moveTo>
                    <a:pt x="664464" y="1380744"/>
                  </a:moveTo>
                  <a:lnTo>
                    <a:pt x="661416" y="1377696"/>
                  </a:lnTo>
                  <a:lnTo>
                    <a:pt x="653796" y="1377696"/>
                  </a:lnTo>
                  <a:lnTo>
                    <a:pt x="650748" y="1380744"/>
                  </a:lnTo>
                  <a:lnTo>
                    <a:pt x="650748" y="1429512"/>
                  </a:lnTo>
                  <a:lnTo>
                    <a:pt x="653796" y="1432560"/>
                  </a:lnTo>
                  <a:lnTo>
                    <a:pt x="661416" y="1432560"/>
                  </a:lnTo>
                  <a:lnTo>
                    <a:pt x="664464" y="1429512"/>
                  </a:lnTo>
                  <a:lnTo>
                    <a:pt x="664464" y="1380744"/>
                  </a:lnTo>
                  <a:close/>
                </a:path>
                <a:path w="2184400" h="4994275">
                  <a:moveTo>
                    <a:pt x="664464" y="1298448"/>
                  </a:moveTo>
                  <a:lnTo>
                    <a:pt x="661416" y="1295400"/>
                  </a:lnTo>
                  <a:lnTo>
                    <a:pt x="653796" y="1295400"/>
                  </a:lnTo>
                  <a:lnTo>
                    <a:pt x="650748" y="1298448"/>
                  </a:lnTo>
                  <a:lnTo>
                    <a:pt x="650748" y="1347216"/>
                  </a:lnTo>
                  <a:lnTo>
                    <a:pt x="653796" y="1350264"/>
                  </a:lnTo>
                  <a:lnTo>
                    <a:pt x="661416" y="1350264"/>
                  </a:lnTo>
                  <a:lnTo>
                    <a:pt x="664464" y="1347216"/>
                  </a:lnTo>
                  <a:lnTo>
                    <a:pt x="664464" y="1298448"/>
                  </a:lnTo>
                  <a:close/>
                </a:path>
                <a:path w="2184400" h="4994275">
                  <a:moveTo>
                    <a:pt x="664464" y="1216152"/>
                  </a:moveTo>
                  <a:lnTo>
                    <a:pt x="661416" y="1213104"/>
                  </a:lnTo>
                  <a:lnTo>
                    <a:pt x="653796" y="1213104"/>
                  </a:lnTo>
                  <a:lnTo>
                    <a:pt x="650748" y="1216152"/>
                  </a:lnTo>
                  <a:lnTo>
                    <a:pt x="650748" y="1264920"/>
                  </a:lnTo>
                  <a:lnTo>
                    <a:pt x="653796" y="1267968"/>
                  </a:lnTo>
                  <a:lnTo>
                    <a:pt x="661416" y="1267968"/>
                  </a:lnTo>
                  <a:lnTo>
                    <a:pt x="664464" y="1264920"/>
                  </a:lnTo>
                  <a:lnTo>
                    <a:pt x="664464" y="1216152"/>
                  </a:lnTo>
                  <a:close/>
                </a:path>
                <a:path w="2184400" h="4994275">
                  <a:moveTo>
                    <a:pt x="664464" y="1132332"/>
                  </a:moveTo>
                  <a:lnTo>
                    <a:pt x="661416" y="1129284"/>
                  </a:lnTo>
                  <a:lnTo>
                    <a:pt x="653796" y="1129284"/>
                  </a:lnTo>
                  <a:lnTo>
                    <a:pt x="650748" y="1132332"/>
                  </a:lnTo>
                  <a:lnTo>
                    <a:pt x="650748" y="1181100"/>
                  </a:lnTo>
                  <a:lnTo>
                    <a:pt x="653796" y="1184148"/>
                  </a:lnTo>
                  <a:lnTo>
                    <a:pt x="661416" y="1184148"/>
                  </a:lnTo>
                  <a:lnTo>
                    <a:pt x="664464" y="1181100"/>
                  </a:lnTo>
                  <a:lnTo>
                    <a:pt x="664464" y="1132332"/>
                  </a:lnTo>
                  <a:close/>
                </a:path>
                <a:path w="2184400" h="4994275">
                  <a:moveTo>
                    <a:pt x="664464" y="1050036"/>
                  </a:moveTo>
                  <a:lnTo>
                    <a:pt x="661416" y="1046988"/>
                  </a:lnTo>
                  <a:lnTo>
                    <a:pt x="653796" y="1046988"/>
                  </a:lnTo>
                  <a:lnTo>
                    <a:pt x="650748" y="1050036"/>
                  </a:lnTo>
                  <a:lnTo>
                    <a:pt x="650748" y="1098804"/>
                  </a:lnTo>
                  <a:lnTo>
                    <a:pt x="653796" y="1101852"/>
                  </a:lnTo>
                  <a:lnTo>
                    <a:pt x="661416" y="1101852"/>
                  </a:lnTo>
                  <a:lnTo>
                    <a:pt x="664464" y="1098804"/>
                  </a:lnTo>
                  <a:lnTo>
                    <a:pt x="664464" y="1050036"/>
                  </a:lnTo>
                  <a:close/>
                </a:path>
                <a:path w="2184400" h="4994275">
                  <a:moveTo>
                    <a:pt x="664464" y="967740"/>
                  </a:moveTo>
                  <a:lnTo>
                    <a:pt x="661416" y="964692"/>
                  </a:lnTo>
                  <a:lnTo>
                    <a:pt x="653796" y="964692"/>
                  </a:lnTo>
                  <a:lnTo>
                    <a:pt x="650748" y="967740"/>
                  </a:lnTo>
                  <a:lnTo>
                    <a:pt x="650748" y="1016508"/>
                  </a:lnTo>
                  <a:lnTo>
                    <a:pt x="653796" y="1019556"/>
                  </a:lnTo>
                  <a:lnTo>
                    <a:pt x="661416" y="1019556"/>
                  </a:lnTo>
                  <a:lnTo>
                    <a:pt x="664464" y="1016508"/>
                  </a:lnTo>
                  <a:lnTo>
                    <a:pt x="664464" y="967740"/>
                  </a:lnTo>
                  <a:close/>
                </a:path>
                <a:path w="2184400" h="4994275">
                  <a:moveTo>
                    <a:pt x="664464" y="883920"/>
                  </a:moveTo>
                  <a:lnTo>
                    <a:pt x="661416" y="880872"/>
                  </a:lnTo>
                  <a:lnTo>
                    <a:pt x="653796" y="880872"/>
                  </a:lnTo>
                  <a:lnTo>
                    <a:pt x="650748" y="883920"/>
                  </a:lnTo>
                  <a:lnTo>
                    <a:pt x="650748" y="932688"/>
                  </a:lnTo>
                  <a:lnTo>
                    <a:pt x="653796" y="935736"/>
                  </a:lnTo>
                  <a:lnTo>
                    <a:pt x="661416" y="935736"/>
                  </a:lnTo>
                  <a:lnTo>
                    <a:pt x="664464" y="932688"/>
                  </a:lnTo>
                  <a:lnTo>
                    <a:pt x="664464" y="883920"/>
                  </a:lnTo>
                  <a:close/>
                </a:path>
                <a:path w="2184400" h="4994275">
                  <a:moveTo>
                    <a:pt x="664464" y="801624"/>
                  </a:moveTo>
                  <a:lnTo>
                    <a:pt x="661416" y="798576"/>
                  </a:lnTo>
                  <a:lnTo>
                    <a:pt x="653796" y="798576"/>
                  </a:lnTo>
                  <a:lnTo>
                    <a:pt x="650748" y="801624"/>
                  </a:lnTo>
                  <a:lnTo>
                    <a:pt x="650748" y="850392"/>
                  </a:lnTo>
                  <a:lnTo>
                    <a:pt x="653796" y="853440"/>
                  </a:lnTo>
                  <a:lnTo>
                    <a:pt x="661416" y="853440"/>
                  </a:lnTo>
                  <a:lnTo>
                    <a:pt x="664464" y="850392"/>
                  </a:lnTo>
                  <a:lnTo>
                    <a:pt x="664464" y="801624"/>
                  </a:lnTo>
                  <a:close/>
                </a:path>
                <a:path w="2184400" h="4994275">
                  <a:moveTo>
                    <a:pt x="664464" y="719328"/>
                  </a:moveTo>
                  <a:lnTo>
                    <a:pt x="661416" y="716280"/>
                  </a:lnTo>
                  <a:lnTo>
                    <a:pt x="653796" y="716280"/>
                  </a:lnTo>
                  <a:lnTo>
                    <a:pt x="650748" y="719328"/>
                  </a:lnTo>
                  <a:lnTo>
                    <a:pt x="650748" y="768096"/>
                  </a:lnTo>
                  <a:lnTo>
                    <a:pt x="653796" y="771144"/>
                  </a:lnTo>
                  <a:lnTo>
                    <a:pt x="661416" y="771144"/>
                  </a:lnTo>
                  <a:lnTo>
                    <a:pt x="664464" y="768096"/>
                  </a:lnTo>
                  <a:lnTo>
                    <a:pt x="664464" y="719328"/>
                  </a:lnTo>
                  <a:close/>
                </a:path>
                <a:path w="2184400" h="4994275">
                  <a:moveTo>
                    <a:pt x="664464" y="635508"/>
                  </a:moveTo>
                  <a:lnTo>
                    <a:pt x="661416" y="632460"/>
                  </a:lnTo>
                  <a:lnTo>
                    <a:pt x="653796" y="632460"/>
                  </a:lnTo>
                  <a:lnTo>
                    <a:pt x="650748" y="635508"/>
                  </a:lnTo>
                  <a:lnTo>
                    <a:pt x="650748" y="684276"/>
                  </a:lnTo>
                  <a:lnTo>
                    <a:pt x="653796" y="687324"/>
                  </a:lnTo>
                  <a:lnTo>
                    <a:pt x="661416" y="687324"/>
                  </a:lnTo>
                  <a:lnTo>
                    <a:pt x="664464" y="684276"/>
                  </a:lnTo>
                  <a:lnTo>
                    <a:pt x="664464" y="635508"/>
                  </a:lnTo>
                  <a:close/>
                </a:path>
                <a:path w="2184400" h="4994275">
                  <a:moveTo>
                    <a:pt x="664464" y="553212"/>
                  </a:moveTo>
                  <a:lnTo>
                    <a:pt x="661416" y="550164"/>
                  </a:lnTo>
                  <a:lnTo>
                    <a:pt x="653796" y="550164"/>
                  </a:lnTo>
                  <a:lnTo>
                    <a:pt x="650748" y="553212"/>
                  </a:lnTo>
                  <a:lnTo>
                    <a:pt x="650748" y="601980"/>
                  </a:lnTo>
                  <a:lnTo>
                    <a:pt x="653796" y="605028"/>
                  </a:lnTo>
                  <a:lnTo>
                    <a:pt x="661416" y="605028"/>
                  </a:lnTo>
                  <a:lnTo>
                    <a:pt x="664464" y="601980"/>
                  </a:lnTo>
                  <a:lnTo>
                    <a:pt x="664464" y="553212"/>
                  </a:lnTo>
                  <a:close/>
                </a:path>
                <a:path w="2184400" h="4994275">
                  <a:moveTo>
                    <a:pt x="664464" y="470916"/>
                  </a:moveTo>
                  <a:lnTo>
                    <a:pt x="661416" y="467868"/>
                  </a:lnTo>
                  <a:lnTo>
                    <a:pt x="653796" y="467868"/>
                  </a:lnTo>
                  <a:lnTo>
                    <a:pt x="650748" y="470916"/>
                  </a:lnTo>
                  <a:lnTo>
                    <a:pt x="650748" y="519684"/>
                  </a:lnTo>
                  <a:lnTo>
                    <a:pt x="653796" y="522732"/>
                  </a:lnTo>
                  <a:lnTo>
                    <a:pt x="661416" y="522732"/>
                  </a:lnTo>
                  <a:lnTo>
                    <a:pt x="664464" y="519684"/>
                  </a:lnTo>
                  <a:lnTo>
                    <a:pt x="664464" y="470916"/>
                  </a:lnTo>
                  <a:close/>
                </a:path>
                <a:path w="2184400" h="4994275">
                  <a:moveTo>
                    <a:pt x="664464" y="387096"/>
                  </a:moveTo>
                  <a:lnTo>
                    <a:pt x="661416" y="384048"/>
                  </a:lnTo>
                  <a:lnTo>
                    <a:pt x="653796" y="384048"/>
                  </a:lnTo>
                  <a:lnTo>
                    <a:pt x="650748" y="387096"/>
                  </a:lnTo>
                  <a:lnTo>
                    <a:pt x="650748" y="435864"/>
                  </a:lnTo>
                  <a:lnTo>
                    <a:pt x="653796" y="438912"/>
                  </a:lnTo>
                  <a:lnTo>
                    <a:pt x="661416" y="438912"/>
                  </a:lnTo>
                  <a:lnTo>
                    <a:pt x="664464" y="435864"/>
                  </a:lnTo>
                  <a:lnTo>
                    <a:pt x="664464" y="387096"/>
                  </a:lnTo>
                  <a:close/>
                </a:path>
                <a:path w="2184400" h="4994275">
                  <a:moveTo>
                    <a:pt x="664464" y="304800"/>
                  </a:moveTo>
                  <a:lnTo>
                    <a:pt x="661416" y="301752"/>
                  </a:lnTo>
                  <a:lnTo>
                    <a:pt x="653796" y="301752"/>
                  </a:lnTo>
                  <a:lnTo>
                    <a:pt x="650748" y="304800"/>
                  </a:lnTo>
                  <a:lnTo>
                    <a:pt x="650748" y="353568"/>
                  </a:lnTo>
                  <a:lnTo>
                    <a:pt x="653796" y="356616"/>
                  </a:lnTo>
                  <a:lnTo>
                    <a:pt x="661416" y="356616"/>
                  </a:lnTo>
                  <a:lnTo>
                    <a:pt x="664464" y="353568"/>
                  </a:lnTo>
                  <a:lnTo>
                    <a:pt x="664464" y="304800"/>
                  </a:lnTo>
                  <a:close/>
                </a:path>
                <a:path w="2184400" h="4994275">
                  <a:moveTo>
                    <a:pt x="664464" y="222504"/>
                  </a:moveTo>
                  <a:lnTo>
                    <a:pt x="661416" y="219456"/>
                  </a:lnTo>
                  <a:lnTo>
                    <a:pt x="653796" y="219456"/>
                  </a:lnTo>
                  <a:lnTo>
                    <a:pt x="650748" y="222504"/>
                  </a:lnTo>
                  <a:lnTo>
                    <a:pt x="650748" y="271272"/>
                  </a:lnTo>
                  <a:lnTo>
                    <a:pt x="653796" y="274320"/>
                  </a:lnTo>
                  <a:lnTo>
                    <a:pt x="661416" y="274320"/>
                  </a:lnTo>
                  <a:lnTo>
                    <a:pt x="664464" y="271272"/>
                  </a:lnTo>
                  <a:lnTo>
                    <a:pt x="664464" y="222504"/>
                  </a:lnTo>
                  <a:close/>
                </a:path>
                <a:path w="2184400" h="4994275">
                  <a:moveTo>
                    <a:pt x="664464" y="138684"/>
                  </a:moveTo>
                  <a:lnTo>
                    <a:pt x="661416" y="135636"/>
                  </a:lnTo>
                  <a:lnTo>
                    <a:pt x="653796" y="135636"/>
                  </a:lnTo>
                  <a:lnTo>
                    <a:pt x="650748" y="138684"/>
                  </a:lnTo>
                  <a:lnTo>
                    <a:pt x="650748" y="187452"/>
                  </a:lnTo>
                  <a:lnTo>
                    <a:pt x="653796" y="192024"/>
                  </a:lnTo>
                  <a:lnTo>
                    <a:pt x="661416" y="192024"/>
                  </a:lnTo>
                  <a:lnTo>
                    <a:pt x="664464" y="187452"/>
                  </a:lnTo>
                  <a:lnTo>
                    <a:pt x="664464" y="138684"/>
                  </a:lnTo>
                  <a:close/>
                </a:path>
                <a:path w="2184400" h="4994275">
                  <a:moveTo>
                    <a:pt x="880872" y="4361688"/>
                  </a:moveTo>
                  <a:lnTo>
                    <a:pt x="877811" y="4358640"/>
                  </a:lnTo>
                  <a:lnTo>
                    <a:pt x="870191" y="4358640"/>
                  </a:lnTo>
                  <a:lnTo>
                    <a:pt x="867156" y="4361688"/>
                  </a:lnTo>
                  <a:lnTo>
                    <a:pt x="867156" y="4375404"/>
                  </a:lnTo>
                  <a:lnTo>
                    <a:pt x="870191" y="4378452"/>
                  </a:lnTo>
                  <a:lnTo>
                    <a:pt x="877811" y="4378452"/>
                  </a:lnTo>
                  <a:lnTo>
                    <a:pt x="880872" y="4375404"/>
                  </a:lnTo>
                  <a:lnTo>
                    <a:pt x="880872" y="4361688"/>
                  </a:lnTo>
                  <a:close/>
                </a:path>
                <a:path w="2184400" h="4994275">
                  <a:moveTo>
                    <a:pt x="880872" y="4279392"/>
                  </a:moveTo>
                  <a:lnTo>
                    <a:pt x="877811" y="4276344"/>
                  </a:lnTo>
                  <a:lnTo>
                    <a:pt x="870191" y="4276344"/>
                  </a:lnTo>
                  <a:lnTo>
                    <a:pt x="867156" y="4279392"/>
                  </a:lnTo>
                  <a:lnTo>
                    <a:pt x="867156" y="4328160"/>
                  </a:lnTo>
                  <a:lnTo>
                    <a:pt x="870191" y="4331208"/>
                  </a:lnTo>
                  <a:lnTo>
                    <a:pt x="877811" y="4331208"/>
                  </a:lnTo>
                  <a:lnTo>
                    <a:pt x="880872" y="4328160"/>
                  </a:lnTo>
                  <a:lnTo>
                    <a:pt x="880872" y="4279392"/>
                  </a:lnTo>
                  <a:close/>
                </a:path>
                <a:path w="2184400" h="4994275">
                  <a:moveTo>
                    <a:pt x="880872" y="4195572"/>
                  </a:moveTo>
                  <a:lnTo>
                    <a:pt x="877811" y="4192524"/>
                  </a:lnTo>
                  <a:lnTo>
                    <a:pt x="870191" y="4192524"/>
                  </a:lnTo>
                  <a:lnTo>
                    <a:pt x="867156" y="4195572"/>
                  </a:lnTo>
                  <a:lnTo>
                    <a:pt x="867156" y="4245864"/>
                  </a:lnTo>
                  <a:lnTo>
                    <a:pt x="870191" y="4248912"/>
                  </a:lnTo>
                  <a:lnTo>
                    <a:pt x="877811" y="4248912"/>
                  </a:lnTo>
                  <a:lnTo>
                    <a:pt x="880872" y="4245864"/>
                  </a:lnTo>
                  <a:lnTo>
                    <a:pt x="880872" y="4195572"/>
                  </a:lnTo>
                  <a:close/>
                </a:path>
                <a:path w="2184400" h="4994275">
                  <a:moveTo>
                    <a:pt x="880872" y="4113276"/>
                  </a:moveTo>
                  <a:lnTo>
                    <a:pt x="877811" y="4110228"/>
                  </a:lnTo>
                  <a:lnTo>
                    <a:pt x="870191" y="4110228"/>
                  </a:lnTo>
                  <a:lnTo>
                    <a:pt x="867156" y="4113276"/>
                  </a:lnTo>
                  <a:lnTo>
                    <a:pt x="867156" y="4162044"/>
                  </a:lnTo>
                  <a:lnTo>
                    <a:pt x="870191" y="4165092"/>
                  </a:lnTo>
                  <a:lnTo>
                    <a:pt x="877811" y="4165092"/>
                  </a:lnTo>
                  <a:lnTo>
                    <a:pt x="880872" y="4162044"/>
                  </a:lnTo>
                  <a:lnTo>
                    <a:pt x="880872" y="4113276"/>
                  </a:lnTo>
                  <a:close/>
                </a:path>
                <a:path w="2184400" h="4994275">
                  <a:moveTo>
                    <a:pt x="880872" y="4030980"/>
                  </a:moveTo>
                  <a:lnTo>
                    <a:pt x="877811" y="4027932"/>
                  </a:lnTo>
                  <a:lnTo>
                    <a:pt x="870191" y="4027932"/>
                  </a:lnTo>
                  <a:lnTo>
                    <a:pt x="867156" y="4030980"/>
                  </a:lnTo>
                  <a:lnTo>
                    <a:pt x="867156" y="4079748"/>
                  </a:lnTo>
                  <a:lnTo>
                    <a:pt x="870191" y="4082796"/>
                  </a:lnTo>
                  <a:lnTo>
                    <a:pt x="877811" y="4082796"/>
                  </a:lnTo>
                  <a:lnTo>
                    <a:pt x="880872" y="4079748"/>
                  </a:lnTo>
                  <a:lnTo>
                    <a:pt x="880872" y="4030980"/>
                  </a:lnTo>
                  <a:close/>
                </a:path>
                <a:path w="2184400" h="4994275">
                  <a:moveTo>
                    <a:pt x="880872" y="3947160"/>
                  </a:moveTo>
                  <a:lnTo>
                    <a:pt x="877811" y="3944112"/>
                  </a:lnTo>
                  <a:lnTo>
                    <a:pt x="870191" y="3944112"/>
                  </a:lnTo>
                  <a:lnTo>
                    <a:pt x="867156" y="3947160"/>
                  </a:lnTo>
                  <a:lnTo>
                    <a:pt x="867156" y="3997452"/>
                  </a:lnTo>
                  <a:lnTo>
                    <a:pt x="870191" y="4000500"/>
                  </a:lnTo>
                  <a:lnTo>
                    <a:pt x="877811" y="4000500"/>
                  </a:lnTo>
                  <a:lnTo>
                    <a:pt x="880872" y="3997452"/>
                  </a:lnTo>
                  <a:lnTo>
                    <a:pt x="880872" y="3947160"/>
                  </a:lnTo>
                  <a:close/>
                </a:path>
                <a:path w="2184400" h="4994275">
                  <a:moveTo>
                    <a:pt x="880872" y="3864864"/>
                  </a:moveTo>
                  <a:lnTo>
                    <a:pt x="877811" y="3861816"/>
                  </a:lnTo>
                  <a:lnTo>
                    <a:pt x="870191" y="3861816"/>
                  </a:lnTo>
                  <a:lnTo>
                    <a:pt x="867156" y="3864864"/>
                  </a:lnTo>
                  <a:lnTo>
                    <a:pt x="867156" y="3913632"/>
                  </a:lnTo>
                  <a:lnTo>
                    <a:pt x="870191" y="3916680"/>
                  </a:lnTo>
                  <a:lnTo>
                    <a:pt x="877811" y="3916680"/>
                  </a:lnTo>
                  <a:lnTo>
                    <a:pt x="880872" y="3913632"/>
                  </a:lnTo>
                  <a:lnTo>
                    <a:pt x="880872" y="3864864"/>
                  </a:lnTo>
                  <a:close/>
                </a:path>
                <a:path w="2184400" h="4994275">
                  <a:moveTo>
                    <a:pt x="880872" y="3782568"/>
                  </a:moveTo>
                  <a:lnTo>
                    <a:pt x="877811" y="3779520"/>
                  </a:lnTo>
                  <a:lnTo>
                    <a:pt x="870191" y="3779520"/>
                  </a:lnTo>
                  <a:lnTo>
                    <a:pt x="867156" y="3782568"/>
                  </a:lnTo>
                  <a:lnTo>
                    <a:pt x="867156" y="3831336"/>
                  </a:lnTo>
                  <a:lnTo>
                    <a:pt x="870191" y="3834384"/>
                  </a:lnTo>
                  <a:lnTo>
                    <a:pt x="877811" y="3834384"/>
                  </a:lnTo>
                  <a:lnTo>
                    <a:pt x="880872" y="3831336"/>
                  </a:lnTo>
                  <a:lnTo>
                    <a:pt x="880872" y="3782568"/>
                  </a:lnTo>
                  <a:close/>
                </a:path>
                <a:path w="2184400" h="4994275">
                  <a:moveTo>
                    <a:pt x="880872" y="3698748"/>
                  </a:moveTo>
                  <a:lnTo>
                    <a:pt x="877811" y="3695700"/>
                  </a:lnTo>
                  <a:lnTo>
                    <a:pt x="870191" y="3695700"/>
                  </a:lnTo>
                  <a:lnTo>
                    <a:pt x="867156" y="3698748"/>
                  </a:lnTo>
                  <a:lnTo>
                    <a:pt x="867156" y="3749040"/>
                  </a:lnTo>
                  <a:lnTo>
                    <a:pt x="870191" y="3752088"/>
                  </a:lnTo>
                  <a:lnTo>
                    <a:pt x="877811" y="3752088"/>
                  </a:lnTo>
                  <a:lnTo>
                    <a:pt x="880872" y="3749040"/>
                  </a:lnTo>
                  <a:lnTo>
                    <a:pt x="880872" y="3698748"/>
                  </a:lnTo>
                  <a:close/>
                </a:path>
                <a:path w="2184400" h="4994275">
                  <a:moveTo>
                    <a:pt x="880872" y="3616452"/>
                  </a:moveTo>
                  <a:lnTo>
                    <a:pt x="877811" y="3613404"/>
                  </a:lnTo>
                  <a:lnTo>
                    <a:pt x="870191" y="3613404"/>
                  </a:lnTo>
                  <a:lnTo>
                    <a:pt x="867156" y="3616452"/>
                  </a:lnTo>
                  <a:lnTo>
                    <a:pt x="867156" y="3665220"/>
                  </a:lnTo>
                  <a:lnTo>
                    <a:pt x="870191" y="3668268"/>
                  </a:lnTo>
                  <a:lnTo>
                    <a:pt x="877811" y="3668268"/>
                  </a:lnTo>
                  <a:lnTo>
                    <a:pt x="880872" y="3665220"/>
                  </a:lnTo>
                  <a:lnTo>
                    <a:pt x="880872" y="3616452"/>
                  </a:lnTo>
                  <a:close/>
                </a:path>
                <a:path w="2184400" h="4994275">
                  <a:moveTo>
                    <a:pt x="880872" y="3534156"/>
                  </a:moveTo>
                  <a:lnTo>
                    <a:pt x="877811" y="3531108"/>
                  </a:lnTo>
                  <a:lnTo>
                    <a:pt x="870191" y="3531108"/>
                  </a:lnTo>
                  <a:lnTo>
                    <a:pt x="867156" y="3534156"/>
                  </a:lnTo>
                  <a:lnTo>
                    <a:pt x="867156" y="3582924"/>
                  </a:lnTo>
                  <a:lnTo>
                    <a:pt x="870191" y="3585972"/>
                  </a:lnTo>
                  <a:lnTo>
                    <a:pt x="877811" y="3585972"/>
                  </a:lnTo>
                  <a:lnTo>
                    <a:pt x="880872" y="3582924"/>
                  </a:lnTo>
                  <a:lnTo>
                    <a:pt x="880872" y="3534156"/>
                  </a:lnTo>
                  <a:close/>
                </a:path>
                <a:path w="2184400" h="4994275">
                  <a:moveTo>
                    <a:pt x="880872" y="3450336"/>
                  </a:moveTo>
                  <a:lnTo>
                    <a:pt x="877811" y="3447288"/>
                  </a:lnTo>
                  <a:lnTo>
                    <a:pt x="870191" y="3447288"/>
                  </a:lnTo>
                  <a:lnTo>
                    <a:pt x="867156" y="3450336"/>
                  </a:lnTo>
                  <a:lnTo>
                    <a:pt x="867156" y="3500628"/>
                  </a:lnTo>
                  <a:lnTo>
                    <a:pt x="870191" y="3503676"/>
                  </a:lnTo>
                  <a:lnTo>
                    <a:pt x="877811" y="3503676"/>
                  </a:lnTo>
                  <a:lnTo>
                    <a:pt x="880872" y="3500628"/>
                  </a:lnTo>
                  <a:lnTo>
                    <a:pt x="880872" y="3450336"/>
                  </a:lnTo>
                  <a:close/>
                </a:path>
                <a:path w="2184400" h="4994275">
                  <a:moveTo>
                    <a:pt x="880872" y="3368040"/>
                  </a:moveTo>
                  <a:lnTo>
                    <a:pt x="877811" y="3364992"/>
                  </a:lnTo>
                  <a:lnTo>
                    <a:pt x="870191" y="3364992"/>
                  </a:lnTo>
                  <a:lnTo>
                    <a:pt x="867156" y="3368040"/>
                  </a:lnTo>
                  <a:lnTo>
                    <a:pt x="867156" y="3416808"/>
                  </a:lnTo>
                  <a:lnTo>
                    <a:pt x="870191" y="3419856"/>
                  </a:lnTo>
                  <a:lnTo>
                    <a:pt x="877811" y="3419856"/>
                  </a:lnTo>
                  <a:lnTo>
                    <a:pt x="880872" y="3416808"/>
                  </a:lnTo>
                  <a:lnTo>
                    <a:pt x="880872" y="3368040"/>
                  </a:lnTo>
                  <a:close/>
                </a:path>
                <a:path w="2184400" h="4994275">
                  <a:moveTo>
                    <a:pt x="880872" y="3285744"/>
                  </a:moveTo>
                  <a:lnTo>
                    <a:pt x="877811" y="3282696"/>
                  </a:lnTo>
                  <a:lnTo>
                    <a:pt x="870191" y="3282696"/>
                  </a:lnTo>
                  <a:lnTo>
                    <a:pt x="867156" y="3285744"/>
                  </a:lnTo>
                  <a:lnTo>
                    <a:pt x="867156" y="3334512"/>
                  </a:lnTo>
                  <a:lnTo>
                    <a:pt x="870191" y="3337560"/>
                  </a:lnTo>
                  <a:lnTo>
                    <a:pt x="877811" y="3337560"/>
                  </a:lnTo>
                  <a:lnTo>
                    <a:pt x="880872" y="3334512"/>
                  </a:lnTo>
                  <a:lnTo>
                    <a:pt x="880872" y="3285744"/>
                  </a:lnTo>
                  <a:close/>
                </a:path>
                <a:path w="2184400" h="4994275">
                  <a:moveTo>
                    <a:pt x="880872" y="3201924"/>
                  </a:moveTo>
                  <a:lnTo>
                    <a:pt x="877811" y="3198876"/>
                  </a:lnTo>
                  <a:lnTo>
                    <a:pt x="870191" y="3198876"/>
                  </a:lnTo>
                  <a:lnTo>
                    <a:pt x="867156" y="3201924"/>
                  </a:lnTo>
                  <a:lnTo>
                    <a:pt x="867156" y="3252216"/>
                  </a:lnTo>
                  <a:lnTo>
                    <a:pt x="870191" y="3255264"/>
                  </a:lnTo>
                  <a:lnTo>
                    <a:pt x="877811" y="3255264"/>
                  </a:lnTo>
                  <a:lnTo>
                    <a:pt x="880872" y="3252216"/>
                  </a:lnTo>
                  <a:lnTo>
                    <a:pt x="880872" y="3201924"/>
                  </a:lnTo>
                  <a:close/>
                </a:path>
                <a:path w="2184400" h="4994275">
                  <a:moveTo>
                    <a:pt x="880872" y="3119628"/>
                  </a:moveTo>
                  <a:lnTo>
                    <a:pt x="877811" y="3116580"/>
                  </a:lnTo>
                  <a:lnTo>
                    <a:pt x="870191" y="3116580"/>
                  </a:lnTo>
                  <a:lnTo>
                    <a:pt x="867156" y="3119628"/>
                  </a:lnTo>
                  <a:lnTo>
                    <a:pt x="867156" y="3168396"/>
                  </a:lnTo>
                  <a:lnTo>
                    <a:pt x="870191" y="3171444"/>
                  </a:lnTo>
                  <a:lnTo>
                    <a:pt x="877811" y="3171444"/>
                  </a:lnTo>
                  <a:lnTo>
                    <a:pt x="880872" y="3168396"/>
                  </a:lnTo>
                  <a:lnTo>
                    <a:pt x="880872" y="3119628"/>
                  </a:lnTo>
                  <a:close/>
                </a:path>
                <a:path w="2184400" h="4994275">
                  <a:moveTo>
                    <a:pt x="880872" y="3037332"/>
                  </a:moveTo>
                  <a:lnTo>
                    <a:pt x="877811" y="3034284"/>
                  </a:lnTo>
                  <a:lnTo>
                    <a:pt x="870191" y="3034284"/>
                  </a:lnTo>
                  <a:lnTo>
                    <a:pt x="867156" y="3037332"/>
                  </a:lnTo>
                  <a:lnTo>
                    <a:pt x="867156" y="3086100"/>
                  </a:lnTo>
                  <a:lnTo>
                    <a:pt x="870191" y="3089148"/>
                  </a:lnTo>
                  <a:lnTo>
                    <a:pt x="877811" y="3089148"/>
                  </a:lnTo>
                  <a:lnTo>
                    <a:pt x="880872" y="3086100"/>
                  </a:lnTo>
                  <a:lnTo>
                    <a:pt x="880872" y="3037332"/>
                  </a:lnTo>
                  <a:close/>
                </a:path>
                <a:path w="2184400" h="4994275">
                  <a:moveTo>
                    <a:pt x="880872" y="2953512"/>
                  </a:moveTo>
                  <a:lnTo>
                    <a:pt x="877811" y="2950464"/>
                  </a:lnTo>
                  <a:lnTo>
                    <a:pt x="870191" y="2950464"/>
                  </a:lnTo>
                  <a:lnTo>
                    <a:pt x="867156" y="2953512"/>
                  </a:lnTo>
                  <a:lnTo>
                    <a:pt x="867156" y="3003804"/>
                  </a:lnTo>
                  <a:lnTo>
                    <a:pt x="870191" y="3006852"/>
                  </a:lnTo>
                  <a:lnTo>
                    <a:pt x="877811" y="3006852"/>
                  </a:lnTo>
                  <a:lnTo>
                    <a:pt x="880872" y="3003804"/>
                  </a:lnTo>
                  <a:lnTo>
                    <a:pt x="880872" y="2953512"/>
                  </a:lnTo>
                  <a:close/>
                </a:path>
                <a:path w="2184400" h="4994275">
                  <a:moveTo>
                    <a:pt x="880872" y="2871216"/>
                  </a:moveTo>
                  <a:lnTo>
                    <a:pt x="877811" y="2868168"/>
                  </a:lnTo>
                  <a:lnTo>
                    <a:pt x="870191" y="2868168"/>
                  </a:lnTo>
                  <a:lnTo>
                    <a:pt x="867156" y="2871216"/>
                  </a:lnTo>
                  <a:lnTo>
                    <a:pt x="867156" y="2919984"/>
                  </a:lnTo>
                  <a:lnTo>
                    <a:pt x="870191" y="2923032"/>
                  </a:lnTo>
                  <a:lnTo>
                    <a:pt x="877811" y="2923032"/>
                  </a:lnTo>
                  <a:lnTo>
                    <a:pt x="880872" y="2919984"/>
                  </a:lnTo>
                  <a:lnTo>
                    <a:pt x="880872" y="2871216"/>
                  </a:lnTo>
                  <a:close/>
                </a:path>
                <a:path w="2184400" h="4994275">
                  <a:moveTo>
                    <a:pt x="880872" y="2788920"/>
                  </a:moveTo>
                  <a:lnTo>
                    <a:pt x="877811" y="2785872"/>
                  </a:lnTo>
                  <a:lnTo>
                    <a:pt x="870191" y="2785872"/>
                  </a:lnTo>
                  <a:lnTo>
                    <a:pt x="867156" y="2788920"/>
                  </a:lnTo>
                  <a:lnTo>
                    <a:pt x="867156" y="2837688"/>
                  </a:lnTo>
                  <a:lnTo>
                    <a:pt x="870191" y="2840736"/>
                  </a:lnTo>
                  <a:lnTo>
                    <a:pt x="877811" y="2840736"/>
                  </a:lnTo>
                  <a:lnTo>
                    <a:pt x="880872" y="2837688"/>
                  </a:lnTo>
                  <a:lnTo>
                    <a:pt x="880872" y="2788920"/>
                  </a:lnTo>
                  <a:close/>
                </a:path>
                <a:path w="2184400" h="4994275">
                  <a:moveTo>
                    <a:pt x="880872" y="2705100"/>
                  </a:moveTo>
                  <a:lnTo>
                    <a:pt x="877811" y="2702052"/>
                  </a:lnTo>
                  <a:lnTo>
                    <a:pt x="870191" y="2702052"/>
                  </a:lnTo>
                  <a:lnTo>
                    <a:pt x="867156" y="2705100"/>
                  </a:lnTo>
                  <a:lnTo>
                    <a:pt x="867156" y="2755392"/>
                  </a:lnTo>
                  <a:lnTo>
                    <a:pt x="870191" y="2758440"/>
                  </a:lnTo>
                  <a:lnTo>
                    <a:pt x="877811" y="2758440"/>
                  </a:lnTo>
                  <a:lnTo>
                    <a:pt x="880872" y="2755392"/>
                  </a:lnTo>
                  <a:lnTo>
                    <a:pt x="880872" y="2705100"/>
                  </a:lnTo>
                  <a:close/>
                </a:path>
                <a:path w="2184400" h="4994275">
                  <a:moveTo>
                    <a:pt x="880872" y="2622804"/>
                  </a:moveTo>
                  <a:lnTo>
                    <a:pt x="877811" y="2619756"/>
                  </a:lnTo>
                  <a:lnTo>
                    <a:pt x="870191" y="2619756"/>
                  </a:lnTo>
                  <a:lnTo>
                    <a:pt x="867156" y="2622804"/>
                  </a:lnTo>
                  <a:lnTo>
                    <a:pt x="867156" y="2671572"/>
                  </a:lnTo>
                  <a:lnTo>
                    <a:pt x="870191" y="2674620"/>
                  </a:lnTo>
                  <a:lnTo>
                    <a:pt x="877811" y="2674620"/>
                  </a:lnTo>
                  <a:lnTo>
                    <a:pt x="880872" y="2671572"/>
                  </a:lnTo>
                  <a:lnTo>
                    <a:pt x="880872" y="2622804"/>
                  </a:lnTo>
                  <a:close/>
                </a:path>
                <a:path w="2184400" h="4994275">
                  <a:moveTo>
                    <a:pt x="880872" y="2540508"/>
                  </a:moveTo>
                  <a:lnTo>
                    <a:pt x="877811" y="2537460"/>
                  </a:lnTo>
                  <a:lnTo>
                    <a:pt x="870191" y="2537460"/>
                  </a:lnTo>
                  <a:lnTo>
                    <a:pt x="867156" y="2540508"/>
                  </a:lnTo>
                  <a:lnTo>
                    <a:pt x="867156" y="2589276"/>
                  </a:lnTo>
                  <a:lnTo>
                    <a:pt x="870191" y="2592324"/>
                  </a:lnTo>
                  <a:lnTo>
                    <a:pt x="877811" y="2592324"/>
                  </a:lnTo>
                  <a:lnTo>
                    <a:pt x="880872" y="2589276"/>
                  </a:lnTo>
                  <a:lnTo>
                    <a:pt x="880872" y="2540508"/>
                  </a:lnTo>
                  <a:close/>
                </a:path>
                <a:path w="2184400" h="4994275">
                  <a:moveTo>
                    <a:pt x="880872" y="2456688"/>
                  </a:moveTo>
                  <a:lnTo>
                    <a:pt x="877811" y="2453640"/>
                  </a:lnTo>
                  <a:lnTo>
                    <a:pt x="870191" y="2453640"/>
                  </a:lnTo>
                  <a:lnTo>
                    <a:pt x="867156" y="2456688"/>
                  </a:lnTo>
                  <a:lnTo>
                    <a:pt x="867156" y="2506980"/>
                  </a:lnTo>
                  <a:lnTo>
                    <a:pt x="870191" y="2510028"/>
                  </a:lnTo>
                  <a:lnTo>
                    <a:pt x="877811" y="2510028"/>
                  </a:lnTo>
                  <a:lnTo>
                    <a:pt x="880872" y="2506980"/>
                  </a:lnTo>
                  <a:lnTo>
                    <a:pt x="880872" y="2456688"/>
                  </a:lnTo>
                  <a:close/>
                </a:path>
                <a:path w="2184400" h="4994275">
                  <a:moveTo>
                    <a:pt x="880872" y="2374392"/>
                  </a:moveTo>
                  <a:lnTo>
                    <a:pt x="877811" y="2371344"/>
                  </a:lnTo>
                  <a:lnTo>
                    <a:pt x="870191" y="2371344"/>
                  </a:lnTo>
                  <a:lnTo>
                    <a:pt x="867156" y="2374392"/>
                  </a:lnTo>
                  <a:lnTo>
                    <a:pt x="867156" y="2423160"/>
                  </a:lnTo>
                  <a:lnTo>
                    <a:pt x="870191" y="2426208"/>
                  </a:lnTo>
                  <a:lnTo>
                    <a:pt x="877811" y="2426208"/>
                  </a:lnTo>
                  <a:lnTo>
                    <a:pt x="880872" y="2423160"/>
                  </a:lnTo>
                  <a:lnTo>
                    <a:pt x="880872" y="2374392"/>
                  </a:lnTo>
                  <a:close/>
                </a:path>
                <a:path w="2184400" h="4994275">
                  <a:moveTo>
                    <a:pt x="880872" y="2292096"/>
                  </a:moveTo>
                  <a:lnTo>
                    <a:pt x="877811" y="2289048"/>
                  </a:lnTo>
                  <a:lnTo>
                    <a:pt x="870191" y="2289048"/>
                  </a:lnTo>
                  <a:lnTo>
                    <a:pt x="867156" y="2292096"/>
                  </a:lnTo>
                  <a:lnTo>
                    <a:pt x="867156" y="2340864"/>
                  </a:lnTo>
                  <a:lnTo>
                    <a:pt x="870191" y="2343912"/>
                  </a:lnTo>
                  <a:lnTo>
                    <a:pt x="877811" y="2343912"/>
                  </a:lnTo>
                  <a:lnTo>
                    <a:pt x="880872" y="2340864"/>
                  </a:lnTo>
                  <a:lnTo>
                    <a:pt x="880872" y="2292096"/>
                  </a:lnTo>
                  <a:close/>
                </a:path>
                <a:path w="2184400" h="4994275">
                  <a:moveTo>
                    <a:pt x="880872" y="2209800"/>
                  </a:moveTo>
                  <a:lnTo>
                    <a:pt x="877811" y="2205228"/>
                  </a:lnTo>
                  <a:lnTo>
                    <a:pt x="870191" y="2205228"/>
                  </a:lnTo>
                  <a:lnTo>
                    <a:pt x="867156" y="2209800"/>
                  </a:lnTo>
                  <a:lnTo>
                    <a:pt x="867156" y="2258568"/>
                  </a:lnTo>
                  <a:lnTo>
                    <a:pt x="870191" y="2261616"/>
                  </a:lnTo>
                  <a:lnTo>
                    <a:pt x="877811" y="2261616"/>
                  </a:lnTo>
                  <a:lnTo>
                    <a:pt x="880872" y="2258568"/>
                  </a:lnTo>
                  <a:lnTo>
                    <a:pt x="880872" y="2209800"/>
                  </a:lnTo>
                  <a:close/>
                </a:path>
                <a:path w="2184400" h="4994275">
                  <a:moveTo>
                    <a:pt x="880872" y="2125980"/>
                  </a:moveTo>
                  <a:lnTo>
                    <a:pt x="877811" y="2122932"/>
                  </a:lnTo>
                  <a:lnTo>
                    <a:pt x="870191" y="2122932"/>
                  </a:lnTo>
                  <a:lnTo>
                    <a:pt x="867156" y="2125980"/>
                  </a:lnTo>
                  <a:lnTo>
                    <a:pt x="867156" y="2174748"/>
                  </a:lnTo>
                  <a:lnTo>
                    <a:pt x="870191" y="2177796"/>
                  </a:lnTo>
                  <a:lnTo>
                    <a:pt x="877811" y="2177796"/>
                  </a:lnTo>
                  <a:lnTo>
                    <a:pt x="880872" y="2174748"/>
                  </a:lnTo>
                  <a:lnTo>
                    <a:pt x="880872" y="2125980"/>
                  </a:lnTo>
                  <a:close/>
                </a:path>
                <a:path w="2184400" h="4994275">
                  <a:moveTo>
                    <a:pt x="880872" y="2043684"/>
                  </a:moveTo>
                  <a:lnTo>
                    <a:pt x="877811" y="2040636"/>
                  </a:lnTo>
                  <a:lnTo>
                    <a:pt x="870191" y="2040636"/>
                  </a:lnTo>
                  <a:lnTo>
                    <a:pt x="867156" y="2043684"/>
                  </a:lnTo>
                  <a:lnTo>
                    <a:pt x="867156" y="2092452"/>
                  </a:lnTo>
                  <a:lnTo>
                    <a:pt x="870191" y="2095500"/>
                  </a:lnTo>
                  <a:lnTo>
                    <a:pt x="877811" y="2095500"/>
                  </a:lnTo>
                  <a:lnTo>
                    <a:pt x="880872" y="2092452"/>
                  </a:lnTo>
                  <a:lnTo>
                    <a:pt x="880872" y="2043684"/>
                  </a:lnTo>
                  <a:close/>
                </a:path>
                <a:path w="2184400" h="4994275">
                  <a:moveTo>
                    <a:pt x="880872" y="1961388"/>
                  </a:moveTo>
                  <a:lnTo>
                    <a:pt x="877811" y="1956816"/>
                  </a:lnTo>
                  <a:lnTo>
                    <a:pt x="870191" y="1956816"/>
                  </a:lnTo>
                  <a:lnTo>
                    <a:pt x="867156" y="1961388"/>
                  </a:lnTo>
                  <a:lnTo>
                    <a:pt x="867156" y="2010156"/>
                  </a:lnTo>
                  <a:lnTo>
                    <a:pt x="870191" y="2013204"/>
                  </a:lnTo>
                  <a:lnTo>
                    <a:pt x="877811" y="2013204"/>
                  </a:lnTo>
                  <a:lnTo>
                    <a:pt x="880872" y="2010156"/>
                  </a:lnTo>
                  <a:lnTo>
                    <a:pt x="880872" y="1961388"/>
                  </a:lnTo>
                  <a:close/>
                </a:path>
                <a:path w="2184400" h="4994275">
                  <a:moveTo>
                    <a:pt x="880872" y="1877568"/>
                  </a:moveTo>
                  <a:lnTo>
                    <a:pt x="877811" y="1874520"/>
                  </a:lnTo>
                  <a:lnTo>
                    <a:pt x="870191" y="1874520"/>
                  </a:lnTo>
                  <a:lnTo>
                    <a:pt x="867156" y="1877568"/>
                  </a:lnTo>
                  <a:lnTo>
                    <a:pt x="867156" y="1926336"/>
                  </a:lnTo>
                  <a:lnTo>
                    <a:pt x="870191" y="1929384"/>
                  </a:lnTo>
                  <a:lnTo>
                    <a:pt x="877811" y="1929384"/>
                  </a:lnTo>
                  <a:lnTo>
                    <a:pt x="880872" y="1926336"/>
                  </a:lnTo>
                  <a:lnTo>
                    <a:pt x="880872" y="1877568"/>
                  </a:lnTo>
                  <a:close/>
                </a:path>
                <a:path w="2184400" h="4994275">
                  <a:moveTo>
                    <a:pt x="880872" y="1795272"/>
                  </a:moveTo>
                  <a:lnTo>
                    <a:pt x="877811" y="1792224"/>
                  </a:lnTo>
                  <a:lnTo>
                    <a:pt x="870191" y="1792224"/>
                  </a:lnTo>
                  <a:lnTo>
                    <a:pt x="867156" y="1795272"/>
                  </a:lnTo>
                  <a:lnTo>
                    <a:pt x="867156" y="1844040"/>
                  </a:lnTo>
                  <a:lnTo>
                    <a:pt x="870191" y="1847088"/>
                  </a:lnTo>
                  <a:lnTo>
                    <a:pt x="877811" y="1847088"/>
                  </a:lnTo>
                  <a:lnTo>
                    <a:pt x="880872" y="1844040"/>
                  </a:lnTo>
                  <a:lnTo>
                    <a:pt x="880872" y="1795272"/>
                  </a:lnTo>
                  <a:close/>
                </a:path>
                <a:path w="2184400" h="4994275">
                  <a:moveTo>
                    <a:pt x="880872" y="1712976"/>
                  </a:moveTo>
                  <a:lnTo>
                    <a:pt x="877811" y="1709928"/>
                  </a:lnTo>
                  <a:lnTo>
                    <a:pt x="870191" y="1709928"/>
                  </a:lnTo>
                  <a:lnTo>
                    <a:pt x="867156" y="1712976"/>
                  </a:lnTo>
                  <a:lnTo>
                    <a:pt x="867156" y="1761744"/>
                  </a:lnTo>
                  <a:lnTo>
                    <a:pt x="870191" y="1764792"/>
                  </a:lnTo>
                  <a:lnTo>
                    <a:pt x="877811" y="1764792"/>
                  </a:lnTo>
                  <a:lnTo>
                    <a:pt x="880872" y="1761744"/>
                  </a:lnTo>
                  <a:lnTo>
                    <a:pt x="880872" y="1712976"/>
                  </a:lnTo>
                  <a:close/>
                </a:path>
                <a:path w="2184400" h="4994275">
                  <a:moveTo>
                    <a:pt x="880872" y="1629156"/>
                  </a:moveTo>
                  <a:lnTo>
                    <a:pt x="877811" y="1626108"/>
                  </a:lnTo>
                  <a:lnTo>
                    <a:pt x="870191" y="1626108"/>
                  </a:lnTo>
                  <a:lnTo>
                    <a:pt x="867156" y="1629156"/>
                  </a:lnTo>
                  <a:lnTo>
                    <a:pt x="867156" y="1677924"/>
                  </a:lnTo>
                  <a:lnTo>
                    <a:pt x="870191" y="1680972"/>
                  </a:lnTo>
                  <a:lnTo>
                    <a:pt x="877811" y="1680972"/>
                  </a:lnTo>
                  <a:lnTo>
                    <a:pt x="880872" y="1677924"/>
                  </a:lnTo>
                  <a:lnTo>
                    <a:pt x="880872" y="1629156"/>
                  </a:lnTo>
                  <a:close/>
                </a:path>
                <a:path w="2184400" h="4994275">
                  <a:moveTo>
                    <a:pt x="880872" y="1546860"/>
                  </a:moveTo>
                  <a:lnTo>
                    <a:pt x="877811" y="1543812"/>
                  </a:lnTo>
                  <a:lnTo>
                    <a:pt x="870191" y="1543812"/>
                  </a:lnTo>
                  <a:lnTo>
                    <a:pt x="867156" y="1546860"/>
                  </a:lnTo>
                  <a:lnTo>
                    <a:pt x="867156" y="1595628"/>
                  </a:lnTo>
                  <a:lnTo>
                    <a:pt x="870191" y="1598676"/>
                  </a:lnTo>
                  <a:lnTo>
                    <a:pt x="877811" y="1598676"/>
                  </a:lnTo>
                  <a:lnTo>
                    <a:pt x="880872" y="1595628"/>
                  </a:lnTo>
                  <a:lnTo>
                    <a:pt x="880872" y="1546860"/>
                  </a:lnTo>
                  <a:close/>
                </a:path>
                <a:path w="2184400" h="4994275">
                  <a:moveTo>
                    <a:pt x="880872" y="1464564"/>
                  </a:moveTo>
                  <a:lnTo>
                    <a:pt x="877811" y="1461516"/>
                  </a:lnTo>
                  <a:lnTo>
                    <a:pt x="870191" y="1461516"/>
                  </a:lnTo>
                  <a:lnTo>
                    <a:pt x="867156" y="1464564"/>
                  </a:lnTo>
                  <a:lnTo>
                    <a:pt x="867156" y="1513332"/>
                  </a:lnTo>
                  <a:lnTo>
                    <a:pt x="870191" y="1516380"/>
                  </a:lnTo>
                  <a:lnTo>
                    <a:pt x="877811" y="1516380"/>
                  </a:lnTo>
                  <a:lnTo>
                    <a:pt x="880872" y="1513332"/>
                  </a:lnTo>
                  <a:lnTo>
                    <a:pt x="880872" y="1464564"/>
                  </a:lnTo>
                  <a:close/>
                </a:path>
                <a:path w="2184400" h="4994275">
                  <a:moveTo>
                    <a:pt x="880872" y="1380744"/>
                  </a:moveTo>
                  <a:lnTo>
                    <a:pt x="877811" y="1377696"/>
                  </a:lnTo>
                  <a:lnTo>
                    <a:pt x="870191" y="1377696"/>
                  </a:lnTo>
                  <a:lnTo>
                    <a:pt x="867156" y="1380744"/>
                  </a:lnTo>
                  <a:lnTo>
                    <a:pt x="867156" y="1429512"/>
                  </a:lnTo>
                  <a:lnTo>
                    <a:pt x="870191" y="1432560"/>
                  </a:lnTo>
                  <a:lnTo>
                    <a:pt x="877811" y="1432560"/>
                  </a:lnTo>
                  <a:lnTo>
                    <a:pt x="880872" y="1429512"/>
                  </a:lnTo>
                  <a:lnTo>
                    <a:pt x="880872" y="1380744"/>
                  </a:lnTo>
                  <a:close/>
                </a:path>
                <a:path w="2184400" h="4994275">
                  <a:moveTo>
                    <a:pt x="880872" y="1298448"/>
                  </a:moveTo>
                  <a:lnTo>
                    <a:pt x="877811" y="1295400"/>
                  </a:lnTo>
                  <a:lnTo>
                    <a:pt x="870191" y="1295400"/>
                  </a:lnTo>
                  <a:lnTo>
                    <a:pt x="867156" y="1298448"/>
                  </a:lnTo>
                  <a:lnTo>
                    <a:pt x="867156" y="1347216"/>
                  </a:lnTo>
                  <a:lnTo>
                    <a:pt x="870191" y="1350264"/>
                  </a:lnTo>
                  <a:lnTo>
                    <a:pt x="877811" y="1350264"/>
                  </a:lnTo>
                  <a:lnTo>
                    <a:pt x="880872" y="1347216"/>
                  </a:lnTo>
                  <a:lnTo>
                    <a:pt x="880872" y="1298448"/>
                  </a:lnTo>
                  <a:close/>
                </a:path>
                <a:path w="2184400" h="4994275">
                  <a:moveTo>
                    <a:pt x="880872" y="1216152"/>
                  </a:moveTo>
                  <a:lnTo>
                    <a:pt x="877811" y="1213104"/>
                  </a:lnTo>
                  <a:lnTo>
                    <a:pt x="870191" y="1213104"/>
                  </a:lnTo>
                  <a:lnTo>
                    <a:pt x="867156" y="1216152"/>
                  </a:lnTo>
                  <a:lnTo>
                    <a:pt x="867156" y="1264920"/>
                  </a:lnTo>
                  <a:lnTo>
                    <a:pt x="870191" y="1267968"/>
                  </a:lnTo>
                  <a:lnTo>
                    <a:pt x="877811" y="1267968"/>
                  </a:lnTo>
                  <a:lnTo>
                    <a:pt x="880872" y="1264920"/>
                  </a:lnTo>
                  <a:lnTo>
                    <a:pt x="880872" y="1216152"/>
                  </a:lnTo>
                  <a:close/>
                </a:path>
                <a:path w="2184400" h="4994275">
                  <a:moveTo>
                    <a:pt x="880872" y="1132332"/>
                  </a:moveTo>
                  <a:lnTo>
                    <a:pt x="877811" y="1129284"/>
                  </a:lnTo>
                  <a:lnTo>
                    <a:pt x="870191" y="1129284"/>
                  </a:lnTo>
                  <a:lnTo>
                    <a:pt x="867156" y="1132332"/>
                  </a:lnTo>
                  <a:lnTo>
                    <a:pt x="867156" y="1181100"/>
                  </a:lnTo>
                  <a:lnTo>
                    <a:pt x="870191" y="1184148"/>
                  </a:lnTo>
                  <a:lnTo>
                    <a:pt x="877811" y="1184148"/>
                  </a:lnTo>
                  <a:lnTo>
                    <a:pt x="880872" y="1181100"/>
                  </a:lnTo>
                  <a:lnTo>
                    <a:pt x="880872" y="1132332"/>
                  </a:lnTo>
                  <a:close/>
                </a:path>
                <a:path w="2184400" h="4994275">
                  <a:moveTo>
                    <a:pt x="880872" y="1050036"/>
                  </a:moveTo>
                  <a:lnTo>
                    <a:pt x="877811" y="1046988"/>
                  </a:lnTo>
                  <a:lnTo>
                    <a:pt x="870191" y="1046988"/>
                  </a:lnTo>
                  <a:lnTo>
                    <a:pt x="867156" y="1050036"/>
                  </a:lnTo>
                  <a:lnTo>
                    <a:pt x="867156" y="1098804"/>
                  </a:lnTo>
                  <a:lnTo>
                    <a:pt x="870191" y="1101852"/>
                  </a:lnTo>
                  <a:lnTo>
                    <a:pt x="877811" y="1101852"/>
                  </a:lnTo>
                  <a:lnTo>
                    <a:pt x="880872" y="1098804"/>
                  </a:lnTo>
                  <a:lnTo>
                    <a:pt x="880872" y="1050036"/>
                  </a:lnTo>
                  <a:close/>
                </a:path>
                <a:path w="2184400" h="4994275">
                  <a:moveTo>
                    <a:pt x="880872" y="967740"/>
                  </a:moveTo>
                  <a:lnTo>
                    <a:pt x="877811" y="964692"/>
                  </a:lnTo>
                  <a:lnTo>
                    <a:pt x="870191" y="964692"/>
                  </a:lnTo>
                  <a:lnTo>
                    <a:pt x="867156" y="967740"/>
                  </a:lnTo>
                  <a:lnTo>
                    <a:pt x="867156" y="1016508"/>
                  </a:lnTo>
                  <a:lnTo>
                    <a:pt x="870191" y="1019556"/>
                  </a:lnTo>
                  <a:lnTo>
                    <a:pt x="877811" y="1019556"/>
                  </a:lnTo>
                  <a:lnTo>
                    <a:pt x="880872" y="1016508"/>
                  </a:lnTo>
                  <a:lnTo>
                    <a:pt x="880872" y="967740"/>
                  </a:lnTo>
                  <a:close/>
                </a:path>
                <a:path w="2184400" h="4994275">
                  <a:moveTo>
                    <a:pt x="880872" y="883920"/>
                  </a:moveTo>
                  <a:lnTo>
                    <a:pt x="877811" y="880872"/>
                  </a:lnTo>
                  <a:lnTo>
                    <a:pt x="870191" y="880872"/>
                  </a:lnTo>
                  <a:lnTo>
                    <a:pt x="867156" y="883920"/>
                  </a:lnTo>
                  <a:lnTo>
                    <a:pt x="867156" y="932688"/>
                  </a:lnTo>
                  <a:lnTo>
                    <a:pt x="870191" y="935736"/>
                  </a:lnTo>
                  <a:lnTo>
                    <a:pt x="877811" y="935736"/>
                  </a:lnTo>
                  <a:lnTo>
                    <a:pt x="880872" y="932688"/>
                  </a:lnTo>
                  <a:lnTo>
                    <a:pt x="880872" y="883920"/>
                  </a:lnTo>
                  <a:close/>
                </a:path>
                <a:path w="2184400" h="4994275">
                  <a:moveTo>
                    <a:pt x="880872" y="801624"/>
                  </a:moveTo>
                  <a:lnTo>
                    <a:pt x="877811" y="798576"/>
                  </a:lnTo>
                  <a:lnTo>
                    <a:pt x="870191" y="798576"/>
                  </a:lnTo>
                  <a:lnTo>
                    <a:pt x="867156" y="801624"/>
                  </a:lnTo>
                  <a:lnTo>
                    <a:pt x="867156" y="850392"/>
                  </a:lnTo>
                  <a:lnTo>
                    <a:pt x="870191" y="853440"/>
                  </a:lnTo>
                  <a:lnTo>
                    <a:pt x="877811" y="853440"/>
                  </a:lnTo>
                  <a:lnTo>
                    <a:pt x="880872" y="850392"/>
                  </a:lnTo>
                  <a:lnTo>
                    <a:pt x="880872" y="801624"/>
                  </a:lnTo>
                  <a:close/>
                </a:path>
                <a:path w="2184400" h="4994275">
                  <a:moveTo>
                    <a:pt x="880872" y="719328"/>
                  </a:moveTo>
                  <a:lnTo>
                    <a:pt x="877811" y="716280"/>
                  </a:lnTo>
                  <a:lnTo>
                    <a:pt x="870191" y="716280"/>
                  </a:lnTo>
                  <a:lnTo>
                    <a:pt x="867156" y="719328"/>
                  </a:lnTo>
                  <a:lnTo>
                    <a:pt x="867156" y="768096"/>
                  </a:lnTo>
                  <a:lnTo>
                    <a:pt x="870191" y="771144"/>
                  </a:lnTo>
                  <a:lnTo>
                    <a:pt x="877811" y="771144"/>
                  </a:lnTo>
                  <a:lnTo>
                    <a:pt x="880872" y="768096"/>
                  </a:lnTo>
                  <a:lnTo>
                    <a:pt x="880872" y="719328"/>
                  </a:lnTo>
                  <a:close/>
                </a:path>
                <a:path w="2184400" h="4994275">
                  <a:moveTo>
                    <a:pt x="880872" y="635508"/>
                  </a:moveTo>
                  <a:lnTo>
                    <a:pt x="877811" y="632460"/>
                  </a:lnTo>
                  <a:lnTo>
                    <a:pt x="870191" y="632460"/>
                  </a:lnTo>
                  <a:lnTo>
                    <a:pt x="867156" y="635508"/>
                  </a:lnTo>
                  <a:lnTo>
                    <a:pt x="867156" y="684276"/>
                  </a:lnTo>
                  <a:lnTo>
                    <a:pt x="870191" y="687324"/>
                  </a:lnTo>
                  <a:lnTo>
                    <a:pt x="877811" y="687324"/>
                  </a:lnTo>
                  <a:lnTo>
                    <a:pt x="880872" y="684276"/>
                  </a:lnTo>
                  <a:lnTo>
                    <a:pt x="880872" y="635508"/>
                  </a:lnTo>
                  <a:close/>
                </a:path>
                <a:path w="2184400" h="4994275">
                  <a:moveTo>
                    <a:pt x="880872" y="553212"/>
                  </a:moveTo>
                  <a:lnTo>
                    <a:pt x="877811" y="550164"/>
                  </a:lnTo>
                  <a:lnTo>
                    <a:pt x="870191" y="550164"/>
                  </a:lnTo>
                  <a:lnTo>
                    <a:pt x="867156" y="553212"/>
                  </a:lnTo>
                  <a:lnTo>
                    <a:pt x="867156" y="601980"/>
                  </a:lnTo>
                  <a:lnTo>
                    <a:pt x="870191" y="605028"/>
                  </a:lnTo>
                  <a:lnTo>
                    <a:pt x="877811" y="605028"/>
                  </a:lnTo>
                  <a:lnTo>
                    <a:pt x="880872" y="601980"/>
                  </a:lnTo>
                  <a:lnTo>
                    <a:pt x="880872" y="553212"/>
                  </a:lnTo>
                  <a:close/>
                </a:path>
                <a:path w="2184400" h="4994275">
                  <a:moveTo>
                    <a:pt x="880872" y="470916"/>
                  </a:moveTo>
                  <a:lnTo>
                    <a:pt x="877811" y="467868"/>
                  </a:lnTo>
                  <a:lnTo>
                    <a:pt x="870191" y="467868"/>
                  </a:lnTo>
                  <a:lnTo>
                    <a:pt x="867156" y="470916"/>
                  </a:lnTo>
                  <a:lnTo>
                    <a:pt x="867156" y="519684"/>
                  </a:lnTo>
                  <a:lnTo>
                    <a:pt x="870191" y="522732"/>
                  </a:lnTo>
                  <a:lnTo>
                    <a:pt x="877811" y="522732"/>
                  </a:lnTo>
                  <a:lnTo>
                    <a:pt x="880872" y="519684"/>
                  </a:lnTo>
                  <a:lnTo>
                    <a:pt x="880872" y="470916"/>
                  </a:lnTo>
                  <a:close/>
                </a:path>
                <a:path w="2184400" h="4994275">
                  <a:moveTo>
                    <a:pt x="880872" y="387096"/>
                  </a:moveTo>
                  <a:lnTo>
                    <a:pt x="877811" y="384048"/>
                  </a:lnTo>
                  <a:lnTo>
                    <a:pt x="870191" y="384048"/>
                  </a:lnTo>
                  <a:lnTo>
                    <a:pt x="867156" y="387096"/>
                  </a:lnTo>
                  <a:lnTo>
                    <a:pt x="867156" y="435864"/>
                  </a:lnTo>
                  <a:lnTo>
                    <a:pt x="870191" y="438912"/>
                  </a:lnTo>
                  <a:lnTo>
                    <a:pt x="877811" y="438912"/>
                  </a:lnTo>
                  <a:lnTo>
                    <a:pt x="880872" y="435864"/>
                  </a:lnTo>
                  <a:lnTo>
                    <a:pt x="880872" y="387096"/>
                  </a:lnTo>
                  <a:close/>
                </a:path>
                <a:path w="2184400" h="4994275">
                  <a:moveTo>
                    <a:pt x="880872" y="304800"/>
                  </a:moveTo>
                  <a:lnTo>
                    <a:pt x="877811" y="301752"/>
                  </a:lnTo>
                  <a:lnTo>
                    <a:pt x="870191" y="301752"/>
                  </a:lnTo>
                  <a:lnTo>
                    <a:pt x="867156" y="304800"/>
                  </a:lnTo>
                  <a:lnTo>
                    <a:pt x="867156" y="353568"/>
                  </a:lnTo>
                  <a:lnTo>
                    <a:pt x="870191" y="356616"/>
                  </a:lnTo>
                  <a:lnTo>
                    <a:pt x="877811" y="356616"/>
                  </a:lnTo>
                  <a:lnTo>
                    <a:pt x="880872" y="353568"/>
                  </a:lnTo>
                  <a:lnTo>
                    <a:pt x="880872" y="304800"/>
                  </a:lnTo>
                  <a:close/>
                </a:path>
                <a:path w="2184400" h="4994275">
                  <a:moveTo>
                    <a:pt x="880872" y="222504"/>
                  </a:moveTo>
                  <a:lnTo>
                    <a:pt x="877811" y="219456"/>
                  </a:lnTo>
                  <a:lnTo>
                    <a:pt x="870191" y="219456"/>
                  </a:lnTo>
                  <a:lnTo>
                    <a:pt x="867156" y="222504"/>
                  </a:lnTo>
                  <a:lnTo>
                    <a:pt x="867156" y="271272"/>
                  </a:lnTo>
                  <a:lnTo>
                    <a:pt x="870191" y="274320"/>
                  </a:lnTo>
                  <a:lnTo>
                    <a:pt x="877811" y="274320"/>
                  </a:lnTo>
                  <a:lnTo>
                    <a:pt x="880872" y="271272"/>
                  </a:lnTo>
                  <a:lnTo>
                    <a:pt x="880872" y="222504"/>
                  </a:lnTo>
                  <a:close/>
                </a:path>
                <a:path w="2184400" h="4994275">
                  <a:moveTo>
                    <a:pt x="880872" y="138684"/>
                  </a:moveTo>
                  <a:lnTo>
                    <a:pt x="877811" y="135636"/>
                  </a:lnTo>
                  <a:lnTo>
                    <a:pt x="870191" y="135636"/>
                  </a:lnTo>
                  <a:lnTo>
                    <a:pt x="867156" y="138684"/>
                  </a:lnTo>
                  <a:lnTo>
                    <a:pt x="867156" y="187452"/>
                  </a:lnTo>
                  <a:lnTo>
                    <a:pt x="870191" y="192024"/>
                  </a:lnTo>
                  <a:lnTo>
                    <a:pt x="877811" y="192024"/>
                  </a:lnTo>
                  <a:lnTo>
                    <a:pt x="880872" y="187452"/>
                  </a:lnTo>
                  <a:lnTo>
                    <a:pt x="880872" y="138684"/>
                  </a:lnTo>
                  <a:close/>
                </a:path>
                <a:path w="2184400" h="4994275">
                  <a:moveTo>
                    <a:pt x="1098804" y="4308348"/>
                  </a:moveTo>
                  <a:lnTo>
                    <a:pt x="1095756" y="4305300"/>
                  </a:lnTo>
                  <a:lnTo>
                    <a:pt x="1088136" y="4305300"/>
                  </a:lnTo>
                  <a:lnTo>
                    <a:pt x="1085088" y="4308348"/>
                  </a:lnTo>
                  <a:lnTo>
                    <a:pt x="1085088" y="4358640"/>
                  </a:lnTo>
                  <a:lnTo>
                    <a:pt x="1088136" y="4361688"/>
                  </a:lnTo>
                  <a:lnTo>
                    <a:pt x="1095756" y="4361688"/>
                  </a:lnTo>
                  <a:lnTo>
                    <a:pt x="1098804" y="4358640"/>
                  </a:lnTo>
                  <a:lnTo>
                    <a:pt x="1098804" y="4308348"/>
                  </a:lnTo>
                  <a:close/>
                </a:path>
                <a:path w="2184400" h="4994275">
                  <a:moveTo>
                    <a:pt x="1098804" y="4226052"/>
                  </a:moveTo>
                  <a:lnTo>
                    <a:pt x="1095756" y="4223004"/>
                  </a:lnTo>
                  <a:lnTo>
                    <a:pt x="1088136" y="4223004"/>
                  </a:lnTo>
                  <a:lnTo>
                    <a:pt x="1085088" y="4226052"/>
                  </a:lnTo>
                  <a:lnTo>
                    <a:pt x="1085088" y="4274820"/>
                  </a:lnTo>
                  <a:lnTo>
                    <a:pt x="1088136" y="4277868"/>
                  </a:lnTo>
                  <a:lnTo>
                    <a:pt x="1095756" y="4277868"/>
                  </a:lnTo>
                  <a:lnTo>
                    <a:pt x="1098804" y="4274820"/>
                  </a:lnTo>
                  <a:lnTo>
                    <a:pt x="1098804" y="4226052"/>
                  </a:lnTo>
                  <a:close/>
                </a:path>
                <a:path w="2184400" h="4994275">
                  <a:moveTo>
                    <a:pt x="1098804" y="4143756"/>
                  </a:moveTo>
                  <a:lnTo>
                    <a:pt x="1095756" y="4140708"/>
                  </a:lnTo>
                  <a:lnTo>
                    <a:pt x="1088136" y="4140708"/>
                  </a:lnTo>
                  <a:lnTo>
                    <a:pt x="1085088" y="4143756"/>
                  </a:lnTo>
                  <a:lnTo>
                    <a:pt x="1085088" y="4192524"/>
                  </a:lnTo>
                  <a:lnTo>
                    <a:pt x="1088136" y="4195572"/>
                  </a:lnTo>
                  <a:lnTo>
                    <a:pt x="1095756" y="4195572"/>
                  </a:lnTo>
                  <a:lnTo>
                    <a:pt x="1098804" y="4192524"/>
                  </a:lnTo>
                  <a:lnTo>
                    <a:pt x="1098804" y="4143756"/>
                  </a:lnTo>
                  <a:close/>
                </a:path>
                <a:path w="2184400" h="4994275">
                  <a:moveTo>
                    <a:pt x="1098804" y="4059936"/>
                  </a:moveTo>
                  <a:lnTo>
                    <a:pt x="1095756" y="4056888"/>
                  </a:lnTo>
                  <a:lnTo>
                    <a:pt x="1088136" y="4056888"/>
                  </a:lnTo>
                  <a:lnTo>
                    <a:pt x="1085088" y="4059936"/>
                  </a:lnTo>
                  <a:lnTo>
                    <a:pt x="1085088" y="4110228"/>
                  </a:lnTo>
                  <a:lnTo>
                    <a:pt x="1088136" y="4113276"/>
                  </a:lnTo>
                  <a:lnTo>
                    <a:pt x="1095756" y="4113276"/>
                  </a:lnTo>
                  <a:lnTo>
                    <a:pt x="1098804" y="4110228"/>
                  </a:lnTo>
                  <a:lnTo>
                    <a:pt x="1098804" y="4059936"/>
                  </a:lnTo>
                  <a:close/>
                </a:path>
                <a:path w="2184400" h="4994275">
                  <a:moveTo>
                    <a:pt x="1098804" y="3977640"/>
                  </a:moveTo>
                  <a:lnTo>
                    <a:pt x="1095756" y="3974592"/>
                  </a:lnTo>
                  <a:lnTo>
                    <a:pt x="1088136" y="3974592"/>
                  </a:lnTo>
                  <a:lnTo>
                    <a:pt x="1085088" y="3977640"/>
                  </a:lnTo>
                  <a:lnTo>
                    <a:pt x="1085088" y="4026408"/>
                  </a:lnTo>
                  <a:lnTo>
                    <a:pt x="1088136" y="4029456"/>
                  </a:lnTo>
                  <a:lnTo>
                    <a:pt x="1095756" y="4029456"/>
                  </a:lnTo>
                  <a:lnTo>
                    <a:pt x="1098804" y="4026408"/>
                  </a:lnTo>
                  <a:lnTo>
                    <a:pt x="1098804" y="3977640"/>
                  </a:lnTo>
                  <a:close/>
                </a:path>
                <a:path w="2184400" h="4994275">
                  <a:moveTo>
                    <a:pt x="1098804" y="3895344"/>
                  </a:moveTo>
                  <a:lnTo>
                    <a:pt x="1095756" y="3892296"/>
                  </a:lnTo>
                  <a:lnTo>
                    <a:pt x="1088136" y="3892296"/>
                  </a:lnTo>
                  <a:lnTo>
                    <a:pt x="1085088" y="3895344"/>
                  </a:lnTo>
                  <a:lnTo>
                    <a:pt x="1085088" y="3944112"/>
                  </a:lnTo>
                  <a:lnTo>
                    <a:pt x="1088136" y="3947160"/>
                  </a:lnTo>
                  <a:lnTo>
                    <a:pt x="1095756" y="3947160"/>
                  </a:lnTo>
                  <a:lnTo>
                    <a:pt x="1098804" y="3944112"/>
                  </a:lnTo>
                  <a:lnTo>
                    <a:pt x="1098804" y="3895344"/>
                  </a:lnTo>
                  <a:close/>
                </a:path>
                <a:path w="2184400" h="4994275">
                  <a:moveTo>
                    <a:pt x="1098804" y="3811524"/>
                  </a:moveTo>
                  <a:lnTo>
                    <a:pt x="1095756" y="3808476"/>
                  </a:lnTo>
                  <a:lnTo>
                    <a:pt x="1088136" y="3808476"/>
                  </a:lnTo>
                  <a:lnTo>
                    <a:pt x="1085088" y="3811524"/>
                  </a:lnTo>
                  <a:lnTo>
                    <a:pt x="1085088" y="3861816"/>
                  </a:lnTo>
                  <a:lnTo>
                    <a:pt x="1088136" y="3864864"/>
                  </a:lnTo>
                  <a:lnTo>
                    <a:pt x="1095756" y="3864864"/>
                  </a:lnTo>
                  <a:lnTo>
                    <a:pt x="1098804" y="3861816"/>
                  </a:lnTo>
                  <a:lnTo>
                    <a:pt x="1098804" y="3811524"/>
                  </a:lnTo>
                  <a:close/>
                </a:path>
                <a:path w="2184400" h="4994275">
                  <a:moveTo>
                    <a:pt x="1098804" y="3729228"/>
                  </a:moveTo>
                  <a:lnTo>
                    <a:pt x="1095756" y="3726180"/>
                  </a:lnTo>
                  <a:lnTo>
                    <a:pt x="1088136" y="3726180"/>
                  </a:lnTo>
                  <a:lnTo>
                    <a:pt x="1085088" y="3729228"/>
                  </a:lnTo>
                  <a:lnTo>
                    <a:pt x="1085088" y="3777996"/>
                  </a:lnTo>
                  <a:lnTo>
                    <a:pt x="1088136" y="3781044"/>
                  </a:lnTo>
                  <a:lnTo>
                    <a:pt x="1095756" y="3781044"/>
                  </a:lnTo>
                  <a:lnTo>
                    <a:pt x="1098804" y="3777996"/>
                  </a:lnTo>
                  <a:lnTo>
                    <a:pt x="1098804" y="3729228"/>
                  </a:lnTo>
                  <a:close/>
                </a:path>
                <a:path w="2184400" h="4994275">
                  <a:moveTo>
                    <a:pt x="1098804" y="3646932"/>
                  </a:moveTo>
                  <a:lnTo>
                    <a:pt x="1095756" y="3643884"/>
                  </a:lnTo>
                  <a:lnTo>
                    <a:pt x="1088136" y="3643884"/>
                  </a:lnTo>
                  <a:lnTo>
                    <a:pt x="1085088" y="3646932"/>
                  </a:lnTo>
                  <a:lnTo>
                    <a:pt x="1085088" y="3695700"/>
                  </a:lnTo>
                  <a:lnTo>
                    <a:pt x="1088136" y="3698748"/>
                  </a:lnTo>
                  <a:lnTo>
                    <a:pt x="1095756" y="3698748"/>
                  </a:lnTo>
                  <a:lnTo>
                    <a:pt x="1098804" y="3695700"/>
                  </a:lnTo>
                  <a:lnTo>
                    <a:pt x="1098804" y="3646932"/>
                  </a:lnTo>
                  <a:close/>
                </a:path>
                <a:path w="2184400" h="4994275">
                  <a:moveTo>
                    <a:pt x="1098804" y="3563112"/>
                  </a:moveTo>
                  <a:lnTo>
                    <a:pt x="1095756" y="3560064"/>
                  </a:lnTo>
                  <a:lnTo>
                    <a:pt x="1088136" y="3560064"/>
                  </a:lnTo>
                  <a:lnTo>
                    <a:pt x="1085088" y="3563112"/>
                  </a:lnTo>
                  <a:lnTo>
                    <a:pt x="1085088" y="3613404"/>
                  </a:lnTo>
                  <a:lnTo>
                    <a:pt x="1088136" y="3616452"/>
                  </a:lnTo>
                  <a:lnTo>
                    <a:pt x="1095756" y="3616452"/>
                  </a:lnTo>
                  <a:lnTo>
                    <a:pt x="1098804" y="3613404"/>
                  </a:lnTo>
                  <a:lnTo>
                    <a:pt x="1098804" y="3563112"/>
                  </a:lnTo>
                  <a:close/>
                </a:path>
                <a:path w="2184400" h="4994275">
                  <a:moveTo>
                    <a:pt x="1098804" y="3480816"/>
                  </a:moveTo>
                  <a:lnTo>
                    <a:pt x="1095756" y="3477768"/>
                  </a:lnTo>
                  <a:lnTo>
                    <a:pt x="1088136" y="3477768"/>
                  </a:lnTo>
                  <a:lnTo>
                    <a:pt x="1085088" y="3480816"/>
                  </a:lnTo>
                  <a:lnTo>
                    <a:pt x="1085088" y="3529584"/>
                  </a:lnTo>
                  <a:lnTo>
                    <a:pt x="1088136" y="3532632"/>
                  </a:lnTo>
                  <a:lnTo>
                    <a:pt x="1095756" y="3532632"/>
                  </a:lnTo>
                  <a:lnTo>
                    <a:pt x="1098804" y="3529584"/>
                  </a:lnTo>
                  <a:lnTo>
                    <a:pt x="1098804" y="3480816"/>
                  </a:lnTo>
                  <a:close/>
                </a:path>
                <a:path w="2184400" h="4994275">
                  <a:moveTo>
                    <a:pt x="1098804" y="3398520"/>
                  </a:moveTo>
                  <a:lnTo>
                    <a:pt x="1095756" y="3395472"/>
                  </a:lnTo>
                  <a:lnTo>
                    <a:pt x="1088136" y="3395472"/>
                  </a:lnTo>
                  <a:lnTo>
                    <a:pt x="1085088" y="3398520"/>
                  </a:lnTo>
                  <a:lnTo>
                    <a:pt x="1085088" y="3447288"/>
                  </a:lnTo>
                  <a:lnTo>
                    <a:pt x="1088136" y="3450336"/>
                  </a:lnTo>
                  <a:lnTo>
                    <a:pt x="1095756" y="3450336"/>
                  </a:lnTo>
                  <a:lnTo>
                    <a:pt x="1098804" y="3447288"/>
                  </a:lnTo>
                  <a:lnTo>
                    <a:pt x="1098804" y="3398520"/>
                  </a:lnTo>
                  <a:close/>
                </a:path>
                <a:path w="2184400" h="4994275">
                  <a:moveTo>
                    <a:pt x="1098804" y="3316224"/>
                  </a:moveTo>
                  <a:lnTo>
                    <a:pt x="1095756" y="3311652"/>
                  </a:lnTo>
                  <a:lnTo>
                    <a:pt x="1088136" y="3311652"/>
                  </a:lnTo>
                  <a:lnTo>
                    <a:pt x="1085088" y="3316224"/>
                  </a:lnTo>
                  <a:lnTo>
                    <a:pt x="1085088" y="3364992"/>
                  </a:lnTo>
                  <a:lnTo>
                    <a:pt x="1088136" y="3368040"/>
                  </a:lnTo>
                  <a:lnTo>
                    <a:pt x="1095756" y="3368040"/>
                  </a:lnTo>
                  <a:lnTo>
                    <a:pt x="1098804" y="3364992"/>
                  </a:lnTo>
                  <a:lnTo>
                    <a:pt x="1098804" y="3316224"/>
                  </a:lnTo>
                  <a:close/>
                </a:path>
                <a:path w="2184400" h="4994275">
                  <a:moveTo>
                    <a:pt x="1098804" y="3232404"/>
                  </a:moveTo>
                  <a:lnTo>
                    <a:pt x="1095756" y="3229356"/>
                  </a:lnTo>
                  <a:lnTo>
                    <a:pt x="1088136" y="3229356"/>
                  </a:lnTo>
                  <a:lnTo>
                    <a:pt x="1085088" y="3232404"/>
                  </a:lnTo>
                  <a:lnTo>
                    <a:pt x="1085088" y="3281172"/>
                  </a:lnTo>
                  <a:lnTo>
                    <a:pt x="1088136" y="3284220"/>
                  </a:lnTo>
                  <a:lnTo>
                    <a:pt x="1095756" y="3284220"/>
                  </a:lnTo>
                  <a:lnTo>
                    <a:pt x="1098804" y="3281172"/>
                  </a:lnTo>
                  <a:lnTo>
                    <a:pt x="1098804" y="3232404"/>
                  </a:lnTo>
                  <a:close/>
                </a:path>
                <a:path w="2184400" h="4994275">
                  <a:moveTo>
                    <a:pt x="1098804" y="3150108"/>
                  </a:moveTo>
                  <a:lnTo>
                    <a:pt x="1095756" y="3147060"/>
                  </a:lnTo>
                  <a:lnTo>
                    <a:pt x="1088136" y="3147060"/>
                  </a:lnTo>
                  <a:lnTo>
                    <a:pt x="1085088" y="3150108"/>
                  </a:lnTo>
                  <a:lnTo>
                    <a:pt x="1085088" y="3198876"/>
                  </a:lnTo>
                  <a:lnTo>
                    <a:pt x="1088136" y="3201924"/>
                  </a:lnTo>
                  <a:lnTo>
                    <a:pt x="1095756" y="3201924"/>
                  </a:lnTo>
                  <a:lnTo>
                    <a:pt x="1098804" y="3198876"/>
                  </a:lnTo>
                  <a:lnTo>
                    <a:pt x="1098804" y="3150108"/>
                  </a:lnTo>
                  <a:close/>
                </a:path>
                <a:path w="2184400" h="4994275">
                  <a:moveTo>
                    <a:pt x="1098804" y="3067812"/>
                  </a:moveTo>
                  <a:lnTo>
                    <a:pt x="1095756" y="3063240"/>
                  </a:lnTo>
                  <a:lnTo>
                    <a:pt x="1088136" y="3063240"/>
                  </a:lnTo>
                  <a:lnTo>
                    <a:pt x="1085088" y="3067812"/>
                  </a:lnTo>
                  <a:lnTo>
                    <a:pt x="1085088" y="3116580"/>
                  </a:lnTo>
                  <a:lnTo>
                    <a:pt x="1088136" y="3119628"/>
                  </a:lnTo>
                  <a:lnTo>
                    <a:pt x="1095756" y="3119628"/>
                  </a:lnTo>
                  <a:lnTo>
                    <a:pt x="1098804" y="3116580"/>
                  </a:lnTo>
                  <a:lnTo>
                    <a:pt x="1098804" y="3067812"/>
                  </a:lnTo>
                  <a:close/>
                </a:path>
                <a:path w="2184400" h="4994275">
                  <a:moveTo>
                    <a:pt x="1098804" y="2983992"/>
                  </a:moveTo>
                  <a:lnTo>
                    <a:pt x="1095756" y="2980944"/>
                  </a:lnTo>
                  <a:lnTo>
                    <a:pt x="1088136" y="2980944"/>
                  </a:lnTo>
                  <a:lnTo>
                    <a:pt x="1085088" y="2983992"/>
                  </a:lnTo>
                  <a:lnTo>
                    <a:pt x="1085088" y="3032760"/>
                  </a:lnTo>
                  <a:lnTo>
                    <a:pt x="1088136" y="3035808"/>
                  </a:lnTo>
                  <a:lnTo>
                    <a:pt x="1095756" y="3035808"/>
                  </a:lnTo>
                  <a:lnTo>
                    <a:pt x="1098804" y="3032760"/>
                  </a:lnTo>
                  <a:lnTo>
                    <a:pt x="1098804" y="2983992"/>
                  </a:lnTo>
                  <a:close/>
                </a:path>
                <a:path w="2184400" h="4994275">
                  <a:moveTo>
                    <a:pt x="1098804" y="2901696"/>
                  </a:moveTo>
                  <a:lnTo>
                    <a:pt x="1095756" y="2898648"/>
                  </a:lnTo>
                  <a:lnTo>
                    <a:pt x="1088136" y="2898648"/>
                  </a:lnTo>
                  <a:lnTo>
                    <a:pt x="1085088" y="2901696"/>
                  </a:lnTo>
                  <a:lnTo>
                    <a:pt x="1085088" y="2950464"/>
                  </a:lnTo>
                  <a:lnTo>
                    <a:pt x="1088136" y="2953512"/>
                  </a:lnTo>
                  <a:lnTo>
                    <a:pt x="1095756" y="2953512"/>
                  </a:lnTo>
                  <a:lnTo>
                    <a:pt x="1098804" y="2950464"/>
                  </a:lnTo>
                  <a:lnTo>
                    <a:pt x="1098804" y="2901696"/>
                  </a:lnTo>
                  <a:close/>
                </a:path>
                <a:path w="2184400" h="4994275">
                  <a:moveTo>
                    <a:pt x="1098804" y="2819400"/>
                  </a:moveTo>
                  <a:lnTo>
                    <a:pt x="1095756" y="2816364"/>
                  </a:lnTo>
                  <a:lnTo>
                    <a:pt x="1088136" y="2816364"/>
                  </a:lnTo>
                  <a:lnTo>
                    <a:pt x="1085088" y="2819400"/>
                  </a:lnTo>
                  <a:lnTo>
                    <a:pt x="1085088" y="2868168"/>
                  </a:lnTo>
                  <a:lnTo>
                    <a:pt x="1088136" y="2871216"/>
                  </a:lnTo>
                  <a:lnTo>
                    <a:pt x="1095756" y="2871216"/>
                  </a:lnTo>
                  <a:lnTo>
                    <a:pt x="1098804" y="2868168"/>
                  </a:lnTo>
                  <a:lnTo>
                    <a:pt x="1098804" y="2819400"/>
                  </a:lnTo>
                  <a:close/>
                </a:path>
                <a:path w="2184400" h="4994275">
                  <a:moveTo>
                    <a:pt x="1098804" y="2735580"/>
                  </a:moveTo>
                  <a:lnTo>
                    <a:pt x="1095756" y="2732532"/>
                  </a:lnTo>
                  <a:lnTo>
                    <a:pt x="1088136" y="2732532"/>
                  </a:lnTo>
                  <a:lnTo>
                    <a:pt x="1085088" y="2735580"/>
                  </a:lnTo>
                  <a:lnTo>
                    <a:pt x="1085088" y="2784348"/>
                  </a:lnTo>
                  <a:lnTo>
                    <a:pt x="1088136" y="2787396"/>
                  </a:lnTo>
                  <a:lnTo>
                    <a:pt x="1095756" y="2787396"/>
                  </a:lnTo>
                  <a:lnTo>
                    <a:pt x="1098804" y="2784348"/>
                  </a:lnTo>
                  <a:lnTo>
                    <a:pt x="1098804" y="2735580"/>
                  </a:lnTo>
                  <a:close/>
                </a:path>
                <a:path w="2184400" h="4994275">
                  <a:moveTo>
                    <a:pt x="1098804" y="2653284"/>
                  </a:moveTo>
                  <a:lnTo>
                    <a:pt x="1095756" y="2650236"/>
                  </a:lnTo>
                  <a:lnTo>
                    <a:pt x="1088136" y="2650236"/>
                  </a:lnTo>
                  <a:lnTo>
                    <a:pt x="1085088" y="2653284"/>
                  </a:lnTo>
                  <a:lnTo>
                    <a:pt x="1085088" y="2702052"/>
                  </a:lnTo>
                  <a:lnTo>
                    <a:pt x="1088136" y="2705100"/>
                  </a:lnTo>
                  <a:lnTo>
                    <a:pt x="1095756" y="2705100"/>
                  </a:lnTo>
                  <a:lnTo>
                    <a:pt x="1098804" y="2702052"/>
                  </a:lnTo>
                  <a:lnTo>
                    <a:pt x="1098804" y="2653284"/>
                  </a:lnTo>
                  <a:close/>
                </a:path>
                <a:path w="2184400" h="4994275">
                  <a:moveTo>
                    <a:pt x="1098804" y="2570988"/>
                  </a:moveTo>
                  <a:lnTo>
                    <a:pt x="1095756" y="2567940"/>
                  </a:lnTo>
                  <a:lnTo>
                    <a:pt x="1088136" y="2567940"/>
                  </a:lnTo>
                  <a:lnTo>
                    <a:pt x="1085088" y="2570988"/>
                  </a:lnTo>
                  <a:lnTo>
                    <a:pt x="1085088" y="2619756"/>
                  </a:lnTo>
                  <a:lnTo>
                    <a:pt x="1088136" y="2622804"/>
                  </a:lnTo>
                  <a:lnTo>
                    <a:pt x="1095756" y="2622804"/>
                  </a:lnTo>
                  <a:lnTo>
                    <a:pt x="1098804" y="2619756"/>
                  </a:lnTo>
                  <a:lnTo>
                    <a:pt x="1098804" y="2570988"/>
                  </a:lnTo>
                  <a:close/>
                </a:path>
                <a:path w="2184400" h="4994275">
                  <a:moveTo>
                    <a:pt x="1098804" y="2487168"/>
                  </a:moveTo>
                  <a:lnTo>
                    <a:pt x="1095756" y="2484120"/>
                  </a:lnTo>
                  <a:lnTo>
                    <a:pt x="1088136" y="2484120"/>
                  </a:lnTo>
                  <a:lnTo>
                    <a:pt x="1085088" y="2487168"/>
                  </a:lnTo>
                  <a:lnTo>
                    <a:pt x="1085088" y="2535936"/>
                  </a:lnTo>
                  <a:lnTo>
                    <a:pt x="1088136" y="2538984"/>
                  </a:lnTo>
                  <a:lnTo>
                    <a:pt x="1095756" y="2538984"/>
                  </a:lnTo>
                  <a:lnTo>
                    <a:pt x="1098804" y="2535936"/>
                  </a:lnTo>
                  <a:lnTo>
                    <a:pt x="1098804" y="2487168"/>
                  </a:lnTo>
                  <a:close/>
                </a:path>
                <a:path w="2184400" h="4994275">
                  <a:moveTo>
                    <a:pt x="1098804" y="2404872"/>
                  </a:moveTo>
                  <a:lnTo>
                    <a:pt x="1095756" y="2401824"/>
                  </a:lnTo>
                  <a:lnTo>
                    <a:pt x="1088136" y="2401824"/>
                  </a:lnTo>
                  <a:lnTo>
                    <a:pt x="1085088" y="2404872"/>
                  </a:lnTo>
                  <a:lnTo>
                    <a:pt x="1085088" y="2453640"/>
                  </a:lnTo>
                  <a:lnTo>
                    <a:pt x="1088136" y="2456688"/>
                  </a:lnTo>
                  <a:lnTo>
                    <a:pt x="1095756" y="2456688"/>
                  </a:lnTo>
                  <a:lnTo>
                    <a:pt x="1098804" y="2453640"/>
                  </a:lnTo>
                  <a:lnTo>
                    <a:pt x="1098804" y="2404872"/>
                  </a:lnTo>
                  <a:close/>
                </a:path>
                <a:path w="2184400" h="4994275">
                  <a:moveTo>
                    <a:pt x="1098804" y="2322576"/>
                  </a:moveTo>
                  <a:lnTo>
                    <a:pt x="1095756" y="2319528"/>
                  </a:lnTo>
                  <a:lnTo>
                    <a:pt x="1088136" y="2319528"/>
                  </a:lnTo>
                  <a:lnTo>
                    <a:pt x="1085088" y="2322576"/>
                  </a:lnTo>
                  <a:lnTo>
                    <a:pt x="1085088" y="2371344"/>
                  </a:lnTo>
                  <a:lnTo>
                    <a:pt x="1088136" y="2374392"/>
                  </a:lnTo>
                  <a:lnTo>
                    <a:pt x="1095756" y="2374392"/>
                  </a:lnTo>
                  <a:lnTo>
                    <a:pt x="1098804" y="2371344"/>
                  </a:lnTo>
                  <a:lnTo>
                    <a:pt x="1098804" y="2322576"/>
                  </a:lnTo>
                  <a:close/>
                </a:path>
                <a:path w="2184400" h="4994275">
                  <a:moveTo>
                    <a:pt x="1098804" y="2238756"/>
                  </a:moveTo>
                  <a:lnTo>
                    <a:pt x="1095756" y="2235708"/>
                  </a:lnTo>
                  <a:lnTo>
                    <a:pt x="1088136" y="2235708"/>
                  </a:lnTo>
                  <a:lnTo>
                    <a:pt x="1085088" y="2238756"/>
                  </a:lnTo>
                  <a:lnTo>
                    <a:pt x="1085088" y="2287524"/>
                  </a:lnTo>
                  <a:lnTo>
                    <a:pt x="1088136" y="2290572"/>
                  </a:lnTo>
                  <a:lnTo>
                    <a:pt x="1095756" y="2290572"/>
                  </a:lnTo>
                  <a:lnTo>
                    <a:pt x="1098804" y="2287524"/>
                  </a:lnTo>
                  <a:lnTo>
                    <a:pt x="1098804" y="2238756"/>
                  </a:lnTo>
                  <a:close/>
                </a:path>
                <a:path w="2184400" h="4994275">
                  <a:moveTo>
                    <a:pt x="1098804" y="2156460"/>
                  </a:moveTo>
                  <a:lnTo>
                    <a:pt x="1095756" y="2153412"/>
                  </a:lnTo>
                  <a:lnTo>
                    <a:pt x="1088136" y="2153412"/>
                  </a:lnTo>
                  <a:lnTo>
                    <a:pt x="1085088" y="2156460"/>
                  </a:lnTo>
                  <a:lnTo>
                    <a:pt x="1085088" y="2205228"/>
                  </a:lnTo>
                  <a:lnTo>
                    <a:pt x="1088136" y="2208276"/>
                  </a:lnTo>
                  <a:lnTo>
                    <a:pt x="1095756" y="2208276"/>
                  </a:lnTo>
                  <a:lnTo>
                    <a:pt x="1098804" y="2205228"/>
                  </a:lnTo>
                  <a:lnTo>
                    <a:pt x="1098804" y="2156460"/>
                  </a:lnTo>
                  <a:close/>
                </a:path>
                <a:path w="2184400" h="4994275">
                  <a:moveTo>
                    <a:pt x="1098804" y="2074164"/>
                  </a:moveTo>
                  <a:lnTo>
                    <a:pt x="1095756" y="2071116"/>
                  </a:lnTo>
                  <a:lnTo>
                    <a:pt x="1088136" y="2071116"/>
                  </a:lnTo>
                  <a:lnTo>
                    <a:pt x="1085088" y="2074164"/>
                  </a:lnTo>
                  <a:lnTo>
                    <a:pt x="1085088" y="2122932"/>
                  </a:lnTo>
                  <a:lnTo>
                    <a:pt x="1088136" y="2125980"/>
                  </a:lnTo>
                  <a:lnTo>
                    <a:pt x="1095756" y="2125980"/>
                  </a:lnTo>
                  <a:lnTo>
                    <a:pt x="1098804" y="2122932"/>
                  </a:lnTo>
                  <a:lnTo>
                    <a:pt x="1098804" y="2074164"/>
                  </a:lnTo>
                  <a:close/>
                </a:path>
                <a:path w="2184400" h="4994275">
                  <a:moveTo>
                    <a:pt x="1098804" y="1990344"/>
                  </a:moveTo>
                  <a:lnTo>
                    <a:pt x="1095756" y="1987296"/>
                  </a:lnTo>
                  <a:lnTo>
                    <a:pt x="1088136" y="1987296"/>
                  </a:lnTo>
                  <a:lnTo>
                    <a:pt x="1085088" y="1990344"/>
                  </a:lnTo>
                  <a:lnTo>
                    <a:pt x="1085088" y="2039112"/>
                  </a:lnTo>
                  <a:lnTo>
                    <a:pt x="1088136" y="2042160"/>
                  </a:lnTo>
                  <a:lnTo>
                    <a:pt x="1095756" y="2042160"/>
                  </a:lnTo>
                  <a:lnTo>
                    <a:pt x="1098804" y="2039112"/>
                  </a:lnTo>
                  <a:lnTo>
                    <a:pt x="1098804" y="1990344"/>
                  </a:lnTo>
                  <a:close/>
                </a:path>
                <a:path w="2184400" h="4994275">
                  <a:moveTo>
                    <a:pt x="1098804" y="1908048"/>
                  </a:moveTo>
                  <a:lnTo>
                    <a:pt x="1095756" y="1905000"/>
                  </a:lnTo>
                  <a:lnTo>
                    <a:pt x="1088136" y="1905000"/>
                  </a:lnTo>
                  <a:lnTo>
                    <a:pt x="1085088" y="1908048"/>
                  </a:lnTo>
                  <a:lnTo>
                    <a:pt x="1085088" y="1956816"/>
                  </a:lnTo>
                  <a:lnTo>
                    <a:pt x="1088136" y="1959864"/>
                  </a:lnTo>
                  <a:lnTo>
                    <a:pt x="1095756" y="1959864"/>
                  </a:lnTo>
                  <a:lnTo>
                    <a:pt x="1098804" y="1956816"/>
                  </a:lnTo>
                  <a:lnTo>
                    <a:pt x="1098804" y="1908048"/>
                  </a:lnTo>
                  <a:close/>
                </a:path>
                <a:path w="2184400" h="4994275">
                  <a:moveTo>
                    <a:pt x="1098804" y="1825752"/>
                  </a:moveTo>
                  <a:lnTo>
                    <a:pt x="1095756" y="1822704"/>
                  </a:lnTo>
                  <a:lnTo>
                    <a:pt x="1088136" y="1822704"/>
                  </a:lnTo>
                  <a:lnTo>
                    <a:pt x="1085088" y="1825752"/>
                  </a:lnTo>
                  <a:lnTo>
                    <a:pt x="1085088" y="1874520"/>
                  </a:lnTo>
                  <a:lnTo>
                    <a:pt x="1088136" y="1877568"/>
                  </a:lnTo>
                  <a:lnTo>
                    <a:pt x="1095756" y="1877568"/>
                  </a:lnTo>
                  <a:lnTo>
                    <a:pt x="1098804" y="1874520"/>
                  </a:lnTo>
                  <a:lnTo>
                    <a:pt x="1098804" y="1825752"/>
                  </a:lnTo>
                  <a:close/>
                </a:path>
                <a:path w="2184400" h="4994275">
                  <a:moveTo>
                    <a:pt x="1098804" y="1741932"/>
                  </a:moveTo>
                  <a:lnTo>
                    <a:pt x="1095756" y="1738884"/>
                  </a:lnTo>
                  <a:lnTo>
                    <a:pt x="1088136" y="1738884"/>
                  </a:lnTo>
                  <a:lnTo>
                    <a:pt x="1085088" y="1741932"/>
                  </a:lnTo>
                  <a:lnTo>
                    <a:pt x="1085088" y="1790700"/>
                  </a:lnTo>
                  <a:lnTo>
                    <a:pt x="1088136" y="1793748"/>
                  </a:lnTo>
                  <a:lnTo>
                    <a:pt x="1095756" y="1793748"/>
                  </a:lnTo>
                  <a:lnTo>
                    <a:pt x="1098804" y="1790700"/>
                  </a:lnTo>
                  <a:lnTo>
                    <a:pt x="1098804" y="1741932"/>
                  </a:lnTo>
                  <a:close/>
                </a:path>
                <a:path w="2184400" h="4994275">
                  <a:moveTo>
                    <a:pt x="1098804" y="1659636"/>
                  </a:moveTo>
                  <a:lnTo>
                    <a:pt x="1095756" y="1656588"/>
                  </a:lnTo>
                  <a:lnTo>
                    <a:pt x="1088136" y="1656588"/>
                  </a:lnTo>
                  <a:lnTo>
                    <a:pt x="1085088" y="1659636"/>
                  </a:lnTo>
                  <a:lnTo>
                    <a:pt x="1085088" y="1708404"/>
                  </a:lnTo>
                  <a:lnTo>
                    <a:pt x="1088136" y="1711452"/>
                  </a:lnTo>
                  <a:lnTo>
                    <a:pt x="1095756" y="1711452"/>
                  </a:lnTo>
                  <a:lnTo>
                    <a:pt x="1098804" y="1708404"/>
                  </a:lnTo>
                  <a:lnTo>
                    <a:pt x="1098804" y="1659636"/>
                  </a:lnTo>
                  <a:close/>
                </a:path>
                <a:path w="2184400" h="4994275">
                  <a:moveTo>
                    <a:pt x="1098804" y="1577340"/>
                  </a:moveTo>
                  <a:lnTo>
                    <a:pt x="1095756" y="1574292"/>
                  </a:lnTo>
                  <a:lnTo>
                    <a:pt x="1088136" y="1574292"/>
                  </a:lnTo>
                  <a:lnTo>
                    <a:pt x="1085088" y="1577340"/>
                  </a:lnTo>
                  <a:lnTo>
                    <a:pt x="1085088" y="1626108"/>
                  </a:lnTo>
                  <a:lnTo>
                    <a:pt x="1088136" y="1629156"/>
                  </a:lnTo>
                  <a:lnTo>
                    <a:pt x="1095756" y="1629156"/>
                  </a:lnTo>
                  <a:lnTo>
                    <a:pt x="1098804" y="1626108"/>
                  </a:lnTo>
                  <a:lnTo>
                    <a:pt x="1098804" y="1577340"/>
                  </a:lnTo>
                  <a:close/>
                </a:path>
                <a:path w="2184400" h="4994275">
                  <a:moveTo>
                    <a:pt x="1098804" y="1493520"/>
                  </a:moveTo>
                  <a:lnTo>
                    <a:pt x="1095756" y="1490472"/>
                  </a:lnTo>
                  <a:lnTo>
                    <a:pt x="1088136" y="1490472"/>
                  </a:lnTo>
                  <a:lnTo>
                    <a:pt x="1085088" y="1493520"/>
                  </a:lnTo>
                  <a:lnTo>
                    <a:pt x="1085088" y="1542288"/>
                  </a:lnTo>
                  <a:lnTo>
                    <a:pt x="1088136" y="1545336"/>
                  </a:lnTo>
                  <a:lnTo>
                    <a:pt x="1095756" y="1545336"/>
                  </a:lnTo>
                  <a:lnTo>
                    <a:pt x="1098804" y="1542288"/>
                  </a:lnTo>
                  <a:lnTo>
                    <a:pt x="1098804" y="1493520"/>
                  </a:lnTo>
                  <a:close/>
                </a:path>
                <a:path w="2184400" h="4994275">
                  <a:moveTo>
                    <a:pt x="1098804" y="1411224"/>
                  </a:moveTo>
                  <a:lnTo>
                    <a:pt x="1095756" y="1408176"/>
                  </a:lnTo>
                  <a:lnTo>
                    <a:pt x="1088136" y="1408176"/>
                  </a:lnTo>
                  <a:lnTo>
                    <a:pt x="1085088" y="1411224"/>
                  </a:lnTo>
                  <a:lnTo>
                    <a:pt x="1085088" y="1459992"/>
                  </a:lnTo>
                  <a:lnTo>
                    <a:pt x="1088136" y="1463040"/>
                  </a:lnTo>
                  <a:lnTo>
                    <a:pt x="1095756" y="1463040"/>
                  </a:lnTo>
                  <a:lnTo>
                    <a:pt x="1098804" y="1459992"/>
                  </a:lnTo>
                  <a:lnTo>
                    <a:pt x="1098804" y="1411224"/>
                  </a:lnTo>
                  <a:close/>
                </a:path>
                <a:path w="2184400" h="4994275">
                  <a:moveTo>
                    <a:pt x="1098804" y="1328928"/>
                  </a:moveTo>
                  <a:lnTo>
                    <a:pt x="1095756" y="1325880"/>
                  </a:lnTo>
                  <a:lnTo>
                    <a:pt x="1088136" y="1325880"/>
                  </a:lnTo>
                  <a:lnTo>
                    <a:pt x="1085088" y="1328928"/>
                  </a:lnTo>
                  <a:lnTo>
                    <a:pt x="1085088" y="1377696"/>
                  </a:lnTo>
                  <a:lnTo>
                    <a:pt x="1088136" y="1380744"/>
                  </a:lnTo>
                  <a:lnTo>
                    <a:pt x="1095756" y="1380744"/>
                  </a:lnTo>
                  <a:lnTo>
                    <a:pt x="1098804" y="1377696"/>
                  </a:lnTo>
                  <a:lnTo>
                    <a:pt x="1098804" y="1328928"/>
                  </a:lnTo>
                  <a:close/>
                </a:path>
                <a:path w="2184400" h="4994275">
                  <a:moveTo>
                    <a:pt x="1098804" y="1245108"/>
                  </a:moveTo>
                  <a:lnTo>
                    <a:pt x="1095756" y="1242060"/>
                  </a:lnTo>
                  <a:lnTo>
                    <a:pt x="1088136" y="1242060"/>
                  </a:lnTo>
                  <a:lnTo>
                    <a:pt x="1085088" y="1245108"/>
                  </a:lnTo>
                  <a:lnTo>
                    <a:pt x="1085088" y="1293876"/>
                  </a:lnTo>
                  <a:lnTo>
                    <a:pt x="1088136" y="1298448"/>
                  </a:lnTo>
                  <a:lnTo>
                    <a:pt x="1095756" y="1298448"/>
                  </a:lnTo>
                  <a:lnTo>
                    <a:pt x="1098804" y="1293876"/>
                  </a:lnTo>
                  <a:lnTo>
                    <a:pt x="1098804" y="1245108"/>
                  </a:lnTo>
                  <a:close/>
                </a:path>
                <a:path w="2184400" h="4994275">
                  <a:moveTo>
                    <a:pt x="1098804" y="1162812"/>
                  </a:moveTo>
                  <a:lnTo>
                    <a:pt x="1095756" y="1159764"/>
                  </a:lnTo>
                  <a:lnTo>
                    <a:pt x="1088136" y="1159764"/>
                  </a:lnTo>
                  <a:lnTo>
                    <a:pt x="1085088" y="1162812"/>
                  </a:lnTo>
                  <a:lnTo>
                    <a:pt x="1085088" y="1211580"/>
                  </a:lnTo>
                  <a:lnTo>
                    <a:pt x="1088136" y="1214628"/>
                  </a:lnTo>
                  <a:lnTo>
                    <a:pt x="1095756" y="1214628"/>
                  </a:lnTo>
                  <a:lnTo>
                    <a:pt x="1098804" y="1211580"/>
                  </a:lnTo>
                  <a:lnTo>
                    <a:pt x="1098804" y="1162812"/>
                  </a:lnTo>
                  <a:close/>
                </a:path>
                <a:path w="2184400" h="4994275">
                  <a:moveTo>
                    <a:pt x="1098804" y="1080516"/>
                  </a:moveTo>
                  <a:lnTo>
                    <a:pt x="1095756" y="1077468"/>
                  </a:lnTo>
                  <a:lnTo>
                    <a:pt x="1088136" y="1077468"/>
                  </a:lnTo>
                  <a:lnTo>
                    <a:pt x="1085088" y="1080516"/>
                  </a:lnTo>
                  <a:lnTo>
                    <a:pt x="1085088" y="1129284"/>
                  </a:lnTo>
                  <a:lnTo>
                    <a:pt x="1088136" y="1132332"/>
                  </a:lnTo>
                  <a:lnTo>
                    <a:pt x="1095756" y="1132332"/>
                  </a:lnTo>
                  <a:lnTo>
                    <a:pt x="1098804" y="1129284"/>
                  </a:lnTo>
                  <a:lnTo>
                    <a:pt x="1098804" y="1080516"/>
                  </a:lnTo>
                  <a:close/>
                </a:path>
                <a:path w="2184400" h="4994275">
                  <a:moveTo>
                    <a:pt x="1098804" y="996696"/>
                  </a:moveTo>
                  <a:lnTo>
                    <a:pt x="1095756" y="993648"/>
                  </a:lnTo>
                  <a:lnTo>
                    <a:pt x="1088136" y="993648"/>
                  </a:lnTo>
                  <a:lnTo>
                    <a:pt x="1085088" y="996696"/>
                  </a:lnTo>
                  <a:lnTo>
                    <a:pt x="1085088" y="1045464"/>
                  </a:lnTo>
                  <a:lnTo>
                    <a:pt x="1088136" y="1050036"/>
                  </a:lnTo>
                  <a:lnTo>
                    <a:pt x="1095756" y="1050036"/>
                  </a:lnTo>
                  <a:lnTo>
                    <a:pt x="1098804" y="1045464"/>
                  </a:lnTo>
                  <a:lnTo>
                    <a:pt x="1098804" y="996696"/>
                  </a:lnTo>
                  <a:close/>
                </a:path>
                <a:path w="2184400" h="4994275">
                  <a:moveTo>
                    <a:pt x="1098804" y="914400"/>
                  </a:moveTo>
                  <a:lnTo>
                    <a:pt x="1095756" y="911352"/>
                  </a:lnTo>
                  <a:lnTo>
                    <a:pt x="1088136" y="911352"/>
                  </a:lnTo>
                  <a:lnTo>
                    <a:pt x="1085088" y="914400"/>
                  </a:lnTo>
                  <a:lnTo>
                    <a:pt x="1085088" y="963168"/>
                  </a:lnTo>
                  <a:lnTo>
                    <a:pt x="1088136" y="966216"/>
                  </a:lnTo>
                  <a:lnTo>
                    <a:pt x="1095756" y="966216"/>
                  </a:lnTo>
                  <a:lnTo>
                    <a:pt x="1098804" y="963168"/>
                  </a:lnTo>
                  <a:lnTo>
                    <a:pt x="1098804" y="914400"/>
                  </a:lnTo>
                  <a:close/>
                </a:path>
                <a:path w="2184400" h="4994275">
                  <a:moveTo>
                    <a:pt x="1098804" y="832104"/>
                  </a:moveTo>
                  <a:lnTo>
                    <a:pt x="1095756" y="829056"/>
                  </a:lnTo>
                  <a:lnTo>
                    <a:pt x="1088136" y="829056"/>
                  </a:lnTo>
                  <a:lnTo>
                    <a:pt x="1085088" y="832104"/>
                  </a:lnTo>
                  <a:lnTo>
                    <a:pt x="1085088" y="880872"/>
                  </a:lnTo>
                  <a:lnTo>
                    <a:pt x="1088136" y="883920"/>
                  </a:lnTo>
                  <a:lnTo>
                    <a:pt x="1095756" y="883920"/>
                  </a:lnTo>
                  <a:lnTo>
                    <a:pt x="1098804" y="880872"/>
                  </a:lnTo>
                  <a:lnTo>
                    <a:pt x="1098804" y="832104"/>
                  </a:lnTo>
                  <a:close/>
                </a:path>
                <a:path w="2184400" h="4994275">
                  <a:moveTo>
                    <a:pt x="1098804" y="748284"/>
                  </a:moveTo>
                  <a:lnTo>
                    <a:pt x="1095756" y="745236"/>
                  </a:lnTo>
                  <a:lnTo>
                    <a:pt x="1088136" y="745236"/>
                  </a:lnTo>
                  <a:lnTo>
                    <a:pt x="1085088" y="748284"/>
                  </a:lnTo>
                  <a:lnTo>
                    <a:pt x="1085088" y="798576"/>
                  </a:lnTo>
                  <a:lnTo>
                    <a:pt x="1088136" y="801624"/>
                  </a:lnTo>
                  <a:lnTo>
                    <a:pt x="1095756" y="801624"/>
                  </a:lnTo>
                  <a:lnTo>
                    <a:pt x="1098804" y="798576"/>
                  </a:lnTo>
                  <a:lnTo>
                    <a:pt x="1098804" y="748284"/>
                  </a:lnTo>
                  <a:close/>
                </a:path>
                <a:path w="2184400" h="4994275">
                  <a:moveTo>
                    <a:pt x="1098804" y="665988"/>
                  </a:moveTo>
                  <a:lnTo>
                    <a:pt x="1095756" y="662940"/>
                  </a:lnTo>
                  <a:lnTo>
                    <a:pt x="1088136" y="662940"/>
                  </a:lnTo>
                  <a:lnTo>
                    <a:pt x="1085088" y="665988"/>
                  </a:lnTo>
                  <a:lnTo>
                    <a:pt x="1085088" y="714756"/>
                  </a:lnTo>
                  <a:lnTo>
                    <a:pt x="1088136" y="717804"/>
                  </a:lnTo>
                  <a:lnTo>
                    <a:pt x="1095756" y="717804"/>
                  </a:lnTo>
                  <a:lnTo>
                    <a:pt x="1098804" y="714756"/>
                  </a:lnTo>
                  <a:lnTo>
                    <a:pt x="1098804" y="665988"/>
                  </a:lnTo>
                  <a:close/>
                </a:path>
                <a:path w="2184400" h="4994275">
                  <a:moveTo>
                    <a:pt x="1098804" y="583692"/>
                  </a:moveTo>
                  <a:lnTo>
                    <a:pt x="1095756" y="580644"/>
                  </a:lnTo>
                  <a:lnTo>
                    <a:pt x="1088136" y="580644"/>
                  </a:lnTo>
                  <a:lnTo>
                    <a:pt x="1085088" y="583692"/>
                  </a:lnTo>
                  <a:lnTo>
                    <a:pt x="1085088" y="632460"/>
                  </a:lnTo>
                  <a:lnTo>
                    <a:pt x="1088136" y="635508"/>
                  </a:lnTo>
                  <a:lnTo>
                    <a:pt x="1095756" y="635508"/>
                  </a:lnTo>
                  <a:lnTo>
                    <a:pt x="1098804" y="632460"/>
                  </a:lnTo>
                  <a:lnTo>
                    <a:pt x="1098804" y="583692"/>
                  </a:lnTo>
                  <a:close/>
                </a:path>
                <a:path w="2184400" h="4994275">
                  <a:moveTo>
                    <a:pt x="1098804" y="499872"/>
                  </a:moveTo>
                  <a:lnTo>
                    <a:pt x="1095756" y="496824"/>
                  </a:lnTo>
                  <a:lnTo>
                    <a:pt x="1088136" y="496824"/>
                  </a:lnTo>
                  <a:lnTo>
                    <a:pt x="1085088" y="499872"/>
                  </a:lnTo>
                  <a:lnTo>
                    <a:pt x="1085088" y="550164"/>
                  </a:lnTo>
                  <a:lnTo>
                    <a:pt x="1088136" y="553212"/>
                  </a:lnTo>
                  <a:lnTo>
                    <a:pt x="1095756" y="553212"/>
                  </a:lnTo>
                  <a:lnTo>
                    <a:pt x="1098804" y="550164"/>
                  </a:lnTo>
                  <a:lnTo>
                    <a:pt x="1098804" y="499872"/>
                  </a:lnTo>
                  <a:close/>
                </a:path>
                <a:path w="2184400" h="4994275">
                  <a:moveTo>
                    <a:pt x="1098804" y="417576"/>
                  </a:moveTo>
                  <a:lnTo>
                    <a:pt x="1095756" y="414528"/>
                  </a:lnTo>
                  <a:lnTo>
                    <a:pt x="1088136" y="414528"/>
                  </a:lnTo>
                  <a:lnTo>
                    <a:pt x="1085088" y="417576"/>
                  </a:lnTo>
                  <a:lnTo>
                    <a:pt x="1085088" y="466344"/>
                  </a:lnTo>
                  <a:lnTo>
                    <a:pt x="1088136" y="469392"/>
                  </a:lnTo>
                  <a:lnTo>
                    <a:pt x="1095756" y="469392"/>
                  </a:lnTo>
                  <a:lnTo>
                    <a:pt x="1098804" y="466344"/>
                  </a:lnTo>
                  <a:lnTo>
                    <a:pt x="1098804" y="417576"/>
                  </a:lnTo>
                  <a:close/>
                </a:path>
                <a:path w="2184400" h="4994275">
                  <a:moveTo>
                    <a:pt x="1098804" y="335280"/>
                  </a:moveTo>
                  <a:lnTo>
                    <a:pt x="1095756" y="332232"/>
                  </a:lnTo>
                  <a:lnTo>
                    <a:pt x="1088136" y="332232"/>
                  </a:lnTo>
                  <a:lnTo>
                    <a:pt x="1085088" y="335280"/>
                  </a:lnTo>
                  <a:lnTo>
                    <a:pt x="1085088" y="384048"/>
                  </a:lnTo>
                  <a:lnTo>
                    <a:pt x="1088136" y="387096"/>
                  </a:lnTo>
                  <a:lnTo>
                    <a:pt x="1095756" y="387096"/>
                  </a:lnTo>
                  <a:lnTo>
                    <a:pt x="1098804" y="384048"/>
                  </a:lnTo>
                  <a:lnTo>
                    <a:pt x="1098804" y="335280"/>
                  </a:lnTo>
                  <a:close/>
                </a:path>
                <a:path w="2184400" h="4994275">
                  <a:moveTo>
                    <a:pt x="1098804" y="251460"/>
                  </a:moveTo>
                  <a:lnTo>
                    <a:pt x="1095756" y="248412"/>
                  </a:lnTo>
                  <a:lnTo>
                    <a:pt x="1088136" y="248412"/>
                  </a:lnTo>
                  <a:lnTo>
                    <a:pt x="1085088" y="251460"/>
                  </a:lnTo>
                  <a:lnTo>
                    <a:pt x="1085088" y="301752"/>
                  </a:lnTo>
                  <a:lnTo>
                    <a:pt x="1088136" y="304800"/>
                  </a:lnTo>
                  <a:lnTo>
                    <a:pt x="1095756" y="304800"/>
                  </a:lnTo>
                  <a:lnTo>
                    <a:pt x="1098804" y="301752"/>
                  </a:lnTo>
                  <a:lnTo>
                    <a:pt x="1098804" y="251460"/>
                  </a:lnTo>
                  <a:close/>
                </a:path>
                <a:path w="2184400" h="4994275">
                  <a:moveTo>
                    <a:pt x="1098804" y="169164"/>
                  </a:moveTo>
                  <a:lnTo>
                    <a:pt x="1095756" y="166116"/>
                  </a:lnTo>
                  <a:lnTo>
                    <a:pt x="1088136" y="166116"/>
                  </a:lnTo>
                  <a:lnTo>
                    <a:pt x="1085088" y="169164"/>
                  </a:lnTo>
                  <a:lnTo>
                    <a:pt x="1085088" y="217932"/>
                  </a:lnTo>
                  <a:lnTo>
                    <a:pt x="1088136" y="220980"/>
                  </a:lnTo>
                  <a:lnTo>
                    <a:pt x="1095756" y="220980"/>
                  </a:lnTo>
                  <a:lnTo>
                    <a:pt x="1098804" y="217932"/>
                  </a:lnTo>
                  <a:lnTo>
                    <a:pt x="1098804" y="169164"/>
                  </a:lnTo>
                  <a:close/>
                </a:path>
                <a:path w="2184400" h="4994275">
                  <a:moveTo>
                    <a:pt x="1098804" y="86868"/>
                  </a:moveTo>
                  <a:lnTo>
                    <a:pt x="1095756" y="83820"/>
                  </a:lnTo>
                  <a:lnTo>
                    <a:pt x="1088136" y="83820"/>
                  </a:lnTo>
                  <a:lnTo>
                    <a:pt x="1085088" y="86868"/>
                  </a:lnTo>
                  <a:lnTo>
                    <a:pt x="1085088" y="135636"/>
                  </a:lnTo>
                  <a:lnTo>
                    <a:pt x="1088136" y="138684"/>
                  </a:lnTo>
                  <a:lnTo>
                    <a:pt x="1095756" y="138684"/>
                  </a:lnTo>
                  <a:lnTo>
                    <a:pt x="1098804" y="135636"/>
                  </a:lnTo>
                  <a:lnTo>
                    <a:pt x="1098804" y="86868"/>
                  </a:lnTo>
                  <a:close/>
                </a:path>
                <a:path w="2184400" h="4994275">
                  <a:moveTo>
                    <a:pt x="1098804" y="3048"/>
                  </a:moveTo>
                  <a:lnTo>
                    <a:pt x="1095756" y="0"/>
                  </a:lnTo>
                  <a:lnTo>
                    <a:pt x="1088136" y="0"/>
                  </a:lnTo>
                  <a:lnTo>
                    <a:pt x="1085088" y="3048"/>
                  </a:lnTo>
                  <a:lnTo>
                    <a:pt x="1085088" y="53340"/>
                  </a:lnTo>
                  <a:lnTo>
                    <a:pt x="1088136" y="56388"/>
                  </a:lnTo>
                  <a:lnTo>
                    <a:pt x="1095756" y="56388"/>
                  </a:lnTo>
                  <a:lnTo>
                    <a:pt x="1098804" y="53340"/>
                  </a:lnTo>
                  <a:lnTo>
                    <a:pt x="1098804" y="3048"/>
                  </a:lnTo>
                  <a:close/>
                </a:path>
                <a:path w="2184400" h="4994275">
                  <a:moveTo>
                    <a:pt x="1315212" y="4556760"/>
                  </a:moveTo>
                  <a:lnTo>
                    <a:pt x="1312164" y="4553712"/>
                  </a:lnTo>
                  <a:lnTo>
                    <a:pt x="1304544" y="4553712"/>
                  </a:lnTo>
                  <a:lnTo>
                    <a:pt x="1301496" y="4556760"/>
                  </a:lnTo>
                  <a:lnTo>
                    <a:pt x="1301496" y="4591812"/>
                  </a:lnTo>
                  <a:lnTo>
                    <a:pt x="1304544" y="4594860"/>
                  </a:lnTo>
                  <a:lnTo>
                    <a:pt x="1312164" y="4594860"/>
                  </a:lnTo>
                  <a:lnTo>
                    <a:pt x="1315212" y="4591812"/>
                  </a:lnTo>
                  <a:lnTo>
                    <a:pt x="1315212" y="4556760"/>
                  </a:lnTo>
                  <a:close/>
                </a:path>
                <a:path w="2184400" h="4994275">
                  <a:moveTo>
                    <a:pt x="1315212" y="4474464"/>
                  </a:moveTo>
                  <a:lnTo>
                    <a:pt x="1312164" y="4471416"/>
                  </a:lnTo>
                  <a:lnTo>
                    <a:pt x="1304544" y="4471416"/>
                  </a:lnTo>
                  <a:lnTo>
                    <a:pt x="1301496" y="4474464"/>
                  </a:lnTo>
                  <a:lnTo>
                    <a:pt x="1301496" y="4523232"/>
                  </a:lnTo>
                  <a:lnTo>
                    <a:pt x="1304544" y="4526280"/>
                  </a:lnTo>
                  <a:lnTo>
                    <a:pt x="1312164" y="4526280"/>
                  </a:lnTo>
                  <a:lnTo>
                    <a:pt x="1315212" y="4523232"/>
                  </a:lnTo>
                  <a:lnTo>
                    <a:pt x="1315212" y="4474464"/>
                  </a:lnTo>
                  <a:close/>
                </a:path>
                <a:path w="2184400" h="4994275">
                  <a:moveTo>
                    <a:pt x="1315212" y="4392168"/>
                  </a:moveTo>
                  <a:lnTo>
                    <a:pt x="1312164" y="4389120"/>
                  </a:lnTo>
                  <a:lnTo>
                    <a:pt x="1304544" y="4389120"/>
                  </a:lnTo>
                  <a:lnTo>
                    <a:pt x="1301496" y="4392168"/>
                  </a:lnTo>
                  <a:lnTo>
                    <a:pt x="1301496" y="4440936"/>
                  </a:lnTo>
                  <a:lnTo>
                    <a:pt x="1304544" y="4443984"/>
                  </a:lnTo>
                  <a:lnTo>
                    <a:pt x="1312164" y="4443984"/>
                  </a:lnTo>
                  <a:lnTo>
                    <a:pt x="1315212" y="4440936"/>
                  </a:lnTo>
                  <a:lnTo>
                    <a:pt x="1315212" y="4392168"/>
                  </a:lnTo>
                  <a:close/>
                </a:path>
                <a:path w="2184400" h="4994275">
                  <a:moveTo>
                    <a:pt x="1315212" y="4308348"/>
                  </a:moveTo>
                  <a:lnTo>
                    <a:pt x="1312164" y="4305300"/>
                  </a:lnTo>
                  <a:lnTo>
                    <a:pt x="1304544" y="4305300"/>
                  </a:lnTo>
                  <a:lnTo>
                    <a:pt x="1301496" y="4308348"/>
                  </a:lnTo>
                  <a:lnTo>
                    <a:pt x="1301496" y="4358640"/>
                  </a:lnTo>
                  <a:lnTo>
                    <a:pt x="1304544" y="4361688"/>
                  </a:lnTo>
                  <a:lnTo>
                    <a:pt x="1312164" y="4361688"/>
                  </a:lnTo>
                  <a:lnTo>
                    <a:pt x="1315212" y="4358640"/>
                  </a:lnTo>
                  <a:lnTo>
                    <a:pt x="1315212" y="4308348"/>
                  </a:lnTo>
                  <a:close/>
                </a:path>
                <a:path w="2184400" h="4994275">
                  <a:moveTo>
                    <a:pt x="1315212" y="4226052"/>
                  </a:moveTo>
                  <a:lnTo>
                    <a:pt x="1312164" y="4223004"/>
                  </a:lnTo>
                  <a:lnTo>
                    <a:pt x="1304544" y="4223004"/>
                  </a:lnTo>
                  <a:lnTo>
                    <a:pt x="1301496" y="4226052"/>
                  </a:lnTo>
                  <a:lnTo>
                    <a:pt x="1301496" y="4274820"/>
                  </a:lnTo>
                  <a:lnTo>
                    <a:pt x="1304544" y="4277868"/>
                  </a:lnTo>
                  <a:lnTo>
                    <a:pt x="1312164" y="4277868"/>
                  </a:lnTo>
                  <a:lnTo>
                    <a:pt x="1315212" y="4274820"/>
                  </a:lnTo>
                  <a:lnTo>
                    <a:pt x="1315212" y="4226052"/>
                  </a:lnTo>
                  <a:close/>
                </a:path>
                <a:path w="2184400" h="4994275">
                  <a:moveTo>
                    <a:pt x="1315212" y="4143756"/>
                  </a:moveTo>
                  <a:lnTo>
                    <a:pt x="1312164" y="4140708"/>
                  </a:lnTo>
                  <a:lnTo>
                    <a:pt x="1304544" y="4140708"/>
                  </a:lnTo>
                  <a:lnTo>
                    <a:pt x="1301496" y="4143756"/>
                  </a:lnTo>
                  <a:lnTo>
                    <a:pt x="1301496" y="4192524"/>
                  </a:lnTo>
                  <a:lnTo>
                    <a:pt x="1304544" y="4195572"/>
                  </a:lnTo>
                  <a:lnTo>
                    <a:pt x="1312164" y="4195572"/>
                  </a:lnTo>
                  <a:lnTo>
                    <a:pt x="1315212" y="4192524"/>
                  </a:lnTo>
                  <a:lnTo>
                    <a:pt x="1315212" y="4143756"/>
                  </a:lnTo>
                  <a:close/>
                </a:path>
                <a:path w="2184400" h="4994275">
                  <a:moveTo>
                    <a:pt x="1315212" y="4059936"/>
                  </a:moveTo>
                  <a:lnTo>
                    <a:pt x="1312164" y="4056888"/>
                  </a:lnTo>
                  <a:lnTo>
                    <a:pt x="1304544" y="4056888"/>
                  </a:lnTo>
                  <a:lnTo>
                    <a:pt x="1301496" y="4059936"/>
                  </a:lnTo>
                  <a:lnTo>
                    <a:pt x="1301496" y="4110228"/>
                  </a:lnTo>
                  <a:lnTo>
                    <a:pt x="1304544" y="4113276"/>
                  </a:lnTo>
                  <a:lnTo>
                    <a:pt x="1312164" y="4113276"/>
                  </a:lnTo>
                  <a:lnTo>
                    <a:pt x="1315212" y="4110228"/>
                  </a:lnTo>
                  <a:lnTo>
                    <a:pt x="1315212" y="4059936"/>
                  </a:lnTo>
                  <a:close/>
                </a:path>
                <a:path w="2184400" h="4994275">
                  <a:moveTo>
                    <a:pt x="1315212" y="3977640"/>
                  </a:moveTo>
                  <a:lnTo>
                    <a:pt x="1312164" y="3974592"/>
                  </a:lnTo>
                  <a:lnTo>
                    <a:pt x="1304544" y="3974592"/>
                  </a:lnTo>
                  <a:lnTo>
                    <a:pt x="1301496" y="3977640"/>
                  </a:lnTo>
                  <a:lnTo>
                    <a:pt x="1301496" y="4026408"/>
                  </a:lnTo>
                  <a:lnTo>
                    <a:pt x="1304544" y="4029456"/>
                  </a:lnTo>
                  <a:lnTo>
                    <a:pt x="1312164" y="4029456"/>
                  </a:lnTo>
                  <a:lnTo>
                    <a:pt x="1315212" y="4026408"/>
                  </a:lnTo>
                  <a:lnTo>
                    <a:pt x="1315212" y="3977640"/>
                  </a:lnTo>
                  <a:close/>
                </a:path>
                <a:path w="2184400" h="4994275">
                  <a:moveTo>
                    <a:pt x="1315212" y="3895344"/>
                  </a:moveTo>
                  <a:lnTo>
                    <a:pt x="1312164" y="3892296"/>
                  </a:lnTo>
                  <a:lnTo>
                    <a:pt x="1304544" y="3892296"/>
                  </a:lnTo>
                  <a:lnTo>
                    <a:pt x="1301496" y="3895344"/>
                  </a:lnTo>
                  <a:lnTo>
                    <a:pt x="1301496" y="3944112"/>
                  </a:lnTo>
                  <a:lnTo>
                    <a:pt x="1304544" y="3947160"/>
                  </a:lnTo>
                  <a:lnTo>
                    <a:pt x="1312164" y="3947160"/>
                  </a:lnTo>
                  <a:lnTo>
                    <a:pt x="1315212" y="3944112"/>
                  </a:lnTo>
                  <a:lnTo>
                    <a:pt x="1315212" y="3895344"/>
                  </a:lnTo>
                  <a:close/>
                </a:path>
                <a:path w="2184400" h="4994275">
                  <a:moveTo>
                    <a:pt x="1315212" y="3811524"/>
                  </a:moveTo>
                  <a:lnTo>
                    <a:pt x="1312164" y="3808476"/>
                  </a:lnTo>
                  <a:lnTo>
                    <a:pt x="1304544" y="3808476"/>
                  </a:lnTo>
                  <a:lnTo>
                    <a:pt x="1301496" y="3811524"/>
                  </a:lnTo>
                  <a:lnTo>
                    <a:pt x="1301496" y="3861816"/>
                  </a:lnTo>
                  <a:lnTo>
                    <a:pt x="1304544" y="3864864"/>
                  </a:lnTo>
                  <a:lnTo>
                    <a:pt x="1312164" y="3864864"/>
                  </a:lnTo>
                  <a:lnTo>
                    <a:pt x="1315212" y="3861816"/>
                  </a:lnTo>
                  <a:lnTo>
                    <a:pt x="1315212" y="3811524"/>
                  </a:lnTo>
                  <a:close/>
                </a:path>
                <a:path w="2184400" h="4994275">
                  <a:moveTo>
                    <a:pt x="1315212" y="3729228"/>
                  </a:moveTo>
                  <a:lnTo>
                    <a:pt x="1312164" y="3726180"/>
                  </a:lnTo>
                  <a:lnTo>
                    <a:pt x="1304544" y="3726180"/>
                  </a:lnTo>
                  <a:lnTo>
                    <a:pt x="1301496" y="3729228"/>
                  </a:lnTo>
                  <a:lnTo>
                    <a:pt x="1301496" y="3777996"/>
                  </a:lnTo>
                  <a:lnTo>
                    <a:pt x="1304544" y="3781044"/>
                  </a:lnTo>
                  <a:lnTo>
                    <a:pt x="1312164" y="3781044"/>
                  </a:lnTo>
                  <a:lnTo>
                    <a:pt x="1315212" y="3777996"/>
                  </a:lnTo>
                  <a:lnTo>
                    <a:pt x="1315212" y="3729228"/>
                  </a:lnTo>
                  <a:close/>
                </a:path>
                <a:path w="2184400" h="4994275">
                  <a:moveTo>
                    <a:pt x="1315212" y="3646932"/>
                  </a:moveTo>
                  <a:lnTo>
                    <a:pt x="1312164" y="3643884"/>
                  </a:lnTo>
                  <a:lnTo>
                    <a:pt x="1304544" y="3643884"/>
                  </a:lnTo>
                  <a:lnTo>
                    <a:pt x="1301496" y="3646932"/>
                  </a:lnTo>
                  <a:lnTo>
                    <a:pt x="1301496" y="3695700"/>
                  </a:lnTo>
                  <a:lnTo>
                    <a:pt x="1304544" y="3698748"/>
                  </a:lnTo>
                  <a:lnTo>
                    <a:pt x="1312164" y="3698748"/>
                  </a:lnTo>
                  <a:lnTo>
                    <a:pt x="1315212" y="3695700"/>
                  </a:lnTo>
                  <a:lnTo>
                    <a:pt x="1315212" y="3646932"/>
                  </a:lnTo>
                  <a:close/>
                </a:path>
                <a:path w="2184400" h="4994275">
                  <a:moveTo>
                    <a:pt x="1315212" y="3563112"/>
                  </a:moveTo>
                  <a:lnTo>
                    <a:pt x="1312164" y="3560064"/>
                  </a:lnTo>
                  <a:lnTo>
                    <a:pt x="1304544" y="3560064"/>
                  </a:lnTo>
                  <a:lnTo>
                    <a:pt x="1301496" y="3563112"/>
                  </a:lnTo>
                  <a:lnTo>
                    <a:pt x="1301496" y="3613404"/>
                  </a:lnTo>
                  <a:lnTo>
                    <a:pt x="1304544" y="3616452"/>
                  </a:lnTo>
                  <a:lnTo>
                    <a:pt x="1312164" y="3616452"/>
                  </a:lnTo>
                  <a:lnTo>
                    <a:pt x="1315212" y="3613404"/>
                  </a:lnTo>
                  <a:lnTo>
                    <a:pt x="1315212" y="3563112"/>
                  </a:lnTo>
                  <a:close/>
                </a:path>
                <a:path w="2184400" h="4994275">
                  <a:moveTo>
                    <a:pt x="1315212" y="3480816"/>
                  </a:moveTo>
                  <a:lnTo>
                    <a:pt x="1312164" y="3477768"/>
                  </a:lnTo>
                  <a:lnTo>
                    <a:pt x="1304544" y="3477768"/>
                  </a:lnTo>
                  <a:lnTo>
                    <a:pt x="1301496" y="3480816"/>
                  </a:lnTo>
                  <a:lnTo>
                    <a:pt x="1301496" y="3529584"/>
                  </a:lnTo>
                  <a:lnTo>
                    <a:pt x="1304544" y="3532632"/>
                  </a:lnTo>
                  <a:lnTo>
                    <a:pt x="1312164" y="3532632"/>
                  </a:lnTo>
                  <a:lnTo>
                    <a:pt x="1315212" y="3529584"/>
                  </a:lnTo>
                  <a:lnTo>
                    <a:pt x="1315212" y="3480816"/>
                  </a:lnTo>
                  <a:close/>
                </a:path>
                <a:path w="2184400" h="4994275">
                  <a:moveTo>
                    <a:pt x="1315212" y="3398520"/>
                  </a:moveTo>
                  <a:lnTo>
                    <a:pt x="1312164" y="3395472"/>
                  </a:lnTo>
                  <a:lnTo>
                    <a:pt x="1304544" y="3395472"/>
                  </a:lnTo>
                  <a:lnTo>
                    <a:pt x="1301496" y="3398520"/>
                  </a:lnTo>
                  <a:lnTo>
                    <a:pt x="1301496" y="3447288"/>
                  </a:lnTo>
                  <a:lnTo>
                    <a:pt x="1304544" y="3450336"/>
                  </a:lnTo>
                  <a:lnTo>
                    <a:pt x="1312164" y="3450336"/>
                  </a:lnTo>
                  <a:lnTo>
                    <a:pt x="1315212" y="3447288"/>
                  </a:lnTo>
                  <a:lnTo>
                    <a:pt x="1315212" y="3398520"/>
                  </a:lnTo>
                  <a:close/>
                </a:path>
                <a:path w="2184400" h="4994275">
                  <a:moveTo>
                    <a:pt x="1315212" y="3316224"/>
                  </a:moveTo>
                  <a:lnTo>
                    <a:pt x="1312164" y="3311652"/>
                  </a:lnTo>
                  <a:lnTo>
                    <a:pt x="1304544" y="3311652"/>
                  </a:lnTo>
                  <a:lnTo>
                    <a:pt x="1301496" y="3316224"/>
                  </a:lnTo>
                  <a:lnTo>
                    <a:pt x="1301496" y="3364992"/>
                  </a:lnTo>
                  <a:lnTo>
                    <a:pt x="1304544" y="3368040"/>
                  </a:lnTo>
                  <a:lnTo>
                    <a:pt x="1312164" y="3368040"/>
                  </a:lnTo>
                  <a:lnTo>
                    <a:pt x="1315212" y="3364992"/>
                  </a:lnTo>
                  <a:lnTo>
                    <a:pt x="1315212" y="3316224"/>
                  </a:lnTo>
                  <a:close/>
                </a:path>
                <a:path w="2184400" h="4994275">
                  <a:moveTo>
                    <a:pt x="1315212" y="3232404"/>
                  </a:moveTo>
                  <a:lnTo>
                    <a:pt x="1312164" y="3229356"/>
                  </a:lnTo>
                  <a:lnTo>
                    <a:pt x="1304544" y="3229356"/>
                  </a:lnTo>
                  <a:lnTo>
                    <a:pt x="1301496" y="3232404"/>
                  </a:lnTo>
                  <a:lnTo>
                    <a:pt x="1301496" y="3281172"/>
                  </a:lnTo>
                  <a:lnTo>
                    <a:pt x="1304544" y="3284220"/>
                  </a:lnTo>
                  <a:lnTo>
                    <a:pt x="1312164" y="3284220"/>
                  </a:lnTo>
                  <a:lnTo>
                    <a:pt x="1315212" y="3281172"/>
                  </a:lnTo>
                  <a:lnTo>
                    <a:pt x="1315212" y="3232404"/>
                  </a:lnTo>
                  <a:close/>
                </a:path>
                <a:path w="2184400" h="4994275">
                  <a:moveTo>
                    <a:pt x="1315212" y="3150108"/>
                  </a:moveTo>
                  <a:lnTo>
                    <a:pt x="1312164" y="3147060"/>
                  </a:lnTo>
                  <a:lnTo>
                    <a:pt x="1304544" y="3147060"/>
                  </a:lnTo>
                  <a:lnTo>
                    <a:pt x="1301496" y="3150108"/>
                  </a:lnTo>
                  <a:lnTo>
                    <a:pt x="1301496" y="3198876"/>
                  </a:lnTo>
                  <a:lnTo>
                    <a:pt x="1304544" y="3201924"/>
                  </a:lnTo>
                  <a:lnTo>
                    <a:pt x="1312164" y="3201924"/>
                  </a:lnTo>
                  <a:lnTo>
                    <a:pt x="1315212" y="3198876"/>
                  </a:lnTo>
                  <a:lnTo>
                    <a:pt x="1315212" y="3150108"/>
                  </a:lnTo>
                  <a:close/>
                </a:path>
                <a:path w="2184400" h="4994275">
                  <a:moveTo>
                    <a:pt x="1315212" y="3067812"/>
                  </a:moveTo>
                  <a:lnTo>
                    <a:pt x="1312164" y="3063240"/>
                  </a:lnTo>
                  <a:lnTo>
                    <a:pt x="1304544" y="3063240"/>
                  </a:lnTo>
                  <a:lnTo>
                    <a:pt x="1301496" y="3067812"/>
                  </a:lnTo>
                  <a:lnTo>
                    <a:pt x="1301496" y="3116580"/>
                  </a:lnTo>
                  <a:lnTo>
                    <a:pt x="1304544" y="3119628"/>
                  </a:lnTo>
                  <a:lnTo>
                    <a:pt x="1312164" y="3119628"/>
                  </a:lnTo>
                  <a:lnTo>
                    <a:pt x="1315212" y="3116580"/>
                  </a:lnTo>
                  <a:lnTo>
                    <a:pt x="1315212" y="3067812"/>
                  </a:lnTo>
                  <a:close/>
                </a:path>
                <a:path w="2184400" h="4994275">
                  <a:moveTo>
                    <a:pt x="1315212" y="2983992"/>
                  </a:moveTo>
                  <a:lnTo>
                    <a:pt x="1312164" y="2980944"/>
                  </a:lnTo>
                  <a:lnTo>
                    <a:pt x="1304544" y="2980944"/>
                  </a:lnTo>
                  <a:lnTo>
                    <a:pt x="1301496" y="2983992"/>
                  </a:lnTo>
                  <a:lnTo>
                    <a:pt x="1301496" y="3032760"/>
                  </a:lnTo>
                  <a:lnTo>
                    <a:pt x="1304544" y="3035808"/>
                  </a:lnTo>
                  <a:lnTo>
                    <a:pt x="1312164" y="3035808"/>
                  </a:lnTo>
                  <a:lnTo>
                    <a:pt x="1315212" y="3032760"/>
                  </a:lnTo>
                  <a:lnTo>
                    <a:pt x="1315212" y="2983992"/>
                  </a:lnTo>
                  <a:close/>
                </a:path>
                <a:path w="2184400" h="4994275">
                  <a:moveTo>
                    <a:pt x="1315212" y="2901696"/>
                  </a:moveTo>
                  <a:lnTo>
                    <a:pt x="1312164" y="2898648"/>
                  </a:lnTo>
                  <a:lnTo>
                    <a:pt x="1304544" y="2898648"/>
                  </a:lnTo>
                  <a:lnTo>
                    <a:pt x="1301496" y="2901696"/>
                  </a:lnTo>
                  <a:lnTo>
                    <a:pt x="1301496" y="2950464"/>
                  </a:lnTo>
                  <a:lnTo>
                    <a:pt x="1304544" y="2953512"/>
                  </a:lnTo>
                  <a:lnTo>
                    <a:pt x="1312164" y="2953512"/>
                  </a:lnTo>
                  <a:lnTo>
                    <a:pt x="1315212" y="2950464"/>
                  </a:lnTo>
                  <a:lnTo>
                    <a:pt x="1315212" y="2901696"/>
                  </a:lnTo>
                  <a:close/>
                </a:path>
                <a:path w="2184400" h="4994275">
                  <a:moveTo>
                    <a:pt x="1315212" y="2819400"/>
                  </a:moveTo>
                  <a:lnTo>
                    <a:pt x="1312164" y="2816364"/>
                  </a:lnTo>
                  <a:lnTo>
                    <a:pt x="1304544" y="2816364"/>
                  </a:lnTo>
                  <a:lnTo>
                    <a:pt x="1301496" y="2819400"/>
                  </a:lnTo>
                  <a:lnTo>
                    <a:pt x="1301496" y="2868168"/>
                  </a:lnTo>
                  <a:lnTo>
                    <a:pt x="1304544" y="2871216"/>
                  </a:lnTo>
                  <a:lnTo>
                    <a:pt x="1312164" y="2871216"/>
                  </a:lnTo>
                  <a:lnTo>
                    <a:pt x="1315212" y="2868168"/>
                  </a:lnTo>
                  <a:lnTo>
                    <a:pt x="1315212" y="2819400"/>
                  </a:lnTo>
                  <a:close/>
                </a:path>
                <a:path w="2184400" h="4994275">
                  <a:moveTo>
                    <a:pt x="1315212" y="2735580"/>
                  </a:moveTo>
                  <a:lnTo>
                    <a:pt x="1312164" y="2732532"/>
                  </a:lnTo>
                  <a:lnTo>
                    <a:pt x="1304544" y="2732532"/>
                  </a:lnTo>
                  <a:lnTo>
                    <a:pt x="1301496" y="2735580"/>
                  </a:lnTo>
                  <a:lnTo>
                    <a:pt x="1301496" y="2784348"/>
                  </a:lnTo>
                  <a:lnTo>
                    <a:pt x="1304544" y="2787396"/>
                  </a:lnTo>
                  <a:lnTo>
                    <a:pt x="1312164" y="2787396"/>
                  </a:lnTo>
                  <a:lnTo>
                    <a:pt x="1315212" y="2784348"/>
                  </a:lnTo>
                  <a:lnTo>
                    <a:pt x="1315212" y="2735580"/>
                  </a:lnTo>
                  <a:close/>
                </a:path>
                <a:path w="2184400" h="4994275">
                  <a:moveTo>
                    <a:pt x="1315212" y="2653284"/>
                  </a:moveTo>
                  <a:lnTo>
                    <a:pt x="1312164" y="2650236"/>
                  </a:lnTo>
                  <a:lnTo>
                    <a:pt x="1304544" y="2650236"/>
                  </a:lnTo>
                  <a:lnTo>
                    <a:pt x="1301496" y="2653284"/>
                  </a:lnTo>
                  <a:lnTo>
                    <a:pt x="1301496" y="2702052"/>
                  </a:lnTo>
                  <a:lnTo>
                    <a:pt x="1304544" y="2705100"/>
                  </a:lnTo>
                  <a:lnTo>
                    <a:pt x="1312164" y="2705100"/>
                  </a:lnTo>
                  <a:lnTo>
                    <a:pt x="1315212" y="2702052"/>
                  </a:lnTo>
                  <a:lnTo>
                    <a:pt x="1315212" y="2653284"/>
                  </a:lnTo>
                  <a:close/>
                </a:path>
                <a:path w="2184400" h="4994275">
                  <a:moveTo>
                    <a:pt x="1315212" y="2570988"/>
                  </a:moveTo>
                  <a:lnTo>
                    <a:pt x="1312164" y="2567940"/>
                  </a:lnTo>
                  <a:lnTo>
                    <a:pt x="1304544" y="2567940"/>
                  </a:lnTo>
                  <a:lnTo>
                    <a:pt x="1301496" y="2570988"/>
                  </a:lnTo>
                  <a:lnTo>
                    <a:pt x="1301496" y="2619756"/>
                  </a:lnTo>
                  <a:lnTo>
                    <a:pt x="1304544" y="2622804"/>
                  </a:lnTo>
                  <a:lnTo>
                    <a:pt x="1312164" y="2622804"/>
                  </a:lnTo>
                  <a:lnTo>
                    <a:pt x="1315212" y="2619756"/>
                  </a:lnTo>
                  <a:lnTo>
                    <a:pt x="1315212" y="2570988"/>
                  </a:lnTo>
                  <a:close/>
                </a:path>
                <a:path w="2184400" h="4994275">
                  <a:moveTo>
                    <a:pt x="1315212" y="2487168"/>
                  </a:moveTo>
                  <a:lnTo>
                    <a:pt x="1312164" y="2484120"/>
                  </a:lnTo>
                  <a:lnTo>
                    <a:pt x="1304544" y="2484120"/>
                  </a:lnTo>
                  <a:lnTo>
                    <a:pt x="1301496" y="2487168"/>
                  </a:lnTo>
                  <a:lnTo>
                    <a:pt x="1301496" y="2535936"/>
                  </a:lnTo>
                  <a:lnTo>
                    <a:pt x="1304544" y="2538984"/>
                  </a:lnTo>
                  <a:lnTo>
                    <a:pt x="1312164" y="2538984"/>
                  </a:lnTo>
                  <a:lnTo>
                    <a:pt x="1315212" y="2535936"/>
                  </a:lnTo>
                  <a:lnTo>
                    <a:pt x="1315212" y="2487168"/>
                  </a:lnTo>
                  <a:close/>
                </a:path>
                <a:path w="2184400" h="4994275">
                  <a:moveTo>
                    <a:pt x="1315212" y="2404872"/>
                  </a:moveTo>
                  <a:lnTo>
                    <a:pt x="1312164" y="2401824"/>
                  </a:lnTo>
                  <a:lnTo>
                    <a:pt x="1304544" y="2401824"/>
                  </a:lnTo>
                  <a:lnTo>
                    <a:pt x="1301496" y="2404872"/>
                  </a:lnTo>
                  <a:lnTo>
                    <a:pt x="1301496" y="2453640"/>
                  </a:lnTo>
                  <a:lnTo>
                    <a:pt x="1304544" y="2456688"/>
                  </a:lnTo>
                  <a:lnTo>
                    <a:pt x="1312164" y="2456688"/>
                  </a:lnTo>
                  <a:lnTo>
                    <a:pt x="1315212" y="2453640"/>
                  </a:lnTo>
                  <a:lnTo>
                    <a:pt x="1315212" y="2404872"/>
                  </a:lnTo>
                  <a:close/>
                </a:path>
                <a:path w="2184400" h="4994275">
                  <a:moveTo>
                    <a:pt x="1315212" y="2322576"/>
                  </a:moveTo>
                  <a:lnTo>
                    <a:pt x="1312164" y="2319528"/>
                  </a:lnTo>
                  <a:lnTo>
                    <a:pt x="1304544" y="2319528"/>
                  </a:lnTo>
                  <a:lnTo>
                    <a:pt x="1301496" y="2322576"/>
                  </a:lnTo>
                  <a:lnTo>
                    <a:pt x="1301496" y="2371344"/>
                  </a:lnTo>
                  <a:lnTo>
                    <a:pt x="1304544" y="2374392"/>
                  </a:lnTo>
                  <a:lnTo>
                    <a:pt x="1312164" y="2374392"/>
                  </a:lnTo>
                  <a:lnTo>
                    <a:pt x="1315212" y="2371344"/>
                  </a:lnTo>
                  <a:lnTo>
                    <a:pt x="1315212" y="2322576"/>
                  </a:lnTo>
                  <a:close/>
                </a:path>
                <a:path w="2184400" h="4994275">
                  <a:moveTo>
                    <a:pt x="1315212" y="2238756"/>
                  </a:moveTo>
                  <a:lnTo>
                    <a:pt x="1312164" y="2235708"/>
                  </a:lnTo>
                  <a:lnTo>
                    <a:pt x="1304544" y="2235708"/>
                  </a:lnTo>
                  <a:lnTo>
                    <a:pt x="1301496" y="2238756"/>
                  </a:lnTo>
                  <a:lnTo>
                    <a:pt x="1301496" y="2287524"/>
                  </a:lnTo>
                  <a:lnTo>
                    <a:pt x="1304544" y="2290572"/>
                  </a:lnTo>
                  <a:lnTo>
                    <a:pt x="1312164" y="2290572"/>
                  </a:lnTo>
                  <a:lnTo>
                    <a:pt x="1315212" y="2287524"/>
                  </a:lnTo>
                  <a:lnTo>
                    <a:pt x="1315212" y="2238756"/>
                  </a:lnTo>
                  <a:close/>
                </a:path>
                <a:path w="2184400" h="4994275">
                  <a:moveTo>
                    <a:pt x="1315212" y="2156460"/>
                  </a:moveTo>
                  <a:lnTo>
                    <a:pt x="1312164" y="2153412"/>
                  </a:lnTo>
                  <a:lnTo>
                    <a:pt x="1304544" y="2153412"/>
                  </a:lnTo>
                  <a:lnTo>
                    <a:pt x="1301496" y="2156460"/>
                  </a:lnTo>
                  <a:lnTo>
                    <a:pt x="1301496" y="2205228"/>
                  </a:lnTo>
                  <a:lnTo>
                    <a:pt x="1304544" y="2208276"/>
                  </a:lnTo>
                  <a:lnTo>
                    <a:pt x="1312164" y="2208276"/>
                  </a:lnTo>
                  <a:lnTo>
                    <a:pt x="1315212" y="2205228"/>
                  </a:lnTo>
                  <a:lnTo>
                    <a:pt x="1315212" y="2156460"/>
                  </a:lnTo>
                  <a:close/>
                </a:path>
                <a:path w="2184400" h="4994275">
                  <a:moveTo>
                    <a:pt x="1315212" y="2074164"/>
                  </a:moveTo>
                  <a:lnTo>
                    <a:pt x="1312164" y="2071116"/>
                  </a:lnTo>
                  <a:lnTo>
                    <a:pt x="1304544" y="2071116"/>
                  </a:lnTo>
                  <a:lnTo>
                    <a:pt x="1301496" y="2074164"/>
                  </a:lnTo>
                  <a:lnTo>
                    <a:pt x="1301496" y="2122932"/>
                  </a:lnTo>
                  <a:lnTo>
                    <a:pt x="1304544" y="2125980"/>
                  </a:lnTo>
                  <a:lnTo>
                    <a:pt x="1312164" y="2125980"/>
                  </a:lnTo>
                  <a:lnTo>
                    <a:pt x="1315212" y="2122932"/>
                  </a:lnTo>
                  <a:lnTo>
                    <a:pt x="1315212" y="2074164"/>
                  </a:lnTo>
                  <a:close/>
                </a:path>
                <a:path w="2184400" h="4994275">
                  <a:moveTo>
                    <a:pt x="1315212" y="1990344"/>
                  </a:moveTo>
                  <a:lnTo>
                    <a:pt x="1312164" y="1987296"/>
                  </a:lnTo>
                  <a:lnTo>
                    <a:pt x="1304544" y="1987296"/>
                  </a:lnTo>
                  <a:lnTo>
                    <a:pt x="1301496" y="1990344"/>
                  </a:lnTo>
                  <a:lnTo>
                    <a:pt x="1301496" y="2039112"/>
                  </a:lnTo>
                  <a:lnTo>
                    <a:pt x="1304544" y="2042160"/>
                  </a:lnTo>
                  <a:lnTo>
                    <a:pt x="1312164" y="2042160"/>
                  </a:lnTo>
                  <a:lnTo>
                    <a:pt x="1315212" y="2039112"/>
                  </a:lnTo>
                  <a:lnTo>
                    <a:pt x="1315212" y="1990344"/>
                  </a:lnTo>
                  <a:close/>
                </a:path>
                <a:path w="2184400" h="4994275">
                  <a:moveTo>
                    <a:pt x="1315212" y="1908048"/>
                  </a:moveTo>
                  <a:lnTo>
                    <a:pt x="1312164" y="1905000"/>
                  </a:lnTo>
                  <a:lnTo>
                    <a:pt x="1304544" y="1905000"/>
                  </a:lnTo>
                  <a:lnTo>
                    <a:pt x="1301496" y="1908048"/>
                  </a:lnTo>
                  <a:lnTo>
                    <a:pt x="1301496" y="1956816"/>
                  </a:lnTo>
                  <a:lnTo>
                    <a:pt x="1304544" y="1959864"/>
                  </a:lnTo>
                  <a:lnTo>
                    <a:pt x="1312164" y="1959864"/>
                  </a:lnTo>
                  <a:lnTo>
                    <a:pt x="1315212" y="1956816"/>
                  </a:lnTo>
                  <a:lnTo>
                    <a:pt x="1315212" y="1908048"/>
                  </a:lnTo>
                  <a:close/>
                </a:path>
                <a:path w="2184400" h="4994275">
                  <a:moveTo>
                    <a:pt x="1315212" y="1825752"/>
                  </a:moveTo>
                  <a:lnTo>
                    <a:pt x="1312164" y="1822704"/>
                  </a:lnTo>
                  <a:lnTo>
                    <a:pt x="1304544" y="1822704"/>
                  </a:lnTo>
                  <a:lnTo>
                    <a:pt x="1301496" y="1825752"/>
                  </a:lnTo>
                  <a:lnTo>
                    <a:pt x="1301496" y="1874520"/>
                  </a:lnTo>
                  <a:lnTo>
                    <a:pt x="1304544" y="1877568"/>
                  </a:lnTo>
                  <a:lnTo>
                    <a:pt x="1312164" y="1877568"/>
                  </a:lnTo>
                  <a:lnTo>
                    <a:pt x="1315212" y="1874520"/>
                  </a:lnTo>
                  <a:lnTo>
                    <a:pt x="1315212" y="1825752"/>
                  </a:lnTo>
                  <a:close/>
                </a:path>
                <a:path w="2184400" h="4994275">
                  <a:moveTo>
                    <a:pt x="1315212" y="1741932"/>
                  </a:moveTo>
                  <a:lnTo>
                    <a:pt x="1312164" y="1738884"/>
                  </a:lnTo>
                  <a:lnTo>
                    <a:pt x="1304544" y="1738884"/>
                  </a:lnTo>
                  <a:lnTo>
                    <a:pt x="1301496" y="1741932"/>
                  </a:lnTo>
                  <a:lnTo>
                    <a:pt x="1301496" y="1790700"/>
                  </a:lnTo>
                  <a:lnTo>
                    <a:pt x="1304544" y="1793748"/>
                  </a:lnTo>
                  <a:lnTo>
                    <a:pt x="1312164" y="1793748"/>
                  </a:lnTo>
                  <a:lnTo>
                    <a:pt x="1315212" y="1790700"/>
                  </a:lnTo>
                  <a:lnTo>
                    <a:pt x="1315212" y="1741932"/>
                  </a:lnTo>
                  <a:close/>
                </a:path>
                <a:path w="2184400" h="4994275">
                  <a:moveTo>
                    <a:pt x="1315212" y="1659636"/>
                  </a:moveTo>
                  <a:lnTo>
                    <a:pt x="1312164" y="1656588"/>
                  </a:lnTo>
                  <a:lnTo>
                    <a:pt x="1304544" y="1656588"/>
                  </a:lnTo>
                  <a:lnTo>
                    <a:pt x="1301496" y="1659636"/>
                  </a:lnTo>
                  <a:lnTo>
                    <a:pt x="1301496" y="1708404"/>
                  </a:lnTo>
                  <a:lnTo>
                    <a:pt x="1304544" y="1711452"/>
                  </a:lnTo>
                  <a:lnTo>
                    <a:pt x="1312164" y="1711452"/>
                  </a:lnTo>
                  <a:lnTo>
                    <a:pt x="1315212" y="1708404"/>
                  </a:lnTo>
                  <a:lnTo>
                    <a:pt x="1315212" y="1659636"/>
                  </a:lnTo>
                  <a:close/>
                </a:path>
                <a:path w="2184400" h="4994275">
                  <a:moveTo>
                    <a:pt x="1315212" y="1577340"/>
                  </a:moveTo>
                  <a:lnTo>
                    <a:pt x="1312164" y="1574292"/>
                  </a:lnTo>
                  <a:lnTo>
                    <a:pt x="1304544" y="1574292"/>
                  </a:lnTo>
                  <a:lnTo>
                    <a:pt x="1301496" y="1577340"/>
                  </a:lnTo>
                  <a:lnTo>
                    <a:pt x="1301496" y="1626108"/>
                  </a:lnTo>
                  <a:lnTo>
                    <a:pt x="1304544" y="1629156"/>
                  </a:lnTo>
                  <a:lnTo>
                    <a:pt x="1312164" y="1629156"/>
                  </a:lnTo>
                  <a:lnTo>
                    <a:pt x="1315212" y="1626108"/>
                  </a:lnTo>
                  <a:lnTo>
                    <a:pt x="1315212" y="1577340"/>
                  </a:lnTo>
                  <a:close/>
                </a:path>
                <a:path w="2184400" h="4994275">
                  <a:moveTo>
                    <a:pt x="1315212" y="1493520"/>
                  </a:moveTo>
                  <a:lnTo>
                    <a:pt x="1312164" y="1490472"/>
                  </a:lnTo>
                  <a:lnTo>
                    <a:pt x="1304544" y="1490472"/>
                  </a:lnTo>
                  <a:lnTo>
                    <a:pt x="1301496" y="1493520"/>
                  </a:lnTo>
                  <a:lnTo>
                    <a:pt x="1301496" y="1542288"/>
                  </a:lnTo>
                  <a:lnTo>
                    <a:pt x="1304544" y="1545336"/>
                  </a:lnTo>
                  <a:lnTo>
                    <a:pt x="1312164" y="1545336"/>
                  </a:lnTo>
                  <a:lnTo>
                    <a:pt x="1315212" y="1542288"/>
                  </a:lnTo>
                  <a:lnTo>
                    <a:pt x="1315212" y="1493520"/>
                  </a:lnTo>
                  <a:close/>
                </a:path>
                <a:path w="2184400" h="4994275">
                  <a:moveTo>
                    <a:pt x="1315212" y="1411224"/>
                  </a:moveTo>
                  <a:lnTo>
                    <a:pt x="1312164" y="1408176"/>
                  </a:lnTo>
                  <a:lnTo>
                    <a:pt x="1304544" y="1408176"/>
                  </a:lnTo>
                  <a:lnTo>
                    <a:pt x="1301496" y="1411224"/>
                  </a:lnTo>
                  <a:lnTo>
                    <a:pt x="1301496" y="1459992"/>
                  </a:lnTo>
                  <a:lnTo>
                    <a:pt x="1304544" y="1463040"/>
                  </a:lnTo>
                  <a:lnTo>
                    <a:pt x="1312164" y="1463040"/>
                  </a:lnTo>
                  <a:lnTo>
                    <a:pt x="1315212" y="1459992"/>
                  </a:lnTo>
                  <a:lnTo>
                    <a:pt x="1315212" y="1411224"/>
                  </a:lnTo>
                  <a:close/>
                </a:path>
                <a:path w="2184400" h="4994275">
                  <a:moveTo>
                    <a:pt x="1315212" y="1328928"/>
                  </a:moveTo>
                  <a:lnTo>
                    <a:pt x="1312164" y="1325880"/>
                  </a:lnTo>
                  <a:lnTo>
                    <a:pt x="1304544" y="1325880"/>
                  </a:lnTo>
                  <a:lnTo>
                    <a:pt x="1301496" y="1328928"/>
                  </a:lnTo>
                  <a:lnTo>
                    <a:pt x="1301496" y="1377696"/>
                  </a:lnTo>
                  <a:lnTo>
                    <a:pt x="1304544" y="1380744"/>
                  </a:lnTo>
                  <a:lnTo>
                    <a:pt x="1312164" y="1380744"/>
                  </a:lnTo>
                  <a:lnTo>
                    <a:pt x="1315212" y="1377696"/>
                  </a:lnTo>
                  <a:lnTo>
                    <a:pt x="1315212" y="1328928"/>
                  </a:lnTo>
                  <a:close/>
                </a:path>
                <a:path w="2184400" h="4994275">
                  <a:moveTo>
                    <a:pt x="1315212" y="1245108"/>
                  </a:moveTo>
                  <a:lnTo>
                    <a:pt x="1312164" y="1242060"/>
                  </a:lnTo>
                  <a:lnTo>
                    <a:pt x="1304544" y="1242060"/>
                  </a:lnTo>
                  <a:lnTo>
                    <a:pt x="1301496" y="1245108"/>
                  </a:lnTo>
                  <a:lnTo>
                    <a:pt x="1301496" y="1293876"/>
                  </a:lnTo>
                  <a:lnTo>
                    <a:pt x="1304544" y="1298448"/>
                  </a:lnTo>
                  <a:lnTo>
                    <a:pt x="1312164" y="1298448"/>
                  </a:lnTo>
                  <a:lnTo>
                    <a:pt x="1315212" y="1293876"/>
                  </a:lnTo>
                  <a:lnTo>
                    <a:pt x="1315212" y="1245108"/>
                  </a:lnTo>
                  <a:close/>
                </a:path>
                <a:path w="2184400" h="4994275">
                  <a:moveTo>
                    <a:pt x="1315212" y="1162812"/>
                  </a:moveTo>
                  <a:lnTo>
                    <a:pt x="1312164" y="1159764"/>
                  </a:lnTo>
                  <a:lnTo>
                    <a:pt x="1304544" y="1159764"/>
                  </a:lnTo>
                  <a:lnTo>
                    <a:pt x="1301496" y="1162812"/>
                  </a:lnTo>
                  <a:lnTo>
                    <a:pt x="1301496" y="1211580"/>
                  </a:lnTo>
                  <a:lnTo>
                    <a:pt x="1304544" y="1214628"/>
                  </a:lnTo>
                  <a:lnTo>
                    <a:pt x="1312164" y="1214628"/>
                  </a:lnTo>
                  <a:lnTo>
                    <a:pt x="1315212" y="1211580"/>
                  </a:lnTo>
                  <a:lnTo>
                    <a:pt x="1315212" y="1162812"/>
                  </a:lnTo>
                  <a:close/>
                </a:path>
                <a:path w="2184400" h="4994275">
                  <a:moveTo>
                    <a:pt x="1315212" y="1080516"/>
                  </a:moveTo>
                  <a:lnTo>
                    <a:pt x="1312164" y="1077468"/>
                  </a:lnTo>
                  <a:lnTo>
                    <a:pt x="1304544" y="1077468"/>
                  </a:lnTo>
                  <a:lnTo>
                    <a:pt x="1301496" y="1080516"/>
                  </a:lnTo>
                  <a:lnTo>
                    <a:pt x="1301496" y="1129284"/>
                  </a:lnTo>
                  <a:lnTo>
                    <a:pt x="1304544" y="1132332"/>
                  </a:lnTo>
                  <a:lnTo>
                    <a:pt x="1312164" y="1132332"/>
                  </a:lnTo>
                  <a:lnTo>
                    <a:pt x="1315212" y="1129284"/>
                  </a:lnTo>
                  <a:lnTo>
                    <a:pt x="1315212" y="1080516"/>
                  </a:lnTo>
                  <a:close/>
                </a:path>
                <a:path w="2184400" h="4994275">
                  <a:moveTo>
                    <a:pt x="1315212" y="996696"/>
                  </a:moveTo>
                  <a:lnTo>
                    <a:pt x="1312164" y="993648"/>
                  </a:lnTo>
                  <a:lnTo>
                    <a:pt x="1304544" y="993648"/>
                  </a:lnTo>
                  <a:lnTo>
                    <a:pt x="1301496" y="996696"/>
                  </a:lnTo>
                  <a:lnTo>
                    <a:pt x="1301496" y="1045464"/>
                  </a:lnTo>
                  <a:lnTo>
                    <a:pt x="1304544" y="1050036"/>
                  </a:lnTo>
                  <a:lnTo>
                    <a:pt x="1312164" y="1050036"/>
                  </a:lnTo>
                  <a:lnTo>
                    <a:pt x="1315212" y="1045464"/>
                  </a:lnTo>
                  <a:lnTo>
                    <a:pt x="1315212" y="996696"/>
                  </a:lnTo>
                  <a:close/>
                </a:path>
                <a:path w="2184400" h="4994275">
                  <a:moveTo>
                    <a:pt x="1315212" y="914400"/>
                  </a:moveTo>
                  <a:lnTo>
                    <a:pt x="1312164" y="911352"/>
                  </a:lnTo>
                  <a:lnTo>
                    <a:pt x="1304544" y="911352"/>
                  </a:lnTo>
                  <a:lnTo>
                    <a:pt x="1301496" y="914400"/>
                  </a:lnTo>
                  <a:lnTo>
                    <a:pt x="1301496" y="963168"/>
                  </a:lnTo>
                  <a:lnTo>
                    <a:pt x="1304544" y="966216"/>
                  </a:lnTo>
                  <a:lnTo>
                    <a:pt x="1312164" y="966216"/>
                  </a:lnTo>
                  <a:lnTo>
                    <a:pt x="1315212" y="963168"/>
                  </a:lnTo>
                  <a:lnTo>
                    <a:pt x="1315212" y="914400"/>
                  </a:lnTo>
                  <a:close/>
                </a:path>
                <a:path w="2184400" h="4994275">
                  <a:moveTo>
                    <a:pt x="1315212" y="832104"/>
                  </a:moveTo>
                  <a:lnTo>
                    <a:pt x="1312164" y="829056"/>
                  </a:lnTo>
                  <a:lnTo>
                    <a:pt x="1304544" y="829056"/>
                  </a:lnTo>
                  <a:lnTo>
                    <a:pt x="1301496" y="832104"/>
                  </a:lnTo>
                  <a:lnTo>
                    <a:pt x="1301496" y="880872"/>
                  </a:lnTo>
                  <a:lnTo>
                    <a:pt x="1304544" y="883920"/>
                  </a:lnTo>
                  <a:lnTo>
                    <a:pt x="1312164" y="883920"/>
                  </a:lnTo>
                  <a:lnTo>
                    <a:pt x="1315212" y="880872"/>
                  </a:lnTo>
                  <a:lnTo>
                    <a:pt x="1315212" y="832104"/>
                  </a:lnTo>
                  <a:close/>
                </a:path>
                <a:path w="2184400" h="4994275">
                  <a:moveTo>
                    <a:pt x="1315212" y="748284"/>
                  </a:moveTo>
                  <a:lnTo>
                    <a:pt x="1312164" y="745236"/>
                  </a:lnTo>
                  <a:lnTo>
                    <a:pt x="1304544" y="745236"/>
                  </a:lnTo>
                  <a:lnTo>
                    <a:pt x="1301496" y="748284"/>
                  </a:lnTo>
                  <a:lnTo>
                    <a:pt x="1301496" y="798576"/>
                  </a:lnTo>
                  <a:lnTo>
                    <a:pt x="1304544" y="801624"/>
                  </a:lnTo>
                  <a:lnTo>
                    <a:pt x="1312164" y="801624"/>
                  </a:lnTo>
                  <a:lnTo>
                    <a:pt x="1315212" y="798576"/>
                  </a:lnTo>
                  <a:lnTo>
                    <a:pt x="1315212" y="748284"/>
                  </a:lnTo>
                  <a:close/>
                </a:path>
                <a:path w="2184400" h="4994275">
                  <a:moveTo>
                    <a:pt x="1315212" y="665988"/>
                  </a:moveTo>
                  <a:lnTo>
                    <a:pt x="1312164" y="662940"/>
                  </a:lnTo>
                  <a:lnTo>
                    <a:pt x="1304544" y="662940"/>
                  </a:lnTo>
                  <a:lnTo>
                    <a:pt x="1301496" y="665988"/>
                  </a:lnTo>
                  <a:lnTo>
                    <a:pt x="1301496" y="714756"/>
                  </a:lnTo>
                  <a:lnTo>
                    <a:pt x="1304544" y="717804"/>
                  </a:lnTo>
                  <a:lnTo>
                    <a:pt x="1312164" y="717804"/>
                  </a:lnTo>
                  <a:lnTo>
                    <a:pt x="1315212" y="714756"/>
                  </a:lnTo>
                  <a:lnTo>
                    <a:pt x="1315212" y="665988"/>
                  </a:lnTo>
                  <a:close/>
                </a:path>
                <a:path w="2184400" h="4994275">
                  <a:moveTo>
                    <a:pt x="1315212" y="583692"/>
                  </a:moveTo>
                  <a:lnTo>
                    <a:pt x="1312164" y="580644"/>
                  </a:lnTo>
                  <a:lnTo>
                    <a:pt x="1304544" y="580644"/>
                  </a:lnTo>
                  <a:lnTo>
                    <a:pt x="1301496" y="583692"/>
                  </a:lnTo>
                  <a:lnTo>
                    <a:pt x="1301496" y="632460"/>
                  </a:lnTo>
                  <a:lnTo>
                    <a:pt x="1304544" y="635508"/>
                  </a:lnTo>
                  <a:lnTo>
                    <a:pt x="1312164" y="635508"/>
                  </a:lnTo>
                  <a:lnTo>
                    <a:pt x="1315212" y="632460"/>
                  </a:lnTo>
                  <a:lnTo>
                    <a:pt x="1315212" y="583692"/>
                  </a:lnTo>
                  <a:close/>
                </a:path>
                <a:path w="2184400" h="4994275">
                  <a:moveTo>
                    <a:pt x="1315212" y="499872"/>
                  </a:moveTo>
                  <a:lnTo>
                    <a:pt x="1312164" y="496824"/>
                  </a:lnTo>
                  <a:lnTo>
                    <a:pt x="1304544" y="496824"/>
                  </a:lnTo>
                  <a:lnTo>
                    <a:pt x="1301496" y="499872"/>
                  </a:lnTo>
                  <a:lnTo>
                    <a:pt x="1301496" y="550164"/>
                  </a:lnTo>
                  <a:lnTo>
                    <a:pt x="1304544" y="553212"/>
                  </a:lnTo>
                  <a:lnTo>
                    <a:pt x="1312164" y="553212"/>
                  </a:lnTo>
                  <a:lnTo>
                    <a:pt x="1315212" y="550164"/>
                  </a:lnTo>
                  <a:lnTo>
                    <a:pt x="1315212" y="499872"/>
                  </a:lnTo>
                  <a:close/>
                </a:path>
                <a:path w="2184400" h="4994275">
                  <a:moveTo>
                    <a:pt x="1315212" y="417576"/>
                  </a:moveTo>
                  <a:lnTo>
                    <a:pt x="1312164" y="414528"/>
                  </a:lnTo>
                  <a:lnTo>
                    <a:pt x="1304544" y="414528"/>
                  </a:lnTo>
                  <a:lnTo>
                    <a:pt x="1301496" y="417576"/>
                  </a:lnTo>
                  <a:lnTo>
                    <a:pt x="1301496" y="466344"/>
                  </a:lnTo>
                  <a:lnTo>
                    <a:pt x="1304544" y="469392"/>
                  </a:lnTo>
                  <a:lnTo>
                    <a:pt x="1312164" y="469392"/>
                  </a:lnTo>
                  <a:lnTo>
                    <a:pt x="1315212" y="466344"/>
                  </a:lnTo>
                  <a:lnTo>
                    <a:pt x="1315212" y="417576"/>
                  </a:lnTo>
                  <a:close/>
                </a:path>
                <a:path w="2184400" h="4994275">
                  <a:moveTo>
                    <a:pt x="1315212" y="335280"/>
                  </a:moveTo>
                  <a:lnTo>
                    <a:pt x="1312164" y="332232"/>
                  </a:lnTo>
                  <a:lnTo>
                    <a:pt x="1304544" y="332232"/>
                  </a:lnTo>
                  <a:lnTo>
                    <a:pt x="1301496" y="335280"/>
                  </a:lnTo>
                  <a:lnTo>
                    <a:pt x="1301496" y="384048"/>
                  </a:lnTo>
                  <a:lnTo>
                    <a:pt x="1304544" y="387096"/>
                  </a:lnTo>
                  <a:lnTo>
                    <a:pt x="1312164" y="387096"/>
                  </a:lnTo>
                  <a:lnTo>
                    <a:pt x="1315212" y="384048"/>
                  </a:lnTo>
                  <a:lnTo>
                    <a:pt x="1315212" y="335280"/>
                  </a:lnTo>
                  <a:close/>
                </a:path>
                <a:path w="2184400" h="4994275">
                  <a:moveTo>
                    <a:pt x="1315212" y="251460"/>
                  </a:moveTo>
                  <a:lnTo>
                    <a:pt x="1312164" y="248412"/>
                  </a:lnTo>
                  <a:lnTo>
                    <a:pt x="1304544" y="248412"/>
                  </a:lnTo>
                  <a:lnTo>
                    <a:pt x="1301496" y="251460"/>
                  </a:lnTo>
                  <a:lnTo>
                    <a:pt x="1301496" y="301752"/>
                  </a:lnTo>
                  <a:lnTo>
                    <a:pt x="1304544" y="304800"/>
                  </a:lnTo>
                  <a:lnTo>
                    <a:pt x="1312164" y="304800"/>
                  </a:lnTo>
                  <a:lnTo>
                    <a:pt x="1315212" y="301752"/>
                  </a:lnTo>
                  <a:lnTo>
                    <a:pt x="1315212" y="251460"/>
                  </a:lnTo>
                  <a:close/>
                </a:path>
                <a:path w="2184400" h="4994275">
                  <a:moveTo>
                    <a:pt x="1315212" y="169164"/>
                  </a:moveTo>
                  <a:lnTo>
                    <a:pt x="1312164" y="166116"/>
                  </a:lnTo>
                  <a:lnTo>
                    <a:pt x="1304544" y="166116"/>
                  </a:lnTo>
                  <a:lnTo>
                    <a:pt x="1301496" y="169164"/>
                  </a:lnTo>
                  <a:lnTo>
                    <a:pt x="1301496" y="217932"/>
                  </a:lnTo>
                  <a:lnTo>
                    <a:pt x="1304544" y="220980"/>
                  </a:lnTo>
                  <a:lnTo>
                    <a:pt x="1312164" y="220980"/>
                  </a:lnTo>
                  <a:lnTo>
                    <a:pt x="1315212" y="217932"/>
                  </a:lnTo>
                  <a:lnTo>
                    <a:pt x="1315212" y="169164"/>
                  </a:lnTo>
                  <a:close/>
                </a:path>
                <a:path w="2184400" h="4994275">
                  <a:moveTo>
                    <a:pt x="1315212" y="86868"/>
                  </a:moveTo>
                  <a:lnTo>
                    <a:pt x="1312164" y="83820"/>
                  </a:lnTo>
                  <a:lnTo>
                    <a:pt x="1304544" y="83820"/>
                  </a:lnTo>
                  <a:lnTo>
                    <a:pt x="1301496" y="86868"/>
                  </a:lnTo>
                  <a:lnTo>
                    <a:pt x="1301496" y="135636"/>
                  </a:lnTo>
                  <a:lnTo>
                    <a:pt x="1304544" y="138684"/>
                  </a:lnTo>
                  <a:lnTo>
                    <a:pt x="1312164" y="138684"/>
                  </a:lnTo>
                  <a:lnTo>
                    <a:pt x="1315212" y="135636"/>
                  </a:lnTo>
                  <a:lnTo>
                    <a:pt x="1315212" y="86868"/>
                  </a:lnTo>
                  <a:close/>
                </a:path>
                <a:path w="2184400" h="4994275">
                  <a:moveTo>
                    <a:pt x="1315212" y="3048"/>
                  </a:moveTo>
                  <a:lnTo>
                    <a:pt x="1312164" y="0"/>
                  </a:lnTo>
                  <a:lnTo>
                    <a:pt x="1304544" y="0"/>
                  </a:lnTo>
                  <a:lnTo>
                    <a:pt x="1301496" y="3048"/>
                  </a:lnTo>
                  <a:lnTo>
                    <a:pt x="1301496" y="53340"/>
                  </a:lnTo>
                  <a:lnTo>
                    <a:pt x="1304544" y="56388"/>
                  </a:lnTo>
                  <a:lnTo>
                    <a:pt x="1312164" y="56388"/>
                  </a:lnTo>
                  <a:lnTo>
                    <a:pt x="1315212" y="53340"/>
                  </a:lnTo>
                  <a:lnTo>
                    <a:pt x="1315212" y="3048"/>
                  </a:lnTo>
                  <a:close/>
                </a:path>
                <a:path w="2184400" h="4994275">
                  <a:moveTo>
                    <a:pt x="1533144" y="4940808"/>
                  </a:moveTo>
                  <a:lnTo>
                    <a:pt x="1530096" y="4937760"/>
                  </a:lnTo>
                  <a:lnTo>
                    <a:pt x="1522476" y="4937760"/>
                  </a:lnTo>
                  <a:lnTo>
                    <a:pt x="1519428" y="4940808"/>
                  </a:lnTo>
                  <a:lnTo>
                    <a:pt x="1519428" y="4989576"/>
                  </a:lnTo>
                  <a:lnTo>
                    <a:pt x="1522476" y="4994148"/>
                  </a:lnTo>
                  <a:lnTo>
                    <a:pt x="1530096" y="4994148"/>
                  </a:lnTo>
                  <a:lnTo>
                    <a:pt x="1533144" y="4989576"/>
                  </a:lnTo>
                  <a:lnTo>
                    <a:pt x="1533144" y="4940808"/>
                  </a:lnTo>
                  <a:close/>
                </a:path>
                <a:path w="2184400" h="4994275">
                  <a:moveTo>
                    <a:pt x="1533144" y="4858512"/>
                  </a:moveTo>
                  <a:lnTo>
                    <a:pt x="1530096" y="4855464"/>
                  </a:lnTo>
                  <a:lnTo>
                    <a:pt x="1522476" y="4855464"/>
                  </a:lnTo>
                  <a:lnTo>
                    <a:pt x="1519428" y="4858512"/>
                  </a:lnTo>
                  <a:lnTo>
                    <a:pt x="1519428" y="4907280"/>
                  </a:lnTo>
                  <a:lnTo>
                    <a:pt x="1522476" y="4910328"/>
                  </a:lnTo>
                  <a:lnTo>
                    <a:pt x="1530096" y="4910328"/>
                  </a:lnTo>
                  <a:lnTo>
                    <a:pt x="1533144" y="4907280"/>
                  </a:lnTo>
                  <a:lnTo>
                    <a:pt x="1533144" y="4858512"/>
                  </a:lnTo>
                  <a:close/>
                </a:path>
                <a:path w="2184400" h="4994275">
                  <a:moveTo>
                    <a:pt x="1533144" y="4776216"/>
                  </a:moveTo>
                  <a:lnTo>
                    <a:pt x="1530096" y="4773168"/>
                  </a:lnTo>
                  <a:lnTo>
                    <a:pt x="1522476" y="4773168"/>
                  </a:lnTo>
                  <a:lnTo>
                    <a:pt x="1519428" y="4776216"/>
                  </a:lnTo>
                  <a:lnTo>
                    <a:pt x="1519428" y="4824984"/>
                  </a:lnTo>
                  <a:lnTo>
                    <a:pt x="1522476" y="4828032"/>
                  </a:lnTo>
                  <a:lnTo>
                    <a:pt x="1530096" y="4828032"/>
                  </a:lnTo>
                  <a:lnTo>
                    <a:pt x="1533144" y="4824984"/>
                  </a:lnTo>
                  <a:lnTo>
                    <a:pt x="1533144" y="4776216"/>
                  </a:lnTo>
                  <a:close/>
                </a:path>
                <a:path w="2184400" h="4994275">
                  <a:moveTo>
                    <a:pt x="1533144" y="4692396"/>
                  </a:moveTo>
                  <a:lnTo>
                    <a:pt x="1530096" y="4689348"/>
                  </a:lnTo>
                  <a:lnTo>
                    <a:pt x="1522476" y="4689348"/>
                  </a:lnTo>
                  <a:lnTo>
                    <a:pt x="1519428" y="4692396"/>
                  </a:lnTo>
                  <a:lnTo>
                    <a:pt x="1519428" y="4742688"/>
                  </a:lnTo>
                  <a:lnTo>
                    <a:pt x="1522476" y="4745736"/>
                  </a:lnTo>
                  <a:lnTo>
                    <a:pt x="1530096" y="4745736"/>
                  </a:lnTo>
                  <a:lnTo>
                    <a:pt x="1533144" y="4742688"/>
                  </a:lnTo>
                  <a:lnTo>
                    <a:pt x="1533144" y="4692396"/>
                  </a:lnTo>
                  <a:close/>
                </a:path>
                <a:path w="2184400" h="4994275">
                  <a:moveTo>
                    <a:pt x="1533144" y="4610100"/>
                  </a:moveTo>
                  <a:lnTo>
                    <a:pt x="1530096" y="4607052"/>
                  </a:lnTo>
                  <a:lnTo>
                    <a:pt x="1522476" y="4607052"/>
                  </a:lnTo>
                  <a:lnTo>
                    <a:pt x="1519428" y="4610100"/>
                  </a:lnTo>
                  <a:lnTo>
                    <a:pt x="1519428" y="4658868"/>
                  </a:lnTo>
                  <a:lnTo>
                    <a:pt x="1522476" y="4661916"/>
                  </a:lnTo>
                  <a:lnTo>
                    <a:pt x="1530096" y="4661916"/>
                  </a:lnTo>
                  <a:lnTo>
                    <a:pt x="1533144" y="4658868"/>
                  </a:lnTo>
                  <a:lnTo>
                    <a:pt x="1533144" y="4610100"/>
                  </a:lnTo>
                  <a:close/>
                </a:path>
                <a:path w="2184400" h="4994275">
                  <a:moveTo>
                    <a:pt x="1533144" y="4527804"/>
                  </a:moveTo>
                  <a:lnTo>
                    <a:pt x="1530096" y="4524756"/>
                  </a:lnTo>
                  <a:lnTo>
                    <a:pt x="1522476" y="4524756"/>
                  </a:lnTo>
                  <a:lnTo>
                    <a:pt x="1519428" y="4527804"/>
                  </a:lnTo>
                  <a:lnTo>
                    <a:pt x="1519428" y="4576572"/>
                  </a:lnTo>
                  <a:lnTo>
                    <a:pt x="1522476" y="4579620"/>
                  </a:lnTo>
                  <a:lnTo>
                    <a:pt x="1530096" y="4579620"/>
                  </a:lnTo>
                  <a:lnTo>
                    <a:pt x="1533144" y="4576572"/>
                  </a:lnTo>
                  <a:lnTo>
                    <a:pt x="1533144" y="4527804"/>
                  </a:lnTo>
                  <a:close/>
                </a:path>
                <a:path w="2184400" h="4994275">
                  <a:moveTo>
                    <a:pt x="1533144" y="4443984"/>
                  </a:moveTo>
                  <a:lnTo>
                    <a:pt x="1530096" y="4440936"/>
                  </a:lnTo>
                  <a:lnTo>
                    <a:pt x="1522476" y="4440936"/>
                  </a:lnTo>
                  <a:lnTo>
                    <a:pt x="1519428" y="4443984"/>
                  </a:lnTo>
                  <a:lnTo>
                    <a:pt x="1519428" y="4494276"/>
                  </a:lnTo>
                  <a:lnTo>
                    <a:pt x="1522476" y="4497324"/>
                  </a:lnTo>
                  <a:lnTo>
                    <a:pt x="1530096" y="4497324"/>
                  </a:lnTo>
                  <a:lnTo>
                    <a:pt x="1533144" y="4494276"/>
                  </a:lnTo>
                  <a:lnTo>
                    <a:pt x="1533144" y="4443984"/>
                  </a:lnTo>
                  <a:close/>
                </a:path>
                <a:path w="2184400" h="4994275">
                  <a:moveTo>
                    <a:pt x="1533144" y="4361688"/>
                  </a:moveTo>
                  <a:lnTo>
                    <a:pt x="1530096" y="4358640"/>
                  </a:lnTo>
                  <a:lnTo>
                    <a:pt x="1522476" y="4358640"/>
                  </a:lnTo>
                  <a:lnTo>
                    <a:pt x="1519428" y="4361688"/>
                  </a:lnTo>
                  <a:lnTo>
                    <a:pt x="1519428" y="4410456"/>
                  </a:lnTo>
                  <a:lnTo>
                    <a:pt x="1522476" y="4413504"/>
                  </a:lnTo>
                  <a:lnTo>
                    <a:pt x="1530096" y="4413504"/>
                  </a:lnTo>
                  <a:lnTo>
                    <a:pt x="1533144" y="4410456"/>
                  </a:lnTo>
                  <a:lnTo>
                    <a:pt x="1533144" y="4361688"/>
                  </a:lnTo>
                  <a:close/>
                </a:path>
                <a:path w="2184400" h="4994275">
                  <a:moveTo>
                    <a:pt x="1533144" y="4279392"/>
                  </a:moveTo>
                  <a:lnTo>
                    <a:pt x="1530096" y="4276344"/>
                  </a:lnTo>
                  <a:lnTo>
                    <a:pt x="1522476" y="4276344"/>
                  </a:lnTo>
                  <a:lnTo>
                    <a:pt x="1519428" y="4279392"/>
                  </a:lnTo>
                  <a:lnTo>
                    <a:pt x="1519428" y="4328160"/>
                  </a:lnTo>
                  <a:lnTo>
                    <a:pt x="1522476" y="4331208"/>
                  </a:lnTo>
                  <a:lnTo>
                    <a:pt x="1530096" y="4331208"/>
                  </a:lnTo>
                  <a:lnTo>
                    <a:pt x="1533144" y="4328160"/>
                  </a:lnTo>
                  <a:lnTo>
                    <a:pt x="1533144" y="4279392"/>
                  </a:lnTo>
                  <a:close/>
                </a:path>
                <a:path w="2184400" h="4994275">
                  <a:moveTo>
                    <a:pt x="1533144" y="4195572"/>
                  </a:moveTo>
                  <a:lnTo>
                    <a:pt x="1530096" y="4192524"/>
                  </a:lnTo>
                  <a:lnTo>
                    <a:pt x="1522476" y="4192524"/>
                  </a:lnTo>
                  <a:lnTo>
                    <a:pt x="1519428" y="4195572"/>
                  </a:lnTo>
                  <a:lnTo>
                    <a:pt x="1519428" y="4245864"/>
                  </a:lnTo>
                  <a:lnTo>
                    <a:pt x="1522476" y="4248912"/>
                  </a:lnTo>
                  <a:lnTo>
                    <a:pt x="1530096" y="4248912"/>
                  </a:lnTo>
                  <a:lnTo>
                    <a:pt x="1533144" y="4245864"/>
                  </a:lnTo>
                  <a:lnTo>
                    <a:pt x="1533144" y="4195572"/>
                  </a:lnTo>
                  <a:close/>
                </a:path>
                <a:path w="2184400" h="4994275">
                  <a:moveTo>
                    <a:pt x="1533144" y="4113276"/>
                  </a:moveTo>
                  <a:lnTo>
                    <a:pt x="1530096" y="4110228"/>
                  </a:lnTo>
                  <a:lnTo>
                    <a:pt x="1522476" y="4110228"/>
                  </a:lnTo>
                  <a:lnTo>
                    <a:pt x="1519428" y="4113276"/>
                  </a:lnTo>
                  <a:lnTo>
                    <a:pt x="1519428" y="4162044"/>
                  </a:lnTo>
                  <a:lnTo>
                    <a:pt x="1522476" y="4165092"/>
                  </a:lnTo>
                  <a:lnTo>
                    <a:pt x="1530096" y="4165092"/>
                  </a:lnTo>
                  <a:lnTo>
                    <a:pt x="1533144" y="4162044"/>
                  </a:lnTo>
                  <a:lnTo>
                    <a:pt x="1533144" y="4113276"/>
                  </a:lnTo>
                  <a:close/>
                </a:path>
                <a:path w="2184400" h="4994275">
                  <a:moveTo>
                    <a:pt x="1533144" y="4030980"/>
                  </a:moveTo>
                  <a:lnTo>
                    <a:pt x="1530096" y="4027932"/>
                  </a:lnTo>
                  <a:lnTo>
                    <a:pt x="1522476" y="4027932"/>
                  </a:lnTo>
                  <a:lnTo>
                    <a:pt x="1519428" y="4030980"/>
                  </a:lnTo>
                  <a:lnTo>
                    <a:pt x="1519428" y="4079748"/>
                  </a:lnTo>
                  <a:lnTo>
                    <a:pt x="1522476" y="4082796"/>
                  </a:lnTo>
                  <a:lnTo>
                    <a:pt x="1530096" y="4082796"/>
                  </a:lnTo>
                  <a:lnTo>
                    <a:pt x="1533144" y="4079748"/>
                  </a:lnTo>
                  <a:lnTo>
                    <a:pt x="1533144" y="4030980"/>
                  </a:lnTo>
                  <a:close/>
                </a:path>
                <a:path w="2184400" h="4994275">
                  <a:moveTo>
                    <a:pt x="1533144" y="3947160"/>
                  </a:moveTo>
                  <a:lnTo>
                    <a:pt x="1530096" y="3944112"/>
                  </a:lnTo>
                  <a:lnTo>
                    <a:pt x="1522476" y="3944112"/>
                  </a:lnTo>
                  <a:lnTo>
                    <a:pt x="1519428" y="3947160"/>
                  </a:lnTo>
                  <a:lnTo>
                    <a:pt x="1519428" y="3997452"/>
                  </a:lnTo>
                  <a:lnTo>
                    <a:pt x="1522476" y="4000500"/>
                  </a:lnTo>
                  <a:lnTo>
                    <a:pt x="1530096" y="4000500"/>
                  </a:lnTo>
                  <a:lnTo>
                    <a:pt x="1533144" y="3997452"/>
                  </a:lnTo>
                  <a:lnTo>
                    <a:pt x="1533144" y="3947160"/>
                  </a:lnTo>
                  <a:close/>
                </a:path>
                <a:path w="2184400" h="4994275">
                  <a:moveTo>
                    <a:pt x="1533144" y="3864864"/>
                  </a:moveTo>
                  <a:lnTo>
                    <a:pt x="1530096" y="3861816"/>
                  </a:lnTo>
                  <a:lnTo>
                    <a:pt x="1522476" y="3861816"/>
                  </a:lnTo>
                  <a:lnTo>
                    <a:pt x="1519428" y="3864864"/>
                  </a:lnTo>
                  <a:lnTo>
                    <a:pt x="1519428" y="3913632"/>
                  </a:lnTo>
                  <a:lnTo>
                    <a:pt x="1522476" y="3916680"/>
                  </a:lnTo>
                  <a:lnTo>
                    <a:pt x="1530096" y="3916680"/>
                  </a:lnTo>
                  <a:lnTo>
                    <a:pt x="1533144" y="3913632"/>
                  </a:lnTo>
                  <a:lnTo>
                    <a:pt x="1533144" y="3864864"/>
                  </a:lnTo>
                  <a:close/>
                </a:path>
                <a:path w="2184400" h="4994275">
                  <a:moveTo>
                    <a:pt x="1533144" y="3782568"/>
                  </a:moveTo>
                  <a:lnTo>
                    <a:pt x="1530096" y="3779520"/>
                  </a:lnTo>
                  <a:lnTo>
                    <a:pt x="1522476" y="3779520"/>
                  </a:lnTo>
                  <a:lnTo>
                    <a:pt x="1519428" y="3782568"/>
                  </a:lnTo>
                  <a:lnTo>
                    <a:pt x="1519428" y="3831336"/>
                  </a:lnTo>
                  <a:lnTo>
                    <a:pt x="1522476" y="3834384"/>
                  </a:lnTo>
                  <a:lnTo>
                    <a:pt x="1530096" y="3834384"/>
                  </a:lnTo>
                  <a:lnTo>
                    <a:pt x="1533144" y="3831336"/>
                  </a:lnTo>
                  <a:lnTo>
                    <a:pt x="1533144" y="3782568"/>
                  </a:lnTo>
                  <a:close/>
                </a:path>
                <a:path w="2184400" h="4994275">
                  <a:moveTo>
                    <a:pt x="1533144" y="3698748"/>
                  </a:moveTo>
                  <a:lnTo>
                    <a:pt x="1530096" y="3695700"/>
                  </a:lnTo>
                  <a:lnTo>
                    <a:pt x="1522476" y="3695700"/>
                  </a:lnTo>
                  <a:lnTo>
                    <a:pt x="1519428" y="3698748"/>
                  </a:lnTo>
                  <a:lnTo>
                    <a:pt x="1519428" y="3749040"/>
                  </a:lnTo>
                  <a:lnTo>
                    <a:pt x="1522476" y="3752088"/>
                  </a:lnTo>
                  <a:lnTo>
                    <a:pt x="1530096" y="3752088"/>
                  </a:lnTo>
                  <a:lnTo>
                    <a:pt x="1533144" y="3749040"/>
                  </a:lnTo>
                  <a:lnTo>
                    <a:pt x="1533144" y="3698748"/>
                  </a:lnTo>
                  <a:close/>
                </a:path>
                <a:path w="2184400" h="4994275">
                  <a:moveTo>
                    <a:pt x="1533144" y="3616452"/>
                  </a:moveTo>
                  <a:lnTo>
                    <a:pt x="1530096" y="3613404"/>
                  </a:lnTo>
                  <a:lnTo>
                    <a:pt x="1522476" y="3613404"/>
                  </a:lnTo>
                  <a:lnTo>
                    <a:pt x="1519428" y="3616452"/>
                  </a:lnTo>
                  <a:lnTo>
                    <a:pt x="1519428" y="3665220"/>
                  </a:lnTo>
                  <a:lnTo>
                    <a:pt x="1522476" y="3668268"/>
                  </a:lnTo>
                  <a:lnTo>
                    <a:pt x="1530096" y="3668268"/>
                  </a:lnTo>
                  <a:lnTo>
                    <a:pt x="1533144" y="3665220"/>
                  </a:lnTo>
                  <a:lnTo>
                    <a:pt x="1533144" y="3616452"/>
                  </a:lnTo>
                  <a:close/>
                </a:path>
                <a:path w="2184400" h="4994275">
                  <a:moveTo>
                    <a:pt x="1533144" y="3534156"/>
                  </a:moveTo>
                  <a:lnTo>
                    <a:pt x="1530096" y="3531108"/>
                  </a:lnTo>
                  <a:lnTo>
                    <a:pt x="1522476" y="3531108"/>
                  </a:lnTo>
                  <a:lnTo>
                    <a:pt x="1519428" y="3534156"/>
                  </a:lnTo>
                  <a:lnTo>
                    <a:pt x="1519428" y="3582924"/>
                  </a:lnTo>
                  <a:lnTo>
                    <a:pt x="1522476" y="3585972"/>
                  </a:lnTo>
                  <a:lnTo>
                    <a:pt x="1530096" y="3585972"/>
                  </a:lnTo>
                  <a:lnTo>
                    <a:pt x="1533144" y="3582924"/>
                  </a:lnTo>
                  <a:lnTo>
                    <a:pt x="1533144" y="3534156"/>
                  </a:lnTo>
                  <a:close/>
                </a:path>
                <a:path w="2184400" h="4994275">
                  <a:moveTo>
                    <a:pt x="1533144" y="3450336"/>
                  </a:moveTo>
                  <a:lnTo>
                    <a:pt x="1530096" y="3447288"/>
                  </a:lnTo>
                  <a:lnTo>
                    <a:pt x="1522476" y="3447288"/>
                  </a:lnTo>
                  <a:lnTo>
                    <a:pt x="1519428" y="3450336"/>
                  </a:lnTo>
                  <a:lnTo>
                    <a:pt x="1519428" y="3500628"/>
                  </a:lnTo>
                  <a:lnTo>
                    <a:pt x="1522476" y="3503676"/>
                  </a:lnTo>
                  <a:lnTo>
                    <a:pt x="1530096" y="3503676"/>
                  </a:lnTo>
                  <a:lnTo>
                    <a:pt x="1533144" y="3500628"/>
                  </a:lnTo>
                  <a:lnTo>
                    <a:pt x="1533144" y="3450336"/>
                  </a:lnTo>
                  <a:close/>
                </a:path>
                <a:path w="2184400" h="4994275">
                  <a:moveTo>
                    <a:pt x="1533144" y="3368040"/>
                  </a:moveTo>
                  <a:lnTo>
                    <a:pt x="1530096" y="3364992"/>
                  </a:lnTo>
                  <a:lnTo>
                    <a:pt x="1522476" y="3364992"/>
                  </a:lnTo>
                  <a:lnTo>
                    <a:pt x="1519428" y="3368040"/>
                  </a:lnTo>
                  <a:lnTo>
                    <a:pt x="1519428" y="3416808"/>
                  </a:lnTo>
                  <a:lnTo>
                    <a:pt x="1522476" y="3419856"/>
                  </a:lnTo>
                  <a:lnTo>
                    <a:pt x="1530096" y="3419856"/>
                  </a:lnTo>
                  <a:lnTo>
                    <a:pt x="1533144" y="3416808"/>
                  </a:lnTo>
                  <a:lnTo>
                    <a:pt x="1533144" y="3368040"/>
                  </a:lnTo>
                  <a:close/>
                </a:path>
                <a:path w="2184400" h="4994275">
                  <a:moveTo>
                    <a:pt x="1533144" y="3285744"/>
                  </a:moveTo>
                  <a:lnTo>
                    <a:pt x="1530096" y="3282696"/>
                  </a:lnTo>
                  <a:lnTo>
                    <a:pt x="1522476" y="3282696"/>
                  </a:lnTo>
                  <a:lnTo>
                    <a:pt x="1519428" y="3285744"/>
                  </a:lnTo>
                  <a:lnTo>
                    <a:pt x="1519428" y="3334512"/>
                  </a:lnTo>
                  <a:lnTo>
                    <a:pt x="1522476" y="3337560"/>
                  </a:lnTo>
                  <a:lnTo>
                    <a:pt x="1530096" y="3337560"/>
                  </a:lnTo>
                  <a:lnTo>
                    <a:pt x="1533144" y="3334512"/>
                  </a:lnTo>
                  <a:lnTo>
                    <a:pt x="1533144" y="3285744"/>
                  </a:lnTo>
                  <a:close/>
                </a:path>
                <a:path w="2184400" h="4994275">
                  <a:moveTo>
                    <a:pt x="1533144" y="3201924"/>
                  </a:moveTo>
                  <a:lnTo>
                    <a:pt x="1530096" y="3198876"/>
                  </a:lnTo>
                  <a:lnTo>
                    <a:pt x="1522476" y="3198876"/>
                  </a:lnTo>
                  <a:lnTo>
                    <a:pt x="1519428" y="3201924"/>
                  </a:lnTo>
                  <a:lnTo>
                    <a:pt x="1519428" y="3252216"/>
                  </a:lnTo>
                  <a:lnTo>
                    <a:pt x="1522476" y="3255264"/>
                  </a:lnTo>
                  <a:lnTo>
                    <a:pt x="1530096" y="3255264"/>
                  </a:lnTo>
                  <a:lnTo>
                    <a:pt x="1533144" y="3252216"/>
                  </a:lnTo>
                  <a:lnTo>
                    <a:pt x="1533144" y="3201924"/>
                  </a:lnTo>
                  <a:close/>
                </a:path>
                <a:path w="2184400" h="4994275">
                  <a:moveTo>
                    <a:pt x="1533144" y="3119628"/>
                  </a:moveTo>
                  <a:lnTo>
                    <a:pt x="1530096" y="3116580"/>
                  </a:lnTo>
                  <a:lnTo>
                    <a:pt x="1522476" y="3116580"/>
                  </a:lnTo>
                  <a:lnTo>
                    <a:pt x="1519428" y="3119628"/>
                  </a:lnTo>
                  <a:lnTo>
                    <a:pt x="1519428" y="3168396"/>
                  </a:lnTo>
                  <a:lnTo>
                    <a:pt x="1522476" y="3171444"/>
                  </a:lnTo>
                  <a:lnTo>
                    <a:pt x="1530096" y="3171444"/>
                  </a:lnTo>
                  <a:lnTo>
                    <a:pt x="1533144" y="3168396"/>
                  </a:lnTo>
                  <a:lnTo>
                    <a:pt x="1533144" y="3119628"/>
                  </a:lnTo>
                  <a:close/>
                </a:path>
                <a:path w="2184400" h="4994275">
                  <a:moveTo>
                    <a:pt x="1533144" y="3037332"/>
                  </a:moveTo>
                  <a:lnTo>
                    <a:pt x="1530096" y="3034284"/>
                  </a:lnTo>
                  <a:lnTo>
                    <a:pt x="1522476" y="3034284"/>
                  </a:lnTo>
                  <a:lnTo>
                    <a:pt x="1519428" y="3037332"/>
                  </a:lnTo>
                  <a:lnTo>
                    <a:pt x="1519428" y="3086100"/>
                  </a:lnTo>
                  <a:lnTo>
                    <a:pt x="1522476" y="3089148"/>
                  </a:lnTo>
                  <a:lnTo>
                    <a:pt x="1530096" y="3089148"/>
                  </a:lnTo>
                  <a:lnTo>
                    <a:pt x="1533144" y="3086100"/>
                  </a:lnTo>
                  <a:lnTo>
                    <a:pt x="1533144" y="3037332"/>
                  </a:lnTo>
                  <a:close/>
                </a:path>
                <a:path w="2184400" h="4994275">
                  <a:moveTo>
                    <a:pt x="1533144" y="2953512"/>
                  </a:moveTo>
                  <a:lnTo>
                    <a:pt x="1530096" y="2950464"/>
                  </a:lnTo>
                  <a:lnTo>
                    <a:pt x="1522476" y="2950464"/>
                  </a:lnTo>
                  <a:lnTo>
                    <a:pt x="1519428" y="2953512"/>
                  </a:lnTo>
                  <a:lnTo>
                    <a:pt x="1519428" y="3003804"/>
                  </a:lnTo>
                  <a:lnTo>
                    <a:pt x="1522476" y="3006852"/>
                  </a:lnTo>
                  <a:lnTo>
                    <a:pt x="1530096" y="3006852"/>
                  </a:lnTo>
                  <a:lnTo>
                    <a:pt x="1533144" y="3003804"/>
                  </a:lnTo>
                  <a:lnTo>
                    <a:pt x="1533144" y="2953512"/>
                  </a:lnTo>
                  <a:close/>
                </a:path>
                <a:path w="2184400" h="4994275">
                  <a:moveTo>
                    <a:pt x="1533144" y="2871216"/>
                  </a:moveTo>
                  <a:lnTo>
                    <a:pt x="1530096" y="2868168"/>
                  </a:lnTo>
                  <a:lnTo>
                    <a:pt x="1522476" y="2868168"/>
                  </a:lnTo>
                  <a:lnTo>
                    <a:pt x="1519428" y="2871216"/>
                  </a:lnTo>
                  <a:lnTo>
                    <a:pt x="1519428" y="2919984"/>
                  </a:lnTo>
                  <a:lnTo>
                    <a:pt x="1522476" y="2923032"/>
                  </a:lnTo>
                  <a:lnTo>
                    <a:pt x="1530096" y="2923032"/>
                  </a:lnTo>
                  <a:lnTo>
                    <a:pt x="1533144" y="2919984"/>
                  </a:lnTo>
                  <a:lnTo>
                    <a:pt x="1533144" y="2871216"/>
                  </a:lnTo>
                  <a:close/>
                </a:path>
                <a:path w="2184400" h="4994275">
                  <a:moveTo>
                    <a:pt x="1533144" y="2788920"/>
                  </a:moveTo>
                  <a:lnTo>
                    <a:pt x="1530096" y="2785872"/>
                  </a:lnTo>
                  <a:lnTo>
                    <a:pt x="1522476" y="2785872"/>
                  </a:lnTo>
                  <a:lnTo>
                    <a:pt x="1519428" y="2788920"/>
                  </a:lnTo>
                  <a:lnTo>
                    <a:pt x="1519428" y="2837688"/>
                  </a:lnTo>
                  <a:lnTo>
                    <a:pt x="1522476" y="2840736"/>
                  </a:lnTo>
                  <a:lnTo>
                    <a:pt x="1530096" y="2840736"/>
                  </a:lnTo>
                  <a:lnTo>
                    <a:pt x="1533144" y="2837688"/>
                  </a:lnTo>
                  <a:lnTo>
                    <a:pt x="1533144" y="2788920"/>
                  </a:lnTo>
                  <a:close/>
                </a:path>
                <a:path w="2184400" h="4994275">
                  <a:moveTo>
                    <a:pt x="1533144" y="2705100"/>
                  </a:moveTo>
                  <a:lnTo>
                    <a:pt x="1530096" y="2702052"/>
                  </a:lnTo>
                  <a:lnTo>
                    <a:pt x="1522476" y="2702052"/>
                  </a:lnTo>
                  <a:lnTo>
                    <a:pt x="1519428" y="2705100"/>
                  </a:lnTo>
                  <a:lnTo>
                    <a:pt x="1519428" y="2755392"/>
                  </a:lnTo>
                  <a:lnTo>
                    <a:pt x="1522476" y="2758440"/>
                  </a:lnTo>
                  <a:lnTo>
                    <a:pt x="1530096" y="2758440"/>
                  </a:lnTo>
                  <a:lnTo>
                    <a:pt x="1533144" y="2755392"/>
                  </a:lnTo>
                  <a:lnTo>
                    <a:pt x="1533144" y="2705100"/>
                  </a:lnTo>
                  <a:close/>
                </a:path>
                <a:path w="2184400" h="4994275">
                  <a:moveTo>
                    <a:pt x="1533144" y="2622804"/>
                  </a:moveTo>
                  <a:lnTo>
                    <a:pt x="1530096" y="2619756"/>
                  </a:lnTo>
                  <a:lnTo>
                    <a:pt x="1522476" y="2619756"/>
                  </a:lnTo>
                  <a:lnTo>
                    <a:pt x="1519428" y="2622804"/>
                  </a:lnTo>
                  <a:lnTo>
                    <a:pt x="1519428" y="2671572"/>
                  </a:lnTo>
                  <a:lnTo>
                    <a:pt x="1522476" y="2674620"/>
                  </a:lnTo>
                  <a:lnTo>
                    <a:pt x="1530096" y="2674620"/>
                  </a:lnTo>
                  <a:lnTo>
                    <a:pt x="1533144" y="2671572"/>
                  </a:lnTo>
                  <a:lnTo>
                    <a:pt x="1533144" y="2622804"/>
                  </a:lnTo>
                  <a:close/>
                </a:path>
                <a:path w="2184400" h="4994275">
                  <a:moveTo>
                    <a:pt x="1533144" y="2540508"/>
                  </a:moveTo>
                  <a:lnTo>
                    <a:pt x="1530096" y="2537460"/>
                  </a:lnTo>
                  <a:lnTo>
                    <a:pt x="1522476" y="2537460"/>
                  </a:lnTo>
                  <a:lnTo>
                    <a:pt x="1519428" y="2540508"/>
                  </a:lnTo>
                  <a:lnTo>
                    <a:pt x="1519428" y="2589276"/>
                  </a:lnTo>
                  <a:lnTo>
                    <a:pt x="1522476" y="2592324"/>
                  </a:lnTo>
                  <a:lnTo>
                    <a:pt x="1530096" y="2592324"/>
                  </a:lnTo>
                  <a:lnTo>
                    <a:pt x="1533144" y="2589276"/>
                  </a:lnTo>
                  <a:lnTo>
                    <a:pt x="1533144" y="2540508"/>
                  </a:lnTo>
                  <a:close/>
                </a:path>
                <a:path w="2184400" h="4994275">
                  <a:moveTo>
                    <a:pt x="1533144" y="2456688"/>
                  </a:moveTo>
                  <a:lnTo>
                    <a:pt x="1530096" y="2453640"/>
                  </a:lnTo>
                  <a:lnTo>
                    <a:pt x="1522476" y="2453640"/>
                  </a:lnTo>
                  <a:lnTo>
                    <a:pt x="1519428" y="2456688"/>
                  </a:lnTo>
                  <a:lnTo>
                    <a:pt x="1519428" y="2506980"/>
                  </a:lnTo>
                  <a:lnTo>
                    <a:pt x="1522476" y="2510028"/>
                  </a:lnTo>
                  <a:lnTo>
                    <a:pt x="1530096" y="2510028"/>
                  </a:lnTo>
                  <a:lnTo>
                    <a:pt x="1533144" y="2506980"/>
                  </a:lnTo>
                  <a:lnTo>
                    <a:pt x="1533144" y="2456688"/>
                  </a:lnTo>
                  <a:close/>
                </a:path>
                <a:path w="2184400" h="4994275">
                  <a:moveTo>
                    <a:pt x="1533144" y="2374392"/>
                  </a:moveTo>
                  <a:lnTo>
                    <a:pt x="1530096" y="2371344"/>
                  </a:lnTo>
                  <a:lnTo>
                    <a:pt x="1522476" y="2371344"/>
                  </a:lnTo>
                  <a:lnTo>
                    <a:pt x="1519428" y="2374392"/>
                  </a:lnTo>
                  <a:lnTo>
                    <a:pt x="1519428" y="2423160"/>
                  </a:lnTo>
                  <a:lnTo>
                    <a:pt x="1522476" y="2426208"/>
                  </a:lnTo>
                  <a:lnTo>
                    <a:pt x="1530096" y="2426208"/>
                  </a:lnTo>
                  <a:lnTo>
                    <a:pt x="1533144" y="2423160"/>
                  </a:lnTo>
                  <a:lnTo>
                    <a:pt x="1533144" y="2374392"/>
                  </a:lnTo>
                  <a:close/>
                </a:path>
                <a:path w="2184400" h="4994275">
                  <a:moveTo>
                    <a:pt x="1533144" y="2292096"/>
                  </a:moveTo>
                  <a:lnTo>
                    <a:pt x="1530096" y="2289048"/>
                  </a:lnTo>
                  <a:lnTo>
                    <a:pt x="1522476" y="2289048"/>
                  </a:lnTo>
                  <a:lnTo>
                    <a:pt x="1519428" y="2292096"/>
                  </a:lnTo>
                  <a:lnTo>
                    <a:pt x="1519428" y="2340864"/>
                  </a:lnTo>
                  <a:lnTo>
                    <a:pt x="1522476" y="2343912"/>
                  </a:lnTo>
                  <a:lnTo>
                    <a:pt x="1530096" y="2343912"/>
                  </a:lnTo>
                  <a:lnTo>
                    <a:pt x="1533144" y="2340864"/>
                  </a:lnTo>
                  <a:lnTo>
                    <a:pt x="1533144" y="2292096"/>
                  </a:lnTo>
                  <a:close/>
                </a:path>
                <a:path w="2184400" h="4994275">
                  <a:moveTo>
                    <a:pt x="1533144" y="2209800"/>
                  </a:moveTo>
                  <a:lnTo>
                    <a:pt x="1530096" y="2205228"/>
                  </a:lnTo>
                  <a:lnTo>
                    <a:pt x="1522476" y="2205228"/>
                  </a:lnTo>
                  <a:lnTo>
                    <a:pt x="1519428" y="2209800"/>
                  </a:lnTo>
                  <a:lnTo>
                    <a:pt x="1519428" y="2258568"/>
                  </a:lnTo>
                  <a:lnTo>
                    <a:pt x="1522476" y="2261616"/>
                  </a:lnTo>
                  <a:lnTo>
                    <a:pt x="1530096" y="2261616"/>
                  </a:lnTo>
                  <a:lnTo>
                    <a:pt x="1533144" y="2258568"/>
                  </a:lnTo>
                  <a:lnTo>
                    <a:pt x="1533144" y="2209800"/>
                  </a:lnTo>
                  <a:close/>
                </a:path>
                <a:path w="2184400" h="4994275">
                  <a:moveTo>
                    <a:pt x="1533144" y="2125980"/>
                  </a:moveTo>
                  <a:lnTo>
                    <a:pt x="1530096" y="2122932"/>
                  </a:lnTo>
                  <a:lnTo>
                    <a:pt x="1522476" y="2122932"/>
                  </a:lnTo>
                  <a:lnTo>
                    <a:pt x="1519428" y="2125980"/>
                  </a:lnTo>
                  <a:lnTo>
                    <a:pt x="1519428" y="2174748"/>
                  </a:lnTo>
                  <a:lnTo>
                    <a:pt x="1522476" y="2177796"/>
                  </a:lnTo>
                  <a:lnTo>
                    <a:pt x="1530096" y="2177796"/>
                  </a:lnTo>
                  <a:lnTo>
                    <a:pt x="1533144" y="2174748"/>
                  </a:lnTo>
                  <a:lnTo>
                    <a:pt x="1533144" y="2125980"/>
                  </a:lnTo>
                  <a:close/>
                </a:path>
                <a:path w="2184400" h="4994275">
                  <a:moveTo>
                    <a:pt x="1533144" y="2043684"/>
                  </a:moveTo>
                  <a:lnTo>
                    <a:pt x="1530096" y="2040636"/>
                  </a:lnTo>
                  <a:lnTo>
                    <a:pt x="1522476" y="2040636"/>
                  </a:lnTo>
                  <a:lnTo>
                    <a:pt x="1519428" y="2043684"/>
                  </a:lnTo>
                  <a:lnTo>
                    <a:pt x="1519428" y="2092452"/>
                  </a:lnTo>
                  <a:lnTo>
                    <a:pt x="1522476" y="2095500"/>
                  </a:lnTo>
                  <a:lnTo>
                    <a:pt x="1530096" y="2095500"/>
                  </a:lnTo>
                  <a:lnTo>
                    <a:pt x="1533144" y="2092452"/>
                  </a:lnTo>
                  <a:lnTo>
                    <a:pt x="1533144" y="2043684"/>
                  </a:lnTo>
                  <a:close/>
                </a:path>
                <a:path w="2184400" h="4994275">
                  <a:moveTo>
                    <a:pt x="1533144" y="1961388"/>
                  </a:moveTo>
                  <a:lnTo>
                    <a:pt x="1530096" y="1956816"/>
                  </a:lnTo>
                  <a:lnTo>
                    <a:pt x="1522476" y="1956816"/>
                  </a:lnTo>
                  <a:lnTo>
                    <a:pt x="1519428" y="1961388"/>
                  </a:lnTo>
                  <a:lnTo>
                    <a:pt x="1519428" y="2010156"/>
                  </a:lnTo>
                  <a:lnTo>
                    <a:pt x="1522476" y="2013204"/>
                  </a:lnTo>
                  <a:lnTo>
                    <a:pt x="1530096" y="2013204"/>
                  </a:lnTo>
                  <a:lnTo>
                    <a:pt x="1533144" y="2010156"/>
                  </a:lnTo>
                  <a:lnTo>
                    <a:pt x="1533144" y="1961388"/>
                  </a:lnTo>
                  <a:close/>
                </a:path>
                <a:path w="2184400" h="4994275">
                  <a:moveTo>
                    <a:pt x="1533144" y="1877568"/>
                  </a:moveTo>
                  <a:lnTo>
                    <a:pt x="1530096" y="1874520"/>
                  </a:lnTo>
                  <a:lnTo>
                    <a:pt x="1522476" y="1874520"/>
                  </a:lnTo>
                  <a:lnTo>
                    <a:pt x="1519428" y="1877568"/>
                  </a:lnTo>
                  <a:lnTo>
                    <a:pt x="1519428" y="1926336"/>
                  </a:lnTo>
                  <a:lnTo>
                    <a:pt x="1522476" y="1929384"/>
                  </a:lnTo>
                  <a:lnTo>
                    <a:pt x="1530096" y="1929384"/>
                  </a:lnTo>
                  <a:lnTo>
                    <a:pt x="1533144" y="1926336"/>
                  </a:lnTo>
                  <a:lnTo>
                    <a:pt x="1533144" y="1877568"/>
                  </a:lnTo>
                  <a:close/>
                </a:path>
                <a:path w="2184400" h="4994275">
                  <a:moveTo>
                    <a:pt x="1533144" y="1795272"/>
                  </a:moveTo>
                  <a:lnTo>
                    <a:pt x="1530096" y="1792224"/>
                  </a:lnTo>
                  <a:lnTo>
                    <a:pt x="1522476" y="1792224"/>
                  </a:lnTo>
                  <a:lnTo>
                    <a:pt x="1519428" y="1795272"/>
                  </a:lnTo>
                  <a:lnTo>
                    <a:pt x="1519428" y="1844040"/>
                  </a:lnTo>
                  <a:lnTo>
                    <a:pt x="1522476" y="1847088"/>
                  </a:lnTo>
                  <a:lnTo>
                    <a:pt x="1530096" y="1847088"/>
                  </a:lnTo>
                  <a:lnTo>
                    <a:pt x="1533144" y="1844040"/>
                  </a:lnTo>
                  <a:lnTo>
                    <a:pt x="1533144" y="1795272"/>
                  </a:lnTo>
                  <a:close/>
                </a:path>
                <a:path w="2184400" h="4994275">
                  <a:moveTo>
                    <a:pt x="1533144" y="1712976"/>
                  </a:moveTo>
                  <a:lnTo>
                    <a:pt x="1530096" y="1709928"/>
                  </a:lnTo>
                  <a:lnTo>
                    <a:pt x="1522476" y="1709928"/>
                  </a:lnTo>
                  <a:lnTo>
                    <a:pt x="1519428" y="1712976"/>
                  </a:lnTo>
                  <a:lnTo>
                    <a:pt x="1519428" y="1761744"/>
                  </a:lnTo>
                  <a:lnTo>
                    <a:pt x="1522476" y="1764792"/>
                  </a:lnTo>
                  <a:lnTo>
                    <a:pt x="1530096" y="1764792"/>
                  </a:lnTo>
                  <a:lnTo>
                    <a:pt x="1533144" y="1761744"/>
                  </a:lnTo>
                  <a:lnTo>
                    <a:pt x="1533144" y="1712976"/>
                  </a:lnTo>
                  <a:close/>
                </a:path>
                <a:path w="2184400" h="4994275">
                  <a:moveTo>
                    <a:pt x="1533144" y="1629156"/>
                  </a:moveTo>
                  <a:lnTo>
                    <a:pt x="1530096" y="1626108"/>
                  </a:lnTo>
                  <a:lnTo>
                    <a:pt x="1522476" y="1626108"/>
                  </a:lnTo>
                  <a:lnTo>
                    <a:pt x="1519428" y="1629156"/>
                  </a:lnTo>
                  <a:lnTo>
                    <a:pt x="1519428" y="1677924"/>
                  </a:lnTo>
                  <a:lnTo>
                    <a:pt x="1522476" y="1680972"/>
                  </a:lnTo>
                  <a:lnTo>
                    <a:pt x="1530096" y="1680972"/>
                  </a:lnTo>
                  <a:lnTo>
                    <a:pt x="1533144" y="1677924"/>
                  </a:lnTo>
                  <a:lnTo>
                    <a:pt x="1533144" y="1629156"/>
                  </a:lnTo>
                  <a:close/>
                </a:path>
                <a:path w="2184400" h="4994275">
                  <a:moveTo>
                    <a:pt x="1533144" y="1546860"/>
                  </a:moveTo>
                  <a:lnTo>
                    <a:pt x="1530096" y="1543812"/>
                  </a:lnTo>
                  <a:lnTo>
                    <a:pt x="1522476" y="1543812"/>
                  </a:lnTo>
                  <a:lnTo>
                    <a:pt x="1519428" y="1546860"/>
                  </a:lnTo>
                  <a:lnTo>
                    <a:pt x="1519428" y="1595628"/>
                  </a:lnTo>
                  <a:lnTo>
                    <a:pt x="1522476" y="1598676"/>
                  </a:lnTo>
                  <a:lnTo>
                    <a:pt x="1530096" y="1598676"/>
                  </a:lnTo>
                  <a:lnTo>
                    <a:pt x="1533144" y="1595628"/>
                  </a:lnTo>
                  <a:lnTo>
                    <a:pt x="1533144" y="1546860"/>
                  </a:lnTo>
                  <a:close/>
                </a:path>
                <a:path w="2184400" h="4994275">
                  <a:moveTo>
                    <a:pt x="1533144" y="1464564"/>
                  </a:moveTo>
                  <a:lnTo>
                    <a:pt x="1530096" y="1461516"/>
                  </a:lnTo>
                  <a:lnTo>
                    <a:pt x="1522476" y="1461516"/>
                  </a:lnTo>
                  <a:lnTo>
                    <a:pt x="1519428" y="1464564"/>
                  </a:lnTo>
                  <a:lnTo>
                    <a:pt x="1519428" y="1513332"/>
                  </a:lnTo>
                  <a:lnTo>
                    <a:pt x="1522476" y="1516380"/>
                  </a:lnTo>
                  <a:lnTo>
                    <a:pt x="1530096" y="1516380"/>
                  </a:lnTo>
                  <a:lnTo>
                    <a:pt x="1533144" y="1513332"/>
                  </a:lnTo>
                  <a:lnTo>
                    <a:pt x="1533144" y="1464564"/>
                  </a:lnTo>
                  <a:close/>
                </a:path>
                <a:path w="2184400" h="4994275">
                  <a:moveTo>
                    <a:pt x="1533144" y="1380744"/>
                  </a:moveTo>
                  <a:lnTo>
                    <a:pt x="1530096" y="1377696"/>
                  </a:lnTo>
                  <a:lnTo>
                    <a:pt x="1522476" y="1377696"/>
                  </a:lnTo>
                  <a:lnTo>
                    <a:pt x="1519428" y="1380744"/>
                  </a:lnTo>
                  <a:lnTo>
                    <a:pt x="1519428" y="1429512"/>
                  </a:lnTo>
                  <a:lnTo>
                    <a:pt x="1522476" y="1432560"/>
                  </a:lnTo>
                  <a:lnTo>
                    <a:pt x="1530096" y="1432560"/>
                  </a:lnTo>
                  <a:lnTo>
                    <a:pt x="1533144" y="1429512"/>
                  </a:lnTo>
                  <a:lnTo>
                    <a:pt x="1533144" y="1380744"/>
                  </a:lnTo>
                  <a:close/>
                </a:path>
                <a:path w="2184400" h="4994275">
                  <a:moveTo>
                    <a:pt x="1533144" y="1298448"/>
                  </a:moveTo>
                  <a:lnTo>
                    <a:pt x="1530096" y="1295400"/>
                  </a:lnTo>
                  <a:lnTo>
                    <a:pt x="1522476" y="1295400"/>
                  </a:lnTo>
                  <a:lnTo>
                    <a:pt x="1519428" y="1298448"/>
                  </a:lnTo>
                  <a:lnTo>
                    <a:pt x="1519428" y="1347216"/>
                  </a:lnTo>
                  <a:lnTo>
                    <a:pt x="1522476" y="1350264"/>
                  </a:lnTo>
                  <a:lnTo>
                    <a:pt x="1530096" y="1350264"/>
                  </a:lnTo>
                  <a:lnTo>
                    <a:pt x="1533144" y="1347216"/>
                  </a:lnTo>
                  <a:lnTo>
                    <a:pt x="1533144" y="1298448"/>
                  </a:lnTo>
                  <a:close/>
                </a:path>
                <a:path w="2184400" h="4994275">
                  <a:moveTo>
                    <a:pt x="1533144" y="1216152"/>
                  </a:moveTo>
                  <a:lnTo>
                    <a:pt x="1530096" y="1213104"/>
                  </a:lnTo>
                  <a:lnTo>
                    <a:pt x="1522476" y="1213104"/>
                  </a:lnTo>
                  <a:lnTo>
                    <a:pt x="1519428" y="1216152"/>
                  </a:lnTo>
                  <a:lnTo>
                    <a:pt x="1519428" y="1264920"/>
                  </a:lnTo>
                  <a:lnTo>
                    <a:pt x="1522476" y="1267968"/>
                  </a:lnTo>
                  <a:lnTo>
                    <a:pt x="1530096" y="1267968"/>
                  </a:lnTo>
                  <a:lnTo>
                    <a:pt x="1533144" y="1264920"/>
                  </a:lnTo>
                  <a:lnTo>
                    <a:pt x="1533144" y="1216152"/>
                  </a:lnTo>
                  <a:close/>
                </a:path>
                <a:path w="2184400" h="4994275">
                  <a:moveTo>
                    <a:pt x="1533144" y="1132332"/>
                  </a:moveTo>
                  <a:lnTo>
                    <a:pt x="1530096" y="1129284"/>
                  </a:lnTo>
                  <a:lnTo>
                    <a:pt x="1522476" y="1129284"/>
                  </a:lnTo>
                  <a:lnTo>
                    <a:pt x="1519428" y="1132332"/>
                  </a:lnTo>
                  <a:lnTo>
                    <a:pt x="1519428" y="1181100"/>
                  </a:lnTo>
                  <a:lnTo>
                    <a:pt x="1522476" y="1184148"/>
                  </a:lnTo>
                  <a:lnTo>
                    <a:pt x="1530096" y="1184148"/>
                  </a:lnTo>
                  <a:lnTo>
                    <a:pt x="1533144" y="1181100"/>
                  </a:lnTo>
                  <a:lnTo>
                    <a:pt x="1533144" y="1132332"/>
                  </a:lnTo>
                  <a:close/>
                </a:path>
                <a:path w="2184400" h="4994275">
                  <a:moveTo>
                    <a:pt x="1533144" y="1050036"/>
                  </a:moveTo>
                  <a:lnTo>
                    <a:pt x="1530096" y="1046988"/>
                  </a:lnTo>
                  <a:lnTo>
                    <a:pt x="1522476" y="1046988"/>
                  </a:lnTo>
                  <a:lnTo>
                    <a:pt x="1519428" y="1050036"/>
                  </a:lnTo>
                  <a:lnTo>
                    <a:pt x="1519428" y="1098804"/>
                  </a:lnTo>
                  <a:lnTo>
                    <a:pt x="1522476" y="1101852"/>
                  </a:lnTo>
                  <a:lnTo>
                    <a:pt x="1530096" y="1101852"/>
                  </a:lnTo>
                  <a:lnTo>
                    <a:pt x="1533144" y="1098804"/>
                  </a:lnTo>
                  <a:lnTo>
                    <a:pt x="1533144" y="1050036"/>
                  </a:lnTo>
                  <a:close/>
                </a:path>
                <a:path w="2184400" h="4994275">
                  <a:moveTo>
                    <a:pt x="1533144" y="967740"/>
                  </a:moveTo>
                  <a:lnTo>
                    <a:pt x="1530096" y="964692"/>
                  </a:lnTo>
                  <a:lnTo>
                    <a:pt x="1522476" y="964692"/>
                  </a:lnTo>
                  <a:lnTo>
                    <a:pt x="1519428" y="967740"/>
                  </a:lnTo>
                  <a:lnTo>
                    <a:pt x="1519428" y="1016508"/>
                  </a:lnTo>
                  <a:lnTo>
                    <a:pt x="1522476" y="1019556"/>
                  </a:lnTo>
                  <a:lnTo>
                    <a:pt x="1530096" y="1019556"/>
                  </a:lnTo>
                  <a:lnTo>
                    <a:pt x="1533144" y="1016508"/>
                  </a:lnTo>
                  <a:lnTo>
                    <a:pt x="1533144" y="967740"/>
                  </a:lnTo>
                  <a:close/>
                </a:path>
                <a:path w="2184400" h="4994275">
                  <a:moveTo>
                    <a:pt x="1533144" y="883920"/>
                  </a:moveTo>
                  <a:lnTo>
                    <a:pt x="1530096" y="880872"/>
                  </a:lnTo>
                  <a:lnTo>
                    <a:pt x="1522476" y="880872"/>
                  </a:lnTo>
                  <a:lnTo>
                    <a:pt x="1519428" y="883920"/>
                  </a:lnTo>
                  <a:lnTo>
                    <a:pt x="1519428" y="932688"/>
                  </a:lnTo>
                  <a:lnTo>
                    <a:pt x="1522476" y="935736"/>
                  </a:lnTo>
                  <a:lnTo>
                    <a:pt x="1530096" y="935736"/>
                  </a:lnTo>
                  <a:lnTo>
                    <a:pt x="1533144" y="932688"/>
                  </a:lnTo>
                  <a:lnTo>
                    <a:pt x="1533144" y="883920"/>
                  </a:lnTo>
                  <a:close/>
                </a:path>
                <a:path w="2184400" h="4994275">
                  <a:moveTo>
                    <a:pt x="1533144" y="801624"/>
                  </a:moveTo>
                  <a:lnTo>
                    <a:pt x="1530096" y="798576"/>
                  </a:lnTo>
                  <a:lnTo>
                    <a:pt x="1522476" y="798576"/>
                  </a:lnTo>
                  <a:lnTo>
                    <a:pt x="1519428" y="801624"/>
                  </a:lnTo>
                  <a:lnTo>
                    <a:pt x="1519428" y="850392"/>
                  </a:lnTo>
                  <a:lnTo>
                    <a:pt x="1522476" y="853440"/>
                  </a:lnTo>
                  <a:lnTo>
                    <a:pt x="1530096" y="853440"/>
                  </a:lnTo>
                  <a:lnTo>
                    <a:pt x="1533144" y="850392"/>
                  </a:lnTo>
                  <a:lnTo>
                    <a:pt x="1533144" y="801624"/>
                  </a:lnTo>
                  <a:close/>
                </a:path>
                <a:path w="2184400" h="4994275">
                  <a:moveTo>
                    <a:pt x="1533144" y="719328"/>
                  </a:moveTo>
                  <a:lnTo>
                    <a:pt x="1530096" y="716280"/>
                  </a:lnTo>
                  <a:lnTo>
                    <a:pt x="1522476" y="716280"/>
                  </a:lnTo>
                  <a:lnTo>
                    <a:pt x="1519428" y="719328"/>
                  </a:lnTo>
                  <a:lnTo>
                    <a:pt x="1519428" y="768096"/>
                  </a:lnTo>
                  <a:lnTo>
                    <a:pt x="1522476" y="771144"/>
                  </a:lnTo>
                  <a:lnTo>
                    <a:pt x="1530096" y="771144"/>
                  </a:lnTo>
                  <a:lnTo>
                    <a:pt x="1533144" y="768096"/>
                  </a:lnTo>
                  <a:lnTo>
                    <a:pt x="1533144" y="719328"/>
                  </a:lnTo>
                  <a:close/>
                </a:path>
                <a:path w="2184400" h="4994275">
                  <a:moveTo>
                    <a:pt x="1533144" y="635508"/>
                  </a:moveTo>
                  <a:lnTo>
                    <a:pt x="1530096" y="632460"/>
                  </a:lnTo>
                  <a:lnTo>
                    <a:pt x="1522476" y="632460"/>
                  </a:lnTo>
                  <a:lnTo>
                    <a:pt x="1519428" y="635508"/>
                  </a:lnTo>
                  <a:lnTo>
                    <a:pt x="1519428" y="684276"/>
                  </a:lnTo>
                  <a:lnTo>
                    <a:pt x="1522476" y="687324"/>
                  </a:lnTo>
                  <a:lnTo>
                    <a:pt x="1530096" y="687324"/>
                  </a:lnTo>
                  <a:lnTo>
                    <a:pt x="1533144" y="684276"/>
                  </a:lnTo>
                  <a:lnTo>
                    <a:pt x="1533144" y="635508"/>
                  </a:lnTo>
                  <a:close/>
                </a:path>
                <a:path w="2184400" h="4994275">
                  <a:moveTo>
                    <a:pt x="1533144" y="553212"/>
                  </a:moveTo>
                  <a:lnTo>
                    <a:pt x="1530096" y="550164"/>
                  </a:lnTo>
                  <a:lnTo>
                    <a:pt x="1522476" y="550164"/>
                  </a:lnTo>
                  <a:lnTo>
                    <a:pt x="1519428" y="553212"/>
                  </a:lnTo>
                  <a:lnTo>
                    <a:pt x="1519428" y="601980"/>
                  </a:lnTo>
                  <a:lnTo>
                    <a:pt x="1522476" y="605028"/>
                  </a:lnTo>
                  <a:lnTo>
                    <a:pt x="1530096" y="605028"/>
                  </a:lnTo>
                  <a:lnTo>
                    <a:pt x="1533144" y="601980"/>
                  </a:lnTo>
                  <a:lnTo>
                    <a:pt x="1533144" y="553212"/>
                  </a:lnTo>
                  <a:close/>
                </a:path>
                <a:path w="2184400" h="4994275">
                  <a:moveTo>
                    <a:pt x="1533144" y="470916"/>
                  </a:moveTo>
                  <a:lnTo>
                    <a:pt x="1530096" y="467868"/>
                  </a:lnTo>
                  <a:lnTo>
                    <a:pt x="1522476" y="467868"/>
                  </a:lnTo>
                  <a:lnTo>
                    <a:pt x="1519428" y="470916"/>
                  </a:lnTo>
                  <a:lnTo>
                    <a:pt x="1519428" y="519684"/>
                  </a:lnTo>
                  <a:lnTo>
                    <a:pt x="1522476" y="522732"/>
                  </a:lnTo>
                  <a:lnTo>
                    <a:pt x="1530096" y="522732"/>
                  </a:lnTo>
                  <a:lnTo>
                    <a:pt x="1533144" y="519684"/>
                  </a:lnTo>
                  <a:lnTo>
                    <a:pt x="1533144" y="470916"/>
                  </a:lnTo>
                  <a:close/>
                </a:path>
                <a:path w="2184400" h="4994275">
                  <a:moveTo>
                    <a:pt x="1533144" y="387096"/>
                  </a:moveTo>
                  <a:lnTo>
                    <a:pt x="1530096" y="384048"/>
                  </a:lnTo>
                  <a:lnTo>
                    <a:pt x="1522476" y="384048"/>
                  </a:lnTo>
                  <a:lnTo>
                    <a:pt x="1519428" y="387096"/>
                  </a:lnTo>
                  <a:lnTo>
                    <a:pt x="1519428" y="435864"/>
                  </a:lnTo>
                  <a:lnTo>
                    <a:pt x="1522476" y="438912"/>
                  </a:lnTo>
                  <a:lnTo>
                    <a:pt x="1530096" y="438912"/>
                  </a:lnTo>
                  <a:lnTo>
                    <a:pt x="1533144" y="435864"/>
                  </a:lnTo>
                  <a:lnTo>
                    <a:pt x="1533144" y="387096"/>
                  </a:lnTo>
                  <a:close/>
                </a:path>
                <a:path w="2184400" h="4994275">
                  <a:moveTo>
                    <a:pt x="1533144" y="304800"/>
                  </a:moveTo>
                  <a:lnTo>
                    <a:pt x="1530096" y="301752"/>
                  </a:lnTo>
                  <a:lnTo>
                    <a:pt x="1522476" y="301752"/>
                  </a:lnTo>
                  <a:lnTo>
                    <a:pt x="1519428" y="304800"/>
                  </a:lnTo>
                  <a:lnTo>
                    <a:pt x="1519428" y="353568"/>
                  </a:lnTo>
                  <a:lnTo>
                    <a:pt x="1522476" y="356616"/>
                  </a:lnTo>
                  <a:lnTo>
                    <a:pt x="1530096" y="356616"/>
                  </a:lnTo>
                  <a:lnTo>
                    <a:pt x="1533144" y="353568"/>
                  </a:lnTo>
                  <a:lnTo>
                    <a:pt x="1533144" y="304800"/>
                  </a:lnTo>
                  <a:close/>
                </a:path>
                <a:path w="2184400" h="4994275">
                  <a:moveTo>
                    <a:pt x="1533144" y="222504"/>
                  </a:moveTo>
                  <a:lnTo>
                    <a:pt x="1530096" y="219456"/>
                  </a:lnTo>
                  <a:lnTo>
                    <a:pt x="1522476" y="219456"/>
                  </a:lnTo>
                  <a:lnTo>
                    <a:pt x="1519428" y="222504"/>
                  </a:lnTo>
                  <a:lnTo>
                    <a:pt x="1519428" y="271272"/>
                  </a:lnTo>
                  <a:lnTo>
                    <a:pt x="1522476" y="274320"/>
                  </a:lnTo>
                  <a:lnTo>
                    <a:pt x="1530096" y="274320"/>
                  </a:lnTo>
                  <a:lnTo>
                    <a:pt x="1533144" y="271272"/>
                  </a:lnTo>
                  <a:lnTo>
                    <a:pt x="1533144" y="222504"/>
                  </a:lnTo>
                  <a:close/>
                </a:path>
                <a:path w="2184400" h="4994275">
                  <a:moveTo>
                    <a:pt x="1533144" y="138684"/>
                  </a:moveTo>
                  <a:lnTo>
                    <a:pt x="1530096" y="135636"/>
                  </a:lnTo>
                  <a:lnTo>
                    <a:pt x="1522476" y="135636"/>
                  </a:lnTo>
                  <a:lnTo>
                    <a:pt x="1519428" y="138684"/>
                  </a:lnTo>
                  <a:lnTo>
                    <a:pt x="1519428" y="187452"/>
                  </a:lnTo>
                  <a:lnTo>
                    <a:pt x="1522476" y="192024"/>
                  </a:lnTo>
                  <a:lnTo>
                    <a:pt x="1530096" y="192024"/>
                  </a:lnTo>
                  <a:lnTo>
                    <a:pt x="1533144" y="187452"/>
                  </a:lnTo>
                  <a:lnTo>
                    <a:pt x="1533144" y="138684"/>
                  </a:lnTo>
                  <a:close/>
                </a:path>
                <a:path w="2184400" h="4994275">
                  <a:moveTo>
                    <a:pt x="1749552" y="4940808"/>
                  </a:moveTo>
                  <a:lnTo>
                    <a:pt x="1746504" y="4937760"/>
                  </a:lnTo>
                  <a:lnTo>
                    <a:pt x="1738884" y="4937760"/>
                  </a:lnTo>
                  <a:lnTo>
                    <a:pt x="1735836" y="4940808"/>
                  </a:lnTo>
                  <a:lnTo>
                    <a:pt x="1735836" y="4989576"/>
                  </a:lnTo>
                  <a:lnTo>
                    <a:pt x="1738884" y="4994148"/>
                  </a:lnTo>
                  <a:lnTo>
                    <a:pt x="1746504" y="4994148"/>
                  </a:lnTo>
                  <a:lnTo>
                    <a:pt x="1749552" y="4989576"/>
                  </a:lnTo>
                  <a:lnTo>
                    <a:pt x="1749552" y="4940808"/>
                  </a:lnTo>
                  <a:close/>
                </a:path>
                <a:path w="2184400" h="4994275">
                  <a:moveTo>
                    <a:pt x="1749552" y="4858512"/>
                  </a:moveTo>
                  <a:lnTo>
                    <a:pt x="1746504" y="4855464"/>
                  </a:lnTo>
                  <a:lnTo>
                    <a:pt x="1738884" y="4855464"/>
                  </a:lnTo>
                  <a:lnTo>
                    <a:pt x="1735836" y="4858512"/>
                  </a:lnTo>
                  <a:lnTo>
                    <a:pt x="1735836" y="4907280"/>
                  </a:lnTo>
                  <a:lnTo>
                    <a:pt x="1738884" y="4910328"/>
                  </a:lnTo>
                  <a:lnTo>
                    <a:pt x="1746504" y="4910328"/>
                  </a:lnTo>
                  <a:lnTo>
                    <a:pt x="1749552" y="4907280"/>
                  </a:lnTo>
                  <a:lnTo>
                    <a:pt x="1749552" y="4858512"/>
                  </a:lnTo>
                  <a:close/>
                </a:path>
                <a:path w="2184400" h="4994275">
                  <a:moveTo>
                    <a:pt x="1749552" y="4776216"/>
                  </a:moveTo>
                  <a:lnTo>
                    <a:pt x="1746504" y="4773168"/>
                  </a:lnTo>
                  <a:lnTo>
                    <a:pt x="1738884" y="4773168"/>
                  </a:lnTo>
                  <a:lnTo>
                    <a:pt x="1735836" y="4776216"/>
                  </a:lnTo>
                  <a:lnTo>
                    <a:pt x="1735836" y="4824984"/>
                  </a:lnTo>
                  <a:lnTo>
                    <a:pt x="1738884" y="4828032"/>
                  </a:lnTo>
                  <a:lnTo>
                    <a:pt x="1746504" y="4828032"/>
                  </a:lnTo>
                  <a:lnTo>
                    <a:pt x="1749552" y="4824984"/>
                  </a:lnTo>
                  <a:lnTo>
                    <a:pt x="1749552" y="4776216"/>
                  </a:lnTo>
                  <a:close/>
                </a:path>
                <a:path w="2184400" h="4994275">
                  <a:moveTo>
                    <a:pt x="1749552" y="4692396"/>
                  </a:moveTo>
                  <a:lnTo>
                    <a:pt x="1746504" y="4689348"/>
                  </a:lnTo>
                  <a:lnTo>
                    <a:pt x="1738884" y="4689348"/>
                  </a:lnTo>
                  <a:lnTo>
                    <a:pt x="1735836" y="4692396"/>
                  </a:lnTo>
                  <a:lnTo>
                    <a:pt x="1735836" y="4742688"/>
                  </a:lnTo>
                  <a:lnTo>
                    <a:pt x="1738884" y="4745736"/>
                  </a:lnTo>
                  <a:lnTo>
                    <a:pt x="1746504" y="4745736"/>
                  </a:lnTo>
                  <a:lnTo>
                    <a:pt x="1749552" y="4742688"/>
                  </a:lnTo>
                  <a:lnTo>
                    <a:pt x="1749552" y="4692396"/>
                  </a:lnTo>
                  <a:close/>
                </a:path>
                <a:path w="2184400" h="4994275">
                  <a:moveTo>
                    <a:pt x="1749552" y="4610100"/>
                  </a:moveTo>
                  <a:lnTo>
                    <a:pt x="1746504" y="4607052"/>
                  </a:lnTo>
                  <a:lnTo>
                    <a:pt x="1738884" y="4607052"/>
                  </a:lnTo>
                  <a:lnTo>
                    <a:pt x="1735836" y="4610100"/>
                  </a:lnTo>
                  <a:lnTo>
                    <a:pt x="1735836" y="4658868"/>
                  </a:lnTo>
                  <a:lnTo>
                    <a:pt x="1738884" y="4661916"/>
                  </a:lnTo>
                  <a:lnTo>
                    <a:pt x="1746504" y="4661916"/>
                  </a:lnTo>
                  <a:lnTo>
                    <a:pt x="1749552" y="4658868"/>
                  </a:lnTo>
                  <a:lnTo>
                    <a:pt x="1749552" y="4610100"/>
                  </a:lnTo>
                  <a:close/>
                </a:path>
                <a:path w="2184400" h="4994275">
                  <a:moveTo>
                    <a:pt x="1749552" y="4527804"/>
                  </a:moveTo>
                  <a:lnTo>
                    <a:pt x="1746504" y="4524756"/>
                  </a:lnTo>
                  <a:lnTo>
                    <a:pt x="1738884" y="4524756"/>
                  </a:lnTo>
                  <a:lnTo>
                    <a:pt x="1735836" y="4527804"/>
                  </a:lnTo>
                  <a:lnTo>
                    <a:pt x="1735836" y="4576572"/>
                  </a:lnTo>
                  <a:lnTo>
                    <a:pt x="1738884" y="4579620"/>
                  </a:lnTo>
                  <a:lnTo>
                    <a:pt x="1746504" y="4579620"/>
                  </a:lnTo>
                  <a:lnTo>
                    <a:pt x="1749552" y="4576572"/>
                  </a:lnTo>
                  <a:lnTo>
                    <a:pt x="1749552" y="4527804"/>
                  </a:lnTo>
                  <a:close/>
                </a:path>
                <a:path w="2184400" h="4994275">
                  <a:moveTo>
                    <a:pt x="1749552" y="4443984"/>
                  </a:moveTo>
                  <a:lnTo>
                    <a:pt x="1746504" y="4440936"/>
                  </a:lnTo>
                  <a:lnTo>
                    <a:pt x="1738884" y="4440936"/>
                  </a:lnTo>
                  <a:lnTo>
                    <a:pt x="1735836" y="4443984"/>
                  </a:lnTo>
                  <a:lnTo>
                    <a:pt x="1735836" y="4494276"/>
                  </a:lnTo>
                  <a:lnTo>
                    <a:pt x="1738884" y="4497324"/>
                  </a:lnTo>
                  <a:lnTo>
                    <a:pt x="1746504" y="4497324"/>
                  </a:lnTo>
                  <a:lnTo>
                    <a:pt x="1749552" y="4494276"/>
                  </a:lnTo>
                  <a:lnTo>
                    <a:pt x="1749552" y="4443984"/>
                  </a:lnTo>
                  <a:close/>
                </a:path>
                <a:path w="2184400" h="4994275">
                  <a:moveTo>
                    <a:pt x="1749552" y="4361688"/>
                  </a:moveTo>
                  <a:lnTo>
                    <a:pt x="1746504" y="4358640"/>
                  </a:lnTo>
                  <a:lnTo>
                    <a:pt x="1738884" y="4358640"/>
                  </a:lnTo>
                  <a:lnTo>
                    <a:pt x="1735836" y="4361688"/>
                  </a:lnTo>
                  <a:lnTo>
                    <a:pt x="1735836" y="4410456"/>
                  </a:lnTo>
                  <a:lnTo>
                    <a:pt x="1738884" y="4413504"/>
                  </a:lnTo>
                  <a:lnTo>
                    <a:pt x="1746504" y="4413504"/>
                  </a:lnTo>
                  <a:lnTo>
                    <a:pt x="1749552" y="4410456"/>
                  </a:lnTo>
                  <a:lnTo>
                    <a:pt x="1749552" y="4361688"/>
                  </a:lnTo>
                  <a:close/>
                </a:path>
                <a:path w="2184400" h="4994275">
                  <a:moveTo>
                    <a:pt x="1749552" y="4279392"/>
                  </a:moveTo>
                  <a:lnTo>
                    <a:pt x="1746504" y="4276344"/>
                  </a:lnTo>
                  <a:lnTo>
                    <a:pt x="1738884" y="4276344"/>
                  </a:lnTo>
                  <a:lnTo>
                    <a:pt x="1735836" y="4279392"/>
                  </a:lnTo>
                  <a:lnTo>
                    <a:pt x="1735836" y="4328160"/>
                  </a:lnTo>
                  <a:lnTo>
                    <a:pt x="1738884" y="4331208"/>
                  </a:lnTo>
                  <a:lnTo>
                    <a:pt x="1746504" y="4331208"/>
                  </a:lnTo>
                  <a:lnTo>
                    <a:pt x="1749552" y="4328160"/>
                  </a:lnTo>
                  <a:lnTo>
                    <a:pt x="1749552" y="4279392"/>
                  </a:lnTo>
                  <a:close/>
                </a:path>
                <a:path w="2184400" h="4994275">
                  <a:moveTo>
                    <a:pt x="1749552" y="4195572"/>
                  </a:moveTo>
                  <a:lnTo>
                    <a:pt x="1746504" y="4192524"/>
                  </a:lnTo>
                  <a:lnTo>
                    <a:pt x="1738884" y="4192524"/>
                  </a:lnTo>
                  <a:lnTo>
                    <a:pt x="1735836" y="4195572"/>
                  </a:lnTo>
                  <a:lnTo>
                    <a:pt x="1735836" y="4245864"/>
                  </a:lnTo>
                  <a:lnTo>
                    <a:pt x="1738884" y="4248912"/>
                  </a:lnTo>
                  <a:lnTo>
                    <a:pt x="1746504" y="4248912"/>
                  </a:lnTo>
                  <a:lnTo>
                    <a:pt x="1749552" y="4245864"/>
                  </a:lnTo>
                  <a:lnTo>
                    <a:pt x="1749552" y="4195572"/>
                  </a:lnTo>
                  <a:close/>
                </a:path>
                <a:path w="2184400" h="4994275">
                  <a:moveTo>
                    <a:pt x="1749552" y="4113276"/>
                  </a:moveTo>
                  <a:lnTo>
                    <a:pt x="1746504" y="4110228"/>
                  </a:lnTo>
                  <a:lnTo>
                    <a:pt x="1738884" y="4110228"/>
                  </a:lnTo>
                  <a:lnTo>
                    <a:pt x="1735836" y="4113276"/>
                  </a:lnTo>
                  <a:lnTo>
                    <a:pt x="1735836" y="4162044"/>
                  </a:lnTo>
                  <a:lnTo>
                    <a:pt x="1738884" y="4165092"/>
                  </a:lnTo>
                  <a:lnTo>
                    <a:pt x="1746504" y="4165092"/>
                  </a:lnTo>
                  <a:lnTo>
                    <a:pt x="1749552" y="4162044"/>
                  </a:lnTo>
                  <a:lnTo>
                    <a:pt x="1749552" y="4113276"/>
                  </a:lnTo>
                  <a:close/>
                </a:path>
                <a:path w="2184400" h="4994275">
                  <a:moveTo>
                    <a:pt x="1749552" y="4030980"/>
                  </a:moveTo>
                  <a:lnTo>
                    <a:pt x="1746504" y="4027932"/>
                  </a:lnTo>
                  <a:lnTo>
                    <a:pt x="1738884" y="4027932"/>
                  </a:lnTo>
                  <a:lnTo>
                    <a:pt x="1735836" y="4030980"/>
                  </a:lnTo>
                  <a:lnTo>
                    <a:pt x="1735836" y="4079748"/>
                  </a:lnTo>
                  <a:lnTo>
                    <a:pt x="1738884" y="4082796"/>
                  </a:lnTo>
                  <a:lnTo>
                    <a:pt x="1746504" y="4082796"/>
                  </a:lnTo>
                  <a:lnTo>
                    <a:pt x="1749552" y="4079748"/>
                  </a:lnTo>
                  <a:lnTo>
                    <a:pt x="1749552" y="4030980"/>
                  </a:lnTo>
                  <a:close/>
                </a:path>
                <a:path w="2184400" h="4994275">
                  <a:moveTo>
                    <a:pt x="1749552" y="3947160"/>
                  </a:moveTo>
                  <a:lnTo>
                    <a:pt x="1746504" y="3944112"/>
                  </a:lnTo>
                  <a:lnTo>
                    <a:pt x="1738884" y="3944112"/>
                  </a:lnTo>
                  <a:lnTo>
                    <a:pt x="1735836" y="3947160"/>
                  </a:lnTo>
                  <a:lnTo>
                    <a:pt x="1735836" y="3997452"/>
                  </a:lnTo>
                  <a:lnTo>
                    <a:pt x="1738884" y="4000500"/>
                  </a:lnTo>
                  <a:lnTo>
                    <a:pt x="1746504" y="4000500"/>
                  </a:lnTo>
                  <a:lnTo>
                    <a:pt x="1749552" y="3997452"/>
                  </a:lnTo>
                  <a:lnTo>
                    <a:pt x="1749552" y="3947160"/>
                  </a:lnTo>
                  <a:close/>
                </a:path>
                <a:path w="2184400" h="4994275">
                  <a:moveTo>
                    <a:pt x="1749552" y="3864864"/>
                  </a:moveTo>
                  <a:lnTo>
                    <a:pt x="1746504" y="3861816"/>
                  </a:lnTo>
                  <a:lnTo>
                    <a:pt x="1738884" y="3861816"/>
                  </a:lnTo>
                  <a:lnTo>
                    <a:pt x="1735836" y="3864864"/>
                  </a:lnTo>
                  <a:lnTo>
                    <a:pt x="1735836" y="3913632"/>
                  </a:lnTo>
                  <a:lnTo>
                    <a:pt x="1738884" y="3916680"/>
                  </a:lnTo>
                  <a:lnTo>
                    <a:pt x="1746504" y="3916680"/>
                  </a:lnTo>
                  <a:lnTo>
                    <a:pt x="1749552" y="3913632"/>
                  </a:lnTo>
                  <a:lnTo>
                    <a:pt x="1749552" y="3864864"/>
                  </a:lnTo>
                  <a:close/>
                </a:path>
                <a:path w="2184400" h="4994275">
                  <a:moveTo>
                    <a:pt x="1749552" y="3782568"/>
                  </a:moveTo>
                  <a:lnTo>
                    <a:pt x="1746504" y="3779520"/>
                  </a:lnTo>
                  <a:lnTo>
                    <a:pt x="1738884" y="3779520"/>
                  </a:lnTo>
                  <a:lnTo>
                    <a:pt x="1735836" y="3782568"/>
                  </a:lnTo>
                  <a:lnTo>
                    <a:pt x="1735836" y="3831336"/>
                  </a:lnTo>
                  <a:lnTo>
                    <a:pt x="1738884" y="3834384"/>
                  </a:lnTo>
                  <a:lnTo>
                    <a:pt x="1746504" y="3834384"/>
                  </a:lnTo>
                  <a:lnTo>
                    <a:pt x="1749552" y="3831336"/>
                  </a:lnTo>
                  <a:lnTo>
                    <a:pt x="1749552" y="3782568"/>
                  </a:lnTo>
                  <a:close/>
                </a:path>
                <a:path w="2184400" h="4994275">
                  <a:moveTo>
                    <a:pt x="1749552" y="3698748"/>
                  </a:moveTo>
                  <a:lnTo>
                    <a:pt x="1746504" y="3695700"/>
                  </a:lnTo>
                  <a:lnTo>
                    <a:pt x="1738884" y="3695700"/>
                  </a:lnTo>
                  <a:lnTo>
                    <a:pt x="1735836" y="3698748"/>
                  </a:lnTo>
                  <a:lnTo>
                    <a:pt x="1735836" y="3749040"/>
                  </a:lnTo>
                  <a:lnTo>
                    <a:pt x="1738884" y="3752088"/>
                  </a:lnTo>
                  <a:lnTo>
                    <a:pt x="1746504" y="3752088"/>
                  </a:lnTo>
                  <a:lnTo>
                    <a:pt x="1749552" y="3749040"/>
                  </a:lnTo>
                  <a:lnTo>
                    <a:pt x="1749552" y="3698748"/>
                  </a:lnTo>
                  <a:close/>
                </a:path>
                <a:path w="2184400" h="4994275">
                  <a:moveTo>
                    <a:pt x="1749552" y="3616452"/>
                  </a:moveTo>
                  <a:lnTo>
                    <a:pt x="1746504" y="3613404"/>
                  </a:lnTo>
                  <a:lnTo>
                    <a:pt x="1738884" y="3613404"/>
                  </a:lnTo>
                  <a:lnTo>
                    <a:pt x="1735836" y="3616452"/>
                  </a:lnTo>
                  <a:lnTo>
                    <a:pt x="1735836" y="3665220"/>
                  </a:lnTo>
                  <a:lnTo>
                    <a:pt x="1738884" y="3668268"/>
                  </a:lnTo>
                  <a:lnTo>
                    <a:pt x="1746504" y="3668268"/>
                  </a:lnTo>
                  <a:lnTo>
                    <a:pt x="1749552" y="3665220"/>
                  </a:lnTo>
                  <a:lnTo>
                    <a:pt x="1749552" y="3616452"/>
                  </a:lnTo>
                  <a:close/>
                </a:path>
                <a:path w="2184400" h="4994275">
                  <a:moveTo>
                    <a:pt x="1749552" y="3534156"/>
                  </a:moveTo>
                  <a:lnTo>
                    <a:pt x="1746504" y="3531108"/>
                  </a:lnTo>
                  <a:lnTo>
                    <a:pt x="1738884" y="3531108"/>
                  </a:lnTo>
                  <a:lnTo>
                    <a:pt x="1735836" y="3534156"/>
                  </a:lnTo>
                  <a:lnTo>
                    <a:pt x="1735836" y="3582924"/>
                  </a:lnTo>
                  <a:lnTo>
                    <a:pt x="1738884" y="3585972"/>
                  </a:lnTo>
                  <a:lnTo>
                    <a:pt x="1746504" y="3585972"/>
                  </a:lnTo>
                  <a:lnTo>
                    <a:pt x="1749552" y="3582924"/>
                  </a:lnTo>
                  <a:lnTo>
                    <a:pt x="1749552" y="3534156"/>
                  </a:lnTo>
                  <a:close/>
                </a:path>
                <a:path w="2184400" h="4994275">
                  <a:moveTo>
                    <a:pt x="1749552" y="3450336"/>
                  </a:moveTo>
                  <a:lnTo>
                    <a:pt x="1746504" y="3447288"/>
                  </a:lnTo>
                  <a:lnTo>
                    <a:pt x="1738884" y="3447288"/>
                  </a:lnTo>
                  <a:lnTo>
                    <a:pt x="1735836" y="3450336"/>
                  </a:lnTo>
                  <a:lnTo>
                    <a:pt x="1735836" y="3500628"/>
                  </a:lnTo>
                  <a:lnTo>
                    <a:pt x="1738884" y="3503676"/>
                  </a:lnTo>
                  <a:lnTo>
                    <a:pt x="1746504" y="3503676"/>
                  </a:lnTo>
                  <a:lnTo>
                    <a:pt x="1749552" y="3500628"/>
                  </a:lnTo>
                  <a:lnTo>
                    <a:pt x="1749552" y="3450336"/>
                  </a:lnTo>
                  <a:close/>
                </a:path>
                <a:path w="2184400" h="4994275">
                  <a:moveTo>
                    <a:pt x="1749552" y="3368040"/>
                  </a:moveTo>
                  <a:lnTo>
                    <a:pt x="1746504" y="3364992"/>
                  </a:lnTo>
                  <a:lnTo>
                    <a:pt x="1738884" y="3364992"/>
                  </a:lnTo>
                  <a:lnTo>
                    <a:pt x="1735836" y="3368040"/>
                  </a:lnTo>
                  <a:lnTo>
                    <a:pt x="1735836" y="3416808"/>
                  </a:lnTo>
                  <a:lnTo>
                    <a:pt x="1738884" y="3419856"/>
                  </a:lnTo>
                  <a:lnTo>
                    <a:pt x="1746504" y="3419856"/>
                  </a:lnTo>
                  <a:lnTo>
                    <a:pt x="1749552" y="3416808"/>
                  </a:lnTo>
                  <a:lnTo>
                    <a:pt x="1749552" y="3368040"/>
                  </a:lnTo>
                  <a:close/>
                </a:path>
                <a:path w="2184400" h="4994275">
                  <a:moveTo>
                    <a:pt x="1749552" y="3285744"/>
                  </a:moveTo>
                  <a:lnTo>
                    <a:pt x="1746504" y="3282696"/>
                  </a:lnTo>
                  <a:lnTo>
                    <a:pt x="1738884" y="3282696"/>
                  </a:lnTo>
                  <a:lnTo>
                    <a:pt x="1735836" y="3285744"/>
                  </a:lnTo>
                  <a:lnTo>
                    <a:pt x="1735836" y="3334512"/>
                  </a:lnTo>
                  <a:lnTo>
                    <a:pt x="1738884" y="3337560"/>
                  </a:lnTo>
                  <a:lnTo>
                    <a:pt x="1746504" y="3337560"/>
                  </a:lnTo>
                  <a:lnTo>
                    <a:pt x="1749552" y="3334512"/>
                  </a:lnTo>
                  <a:lnTo>
                    <a:pt x="1749552" y="3285744"/>
                  </a:lnTo>
                  <a:close/>
                </a:path>
                <a:path w="2184400" h="4994275">
                  <a:moveTo>
                    <a:pt x="1749552" y="3201924"/>
                  </a:moveTo>
                  <a:lnTo>
                    <a:pt x="1746504" y="3198876"/>
                  </a:lnTo>
                  <a:lnTo>
                    <a:pt x="1738884" y="3198876"/>
                  </a:lnTo>
                  <a:lnTo>
                    <a:pt x="1735836" y="3201924"/>
                  </a:lnTo>
                  <a:lnTo>
                    <a:pt x="1735836" y="3252216"/>
                  </a:lnTo>
                  <a:lnTo>
                    <a:pt x="1738884" y="3255264"/>
                  </a:lnTo>
                  <a:lnTo>
                    <a:pt x="1746504" y="3255264"/>
                  </a:lnTo>
                  <a:lnTo>
                    <a:pt x="1749552" y="3252216"/>
                  </a:lnTo>
                  <a:lnTo>
                    <a:pt x="1749552" y="3201924"/>
                  </a:lnTo>
                  <a:close/>
                </a:path>
                <a:path w="2184400" h="4994275">
                  <a:moveTo>
                    <a:pt x="1749552" y="3119628"/>
                  </a:moveTo>
                  <a:lnTo>
                    <a:pt x="1746504" y="3116580"/>
                  </a:lnTo>
                  <a:lnTo>
                    <a:pt x="1738884" y="3116580"/>
                  </a:lnTo>
                  <a:lnTo>
                    <a:pt x="1735836" y="3119628"/>
                  </a:lnTo>
                  <a:lnTo>
                    <a:pt x="1735836" y="3168396"/>
                  </a:lnTo>
                  <a:lnTo>
                    <a:pt x="1738884" y="3171444"/>
                  </a:lnTo>
                  <a:lnTo>
                    <a:pt x="1746504" y="3171444"/>
                  </a:lnTo>
                  <a:lnTo>
                    <a:pt x="1749552" y="3168396"/>
                  </a:lnTo>
                  <a:lnTo>
                    <a:pt x="1749552" y="3119628"/>
                  </a:lnTo>
                  <a:close/>
                </a:path>
                <a:path w="2184400" h="4994275">
                  <a:moveTo>
                    <a:pt x="1749552" y="3037332"/>
                  </a:moveTo>
                  <a:lnTo>
                    <a:pt x="1746504" y="3034284"/>
                  </a:lnTo>
                  <a:lnTo>
                    <a:pt x="1738884" y="3034284"/>
                  </a:lnTo>
                  <a:lnTo>
                    <a:pt x="1735836" y="3037332"/>
                  </a:lnTo>
                  <a:lnTo>
                    <a:pt x="1735836" y="3086100"/>
                  </a:lnTo>
                  <a:lnTo>
                    <a:pt x="1738884" y="3089148"/>
                  </a:lnTo>
                  <a:lnTo>
                    <a:pt x="1746504" y="3089148"/>
                  </a:lnTo>
                  <a:lnTo>
                    <a:pt x="1749552" y="3086100"/>
                  </a:lnTo>
                  <a:lnTo>
                    <a:pt x="1749552" y="3037332"/>
                  </a:lnTo>
                  <a:close/>
                </a:path>
                <a:path w="2184400" h="4994275">
                  <a:moveTo>
                    <a:pt x="1749552" y="2953512"/>
                  </a:moveTo>
                  <a:lnTo>
                    <a:pt x="1746504" y="2950464"/>
                  </a:lnTo>
                  <a:lnTo>
                    <a:pt x="1738884" y="2950464"/>
                  </a:lnTo>
                  <a:lnTo>
                    <a:pt x="1735836" y="2953512"/>
                  </a:lnTo>
                  <a:lnTo>
                    <a:pt x="1735836" y="3003804"/>
                  </a:lnTo>
                  <a:lnTo>
                    <a:pt x="1738884" y="3006852"/>
                  </a:lnTo>
                  <a:lnTo>
                    <a:pt x="1746504" y="3006852"/>
                  </a:lnTo>
                  <a:lnTo>
                    <a:pt x="1749552" y="3003804"/>
                  </a:lnTo>
                  <a:lnTo>
                    <a:pt x="1749552" y="2953512"/>
                  </a:lnTo>
                  <a:close/>
                </a:path>
                <a:path w="2184400" h="4994275">
                  <a:moveTo>
                    <a:pt x="1749552" y="2871216"/>
                  </a:moveTo>
                  <a:lnTo>
                    <a:pt x="1746504" y="2868168"/>
                  </a:lnTo>
                  <a:lnTo>
                    <a:pt x="1738884" y="2868168"/>
                  </a:lnTo>
                  <a:lnTo>
                    <a:pt x="1735836" y="2871216"/>
                  </a:lnTo>
                  <a:lnTo>
                    <a:pt x="1735836" y="2919984"/>
                  </a:lnTo>
                  <a:lnTo>
                    <a:pt x="1738884" y="2923032"/>
                  </a:lnTo>
                  <a:lnTo>
                    <a:pt x="1746504" y="2923032"/>
                  </a:lnTo>
                  <a:lnTo>
                    <a:pt x="1749552" y="2919984"/>
                  </a:lnTo>
                  <a:lnTo>
                    <a:pt x="1749552" y="2871216"/>
                  </a:lnTo>
                  <a:close/>
                </a:path>
                <a:path w="2184400" h="4994275">
                  <a:moveTo>
                    <a:pt x="1749552" y="2788920"/>
                  </a:moveTo>
                  <a:lnTo>
                    <a:pt x="1746504" y="2785872"/>
                  </a:lnTo>
                  <a:lnTo>
                    <a:pt x="1738884" y="2785872"/>
                  </a:lnTo>
                  <a:lnTo>
                    <a:pt x="1735836" y="2788920"/>
                  </a:lnTo>
                  <a:lnTo>
                    <a:pt x="1735836" y="2837688"/>
                  </a:lnTo>
                  <a:lnTo>
                    <a:pt x="1738884" y="2840736"/>
                  </a:lnTo>
                  <a:lnTo>
                    <a:pt x="1746504" y="2840736"/>
                  </a:lnTo>
                  <a:lnTo>
                    <a:pt x="1749552" y="2837688"/>
                  </a:lnTo>
                  <a:lnTo>
                    <a:pt x="1749552" y="2788920"/>
                  </a:lnTo>
                  <a:close/>
                </a:path>
                <a:path w="2184400" h="4994275">
                  <a:moveTo>
                    <a:pt x="1749552" y="2705100"/>
                  </a:moveTo>
                  <a:lnTo>
                    <a:pt x="1746504" y="2702052"/>
                  </a:lnTo>
                  <a:lnTo>
                    <a:pt x="1738884" y="2702052"/>
                  </a:lnTo>
                  <a:lnTo>
                    <a:pt x="1735836" y="2705100"/>
                  </a:lnTo>
                  <a:lnTo>
                    <a:pt x="1735836" y="2755392"/>
                  </a:lnTo>
                  <a:lnTo>
                    <a:pt x="1738884" y="2758440"/>
                  </a:lnTo>
                  <a:lnTo>
                    <a:pt x="1746504" y="2758440"/>
                  </a:lnTo>
                  <a:lnTo>
                    <a:pt x="1749552" y="2755392"/>
                  </a:lnTo>
                  <a:lnTo>
                    <a:pt x="1749552" y="2705100"/>
                  </a:lnTo>
                  <a:close/>
                </a:path>
                <a:path w="2184400" h="4994275">
                  <a:moveTo>
                    <a:pt x="1749552" y="2622804"/>
                  </a:moveTo>
                  <a:lnTo>
                    <a:pt x="1746504" y="2619756"/>
                  </a:lnTo>
                  <a:lnTo>
                    <a:pt x="1738884" y="2619756"/>
                  </a:lnTo>
                  <a:lnTo>
                    <a:pt x="1735836" y="2622804"/>
                  </a:lnTo>
                  <a:lnTo>
                    <a:pt x="1735836" y="2671572"/>
                  </a:lnTo>
                  <a:lnTo>
                    <a:pt x="1738884" y="2674620"/>
                  </a:lnTo>
                  <a:lnTo>
                    <a:pt x="1746504" y="2674620"/>
                  </a:lnTo>
                  <a:lnTo>
                    <a:pt x="1749552" y="2671572"/>
                  </a:lnTo>
                  <a:lnTo>
                    <a:pt x="1749552" y="2622804"/>
                  </a:lnTo>
                  <a:close/>
                </a:path>
                <a:path w="2184400" h="4994275">
                  <a:moveTo>
                    <a:pt x="1749552" y="2540508"/>
                  </a:moveTo>
                  <a:lnTo>
                    <a:pt x="1746504" y="2537460"/>
                  </a:lnTo>
                  <a:lnTo>
                    <a:pt x="1738884" y="2537460"/>
                  </a:lnTo>
                  <a:lnTo>
                    <a:pt x="1735836" y="2540508"/>
                  </a:lnTo>
                  <a:lnTo>
                    <a:pt x="1735836" y="2589276"/>
                  </a:lnTo>
                  <a:lnTo>
                    <a:pt x="1738884" y="2592324"/>
                  </a:lnTo>
                  <a:lnTo>
                    <a:pt x="1746504" y="2592324"/>
                  </a:lnTo>
                  <a:lnTo>
                    <a:pt x="1749552" y="2589276"/>
                  </a:lnTo>
                  <a:lnTo>
                    <a:pt x="1749552" y="2540508"/>
                  </a:lnTo>
                  <a:close/>
                </a:path>
                <a:path w="2184400" h="4994275">
                  <a:moveTo>
                    <a:pt x="1749552" y="2456688"/>
                  </a:moveTo>
                  <a:lnTo>
                    <a:pt x="1746504" y="2453640"/>
                  </a:lnTo>
                  <a:lnTo>
                    <a:pt x="1738884" y="2453640"/>
                  </a:lnTo>
                  <a:lnTo>
                    <a:pt x="1735836" y="2456688"/>
                  </a:lnTo>
                  <a:lnTo>
                    <a:pt x="1735836" y="2506980"/>
                  </a:lnTo>
                  <a:lnTo>
                    <a:pt x="1738884" y="2510028"/>
                  </a:lnTo>
                  <a:lnTo>
                    <a:pt x="1746504" y="2510028"/>
                  </a:lnTo>
                  <a:lnTo>
                    <a:pt x="1749552" y="2506980"/>
                  </a:lnTo>
                  <a:lnTo>
                    <a:pt x="1749552" y="2456688"/>
                  </a:lnTo>
                  <a:close/>
                </a:path>
                <a:path w="2184400" h="4994275">
                  <a:moveTo>
                    <a:pt x="1749552" y="2374392"/>
                  </a:moveTo>
                  <a:lnTo>
                    <a:pt x="1746504" y="2371344"/>
                  </a:lnTo>
                  <a:lnTo>
                    <a:pt x="1738884" y="2371344"/>
                  </a:lnTo>
                  <a:lnTo>
                    <a:pt x="1735836" y="2374392"/>
                  </a:lnTo>
                  <a:lnTo>
                    <a:pt x="1735836" y="2423160"/>
                  </a:lnTo>
                  <a:lnTo>
                    <a:pt x="1738884" y="2426208"/>
                  </a:lnTo>
                  <a:lnTo>
                    <a:pt x="1746504" y="2426208"/>
                  </a:lnTo>
                  <a:lnTo>
                    <a:pt x="1749552" y="2423160"/>
                  </a:lnTo>
                  <a:lnTo>
                    <a:pt x="1749552" y="2374392"/>
                  </a:lnTo>
                  <a:close/>
                </a:path>
                <a:path w="2184400" h="4994275">
                  <a:moveTo>
                    <a:pt x="1749552" y="2292096"/>
                  </a:moveTo>
                  <a:lnTo>
                    <a:pt x="1746504" y="2289048"/>
                  </a:lnTo>
                  <a:lnTo>
                    <a:pt x="1738884" y="2289048"/>
                  </a:lnTo>
                  <a:lnTo>
                    <a:pt x="1735836" y="2292096"/>
                  </a:lnTo>
                  <a:lnTo>
                    <a:pt x="1735836" y="2340864"/>
                  </a:lnTo>
                  <a:lnTo>
                    <a:pt x="1738884" y="2343912"/>
                  </a:lnTo>
                  <a:lnTo>
                    <a:pt x="1746504" y="2343912"/>
                  </a:lnTo>
                  <a:lnTo>
                    <a:pt x="1749552" y="2340864"/>
                  </a:lnTo>
                  <a:lnTo>
                    <a:pt x="1749552" y="2292096"/>
                  </a:lnTo>
                  <a:close/>
                </a:path>
                <a:path w="2184400" h="4994275">
                  <a:moveTo>
                    <a:pt x="1749552" y="2209800"/>
                  </a:moveTo>
                  <a:lnTo>
                    <a:pt x="1746504" y="2205228"/>
                  </a:lnTo>
                  <a:lnTo>
                    <a:pt x="1738884" y="2205228"/>
                  </a:lnTo>
                  <a:lnTo>
                    <a:pt x="1735836" y="2209800"/>
                  </a:lnTo>
                  <a:lnTo>
                    <a:pt x="1735836" y="2258568"/>
                  </a:lnTo>
                  <a:lnTo>
                    <a:pt x="1738884" y="2261616"/>
                  </a:lnTo>
                  <a:lnTo>
                    <a:pt x="1746504" y="2261616"/>
                  </a:lnTo>
                  <a:lnTo>
                    <a:pt x="1749552" y="2258568"/>
                  </a:lnTo>
                  <a:lnTo>
                    <a:pt x="1749552" y="2209800"/>
                  </a:lnTo>
                  <a:close/>
                </a:path>
                <a:path w="2184400" h="4994275">
                  <a:moveTo>
                    <a:pt x="1749552" y="2125980"/>
                  </a:moveTo>
                  <a:lnTo>
                    <a:pt x="1746504" y="2122932"/>
                  </a:lnTo>
                  <a:lnTo>
                    <a:pt x="1738884" y="2122932"/>
                  </a:lnTo>
                  <a:lnTo>
                    <a:pt x="1735836" y="2125980"/>
                  </a:lnTo>
                  <a:lnTo>
                    <a:pt x="1735836" y="2174748"/>
                  </a:lnTo>
                  <a:lnTo>
                    <a:pt x="1738884" y="2177796"/>
                  </a:lnTo>
                  <a:lnTo>
                    <a:pt x="1746504" y="2177796"/>
                  </a:lnTo>
                  <a:lnTo>
                    <a:pt x="1749552" y="2174748"/>
                  </a:lnTo>
                  <a:lnTo>
                    <a:pt x="1749552" y="2125980"/>
                  </a:lnTo>
                  <a:close/>
                </a:path>
                <a:path w="2184400" h="4994275">
                  <a:moveTo>
                    <a:pt x="1749552" y="2043684"/>
                  </a:moveTo>
                  <a:lnTo>
                    <a:pt x="1746504" y="2040636"/>
                  </a:lnTo>
                  <a:lnTo>
                    <a:pt x="1738884" y="2040636"/>
                  </a:lnTo>
                  <a:lnTo>
                    <a:pt x="1735836" y="2043684"/>
                  </a:lnTo>
                  <a:lnTo>
                    <a:pt x="1735836" y="2092452"/>
                  </a:lnTo>
                  <a:lnTo>
                    <a:pt x="1738884" y="2095500"/>
                  </a:lnTo>
                  <a:lnTo>
                    <a:pt x="1746504" y="2095500"/>
                  </a:lnTo>
                  <a:lnTo>
                    <a:pt x="1749552" y="2092452"/>
                  </a:lnTo>
                  <a:lnTo>
                    <a:pt x="1749552" y="2043684"/>
                  </a:lnTo>
                  <a:close/>
                </a:path>
                <a:path w="2184400" h="4994275">
                  <a:moveTo>
                    <a:pt x="1749552" y="1961388"/>
                  </a:moveTo>
                  <a:lnTo>
                    <a:pt x="1746504" y="1956816"/>
                  </a:lnTo>
                  <a:lnTo>
                    <a:pt x="1738884" y="1956816"/>
                  </a:lnTo>
                  <a:lnTo>
                    <a:pt x="1735836" y="1961388"/>
                  </a:lnTo>
                  <a:lnTo>
                    <a:pt x="1735836" y="2010156"/>
                  </a:lnTo>
                  <a:lnTo>
                    <a:pt x="1738884" y="2013204"/>
                  </a:lnTo>
                  <a:lnTo>
                    <a:pt x="1746504" y="2013204"/>
                  </a:lnTo>
                  <a:lnTo>
                    <a:pt x="1749552" y="2010156"/>
                  </a:lnTo>
                  <a:lnTo>
                    <a:pt x="1749552" y="1961388"/>
                  </a:lnTo>
                  <a:close/>
                </a:path>
                <a:path w="2184400" h="4994275">
                  <a:moveTo>
                    <a:pt x="1749552" y="1877568"/>
                  </a:moveTo>
                  <a:lnTo>
                    <a:pt x="1746504" y="1874520"/>
                  </a:lnTo>
                  <a:lnTo>
                    <a:pt x="1738884" y="1874520"/>
                  </a:lnTo>
                  <a:lnTo>
                    <a:pt x="1735836" y="1877568"/>
                  </a:lnTo>
                  <a:lnTo>
                    <a:pt x="1735836" y="1926336"/>
                  </a:lnTo>
                  <a:lnTo>
                    <a:pt x="1738884" y="1929384"/>
                  </a:lnTo>
                  <a:lnTo>
                    <a:pt x="1746504" y="1929384"/>
                  </a:lnTo>
                  <a:lnTo>
                    <a:pt x="1749552" y="1926336"/>
                  </a:lnTo>
                  <a:lnTo>
                    <a:pt x="1749552" y="1877568"/>
                  </a:lnTo>
                  <a:close/>
                </a:path>
                <a:path w="2184400" h="4994275">
                  <a:moveTo>
                    <a:pt x="1749552" y="1795272"/>
                  </a:moveTo>
                  <a:lnTo>
                    <a:pt x="1746504" y="1792224"/>
                  </a:lnTo>
                  <a:lnTo>
                    <a:pt x="1738884" y="1792224"/>
                  </a:lnTo>
                  <a:lnTo>
                    <a:pt x="1735836" y="1795272"/>
                  </a:lnTo>
                  <a:lnTo>
                    <a:pt x="1735836" y="1844040"/>
                  </a:lnTo>
                  <a:lnTo>
                    <a:pt x="1738884" y="1847088"/>
                  </a:lnTo>
                  <a:lnTo>
                    <a:pt x="1746504" y="1847088"/>
                  </a:lnTo>
                  <a:lnTo>
                    <a:pt x="1749552" y="1844040"/>
                  </a:lnTo>
                  <a:lnTo>
                    <a:pt x="1749552" y="1795272"/>
                  </a:lnTo>
                  <a:close/>
                </a:path>
                <a:path w="2184400" h="4994275">
                  <a:moveTo>
                    <a:pt x="1749552" y="1712976"/>
                  </a:moveTo>
                  <a:lnTo>
                    <a:pt x="1746504" y="1709928"/>
                  </a:lnTo>
                  <a:lnTo>
                    <a:pt x="1738884" y="1709928"/>
                  </a:lnTo>
                  <a:lnTo>
                    <a:pt x="1735836" y="1712976"/>
                  </a:lnTo>
                  <a:lnTo>
                    <a:pt x="1735836" y="1761744"/>
                  </a:lnTo>
                  <a:lnTo>
                    <a:pt x="1738884" y="1764792"/>
                  </a:lnTo>
                  <a:lnTo>
                    <a:pt x="1746504" y="1764792"/>
                  </a:lnTo>
                  <a:lnTo>
                    <a:pt x="1749552" y="1761744"/>
                  </a:lnTo>
                  <a:lnTo>
                    <a:pt x="1749552" y="1712976"/>
                  </a:lnTo>
                  <a:close/>
                </a:path>
                <a:path w="2184400" h="4994275">
                  <a:moveTo>
                    <a:pt x="1749552" y="1629156"/>
                  </a:moveTo>
                  <a:lnTo>
                    <a:pt x="1746504" y="1626108"/>
                  </a:lnTo>
                  <a:lnTo>
                    <a:pt x="1738884" y="1626108"/>
                  </a:lnTo>
                  <a:lnTo>
                    <a:pt x="1735836" y="1629156"/>
                  </a:lnTo>
                  <a:lnTo>
                    <a:pt x="1735836" y="1677924"/>
                  </a:lnTo>
                  <a:lnTo>
                    <a:pt x="1738884" y="1680972"/>
                  </a:lnTo>
                  <a:lnTo>
                    <a:pt x="1746504" y="1680972"/>
                  </a:lnTo>
                  <a:lnTo>
                    <a:pt x="1749552" y="1677924"/>
                  </a:lnTo>
                  <a:lnTo>
                    <a:pt x="1749552" y="1629156"/>
                  </a:lnTo>
                  <a:close/>
                </a:path>
                <a:path w="2184400" h="4994275">
                  <a:moveTo>
                    <a:pt x="1749552" y="1546860"/>
                  </a:moveTo>
                  <a:lnTo>
                    <a:pt x="1746504" y="1543812"/>
                  </a:lnTo>
                  <a:lnTo>
                    <a:pt x="1738884" y="1543812"/>
                  </a:lnTo>
                  <a:lnTo>
                    <a:pt x="1735836" y="1546860"/>
                  </a:lnTo>
                  <a:lnTo>
                    <a:pt x="1735836" y="1595628"/>
                  </a:lnTo>
                  <a:lnTo>
                    <a:pt x="1738884" y="1598676"/>
                  </a:lnTo>
                  <a:lnTo>
                    <a:pt x="1746504" y="1598676"/>
                  </a:lnTo>
                  <a:lnTo>
                    <a:pt x="1749552" y="1595628"/>
                  </a:lnTo>
                  <a:lnTo>
                    <a:pt x="1749552" y="1546860"/>
                  </a:lnTo>
                  <a:close/>
                </a:path>
                <a:path w="2184400" h="4994275">
                  <a:moveTo>
                    <a:pt x="1749552" y="1464564"/>
                  </a:moveTo>
                  <a:lnTo>
                    <a:pt x="1746504" y="1461516"/>
                  </a:lnTo>
                  <a:lnTo>
                    <a:pt x="1738884" y="1461516"/>
                  </a:lnTo>
                  <a:lnTo>
                    <a:pt x="1735836" y="1464564"/>
                  </a:lnTo>
                  <a:lnTo>
                    <a:pt x="1735836" y="1513332"/>
                  </a:lnTo>
                  <a:lnTo>
                    <a:pt x="1738884" y="1516380"/>
                  </a:lnTo>
                  <a:lnTo>
                    <a:pt x="1746504" y="1516380"/>
                  </a:lnTo>
                  <a:lnTo>
                    <a:pt x="1749552" y="1513332"/>
                  </a:lnTo>
                  <a:lnTo>
                    <a:pt x="1749552" y="1464564"/>
                  </a:lnTo>
                  <a:close/>
                </a:path>
                <a:path w="2184400" h="4994275">
                  <a:moveTo>
                    <a:pt x="1749552" y="1380744"/>
                  </a:moveTo>
                  <a:lnTo>
                    <a:pt x="1746504" y="1377696"/>
                  </a:lnTo>
                  <a:lnTo>
                    <a:pt x="1738884" y="1377696"/>
                  </a:lnTo>
                  <a:lnTo>
                    <a:pt x="1735836" y="1380744"/>
                  </a:lnTo>
                  <a:lnTo>
                    <a:pt x="1735836" y="1429512"/>
                  </a:lnTo>
                  <a:lnTo>
                    <a:pt x="1738884" y="1432560"/>
                  </a:lnTo>
                  <a:lnTo>
                    <a:pt x="1746504" y="1432560"/>
                  </a:lnTo>
                  <a:lnTo>
                    <a:pt x="1749552" y="1429512"/>
                  </a:lnTo>
                  <a:lnTo>
                    <a:pt x="1749552" y="1380744"/>
                  </a:lnTo>
                  <a:close/>
                </a:path>
                <a:path w="2184400" h="4994275">
                  <a:moveTo>
                    <a:pt x="1749552" y="1298448"/>
                  </a:moveTo>
                  <a:lnTo>
                    <a:pt x="1746504" y="1295400"/>
                  </a:lnTo>
                  <a:lnTo>
                    <a:pt x="1738884" y="1295400"/>
                  </a:lnTo>
                  <a:lnTo>
                    <a:pt x="1735836" y="1298448"/>
                  </a:lnTo>
                  <a:lnTo>
                    <a:pt x="1735836" y="1347216"/>
                  </a:lnTo>
                  <a:lnTo>
                    <a:pt x="1738884" y="1350264"/>
                  </a:lnTo>
                  <a:lnTo>
                    <a:pt x="1746504" y="1350264"/>
                  </a:lnTo>
                  <a:lnTo>
                    <a:pt x="1749552" y="1347216"/>
                  </a:lnTo>
                  <a:lnTo>
                    <a:pt x="1749552" y="1298448"/>
                  </a:lnTo>
                  <a:close/>
                </a:path>
                <a:path w="2184400" h="4994275">
                  <a:moveTo>
                    <a:pt x="1749552" y="1216152"/>
                  </a:moveTo>
                  <a:lnTo>
                    <a:pt x="1746504" y="1213104"/>
                  </a:lnTo>
                  <a:lnTo>
                    <a:pt x="1738884" y="1213104"/>
                  </a:lnTo>
                  <a:lnTo>
                    <a:pt x="1735836" y="1216152"/>
                  </a:lnTo>
                  <a:lnTo>
                    <a:pt x="1735836" y="1264920"/>
                  </a:lnTo>
                  <a:lnTo>
                    <a:pt x="1738884" y="1267968"/>
                  </a:lnTo>
                  <a:lnTo>
                    <a:pt x="1746504" y="1267968"/>
                  </a:lnTo>
                  <a:lnTo>
                    <a:pt x="1749552" y="1264920"/>
                  </a:lnTo>
                  <a:lnTo>
                    <a:pt x="1749552" y="1216152"/>
                  </a:lnTo>
                  <a:close/>
                </a:path>
                <a:path w="2184400" h="4994275">
                  <a:moveTo>
                    <a:pt x="1749552" y="1132332"/>
                  </a:moveTo>
                  <a:lnTo>
                    <a:pt x="1746504" y="1129284"/>
                  </a:lnTo>
                  <a:lnTo>
                    <a:pt x="1738884" y="1129284"/>
                  </a:lnTo>
                  <a:lnTo>
                    <a:pt x="1735836" y="1132332"/>
                  </a:lnTo>
                  <a:lnTo>
                    <a:pt x="1735836" y="1181100"/>
                  </a:lnTo>
                  <a:lnTo>
                    <a:pt x="1738884" y="1184148"/>
                  </a:lnTo>
                  <a:lnTo>
                    <a:pt x="1746504" y="1184148"/>
                  </a:lnTo>
                  <a:lnTo>
                    <a:pt x="1749552" y="1181100"/>
                  </a:lnTo>
                  <a:lnTo>
                    <a:pt x="1749552" y="1132332"/>
                  </a:lnTo>
                  <a:close/>
                </a:path>
                <a:path w="2184400" h="4994275">
                  <a:moveTo>
                    <a:pt x="1749552" y="1050036"/>
                  </a:moveTo>
                  <a:lnTo>
                    <a:pt x="1746504" y="1046988"/>
                  </a:lnTo>
                  <a:lnTo>
                    <a:pt x="1738884" y="1046988"/>
                  </a:lnTo>
                  <a:lnTo>
                    <a:pt x="1735836" y="1050036"/>
                  </a:lnTo>
                  <a:lnTo>
                    <a:pt x="1735836" y="1098804"/>
                  </a:lnTo>
                  <a:lnTo>
                    <a:pt x="1738884" y="1101852"/>
                  </a:lnTo>
                  <a:lnTo>
                    <a:pt x="1746504" y="1101852"/>
                  </a:lnTo>
                  <a:lnTo>
                    <a:pt x="1749552" y="1098804"/>
                  </a:lnTo>
                  <a:lnTo>
                    <a:pt x="1749552" y="1050036"/>
                  </a:lnTo>
                  <a:close/>
                </a:path>
                <a:path w="2184400" h="4994275">
                  <a:moveTo>
                    <a:pt x="1749552" y="967740"/>
                  </a:moveTo>
                  <a:lnTo>
                    <a:pt x="1746504" y="964692"/>
                  </a:lnTo>
                  <a:lnTo>
                    <a:pt x="1738884" y="964692"/>
                  </a:lnTo>
                  <a:lnTo>
                    <a:pt x="1735836" y="967740"/>
                  </a:lnTo>
                  <a:lnTo>
                    <a:pt x="1735836" y="1016508"/>
                  </a:lnTo>
                  <a:lnTo>
                    <a:pt x="1738884" y="1019556"/>
                  </a:lnTo>
                  <a:lnTo>
                    <a:pt x="1746504" y="1019556"/>
                  </a:lnTo>
                  <a:lnTo>
                    <a:pt x="1749552" y="1016508"/>
                  </a:lnTo>
                  <a:lnTo>
                    <a:pt x="1749552" y="967740"/>
                  </a:lnTo>
                  <a:close/>
                </a:path>
                <a:path w="2184400" h="4994275">
                  <a:moveTo>
                    <a:pt x="1749552" y="883920"/>
                  </a:moveTo>
                  <a:lnTo>
                    <a:pt x="1746504" y="880872"/>
                  </a:lnTo>
                  <a:lnTo>
                    <a:pt x="1738884" y="880872"/>
                  </a:lnTo>
                  <a:lnTo>
                    <a:pt x="1735836" y="883920"/>
                  </a:lnTo>
                  <a:lnTo>
                    <a:pt x="1735836" y="932688"/>
                  </a:lnTo>
                  <a:lnTo>
                    <a:pt x="1738884" y="935736"/>
                  </a:lnTo>
                  <a:lnTo>
                    <a:pt x="1746504" y="935736"/>
                  </a:lnTo>
                  <a:lnTo>
                    <a:pt x="1749552" y="932688"/>
                  </a:lnTo>
                  <a:lnTo>
                    <a:pt x="1749552" y="883920"/>
                  </a:lnTo>
                  <a:close/>
                </a:path>
                <a:path w="2184400" h="4994275">
                  <a:moveTo>
                    <a:pt x="1749552" y="801624"/>
                  </a:moveTo>
                  <a:lnTo>
                    <a:pt x="1746504" y="798576"/>
                  </a:lnTo>
                  <a:lnTo>
                    <a:pt x="1738884" y="798576"/>
                  </a:lnTo>
                  <a:lnTo>
                    <a:pt x="1735836" y="801624"/>
                  </a:lnTo>
                  <a:lnTo>
                    <a:pt x="1735836" y="850392"/>
                  </a:lnTo>
                  <a:lnTo>
                    <a:pt x="1738884" y="853440"/>
                  </a:lnTo>
                  <a:lnTo>
                    <a:pt x="1746504" y="853440"/>
                  </a:lnTo>
                  <a:lnTo>
                    <a:pt x="1749552" y="850392"/>
                  </a:lnTo>
                  <a:lnTo>
                    <a:pt x="1749552" y="801624"/>
                  </a:lnTo>
                  <a:close/>
                </a:path>
                <a:path w="2184400" h="4994275">
                  <a:moveTo>
                    <a:pt x="1749552" y="719328"/>
                  </a:moveTo>
                  <a:lnTo>
                    <a:pt x="1746504" y="716280"/>
                  </a:lnTo>
                  <a:lnTo>
                    <a:pt x="1738884" y="716280"/>
                  </a:lnTo>
                  <a:lnTo>
                    <a:pt x="1735836" y="719328"/>
                  </a:lnTo>
                  <a:lnTo>
                    <a:pt x="1735836" y="768096"/>
                  </a:lnTo>
                  <a:lnTo>
                    <a:pt x="1738884" y="771144"/>
                  </a:lnTo>
                  <a:lnTo>
                    <a:pt x="1746504" y="771144"/>
                  </a:lnTo>
                  <a:lnTo>
                    <a:pt x="1749552" y="768096"/>
                  </a:lnTo>
                  <a:lnTo>
                    <a:pt x="1749552" y="719328"/>
                  </a:lnTo>
                  <a:close/>
                </a:path>
                <a:path w="2184400" h="4994275">
                  <a:moveTo>
                    <a:pt x="1749552" y="635508"/>
                  </a:moveTo>
                  <a:lnTo>
                    <a:pt x="1746504" y="632460"/>
                  </a:lnTo>
                  <a:lnTo>
                    <a:pt x="1738884" y="632460"/>
                  </a:lnTo>
                  <a:lnTo>
                    <a:pt x="1735836" y="635508"/>
                  </a:lnTo>
                  <a:lnTo>
                    <a:pt x="1735836" y="684276"/>
                  </a:lnTo>
                  <a:lnTo>
                    <a:pt x="1738884" y="687324"/>
                  </a:lnTo>
                  <a:lnTo>
                    <a:pt x="1746504" y="687324"/>
                  </a:lnTo>
                  <a:lnTo>
                    <a:pt x="1749552" y="684276"/>
                  </a:lnTo>
                  <a:lnTo>
                    <a:pt x="1749552" y="635508"/>
                  </a:lnTo>
                  <a:close/>
                </a:path>
                <a:path w="2184400" h="4994275">
                  <a:moveTo>
                    <a:pt x="1749552" y="553212"/>
                  </a:moveTo>
                  <a:lnTo>
                    <a:pt x="1746504" y="550164"/>
                  </a:lnTo>
                  <a:lnTo>
                    <a:pt x="1738884" y="550164"/>
                  </a:lnTo>
                  <a:lnTo>
                    <a:pt x="1735836" y="553212"/>
                  </a:lnTo>
                  <a:lnTo>
                    <a:pt x="1735836" y="601980"/>
                  </a:lnTo>
                  <a:lnTo>
                    <a:pt x="1738884" y="605028"/>
                  </a:lnTo>
                  <a:lnTo>
                    <a:pt x="1746504" y="605028"/>
                  </a:lnTo>
                  <a:lnTo>
                    <a:pt x="1749552" y="601980"/>
                  </a:lnTo>
                  <a:lnTo>
                    <a:pt x="1749552" y="553212"/>
                  </a:lnTo>
                  <a:close/>
                </a:path>
                <a:path w="2184400" h="4994275">
                  <a:moveTo>
                    <a:pt x="1749552" y="470916"/>
                  </a:moveTo>
                  <a:lnTo>
                    <a:pt x="1746504" y="467868"/>
                  </a:lnTo>
                  <a:lnTo>
                    <a:pt x="1738884" y="467868"/>
                  </a:lnTo>
                  <a:lnTo>
                    <a:pt x="1735836" y="470916"/>
                  </a:lnTo>
                  <a:lnTo>
                    <a:pt x="1735836" y="519684"/>
                  </a:lnTo>
                  <a:lnTo>
                    <a:pt x="1738884" y="522732"/>
                  </a:lnTo>
                  <a:lnTo>
                    <a:pt x="1746504" y="522732"/>
                  </a:lnTo>
                  <a:lnTo>
                    <a:pt x="1749552" y="519684"/>
                  </a:lnTo>
                  <a:lnTo>
                    <a:pt x="1749552" y="470916"/>
                  </a:lnTo>
                  <a:close/>
                </a:path>
                <a:path w="2184400" h="4994275">
                  <a:moveTo>
                    <a:pt x="1749552" y="387096"/>
                  </a:moveTo>
                  <a:lnTo>
                    <a:pt x="1746504" y="384048"/>
                  </a:lnTo>
                  <a:lnTo>
                    <a:pt x="1738884" y="384048"/>
                  </a:lnTo>
                  <a:lnTo>
                    <a:pt x="1735836" y="387096"/>
                  </a:lnTo>
                  <a:lnTo>
                    <a:pt x="1735836" y="435864"/>
                  </a:lnTo>
                  <a:lnTo>
                    <a:pt x="1738884" y="438912"/>
                  </a:lnTo>
                  <a:lnTo>
                    <a:pt x="1746504" y="438912"/>
                  </a:lnTo>
                  <a:lnTo>
                    <a:pt x="1749552" y="435864"/>
                  </a:lnTo>
                  <a:lnTo>
                    <a:pt x="1749552" y="387096"/>
                  </a:lnTo>
                  <a:close/>
                </a:path>
                <a:path w="2184400" h="4994275">
                  <a:moveTo>
                    <a:pt x="1749552" y="304800"/>
                  </a:moveTo>
                  <a:lnTo>
                    <a:pt x="1746504" y="301752"/>
                  </a:lnTo>
                  <a:lnTo>
                    <a:pt x="1738884" y="301752"/>
                  </a:lnTo>
                  <a:lnTo>
                    <a:pt x="1735836" y="304800"/>
                  </a:lnTo>
                  <a:lnTo>
                    <a:pt x="1735836" y="353568"/>
                  </a:lnTo>
                  <a:lnTo>
                    <a:pt x="1738884" y="356616"/>
                  </a:lnTo>
                  <a:lnTo>
                    <a:pt x="1746504" y="356616"/>
                  </a:lnTo>
                  <a:lnTo>
                    <a:pt x="1749552" y="353568"/>
                  </a:lnTo>
                  <a:lnTo>
                    <a:pt x="1749552" y="304800"/>
                  </a:lnTo>
                  <a:close/>
                </a:path>
                <a:path w="2184400" h="4994275">
                  <a:moveTo>
                    <a:pt x="1749552" y="222504"/>
                  </a:moveTo>
                  <a:lnTo>
                    <a:pt x="1746504" y="219456"/>
                  </a:lnTo>
                  <a:lnTo>
                    <a:pt x="1738884" y="219456"/>
                  </a:lnTo>
                  <a:lnTo>
                    <a:pt x="1735836" y="222504"/>
                  </a:lnTo>
                  <a:lnTo>
                    <a:pt x="1735836" y="271272"/>
                  </a:lnTo>
                  <a:lnTo>
                    <a:pt x="1738884" y="274320"/>
                  </a:lnTo>
                  <a:lnTo>
                    <a:pt x="1746504" y="274320"/>
                  </a:lnTo>
                  <a:lnTo>
                    <a:pt x="1749552" y="271272"/>
                  </a:lnTo>
                  <a:lnTo>
                    <a:pt x="1749552" y="222504"/>
                  </a:lnTo>
                  <a:close/>
                </a:path>
                <a:path w="2184400" h="4994275">
                  <a:moveTo>
                    <a:pt x="1749552" y="138684"/>
                  </a:moveTo>
                  <a:lnTo>
                    <a:pt x="1746504" y="135636"/>
                  </a:lnTo>
                  <a:lnTo>
                    <a:pt x="1738884" y="135636"/>
                  </a:lnTo>
                  <a:lnTo>
                    <a:pt x="1735836" y="138684"/>
                  </a:lnTo>
                  <a:lnTo>
                    <a:pt x="1735836" y="187452"/>
                  </a:lnTo>
                  <a:lnTo>
                    <a:pt x="1738884" y="192024"/>
                  </a:lnTo>
                  <a:lnTo>
                    <a:pt x="1746504" y="192024"/>
                  </a:lnTo>
                  <a:lnTo>
                    <a:pt x="1749552" y="187452"/>
                  </a:lnTo>
                  <a:lnTo>
                    <a:pt x="1749552" y="138684"/>
                  </a:lnTo>
                  <a:close/>
                </a:path>
                <a:path w="2184400" h="4994275">
                  <a:moveTo>
                    <a:pt x="1967484" y="4527804"/>
                  </a:moveTo>
                  <a:lnTo>
                    <a:pt x="1964436" y="4524756"/>
                  </a:lnTo>
                  <a:lnTo>
                    <a:pt x="1956816" y="4524756"/>
                  </a:lnTo>
                  <a:lnTo>
                    <a:pt x="1953768" y="4527804"/>
                  </a:lnTo>
                  <a:lnTo>
                    <a:pt x="1953768" y="4576572"/>
                  </a:lnTo>
                  <a:lnTo>
                    <a:pt x="1956816" y="4579620"/>
                  </a:lnTo>
                  <a:lnTo>
                    <a:pt x="1964436" y="4579620"/>
                  </a:lnTo>
                  <a:lnTo>
                    <a:pt x="1967484" y="4576572"/>
                  </a:lnTo>
                  <a:lnTo>
                    <a:pt x="1967484" y="4527804"/>
                  </a:lnTo>
                  <a:close/>
                </a:path>
                <a:path w="2184400" h="4994275">
                  <a:moveTo>
                    <a:pt x="1967484" y="4443984"/>
                  </a:moveTo>
                  <a:lnTo>
                    <a:pt x="1964436" y="4440936"/>
                  </a:lnTo>
                  <a:lnTo>
                    <a:pt x="1956816" y="4440936"/>
                  </a:lnTo>
                  <a:lnTo>
                    <a:pt x="1953768" y="4443984"/>
                  </a:lnTo>
                  <a:lnTo>
                    <a:pt x="1953768" y="4494276"/>
                  </a:lnTo>
                  <a:lnTo>
                    <a:pt x="1956816" y="4497324"/>
                  </a:lnTo>
                  <a:lnTo>
                    <a:pt x="1964436" y="4497324"/>
                  </a:lnTo>
                  <a:lnTo>
                    <a:pt x="1967484" y="4494276"/>
                  </a:lnTo>
                  <a:lnTo>
                    <a:pt x="1967484" y="4443984"/>
                  </a:lnTo>
                  <a:close/>
                </a:path>
                <a:path w="2184400" h="4994275">
                  <a:moveTo>
                    <a:pt x="1967484" y="4361688"/>
                  </a:moveTo>
                  <a:lnTo>
                    <a:pt x="1964436" y="4358640"/>
                  </a:lnTo>
                  <a:lnTo>
                    <a:pt x="1956816" y="4358640"/>
                  </a:lnTo>
                  <a:lnTo>
                    <a:pt x="1953768" y="4361688"/>
                  </a:lnTo>
                  <a:lnTo>
                    <a:pt x="1953768" y="4410456"/>
                  </a:lnTo>
                  <a:lnTo>
                    <a:pt x="1956816" y="4413504"/>
                  </a:lnTo>
                  <a:lnTo>
                    <a:pt x="1964436" y="4413504"/>
                  </a:lnTo>
                  <a:lnTo>
                    <a:pt x="1967484" y="4410456"/>
                  </a:lnTo>
                  <a:lnTo>
                    <a:pt x="1967484" y="4361688"/>
                  </a:lnTo>
                  <a:close/>
                </a:path>
                <a:path w="2184400" h="4994275">
                  <a:moveTo>
                    <a:pt x="1967484" y="4279392"/>
                  </a:moveTo>
                  <a:lnTo>
                    <a:pt x="1964436" y="4276344"/>
                  </a:lnTo>
                  <a:lnTo>
                    <a:pt x="1956816" y="4276344"/>
                  </a:lnTo>
                  <a:lnTo>
                    <a:pt x="1953768" y="4279392"/>
                  </a:lnTo>
                  <a:lnTo>
                    <a:pt x="1953768" y="4328160"/>
                  </a:lnTo>
                  <a:lnTo>
                    <a:pt x="1956816" y="4331208"/>
                  </a:lnTo>
                  <a:lnTo>
                    <a:pt x="1964436" y="4331208"/>
                  </a:lnTo>
                  <a:lnTo>
                    <a:pt x="1967484" y="4328160"/>
                  </a:lnTo>
                  <a:lnTo>
                    <a:pt x="1967484" y="4279392"/>
                  </a:lnTo>
                  <a:close/>
                </a:path>
                <a:path w="2184400" h="4994275">
                  <a:moveTo>
                    <a:pt x="1967484" y="4195572"/>
                  </a:moveTo>
                  <a:lnTo>
                    <a:pt x="1964436" y="4192524"/>
                  </a:lnTo>
                  <a:lnTo>
                    <a:pt x="1956816" y="4192524"/>
                  </a:lnTo>
                  <a:lnTo>
                    <a:pt x="1953768" y="4195572"/>
                  </a:lnTo>
                  <a:lnTo>
                    <a:pt x="1953768" y="4245864"/>
                  </a:lnTo>
                  <a:lnTo>
                    <a:pt x="1956816" y="4248912"/>
                  </a:lnTo>
                  <a:lnTo>
                    <a:pt x="1964436" y="4248912"/>
                  </a:lnTo>
                  <a:lnTo>
                    <a:pt x="1967484" y="4245864"/>
                  </a:lnTo>
                  <a:lnTo>
                    <a:pt x="1967484" y="4195572"/>
                  </a:lnTo>
                  <a:close/>
                </a:path>
                <a:path w="2184400" h="4994275">
                  <a:moveTo>
                    <a:pt x="1967484" y="4113276"/>
                  </a:moveTo>
                  <a:lnTo>
                    <a:pt x="1964436" y="4110228"/>
                  </a:lnTo>
                  <a:lnTo>
                    <a:pt x="1956816" y="4110228"/>
                  </a:lnTo>
                  <a:lnTo>
                    <a:pt x="1953768" y="4113276"/>
                  </a:lnTo>
                  <a:lnTo>
                    <a:pt x="1953768" y="4162044"/>
                  </a:lnTo>
                  <a:lnTo>
                    <a:pt x="1956816" y="4165092"/>
                  </a:lnTo>
                  <a:lnTo>
                    <a:pt x="1964436" y="4165092"/>
                  </a:lnTo>
                  <a:lnTo>
                    <a:pt x="1967484" y="4162044"/>
                  </a:lnTo>
                  <a:lnTo>
                    <a:pt x="1967484" y="4113276"/>
                  </a:lnTo>
                  <a:close/>
                </a:path>
                <a:path w="2184400" h="4994275">
                  <a:moveTo>
                    <a:pt x="1967484" y="4030980"/>
                  </a:moveTo>
                  <a:lnTo>
                    <a:pt x="1964436" y="4027932"/>
                  </a:lnTo>
                  <a:lnTo>
                    <a:pt x="1956816" y="4027932"/>
                  </a:lnTo>
                  <a:lnTo>
                    <a:pt x="1953768" y="4030980"/>
                  </a:lnTo>
                  <a:lnTo>
                    <a:pt x="1953768" y="4079748"/>
                  </a:lnTo>
                  <a:lnTo>
                    <a:pt x="1956816" y="4082796"/>
                  </a:lnTo>
                  <a:lnTo>
                    <a:pt x="1964436" y="4082796"/>
                  </a:lnTo>
                  <a:lnTo>
                    <a:pt x="1967484" y="4079748"/>
                  </a:lnTo>
                  <a:lnTo>
                    <a:pt x="1967484" y="4030980"/>
                  </a:lnTo>
                  <a:close/>
                </a:path>
                <a:path w="2184400" h="4994275">
                  <a:moveTo>
                    <a:pt x="1967484" y="3947160"/>
                  </a:moveTo>
                  <a:lnTo>
                    <a:pt x="1964436" y="3944112"/>
                  </a:lnTo>
                  <a:lnTo>
                    <a:pt x="1956816" y="3944112"/>
                  </a:lnTo>
                  <a:lnTo>
                    <a:pt x="1953768" y="3947160"/>
                  </a:lnTo>
                  <a:lnTo>
                    <a:pt x="1953768" y="3997452"/>
                  </a:lnTo>
                  <a:lnTo>
                    <a:pt x="1956816" y="4000500"/>
                  </a:lnTo>
                  <a:lnTo>
                    <a:pt x="1964436" y="4000500"/>
                  </a:lnTo>
                  <a:lnTo>
                    <a:pt x="1967484" y="3997452"/>
                  </a:lnTo>
                  <a:lnTo>
                    <a:pt x="1967484" y="3947160"/>
                  </a:lnTo>
                  <a:close/>
                </a:path>
                <a:path w="2184400" h="4994275">
                  <a:moveTo>
                    <a:pt x="1967484" y="3864864"/>
                  </a:moveTo>
                  <a:lnTo>
                    <a:pt x="1964436" y="3861816"/>
                  </a:lnTo>
                  <a:lnTo>
                    <a:pt x="1956816" y="3861816"/>
                  </a:lnTo>
                  <a:lnTo>
                    <a:pt x="1953768" y="3864864"/>
                  </a:lnTo>
                  <a:lnTo>
                    <a:pt x="1953768" y="3913632"/>
                  </a:lnTo>
                  <a:lnTo>
                    <a:pt x="1956816" y="3916680"/>
                  </a:lnTo>
                  <a:lnTo>
                    <a:pt x="1964436" y="3916680"/>
                  </a:lnTo>
                  <a:lnTo>
                    <a:pt x="1967484" y="3913632"/>
                  </a:lnTo>
                  <a:lnTo>
                    <a:pt x="1967484" y="3864864"/>
                  </a:lnTo>
                  <a:close/>
                </a:path>
                <a:path w="2184400" h="4994275">
                  <a:moveTo>
                    <a:pt x="1967484" y="3782568"/>
                  </a:moveTo>
                  <a:lnTo>
                    <a:pt x="1964436" y="3779520"/>
                  </a:lnTo>
                  <a:lnTo>
                    <a:pt x="1956816" y="3779520"/>
                  </a:lnTo>
                  <a:lnTo>
                    <a:pt x="1953768" y="3782568"/>
                  </a:lnTo>
                  <a:lnTo>
                    <a:pt x="1953768" y="3831336"/>
                  </a:lnTo>
                  <a:lnTo>
                    <a:pt x="1956816" y="3834384"/>
                  </a:lnTo>
                  <a:lnTo>
                    <a:pt x="1964436" y="3834384"/>
                  </a:lnTo>
                  <a:lnTo>
                    <a:pt x="1967484" y="3831336"/>
                  </a:lnTo>
                  <a:lnTo>
                    <a:pt x="1967484" y="3782568"/>
                  </a:lnTo>
                  <a:close/>
                </a:path>
                <a:path w="2184400" h="4994275">
                  <a:moveTo>
                    <a:pt x="1967484" y="3698748"/>
                  </a:moveTo>
                  <a:lnTo>
                    <a:pt x="1964436" y="3695700"/>
                  </a:lnTo>
                  <a:lnTo>
                    <a:pt x="1956816" y="3695700"/>
                  </a:lnTo>
                  <a:lnTo>
                    <a:pt x="1953768" y="3698748"/>
                  </a:lnTo>
                  <a:lnTo>
                    <a:pt x="1953768" y="3749040"/>
                  </a:lnTo>
                  <a:lnTo>
                    <a:pt x="1956816" y="3752088"/>
                  </a:lnTo>
                  <a:lnTo>
                    <a:pt x="1964436" y="3752088"/>
                  </a:lnTo>
                  <a:lnTo>
                    <a:pt x="1967484" y="3749040"/>
                  </a:lnTo>
                  <a:lnTo>
                    <a:pt x="1967484" y="3698748"/>
                  </a:lnTo>
                  <a:close/>
                </a:path>
                <a:path w="2184400" h="4994275">
                  <a:moveTo>
                    <a:pt x="1967484" y="3616452"/>
                  </a:moveTo>
                  <a:lnTo>
                    <a:pt x="1964436" y="3613404"/>
                  </a:lnTo>
                  <a:lnTo>
                    <a:pt x="1956816" y="3613404"/>
                  </a:lnTo>
                  <a:lnTo>
                    <a:pt x="1953768" y="3616452"/>
                  </a:lnTo>
                  <a:lnTo>
                    <a:pt x="1953768" y="3665220"/>
                  </a:lnTo>
                  <a:lnTo>
                    <a:pt x="1956816" y="3668268"/>
                  </a:lnTo>
                  <a:lnTo>
                    <a:pt x="1964436" y="3668268"/>
                  </a:lnTo>
                  <a:lnTo>
                    <a:pt x="1967484" y="3665220"/>
                  </a:lnTo>
                  <a:lnTo>
                    <a:pt x="1967484" y="3616452"/>
                  </a:lnTo>
                  <a:close/>
                </a:path>
                <a:path w="2184400" h="4994275">
                  <a:moveTo>
                    <a:pt x="1967484" y="3534156"/>
                  </a:moveTo>
                  <a:lnTo>
                    <a:pt x="1964436" y="3531108"/>
                  </a:lnTo>
                  <a:lnTo>
                    <a:pt x="1956816" y="3531108"/>
                  </a:lnTo>
                  <a:lnTo>
                    <a:pt x="1953768" y="3534156"/>
                  </a:lnTo>
                  <a:lnTo>
                    <a:pt x="1953768" y="3582924"/>
                  </a:lnTo>
                  <a:lnTo>
                    <a:pt x="1956816" y="3585972"/>
                  </a:lnTo>
                  <a:lnTo>
                    <a:pt x="1964436" y="3585972"/>
                  </a:lnTo>
                  <a:lnTo>
                    <a:pt x="1967484" y="3582924"/>
                  </a:lnTo>
                  <a:lnTo>
                    <a:pt x="1967484" y="3534156"/>
                  </a:lnTo>
                  <a:close/>
                </a:path>
                <a:path w="2184400" h="4994275">
                  <a:moveTo>
                    <a:pt x="1967484" y="3450336"/>
                  </a:moveTo>
                  <a:lnTo>
                    <a:pt x="1964436" y="3447288"/>
                  </a:lnTo>
                  <a:lnTo>
                    <a:pt x="1956816" y="3447288"/>
                  </a:lnTo>
                  <a:lnTo>
                    <a:pt x="1953768" y="3450336"/>
                  </a:lnTo>
                  <a:lnTo>
                    <a:pt x="1953768" y="3500628"/>
                  </a:lnTo>
                  <a:lnTo>
                    <a:pt x="1956816" y="3503676"/>
                  </a:lnTo>
                  <a:lnTo>
                    <a:pt x="1964436" y="3503676"/>
                  </a:lnTo>
                  <a:lnTo>
                    <a:pt x="1967484" y="3500628"/>
                  </a:lnTo>
                  <a:lnTo>
                    <a:pt x="1967484" y="3450336"/>
                  </a:lnTo>
                  <a:close/>
                </a:path>
                <a:path w="2184400" h="4994275">
                  <a:moveTo>
                    <a:pt x="1967484" y="3368040"/>
                  </a:moveTo>
                  <a:lnTo>
                    <a:pt x="1964436" y="3364992"/>
                  </a:lnTo>
                  <a:lnTo>
                    <a:pt x="1956816" y="3364992"/>
                  </a:lnTo>
                  <a:lnTo>
                    <a:pt x="1953768" y="3368040"/>
                  </a:lnTo>
                  <a:lnTo>
                    <a:pt x="1953768" y="3416808"/>
                  </a:lnTo>
                  <a:lnTo>
                    <a:pt x="1956816" y="3419856"/>
                  </a:lnTo>
                  <a:lnTo>
                    <a:pt x="1964436" y="3419856"/>
                  </a:lnTo>
                  <a:lnTo>
                    <a:pt x="1967484" y="3416808"/>
                  </a:lnTo>
                  <a:lnTo>
                    <a:pt x="1967484" y="3368040"/>
                  </a:lnTo>
                  <a:close/>
                </a:path>
                <a:path w="2184400" h="4994275">
                  <a:moveTo>
                    <a:pt x="1967484" y="3285744"/>
                  </a:moveTo>
                  <a:lnTo>
                    <a:pt x="1964436" y="3282696"/>
                  </a:lnTo>
                  <a:lnTo>
                    <a:pt x="1956816" y="3282696"/>
                  </a:lnTo>
                  <a:lnTo>
                    <a:pt x="1953768" y="3285744"/>
                  </a:lnTo>
                  <a:lnTo>
                    <a:pt x="1953768" y="3334512"/>
                  </a:lnTo>
                  <a:lnTo>
                    <a:pt x="1956816" y="3337560"/>
                  </a:lnTo>
                  <a:lnTo>
                    <a:pt x="1964436" y="3337560"/>
                  </a:lnTo>
                  <a:lnTo>
                    <a:pt x="1967484" y="3334512"/>
                  </a:lnTo>
                  <a:lnTo>
                    <a:pt x="1967484" y="3285744"/>
                  </a:lnTo>
                  <a:close/>
                </a:path>
                <a:path w="2184400" h="4994275">
                  <a:moveTo>
                    <a:pt x="1967484" y="3201924"/>
                  </a:moveTo>
                  <a:lnTo>
                    <a:pt x="1964436" y="3198876"/>
                  </a:lnTo>
                  <a:lnTo>
                    <a:pt x="1956816" y="3198876"/>
                  </a:lnTo>
                  <a:lnTo>
                    <a:pt x="1953768" y="3201924"/>
                  </a:lnTo>
                  <a:lnTo>
                    <a:pt x="1953768" y="3252216"/>
                  </a:lnTo>
                  <a:lnTo>
                    <a:pt x="1956816" y="3255264"/>
                  </a:lnTo>
                  <a:lnTo>
                    <a:pt x="1964436" y="3255264"/>
                  </a:lnTo>
                  <a:lnTo>
                    <a:pt x="1967484" y="3252216"/>
                  </a:lnTo>
                  <a:lnTo>
                    <a:pt x="1967484" y="3201924"/>
                  </a:lnTo>
                  <a:close/>
                </a:path>
                <a:path w="2184400" h="4994275">
                  <a:moveTo>
                    <a:pt x="1967484" y="3119628"/>
                  </a:moveTo>
                  <a:lnTo>
                    <a:pt x="1964436" y="3116580"/>
                  </a:lnTo>
                  <a:lnTo>
                    <a:pt x="1956816" y="3116580"/>
                  </a:lnTo>
                  <a:lnTo>
                    <a:pt x="1953768" y="3119628"/>
                  </a:lnTo>
                  <a:lnTo>
                    <a:pt x="1953768" y="3168396"/>
                  </a:lnTo>
                  <a:lnTo>
                    <a:pt x="1956816" y="3171444"/>
                  </a:lnTo>
                  <a:lnTo>
                    <a:pt x="1964436" y="3171444"/>
                  </a:lnTo>
                  <a:lnTo>
                    <a:pt x="1967484" y="3168396"/>
                  </a:lnTo>
                  <a:lnTo>
                    <a:pt x="1967484" y="3119628"/>
                  </a:lnTo>
                  <a:close/>
                </a:path>
                <a:path w="2184400" h="4994275">
                  <a:moveTo>
                    <a:pt x="1967484" y="3037332"/>
                  </a:moveTo>
                  <a:lnTo>
                    <a:pt x="1964436" y="3034284"/>
                  </a:lnTo>
                  <a:lnTo>
                    <a:pt x="1956816" y="3034284"/>
                  </a:lnTo>
                  <a:lnTo>
                    <a:pt x="1953768" y="3037332"/>
                  </a:lnTo>
                  <a:lnTo>
                    <a:pt x="1953768" y="3086100"/>
                  </a:lnTo>
                  <a:lnTo>
                    <a:pt x="1956816" y="3089148"/>
                  </a:lnTo>
                  <a:lnTo>
                    <a:pt x="1964436" y="3089148"/>
                  </a:lnTo>
                  <a:lnTo>
                    <a:pt x="1967484" y="3086100"/>
                  </a:lnTo>
                  <a:lnTo>
                    <a:pt x="1967484" y="3037332"/>
                  </a:lnTo>
                  <a:close/>
                </a:path>
                <a:path w="2184400" h="4994275">
                  <a:moveTo>
                    <a:pt x="1967484" y="2953512"/>
                  </a:moveTo>
                  <a:lnTo>
                    <a:pt x="1964436" y="2950464"/>
                  </a:lnTo>
                  <a:lnTo>
                    <a:pt x="1956816" y="2950464"/>
                  </a:lnTo>
                  <a:lnTo>
                    <a:pt x="1953768" y="2953512"/>
                  </a:lnTo>
                  <a:lnTo>
                    <a:pt x="1953768" y="3003804"/>
                  </a:lnTo>
                  <a:lnTo>
                    <a:pt x="1956816" y="3006852"/>
                  </a:lnTo>
                  <a:lnTo>
                    <a:pt x="1964436" y="3006852"/>
                  </a:lnTo>
                  <a:lnTo>
                    <a:pt x="1967484" y="3003804"/>
                  </a:lnTo>
                  <a:lnTo>
                    <a:pt x="1967484" y="2953512"/>
                  </a:lnTo>
                  <a:close/>
                </a:path>
                <a:path w="2184400" h="4994275">
                  <a:moveTo>
                    <a:pt x="1967484" y="2871216"/>
                  </a:moveTo>
                  <a:lnTo>
                    <a:pt x="1964436" y="2868168"/>
                  </a:lnTo>
                  <a:lnTo>
                    <a:pt x="1956816" y="2868168"/>
                  </a:lnTo>
                  <a:lnTo>
                    <a:pt x="1953768" y="2871216"/>
                  </a:lnTo>
                  <a:lnTo>
                    <a:pt x="1953768" y="2919984"/>
                  </a:lnTo>
                  <a:lnTo>
                    <a:pt x="1956816" y="2923032"/>
                  </a:lnTo>
                  <a:lnTo>
                    <a:pt x="1964436" y="2923032"/>
                  </a:lnTo>
                  <a:lnTo>
                    <a:pt x="1967484" y="2919984"/>
                  </a:lnTo>
                  <a:lnTo>
                    <a:pt x="1967484" y="2871216"/>
                  </a:lnTo>
                  <a:close/>
                </a:path>
                <a:path w="2184400" h="4994275">
                  <a:moveTo>
                    <a:pt x="1967484" y="2788920"/>
                  </a:moveTo>
                  <a:lnTo>
                    <a:pt x="1964436" y="2785872"/>
                  </a:lnTo>
                  <a:lnTo>
                    <a:pt x="1956816" y="2785872"/>
                  </a:lnTo>
                  <a:lnTo>
                    <a:pt x="1953768" y="2788920"/>
                  </a:lnTo>
                  <a:lnTo>
                    <a:pt x="1953768" y="2837688"/>
                  </a:lnTo>
                  <a:lnTo>
                    <a:pt x="1956816" y="2840736"/>
                  </a:lnTo>
                  <a:lnTo>
                    <a:pt x="1964436" y="2840736"/>
                  </a:lnTo>
                  <a:lnTo>
                    <a:pt x="1967484" y="2837688"/>
                  </a:lnTo>
                  <a:lnTo>
                    <a:pt x="1967484" y="2788920"/>
                  </a:lnTo>
                  <a:close/>
                </a:path>
                <a:path w="2184400" h="4994275">
                  <a:moveTo>
                    <a:pt x="1967484" y="2705100"/>
                  </a:moveTo>
                  <a:lnTo>
                    <a:pt x="1964436" y="2702052"/>
                  </a:lnTo>
                  <a:lnTo>
                    <a:pt x="1956816" y="2702052"/>
                  </a:lnTo>
                  <a:lnTo>
                    <a:pt x="1953768" y="2705100"/>
                  </a:lnTo>
                  <a:lnTo>
                    <a:pt x="1953768" y="2755392"/>
                  </a:lnTo>
                  <a:lnTo>
                    <a:pt x="1956816" y="2758440"/>
                  </a:lnTo>
                  <a:lnTo>
                    <a:pt x="1964436" y="2758440"/>
                  </a:lnTo>
                  <a:lnTo>
                    <a:pt x="1967484" y="2755392"/>
                  </a:lnTo>
                  <a:lnTo>
                    <a:pt x="1967484" y="2705100"/>
                  </a:lnTo>
                  <a:close/>
                </a:path>
                <a:path w="2184400" h="4994275">
                  <a:moveTo>
                    <a:pt x="1967484" y="2622804"/>
                  </a:moveTo>
                  <a:lnTo>
                    <a:pt x="1964436" y="2619756"/>
                  </a:lnTo>
                  <a:lnTo>
                    <a:pt x="1956816" y="2619756"/>
                  </a:lnTo>
                  <a:lnTo>
                    <a:pt x="1953768" y="2622804"/>
                  </a:lnTo>
                  <a:lnTo>
                    <a:pt x="1953768" y="2671572"/>
                  </a:lnTo>
                  <a:lnTo>
                    <a:pt x="1956816" y="2674620"/>
                  </a:lnTo>
                  <a:lnTo>
                    <a:pt x="1964436" y="2674620"/>
                  </a:lnTo>
                  <a:lnTo>
                    <a:pt x="1967484" y="2671572"/>
                  </a:lnTo>
                  <a:lnTo>
                    <a:pt x="1967484" y="2622804"/>
                  </a:lnTo>
                  <a:close/>
                </a:path>
                <a:path w="2184400" h="4994275">
                  <a:moveTo>
                    <a:pt x="1967484" y="2540508"/>
                  </a:moveTo>
                  <a:lnTo>
                    <a:pt x="1964436" y="2537460"/>
                  </a:lnTo>
                  <a:lnTo>
                    <a:pt x="1956816" y="2537460"/>
                  </a:lnTo>
                  <a:lnTo>
                    <a:pt x="1953768" y="2540508"/>
                  </a:lnTo>
                  <a:lnTo>
                    <a:pt x="1953768" y="2589276"/>
                  </a:lnTo>
                  <a:lnTo>
                    <a:pt x="1956816" y="2592324"/>
                  </a:lnTo>
                  <a:lnTo>
                    <a:pt x="1964436" y="2592324"/>
                  </a:lnTo>
                  <a:lnTo>
                    <a:pt x="1967484" y="2589276"/>
                  </a:lnTo>
                  <a:lnTo>
                    <a:pt x="1967484" y="2540508"/>
                  </a:lnTo>
                  <a:close/>
                </a:path>
                <a:path w="2184400" h="4994275">
                  <a:moveTo>
                    <a:pt x="1967484" y="2456688"/>
                  </a:moveTo>
                  <a:lnTo>
                    <a:pt x="1964436" y="2453640"/>
                  </a:lnTo>
                  <a:lnTo>
                    <a:pt x="1956816" y="2453640"/>
                  </a:lnTo>
                  <a:lnTo>
                    <a:pt x="1953768" y="2456688"/>
                  </a:lnTo>
                  <a:lnTo>
                    <a:pt x="1953768" y="2506980"/>
                  </a:lnTo>
                  <a:lnTo>
                    <a:pt x="1956816" y="2510028"/>
                  </a:lnTo>
                  <a:lnTo>
                    <a:pt x="1964436" y="2510028"/>
                  </a:lnTo>
                  <a:lnTo>
                    <a:pt x="1967484" y="2506980"/>
                  </a:lnTo>
                  <a:lnTo>
                    <a:pt x="1967484" y="2456688"/>
                  </a:lnTo>
                  <a:close/>
                </a:path>
                <a:path w="2184400" h="4994275">
                  <a:moveTo>
                    <a:pt x="1967484" y="2374392"/>
                  </a:moveTo>
                  <a:lnTo>
                    <a:pt x="1964436" y="2371344"/>
                  </a:lnTo>
                  <a:lnTo>
                    <a:pt x="1956816" y="2371344"/>
                  </a:lnTo>
                  <a:lnTo>
                    <a:pt x="1953768" y="2374392"/>
                  </a:lnTo>
                  <a:lnTo>
                    <a:pt x="1953768" y="2423160"/>
                  </a:lnTo>
                  <a:lnTo>
                    <a:pt x="1956816" y="2426208"/>
                  </a:lnTo>
                  <a:lnTo>
                    <a:pt x="1964436" y="2426208"/>
                  </a:lnTo>
                  <a:lnTo>
                    <a:pt x="1967484" y="2423160"/>
                  </a:lnTo>
                  <a:lnTo>
                    <a:pt x="1967484" y="2374392"/>
                  </a:lnTo>
                  <a:close/>
                </a:path>
                <a:path w="2184400" h="4994275">
                  <a:moveTo>
                    <a:pt x="1967484" y="2292096"/>
                  </a:moveTo>
                  <a:lnTo>
                    <a:pt x="1964436" y="2289048"/>
                  </a:lnTo>
                  <a:lnTo>
                    <a:pt x="1956816" y="2289048"/>
                  </a:lnTo>
                  <a:lnTo>
                    <a:pt x="1953768" y="2292096"/>
                  </a:lnTo>
                  <a:lnTo>
                    <a:pt x="1953768" y="2340864"/>
                  </a:lnTo>
                  <a:lnTo>
                    <a:pt x="1956816" y="2343912"/>
                  </a:lnTo>
                  <a:lnTo>
                    <a:pt x="1964436" y="2343912"/>
                  </a:lnTo>
                  <a:lnTo>
                    <a:pt x="1967484" y="2340864"/>
                  </a:lnTo>
                  <a:lnTo>
                    <a:pt x="1967484" y="2292096"/>
                  </a:lnTo>
                  <a:close/>
                </a:path>
                <a:path w="2184400" h="4994275">
                  <a:moveTo>
                    <a:pt x="1967484" y="2209800"/>
                  </a:moveTo>
                  <a:lnTo>
                    <a:pt x="1964436" y="2205228"/>
                  </a:lnTo>
                  <a:lnTo>
                    <a:pt x="1956816" y="2205228"/>
                  </a:lnTo>
                  <a:lnTo>
                    <a:pt x="1953768" y="2209800"/>
                  </a:lnTo>
                  <a:lnTo>
                    <a:pt x="1953768" y="2258568"/>
                  </a:lnTo>
                  <a:lnTo>
                    <a:pt x="1956816" y="2261616"/>
                  </a:lnTo>
                  <a:lnTo>
                    <a:pt x="1964436" y="2261616"/>
                  </a:lnTo>
                  <a:lnTo>
                    <a:pt x="1967484" y="2258568"/>
                  </a:lnTo>
                  <a:lnTo>
                    <a:pt x="1967484" y="2209800"/>
                  </a:lnTo>
                  <a:close/>
                </a:path>
                <a:path w="2184400" h="4994275">
                  <a:moveTo>
                    <a:pt x="1967484" y="2125980"/>
                  </a:moveTo>
                  <a:lnTo>
                    <a:pt x="1964436" y="2122932"/>
                  </a:lnTo>
                  <a:lnTo>
                    <a:pt x="1956816" y="2122932"/>
                  </a:lnTo>
                  <a:lnTo>
                    <a:pt x="1953768" y="2125980"/>
                  </a:lnTo>
                  <a:lnTo>
                    <a:pt x="1953768" y="2174748"/>
                  </a:lnTo>
                  <a:lnTo>
                    <a:pt x="1956816" y="2177796"/>
                  </a:lnTo>
                  <a:lnTo>
                    <a:pt x="1964436" y="2177796"/>
                  </a:lnTo>
                  <a:lnTo>
                    <a:pt x="1967484" y="2174748"/>
                  </a:lnTo>
                  <a:lnTo>
                    <a:pt x="1967484" y="2125980"/>
                  </a:lnTo>
                  <a:close/>
                </a:path>
                <a:path w="2184400" h="4994275">
                  <a:moveTo>
                    <a:pt x="1967484" y="2043684"/>
                  </a:moveTo>
                  <a:lnTo>
                    <a:pt x="1964436" y="2040636"/>
                  </a:lnTo>
                  <a:lnTo>
                    <a:pt x="1956816" y="2040636"/>
                  </a:lnTo>
                  <a:lnTo>
                    <a:pt x="1953768" y="2043684"/>
                  </a:lnTo>
                  <a:lnTo>
                    <a:pt x="1953768" y="2092452"/>
                  </a:lnTo>
                  <a:lnTo>
                    <a:pt x="1956816" y="2095500"/>
                  </a:lnTo>
                  <a:lnTo>
                    <a:pt x="1964436" y="2095500"/>
                  </a:lnTo>
                  <a:lnTo>
                    <a:pt x="1967484" y="2092452"/>
                  </a:lnTo>
                  <a:lnTo>
                    <a:pt x="1967484" y="2043684"/>
                  </a:lnTo>
                  <a:close/>
                </a:path>
                <a:path w="2184400" h="4994275">
                  <a:moveTo>
                    <a:pt x="1967484" y="1961388"/>
                  </a:moveTo>
                  <a:lnTo>
                    <a:pt x="1964436" y="1956816"/>
                  </a:lnTo>
                  <a:lnTo>
                    <a:pt x="1956816" y="1956816"/>
                  </a:lnTo>
                  <a:lnTo>
                    <a:pt x="1953768" y="1961388"/>
                  </a:lnTo>
                  <a:lnTo>
                    <a:pt x="1953768" y="2010156"/>
                  </a:lnTo>
                  <a:lnTo>
                    <a:pt x="1956816" y="2013204"/>
                  </a:lnTo>
                  <a:lnTo>
                    <a:pt x="1964436" y="2013204"/>
                  </a:lnTo>
                  <a:lnTo>
                    <a:pt x="1967484" y="2010156"/>
                  </a:lnTo>
                  <a:lnTo>
                    <a:pt x="1967484" y="1961388"/>
                  </a:lnTo>
                  <a:close/>
                </a:path>
                <a:path w="2184400" h="4994275">
                  <a:moveTo>
                    <a:pt x="1967484" y="1877568"/>
                  </a:moveTo>
                  <a:lnTo>
                    <a:pt x="1964436" y="1874520"/>
                  </a:lnTo>
                  <a:lnTo>
                    <a:pt x="1956816" y="1874520"/>
                  </a:lnTo>
                  <a:lnTo>
                    <a:pt x="1953768" y="1877568"/>
                  </a:lnTo>
                  <a:lnTo>
                    <a:pt x="1953768" y="1926336"/>
                  </a:lnTo>
                  <a:lnTo>
                    <a:pt x="1956816" y="1929384"/>
                  </a:lnTo>
                  <a:lnTo>
                    <a:pt x="1964436" y="1929384"/>
                  </a:lnTo>
                  <a:lnTo>
                    <a:pt x="1967484" y="1926336"/>
                  </a:lnTo>
                  <a:lnTo>
                    <a:pt x="1967484" y="1877568"/>
                  </a:lnTo>
                  <a:close/>
                </a:path>
                <a:path w="2184400" h="4994275">
                  <a:moveTo>
                    <a:pt x="1967484" y="1795272"/>
                  </a:moveTo>
                  <a:lnTo>
                    <a:pt x="1964436" y="1792224"/>
                  </a:lnTo>
                  <a:lnTo>
                    <a:pt x="1956816" y="1792224"/>
                  </a:lnTo>
                  <a:lnTo>
                    <a:pt x="1953768" y="1795272"/>
                  </a:lnTo>
                  <a:lnTo>
                    <a:pt x="1953768" y="1844040"/>
                  </a:lnTo>
                  <a:lnTo>
                    <a:pt x="1956816" y="1847088"/>
                  </a:lnTo>
                  <a:lnTo>
                    <a:pt x="1964436" y="1847088"/>
                  </a:lnTo>
                  <a:lnTo>
                    <a:pt x="1967484" y="1844040"/>
                  </a:lnTo>
                  <a:lnTo>
                    <a:pt x="1967484" y="1795272"/>
                  </a:lnTo>
                  <a:close/>
                </a:path>
                <a:path w="2184400" h="4994275">
                  <a:moveTo>
                    <a:pt x="1967484" y="1712976"/>
                  </a:moveTo>
                  <a:lnTo>
                    <a:pt x="1964436" y="1709928"/>
                  </a:lnTo>
                  <a:lnTo>
                    <a:pt x="1956816" y="1709928"/>
                  </a:lnTo>
                  <a:lnTo>
                    <a:pt x="1953768" y="1712976"/>
                  </a:lnTo>
                  <a:lnTo>
                    <a:pt x="1953768" y="1761744"/>
                  </a:lnTo>
                  <a:lnTo>
                    <a:pt x="1956816" y="1764792"/>
                  </a:lnTo>
                  <a:lnTo>
                    <a:pt x="1964436" y="1764792"/>
                  </a:lnTo>
                  <a:lnTo>
                    <a:pt x="1967484" y="1761744"/>
                  </a:lnTo>
                  <a:lnTo>
                    <a:pt x="1967484" y="1712976"/>
                  </a:lnTo>
                  <a:close/>
                </a:path>
                <a:path w="2184400" h="4994275">
                  <a:moveTo>
                    <a:pt x="1967484" y="1629156"/>
                  </a:moveTo>
                  <a:lnTo>
                    <a:pt x="1964436" y="1626108"/>
                  </a:lnTo>
                  <a:lnTo>
                    <a:pt x="1956816" y="1626108"/>
                  </a:lnTo>
                  <a:lnTo>
                    <a:pt x="1953768" y="1629156"/>
                  </a:lnTo>
                  <a:lnTo>
                    <a:pt x="1953768" y="1677924"/>
                  </a:lnTo>
                  <a:lnTo>
                    <a:pt x="1956816" y="1680972"/>
                  </a:lnTo>
                  <a:lnTo>
                    <a:pt x="1964436" y="1680972"/>
                  </a:lnTo>
                  <a:lnTo>
                    <a:pt x="1967484" y="1677924"/>
                  </a:lnTo>
                  <a:lnTo>
                    <a:pt x="1967484" y="1629156"/>
                  </a:lnTo>
                  <a:close/>
                </a:path>
                <a:path w="2184400" h="4994275">
                  <a:moveTo>
                    <a:pt x="1967484" y="1546860"/>
                  </a:moveTo>
                  <a:lnTo>
                    <a:pt x="1964436" y="1543812"/>
                  </a:lnTo>
                  <a:lnTo>
                    <a:pt x="1956816" y="1543812"/>
                  </a:lnTo>
                  <a:lnTo>
                    <a:pt x="1953768" y="1546860"/>
                  </a:lnTo>
                  <a:lnTo>
                    <a:pt x="1953768" y="1595628"/>
                  </a:lnTo>
                  <a:lnTo>
                    <a:pt x="1956816" y="1598676"/>
                  </a:lnTo>
                  <a:lnTo>
                    <a:pt x="1964436" y="1598676"/>
                  </a:lnTo>
                  <a:lnTo>
                    <a:pt x="1967484" y="1595628"/>
                  </a:lnTo>
                  <a:lnTo>
                    <a:pt x="1967484" y="1546860"/>
                  </a:lnTo>
                  <a:close/>
                </a:path>
                <a:path w="2184400" h="4994275">
                  <a:moveTo>
                    <a:pt x="1967484" y="1464564"/>
                  </a:moveTo>
                  <a:lnTo>
                    <a:pt x="1964436" y="1461516"/>
                  </a:lnTo>
                  <a:lnTo>
                    <a:pt x="1956816" y="1461516"/>
                  </a:lnTo>
                  <a:lnTo>
                    <a:pt x="1953768" y="1464564"/>
                  </a:lnTo>
                  <a:lnTo>
                    <a:pt x="1953768" y="1513332"/>
                  </a:lnTo>
                  <a:lnTo>
                    <a:pt x="1956816" y="1516380"/>
                  </a:lnTo>
                  <a:lnTo>
                    <a:pt x="1964436" y="1516380"/>
                  </a:lnTo>
                  <a:lnTo>
                    <a:pt x="1967484" y="1513332"/>
                  </a:lnTo>
                  <a:lnTo>
                    <a:pt x="1967484" y="1464564"/>
                  </a:lnTo>
                  <a:close/>
                </a:path>
                <a:path w="2184400" h="4994275">
                  <a:moveTo>
                    <a:pt x="1967484" y="1380744"/>
                  </a:moveTo>
                  <a:lnTo>
                    <a:pt x="1964436" y="1377696"/>
                  </a:lnTo>
                  <a:lnTo>
                    <a:pt x="1956816" y="1377696"/>
                  </a:lnTo>
                  <a:lnTo>
                    <a:pt x="1953768" y="1380744"/>
                  </a:lnTo>
                  <a:lnTo>
                    <a:pt x="1953768" y="1429512"/>
                  </a:lnTo>
                  <a:lnTo>
                    <a:pt x="1956816" y="1432560"/>
                  </a:lnTo>
                  <a:lnTo>
                    <a:pt x="1964436" y="1432560"/>
                  </a:lnTo>
                  <a:lnTo>
                    <a:pt x="1967484" y="1429512"/>
                  </a:lnTo>
                  <a:lnTo>
                    <a:pt x="1967484" y="1380744"/>
                  </a:lnTo>
                  <a:close/>
                </a:path>
                <a:path w="2184400" h="4994275">
                  <a:moveTo>
                    <a:pt x="1967484" y="1298448"/>
                  </a:moveTo>
                  <a:lnTo>
                    <a:pt x="1964436" y="1295400"/>
                  </a:lnTo>
                  <a:lnTo>
                    <a:pt x="1956816" y="1295400"/>
                  </a:lnTo>
                  <a:lnTo>
                    <a:pt x="1953768" y="1298448"/>
                  </a:lnTo>
                  <a:lnTo>
                    <a:pt x="1953768" y="1347216"/>
                  </a:lnTo>
                  <a:lnTo>
                    <a:pt x="1956816" y="1350264"/>
                  </a:lnTo>
                  <a:lnTo>
                    <a:pt x="1964436" y="1350264"/>
                  </a:lnTo>
                  <a:lnTo>
                    <a:pt x="1967484" y="1347216"/>
                  </a:lnTo>
                  <a:lnTo>
                    <a:pt x="1967484" y="1298448"/>
                  </a:lnTo>
                  <a:close/>
                </a:path>
                <a:path w="2184400" h="4994275">
                  <a:moveTo>
                    <a:pt x="1967484" y="1216152"/>
                  </a:moveTo>
                  <a:lnTo>
                    <a:pt x="1964436" y="1213104"/>
                  </a:lnTo>
                  <a:lnTo>
                    <a:pt x="1956816" y="1213104"/>
                  </a:lnTo>
                  <a:lnTo>
                    <a:pt x="1953768" y="1216152"/>
                  </a:lnTo>
                  <a:lnTo>
                    <a:pt x="1953768" y="1264920"/>
                  </a:lnTo>
                  <a:lnTo>
                    <a:pt x="1956816" y="1267968"/>
                  </a:lnTo>
                  <a:lnTo>
                    <a:pt x="1964436" y="1267968"/>
                  </a:lnTo>
                  <a:lnTo>
                    <a:pt x="1967484" y="1264920"/>
                  </a:lnTo>
                  <a:lnTo>
                    <a:pt x="1967484" y="1216152"/>
                  </a:lnTo>
                  <a:close/>
                </a:path>
                <a:path w="2184400" h="4994275">
                  <a:moveTo>
                    <a:pt x="1967484" y="1132332"/>
                  </a:moveTo>
                  <a:lnTo>
                    <a:pt x="1964436" y="1129284"/>
                  </a:lnTo>
                  <a:lnTo>
                    <a:pt x="1956816" y="1129284"/>
                  </a:lnTo>
                  <a:lnTo>
                    <a:pt x="1953768" y="1132332"/>
                  </a:lnTo>
                  <a:lnTo>
                    <a:pt x="1953768" y="1181100"/>
                  </a:lnTo>
                  <a:lnTo>
                    <a:pt x="1956816" y="1184148"/>
                  </a:lnTo>
                  <a:lnTo>
                    <a:pt x="1964436" y="1184148"/>
                  </a:lnTo>
                  <a:lnTo>
                    <a:pt x="1967484" y="1181100"/>
                  </a:lnTo>
                  <a:lnTo>
                    <a:pt x="1967484" y="1132332"/>
                  </a:lnTo>
                  <a:close/>
                </a:path>
                <a:path w="2184400" h="4994275">
                  <a:moveTo>
                    <a:pt x="1967484" y="1050036"/>
                  </a:moveTo>
                  <a:lnTo>
                    <a:pt x="1964436" y="1046988"/>
                  </a:lnTo>
                  <a:lnTo>
                    <a:pt x="1956816" y="1046988"/>
                  </a:lnTo>
                  <a:lnTo>
                    <a:pt x="1953768" y="1050036"/>
                  </a:lnTo>
                  <a:lnTo>
                    <a:pt x="1953768" y="1098804"/>
                  </a:lnTo>
                  <a:lnTo>
                    <a:pt x="1956816" y="1101852"/>
                  </a:lnTo>
                  <a:lnTo>
                    <a:pt x="1964436" y="1101852"/>
                  </a:lnTo>
                  <a:lnTo>
                    <a:pt x="1967484" y="1098804"/>
                  </a:lnTo>
                  <a:lnTo>
                    <a:pt x="1967484" y="1050036"/>
                  </a:lnTo>
                  <a:close/>
                </a:path>
                <a:path w="2184400" h="4994275">
                  <a:moveTo>
                    <a:pt x="1967484" y="967740"/>
                  </a:moveTo>
                  <a:lnTo>
                    <a:pt x="1964436" y="964692"/>
                  </a:lnTo>
                  <a:lnTo>
                    <a:pt x="1956816" y="964692"/>
                  </a:lnTo>
                  <a:lnTo>
                    <a:pt x="1953768" y="967740"/>
                  </a:lnTo>
                  <a:lnTo>
                    <a:pt x="1953768" y="1016508"/>
                  </a:lnTo>
                  <a:lnTo>
                    <a:pt x="1956816" y="1019556"/>
                  </a:lnTo>
                  <a:lnTo>
                    <a:pt x="1964436" y="1019556"/>
                  </a:lnTo>
                  <a:lnTo>
                    <a:pt x="1967484" y="1016508"/>
                  </a:lnTo>
                  <a:lnTo>
                    <a:pt x="1967484" y="967740"/>
                  </a:lnTo>
                  <a:close/>
                </a:path>
                <a:path w="2184400" h="4994275">
                  <a:moveTo>
                    <a:pt x="1967484" y="883920"/>
                  </a:moveTo>
                  <a:lnTo>
                    <a:pt x="1964436" y="880872"/>
                  </a:lnTo>
                  <a:lnTo>
                    <a:pt x="1956816" y="880872"/>
                  </a:lnTo>
                  <a:lnTo>
                    <a:pt x="1953768" y="883920"/>
                  </a:lnTo>
                  <a:lnTo>
                    <a:pt x="1953768" y="932688"/>
                  </a:lnTo>
                  <a:lnTo>
                    <a:pt x="1956816" y="935736"/>
                  </a:lnTo>
                  <a:lnTo>
                    <a:pt x="1964436" y="935736"/>
                  </a:lnTo>
                  <a:lnTo>
                    <a:pt x="1967484" y="932688"/>
                  </a:lnTo>
                  <a:lnTo>
                    <a:pt x="1967484" y="883920"/>
                  </a:lnTo>
                  <a:close/>
                </a:path>
                <a:path w="2184400" h="4994275">
                  <a:moveTo>
                    <a:pt x="1967484" y="801624"/>
                  </a:moveTo>
                  <a:lnTo>
                    <a:pt x="1964436" y="798576"/>
                  </a:lnTo>
                  <a:lnTo>
                    <a:pt x="1956816" y="798576"/>
                  </a:lnTo>
                  <a:lnTo>
                    <a:pt x="1953768" y="801624"/>
                  </a:lnTo>
                  <a:lnTo>
                    <a:pt x="1953768" y="850392"/>
                  </a:lnTo>
                  <a:lnTo>
                    <a:pt x="1956816" y="853440"/>
                  </a:lnTo>
                  <a:lnTo>
                    <a:pt x="1964436" y="853440"/>
                  </a:lnTo>
                  <a:lnTo>
                    <a:pt x="1967484" y="850392"/>
                  </a:lnTo>
                  <a:lnTo>
                    <a:pt x="1967484" y="801624"/>
                  </a:lnTo>
                  <a:close/>
                </a:path>
                <a:path w="2184400" h="4994275">
                  <a:moveTo>
                    <a:pt x="1967484" y="719328"/>
                  </a:moveTo>
                  <a:lnTo>
                    <a:pt x="1964436" y="716280"/>
                  </a:lnTo>
                  <a:lnTo>
                    <a:pt x="1956816" y="716280"/>
                  </a:lnTo>
                  <a:lnTo>
                    <a:pt x="1953768" y="719328"/>
                  </a:lnTo>
                  <a:lnTo>
                    <a:pt x="1953768" y="768096"/>
                  </a:lnTo>
                  <a:lnTo>
                    <a:pt x="1956816" y="771144"/>
                  </a:lnTo>
                  <a:lnTo>
                    <a:pt x="1964436" y="771144"/>
                  </a:lnTo>
                  <a:lnTo>
                    <a:pt x="1967484" y="768096"/>
                  </a:lnTo>
                  <a:lnTo>
                    <a:pt x="1967484" y="719328"/>
                  </a:lnTo>
                  <a:close/>
                </a:path>
                <a:path w="2184400" h="4994275">
                  <a:moveTo>
                    <a:pt x="1967484" y="635508"/>
                  </a:moveTo>
                  <a:lnTo>
                    <a:pt x="1964436" y="632460"/>
                  </a:lnTo>
                  <a:lnTo>
                    <a:pt x="1956816" y="632460"/>
                  </a:lnTo>
                  <a:lnTo>
                    <a:pt x="1953768" y="635508"/>
                  </a:lnTo>
                  <a:lnTo>
                    <a:pt x="1953768" y="684276"/>
                  </a:lnTo>
                  <a:lnTo>
                    <a:pt x="1956816" y="687324"/>
                  </a:lnTo>
                  <a:lnTo>
                    <a:pt x="1964436" y="687324"/>
                  </a:lnTo>
                  <a:lnTo>
                    <a:pt x="1967484" y="684276"/>
                  </a:lnTo>
                  <a:lnTo>
                    <a:pt x="1967484" y="635508"/>
                  </a:lnTo>
                  <a:close/>
                </a:path>
                <a:path w="2184400" h="4994275">
                  <a:moveTo>
                    <a:pt x="1967484" y="553212"/>
                  </a:moveTo>
                  <a:lnTo>
                    <a:pt x="1964436" y="550164"/>
                  </a:lnTo>
                  <a:lnTo>
                    <a:pt x="1956816" y="550164"/>
                  </a:lnTo>
                  <a:lnTo>
                    <a:pt x="1953768" y="553212"/>
                  </a:lnTo>
                  <a:lnTo>
                    <a:pt x="1953768" y="601980"/>
                  </a:lnTo>
                  <a:lnTo>
                    <a:pt x="1956816" y="605028"/>
                  </a:lnTo>
                  <a:lnTo>
                    <a:pt x="1964436" y="605028"/>
                  </a:lnTo>
                  <a:lnTo>
                    <a:pt x="1967484" y="601980"/>
                  </a:lnTo>
                  <a:lnTo>
                    <a:pt x="1967484" y="553212"/>
                  </a:lnTo>
                  <a:close/>
                </a:path>
                <a:path w="2184400" h="4994275">
                  <a:moveTo>
                    <a:pt x="1967484" y="470916"/>
                  </a:moveTo>
                  <a:lnTo>
                    <a:pt x="1964436" y="467868"/>
                  </a:lnTo>
                  <a:lnTo>
                    <a:pt x="1956816" y="467868"/>
                  </a:lnTo>
                  <a:lnTo>
                    <a:pt x="1953768" y="470916"/>
                  </a:lnTo>
                  <a:lnTo>
                    <a:pt x="1953768" y="519684"/>
                  </a:lnTo>
                  <a:lnTo>
                    <a:pt x="1956816" y="522732"/>
                  </a:lnTo>
                  <a:lnTo>
                    <a:pt x="1964436" y="522732"/>
                  </a:lnTo>
                  <a:lnTo>
                    <a:pt x="1967484" y="519684"/>
                  </a:lnTo>
                  <a:lnTo>
                    <a:pt x="1967484" y="470916"/>
                  </a:lnTo>
                  <a:close/>
                </a:path>
                <a:path w="2184400" h="4994275">
                  <a:moveTo>
                    <a:pt x="1967484" y="387096"/>
                  </a:moveTo>
                  <a:lnTo>
                    <a:pt x="1964436" y="384048"/>
                  </a:lnTo>
                  <a:lnTo>
                    <a:pt x="1956816" y="384048"/>
                  </a:lnTo>
                  <a:lnTo>
                    <a:pt x="1953768" y="387096"/>
                  </a:lnTo>
                  <a:lnTo>
                    <a:pt x="1953768" y="435864"/>
                  </a:lnTo>
                  <a:lnTo>
                    <a:pt x="1956816" y="438912"/>
                  </a:lnTo>
                  <a:lnTo>
                    <a:pt x="1964436" y="438912"/>
                  </a:lnTo>
                  <a:lnTo>
                    <a:pt x="1967484" y="435864"/>
                  </a:lnTo>
                  <a:lnTo>
                    <a:pt x="1967484" y="387096"/>
                  </a:lnTo>
                  <a:close/>
                </a:path>
                <a:path w="2184400" h="4994275">
                  <a:moveTo>
                    <a:pt x="1967484" y="304800"/>
                  </a:moveTo>
                  <a:lnTo>
                    <a:pt x="1964436" y="301752"/>
                  </a:lnTo>
                  <a:lnTo>
                    <a:pt x="1956816" y="301752"/>
                  </a:lnTo>
                  <a:lnTo>
                    <a:pt x="1953768" y="304800"/>
                  </a:lnTo>
                  <a:lnTo>
                    <a:pt x="1953768" y="353568"/>
                  </a:lnTo>
                  <a:lnTo>
                    <a:pt x="1956816" y="356616"/>
                  </a:lnTo>
                  <a:lnTo>
                    <a:pt x="1964436" y="356616"/>
                  </a:lnTo>
                  <a:lnTo>
                    <a:pt x="1967484" y="353568"/>
                  </a:lnTo>
                  <a:lnTo>
                    <a:pt x="1967484" y="304800"/>
                  </a:lnTo>
                  <a:close/>
                </a:path>
                <a:path w="2184400" h="4994275">
                  <a:moveTo>
                    <a:pt x="1967484" y="222504"/>
                  </a:moveTo>
                  <a:lnTo>
                    <a:pt x="1964436" y="219456"/>
                  </a:lnTo>
                  <a:lnTo>
                    <a:pt x="1956816" y="219456"/>
                  </a:lnTo>
                  <a:lnTo>
                    <a:pt x="1953768" y="222504"/>
                  </a:lnTo>
                  <a:lnTo>
                    <a:pt x="1953768" y="271272"/>
                  </a:lnTo>
                  <a:lnTo>
                    <a:pt x="1956816" y="274320"/>
                  </a:lnTo>
                  <a:lnTo>
                    <a:pt x="1964436" y="274320"/>
                  </a:lnTo>
                  <a:lnTo>
                    <a:pt x="1967484" y="271272"/>
                  </a:lnTo>
                  <a:lnTo>
                    <a:pt x="1967484" y="222504"/>
                  </a:lnTo>
                  <a:close/>
                </a:path>
                <a:path w="2184400" h="4994275">
                  <a:moveTo>
                    <a:pt x="1967484" y="138684"/>
                  </a:moveTo>
                  <a:lnTo>
                    <a:pt x="1964436" y="135636"/>
                  </a:lnTo>
                  <a:lnTo>
                    <a:pt x="1956816" y="135636"/>
                  </a:lnTo>
                  <a:lnTo>
                    <a:pt x="1953768" y="138684"/>
                  </a:lnTo>
                  <a:lnTo>
                    <a:pt x="1953768" y="187452"/>
                  </a:lnTo>
                  <a:lnTo>
                    <a:pt x="1956816" y="192024"/>
                  </a:lnTo>
                  <a:lnTo>
                    <a:pt x="1964436" y="192024"/>
                  </a:lnTo>
                  <a:lnTo>
                    <a:pt x="1967484" y="187452"/>
                  </a:lnTo>
                  <a:lnTo>
                    <a:pt x="1967484" y="138684"/>
                  </a:lnTo>
                  <a:close/>
                </a:path>
                <a:path w="2184400" h="4994275">
                  <a:moveTo>
                    <a:pt x="2183892" y="4361688"/>
                  </a:moveTo>
                  <a:lnTo>
                    <a:pt x="2180844" y="4358640"/>
                  </a:lnTo>
                  <a:lnTo>
                    <a:pt x="2173224" y="4358640"/>
                  </a:lnTo>
                  <a:lnTo>
                    <a:pt x="2170176" y="4361688"/>
                  </a:lnTo>
                  <a:lnTo>
                    <a:pt x="2170176" y="4375404"/>
                  </a:lnTo>
                  <a:lnTo>
                    <a:pt x="2173224" y="4378452"/>
                  </a:lnTo>
                  <a:lnTo>
                    <a:pt x="2180844" y="4378452"/>
                  </a:lnTo>
                  <a:lnTo>
                    <a:pt x="2183892" y="4375404"/>
                  </a:lnTo>
                  <a:lnTo>
                    <a:pt x="2183892" y="4361688"/>
                  </a:lnTo>
                  <a:close/>
                </a:path>
                <a:path w="2184400" h="4994275">
                  <a:moveTo>
                    <a:pt x="2183892" y="4279392"/>
                  </a:moveTo>
                  <a:lnTo>
                    <a:pt x="2180844" y="4276344"/>
                  </a:lnTo>
                  <a:lnTo>
                    <a:pt x="2173224" y="4276344"/>
                  </a:lnTo>
                  <a:lnTo>
                    <a:pt x="2170176" y="4279392"/>
                  </a:lnTo>
                  <a:lnTo>
                    <a:pt x="2170176" y="4328160"/>
                  </a:lnTo>
                  <a:lnTo>
                    <a:pt x="2173224" y="4331208"/>
                  </a:lnTo>
                  <a:lnTo>
                    <a:pt x="2180844" y="4331208"/>
                  </a:lnTo>
                  <a:lnTo>
                    <a:pt x="2183892" y="4328160"/>
                  </a:lnTo>
                  <a:lnTo>
                    <a:pt x="2183892" y="4279392"/>
                  </a:lnTo>
                  <a:close/>
                </a:path>
                <a:path w="2184400" h="4994275">
                  <a:moveTo>
                    <a:pt x="2183892" y="4195572"/>
                  </a:moveTo>
                  <a:lnTo>
                    <a:pt x="2180844" y="4192524"/>
                  </a:lnTo>
                  <a:lnTo>
                    <a:pt x="2173224" y="4192524"/>
                  </a:lnTo>
                  <a:lnTo>
                    <a:pt x="2170176" y="4195572"/>
                  </a:lnTo>
                  <a:lnTo>
                    <a:pt x="2170176" y="4245864"/>
                  </a:lnTo>
                  <a:lnTo>
                    <a:pt x="2173224" y="4248912"/>
                  </a:lnTo>
                  <a:lnTo>
                    <a:pt x="2180844" y="4248912"/>
                  </a:lnTo>
                  <a:lnTo>
                    <a:pt x="2183892" y="4245864"/>
                  </a:lnTo>
                  <a:lnTo>
                    <a:pt x="2183892" y="4195572"/>
                  </a:lnTo>
                  <a:close/>
                </a:path>
                <a:path w="2184400" h="4994275">
                  <a:moveTo>
                    <a:pt x="2183892" y="4113276"/>
                  </a:moveTo>
                  <a:lnTo>
                    <a:pt x="2180844" y="4110228"/>
                  </a:lnTo>
                  <a:lnTo>
                    <a:pt x="2173224" y="4110228"/>
                  </a:lnTo>
                  <a:lnTo>
                    <a:pt x="2170176" y="4113276"/>
                  </a:lnTo>
                  <a:lnTo>
                    <a:pt x="2170176" y="4162044"/>
                  </a:lnTo>
                  <a:lnTo>
                    <a:pt x="2173224" y="4165092"/>
                  </a:lnTo>
                  <a:lnTo>
                    <a:pt x="2180844" y="4165092"/>
                  </a:lnTo>
                  <a:lnTo>
                    <a:pt x="2183892" y="4162044"/>
                  </a:lnTo>
                  <a:lnTo>
                    <a:pt x="2183892" y="4113276"/>
                  </a:lnTo>
                  <a:close/>
                </a:path>
                <a:path w="2184400" h="4994275">
                  <a:moveTo>
                    <a:pt x="2183892" y="4030980"/>
                  </a:moveTo>
                  <a:lnTo>
                    <a:pt x="2180844" y="4027932"/>
                  </a:lnTo>
                  <a:lnTo>
                    <a:pt x="2173224" y="4027932"/>
                  </a:lnTo>
                  <a:lnTo>
                    <a:pt x="2170176" y="4030980"/>
                  </a:lnTo>
                  <a:lnTo>
                    <a:pt x="2170176" y="4079748"/>
                  </a:lnTo>
                  <a:lnTo>
                    <a:pt x="2173224" y="4082796"/>
                  </a:lnTo>
                  <a:lnTo>
                    <a:pt x="2180844" y="4082796"/>
                  </a:lnTo>
                  <a:lnTo>
                    <a:pt x="2183892" y="4079748"/>
                  </a:lnTo>
                  <a:lnTo>
                    <a:pt x="2183892" y="4030980"/>
                  </a:lnTo>
                  <a:close/>
                </a:path>
                <a:path w="2184400" h="4994275">
                  <a:moveTo>
                    <a:pt x="2183892" y="3947160"/>
                  </a:moveTo>
                  <a:lnTo>
                    <a:pt x="2180844" y="3944112"/>
                  </a:lnTo>
                  <a:lnTo>
                    <a:pt x="2173224" y="3944112"/>
                  </a:lnTo>
                  <a:lnTo>
                    <a:pt x="2170176" y="3947160"/>
                  </a:lnTo>
                  <a:lnTo>
                    <a:pt x="2170176" y="3997452"/>
                  </a:lnTo>
                  <a:lnTo>
                    <a:pt x="2173224" y="4000500"/>
                  </a:lnTo>
                  <a:lnTo>
                    <a:pt x="2180844" y="4000500"/>
                  </a:lnTo>
                  <a:lnTo>
                    <a:pt x="2183892" y="3997452"/>
                  </a:lnTo>
                  <a:lnTo>
                    <a:pt x="2183892" y="3947160"/>
                  </a:lnTo>
                  <a:close/>
                </a:path>
                <a:path w="2184400" h="4994275">
                  <a:moveTo>
                    <a:pt x="2183892" y="3864864"/>
                  </a:moveTo>
                  <a:lnTo>
                    <a:pt x="2180844" y="3861816"/>
                  </a:lnTo>
                  <a:lnTo>
                    <a:pt x="2173224" y="3861816"/>
                  </a:lnTo>
                  <a:lnTo>
                    <a:pt x="2170176" y="3864864"/>
                  </a:lnTo>
                  <a:lnTo>
                    <a:pt x="2170176" y="3913632"/>
                  </a:lnTo>
                  <a:lnTo>
                    <a:pt x="2173224" y="3916680"/>
                  </a:lnTo>
                  <a:lnTo>
                    <a:pt x="2180844" y="3916680"/>
                  </a:lnTo>
                  <a:lnTo>
                    <a:pt x="2183892" y="3913632"/>
                  </a:lnTo>
                  <a:lnTo>
                    <a:pt x="2183892" y="3864864"/>
                  </a:lnTo>
                  <a:close/>
                </a:path>
                <a:path w="2184400" h="4994275">
                  <a:moveTo>
                    <a:pt x="2183892" y="3782568"/>
                  </a:moveTo>
                  <a:lnTo>
                    <a:pt x="2180844" y="3779520"/>
                  </a:lnTo>
                  <a:lnTo>
                    <a:pt x="2173224" y="3779520"/>
                  </a:lnTo>
                  <a:lnTo>
                    <a:pt x="2170176" y="3782568"/>
                  </a:lnTo>
                  <a:lnTo>
                    <a:pt x="2170176" y="3831336"/>
                  </a:lnTo>
                  <a:lnTo>
                    <a:pt x="2173224" y="3834384"/>
                  </a:lnTo>
                  <a:lnTo>
                    <a:pt x="2180844" y="3834384"/>
                  </a:lnTo>
                  <a:lnTo>
                    <a:pt x="2183892" y="3831336"/>
                  </a:lnTo>
                  <a:lnTo>
                    <a:pt x="2183892" y="3782568"/>
                  </a:lnTo>
                  <a:close/>
                </a:path>
                <a:path w="2184400" h="4994275">
                  <a:moveTo>
                    <a:pt x="2183892" y="3698748"/>
                  </a:moveTo>
                  <a:lnTo>
                    <a:pt x="2180844" y="3695700"/>
                  </a:lnTo>
                  <a:lnTo>
                    <a:pt x="2173224" y="3695700"/>
                  </a:lnTo>
                  <a:lnTo>
                    <a:pt x="2170176" y="3698748"/>
                  </a:lnTo>
                  <a:lnTo>
                    <a:pt x="2170176" y="3749040"/>
                  </a:lnTo>
                  <a:lnTo>
                    <a:pt x="2173224" y="3752088"/>
                  </a:lnTo>
                  <a:lnTo>
                    <a:pt x="2180844" y="3752088"/>
                  </a:lnTo>
                  <a:lnTo>
                    <a:pt x="2183892" y="3749040"/>
                  </a:lnTo>
                  <a:lnTo>
                    <a:pt x="2183892" y="3698748"/>
                  </a:lnTo>
                  <a:close/>
                </a:path>
                <a:path w="2184400" h="4994275">
                  <a:moveTo>
                    <a:pt x="2183892" y="3616452"/>
                  </a:moveTo>
                  <a:lnTo>
                    <a:pt x="2180844" y="3613404"/>
                  </a:lnTo>
                  <a:lnTo>
                    <a:pt x="2173224" y="3613404"/>
                  </a:lnTo>
                  <a:lnTo>
                    <a:pt x="2170176" y="3616452"/>
                  </a:lnTo>
                  <a:lnTo>
                    <a:pt x="2170176" y="3665220"/>
                  </a:lnTo>
                  <a:lnTo>
                    <a:pt x="2173224" y="3668268"/>
                  </a:lnTo>
                  <a:lnTo>
                    <a:pt x="2180844" y="3668268"/>
                  </a:lnTo>
                  <a:lnTo>
                    <a:pt x="2183892" y="3665220"/>
                  </a:lnTo>
                  <a:lnTo>
                    <a:pt x="2183892" y="3616452"/>
                  </a:lnTo>
                  <a:close/>
                </a:path>
                <a:path w="2184400" h="4994275">
                  <a:moveTo>
                    <a:pt x="2183892" y="3534156"/>
                  </a:moveTo>
                  <a:lnTo>
                    <a:pt x="2180844" y="3531108"/>
                  </a:lnTo>
                  <a:lnTo>
                    <a:pt x="2173224" y="3531108"/>
                  </a:lnTo>
                  <a:lnTo>
                    <a:pt x="2170176" y="3534156"/>
                  </a:lnTo>
                  <a:lnTo>
                    <a:pt x="2170176" y="3582924"/>
                  </a:lnTo>
                  <a:lnTo>
                    <a:pt x="2173224" y="3585972"/>
                  </a:lnTo>
                  <a:lnTo>
                    <a:pt x="2180844" y="3585972"/>
                  </a:lnTo>
                  <a:lnTo>
                    <a:pt x="2183892" y="3582924"/>
                  </a:lnTo>
                  <a:lnTo>
                    <a:pt x="2183892" y="3534156"/>
                  </a:lnTo>
                  <a:close/>
                </a:path>
                <a:path w="2184400" h="4994275">
                  <a:moveTo>
                    <a:pt x="2183892" y="3450336"/>
                  </a:moveTo>
                  <a:lnTo>
                    <a:pt x="2180844" y="3447288"/>
                  </a:lnTo>
                  <a:lnTo>
                    <a:pt x="2173224" y="3447288"/>
                  </a:lnTo>
                  <a:lnTo>
                    <a:pt x="2170176" y="3450336"/>
                  </a:lnTo>
                  <a:lnTo>
                    <a:pt x="2170176" y="3500628"/>
                  </a:lnTo>
                  <a:lnTo>
                    <a:pt x="2173224" y="3503676"/>
                  </a:lnTo>
                  <a:lnTo>
                    <a:pt x="2180844" y="3503676"/>
                  </a:lnTo>
                  <a:lnTo>
                    <a:pt x="2183892" y="3500628"/>
                  </a:lnTo>
                  <a:lnTo>
                    <a:pt x="2183892" y="3450336"/>
                  </a:lnTo>
                  <a:close/>
                </a:path>
                <a:path w="2184400" h="4994275">
                  <a:moveTo>
                    <a:pt x="2183892" y="3368040"/>
                  </a:moveTo>
                  <a:lnTo>
                    <a:pt x="2180844" y="3364992"/>
                  </a:lnTo>
                  <a:lnTo>
                    <a:pt x="2173224" y="3364992"/>
                  </a:lnTo>
                  <a:lnTo>
                    <a:pt x="2170176" y="3368040"/>
                  </a:lnTo>
                  <a:lnTo>
                    <a:pt x="2170176" y="3416808"/>
                  </a:lnTo>
                  <a:lnTo>
                    <a:pt x="2173224" y="3419856"/>
                  </a:lnTo>
                  <a:lnTo>
                    <a:pt x="2180844" y="3419856"/>
                  </a:lnTo>
                  <a:lnTo>
                    <a:pt x="2183892" y="3416808"/>
                  </a:lnTo>
                  <a:lnTo>
                    <a:pt x="2183892" y="3368040"/>
                  </a:lnTo>
                  <a:close/>
                </a:path>
                <a:path w="2184400" h="4994275">
                  <a:moveTo>
                    <a:pt x="2183892" y="3285744"/>
                  </a:moveTo>
                  <a:lnTo>
                    <a:pt x="2180844" y="3282696"/>
                  </a:lnTo>
                  <a:lnTo>
                    <a:pt x="2173224" y="3282696"/>
                  </a:lnTo>
                  <a:lnTo>
                    <a:pt x="2170176" y="3285744"/>
                  </a:lnTo>
                  <a:lnTo>
                    <a:pt x="2170176" y="3334512"/>
                  </a:lnTo>
                  <a:lnTo>
                    <a:pt x="2173224" y="3337560"/>
                  </a:lnTo>
                  <a:lnTo>
                    <a:pt x="2180844" y="3337560"/>
                  </a:lnTo>
                  <a:lnTo>
                    <a:pt x="2183892" y="3334512"/>
                  </a:lnTo>
                  <a:lnTo>
                    <a:pt x="2183892" y="3285744"/>
                  </a:lnTo>
                  <a:close/>
                </a:path>
                <a:path w="2184400" h="4994275">
                  <a:moveTo>
                    <a:pt x="2183892" y="3201924"/>
                  </a:moveTo>
                  <a:lnTo>
                    <a:pt x="2180844" y="3198876"/>
                  </a:lnTo>
                  <a:lnTo>
                    <a:pt x="2173224" y="3198876"/>
                  </a:lnTo>
                  <a:lnTo>
                    <a:pt x="2170176" y="3201924"/>
                  </a:lnTo>
                  <a:lnTo>
                    <a:pt x="2170176" y="3252216"/>
                  </a:lnTo>
                  <a:lnTo>
                    <a:pt x="2173224" y="3255264"/>
                  </a:lnTo>
                  <a:lnTo>
                    <a:pt x="2180844" y="3255264"/>
                  </a:lnTo>
                  <a:lnTo>
                    <a:pt x="2183892" y="3252216"/>
                  </a:lnTo>
                  <a:lnTo>
                    <a:pt x="2183892" y="3201924"/>
                  </a:lnTo>
                  <a:close/>
                </a:path>
                <a:path w="2184400" h="4994275">
                  <a:moveTo>
                    <a:pt x="2183892" y="3119628"/>
                  </a:moveTo>
                  <a:lnTo>
                    <a:pt x="2180844" y="3116580"/>
                  </a:lnTo>
                  <a:lnTo>
                    <a:pt x="2173224" y="3116580"/>
                  </a:lnTo>
                  <a:lnTo>
                    <a:pt x="2170176" y="3119628"/>
                  </a:lnTo>
                  <a:lnTo>
                    <a:pt x="2170176" y="3168396"/>
                  </a:lnTo>
                  <a:lnTo>
                    <a:pt x="2173224" y="3171444"/>
                  </a:lnTo>
                  <a:lnTo>
                    <a:pt x="2180844" y="3171444"/>
                  </a:lnTo>
                  <a:lnTo>
                    <a:pt x="2183892" y="3168396"/>
                  </a:lnTo>
                  <a:lnTo>
                    <a:pt x="2183892" y="3119628"/>
                  </a:lnTo>
                  <a:close/>
                </a:path>
                <a:path w="2184400" h="4994275">
                  <a:moveTo>
                    <a:pt x="2183892" y="3037332"/>
                  </a:moveTo>
                  <a:lnTo>
                    <a:pt x="2180844" y="3034284"/>
                  </a:lnTo>
                  <a:lnTo>
                    <a:pt x="2173224" y="3034284"/>
                  </a:lnTo>
                  <a:lnTo>
                    <a:pt x="2170176" y="3037332"/>
                  </a:lnTo>
                  <a:lnTo>
                    <a:pt x="2170176" y="3086100"/>
                  </a:lnTo>
                  <a:lnTo>
                    <a:pt x="2173224" y="3089148"/>
                  </a:lnTo>
                  <a:lnTo>
                    <a:pt x="2180844" y="3089148"/>
                  </a:lnTo>
                  <a:lnTo>
                    <a:pt x="2183892" y="3086100"/>
                  </a:lnTo>
                  <a:lnTo>
                    <a:pt x="2183892" y="3037332"/>
                  </a:lnTo>
                  <a:close/>
                </a:path>
                <a:path w="2184400" h="4994275">
                  <a:moveTo>
                    <a:pt x="2183892" y="2953512"/>
                  </a:moveTo>
                  <a:lnTo>
                    <a:pt x="2180844" y="2950464"/>
                  </a:lnTo>
                  <a:lnTo>
                    <a:pt x="2173224" y="2950464"/>
                  </a:lnTo>
                  <a:lnTo>
                    <a:pt x="2170176" y="2953512"/>
                  </a:lnTo>
                  <a:lnTo>
                    <a:pt x="2170176" y="3003804"/>
                  </a:lnTo>
                  <a:lnTo>
                    <a:pt x="2173224" y="3006852"/>
                  </a:lnTo>
                  <a:lnTo>
                    <a:pt x="2180844" y="3006852"/>
                  </a:lnTo>
                  <a:lnTo>
                    <a:pt x="2183892" y="3003804"/>
                  </a:lnTo>
                  <a:lnTo>
                    <a:pt x="2183892" y="2953512"/>
                  </a:lnTo>
                  <a:close/>
                </a:path>
                <a:path w="2184400" h="4994275">
                  <a:moveTo>
                    <a:pt x="2183892" y="2871216"/>
                  </a:moveTo>
                  <a:lnTo>
                    <a:pt x="2180844" y="2868168"/>
                  </a:lnTo>
                  <a:lnTo>
                    <a:pt x="2173224" y="2868168"/>
                  </a:lnTo>
                  <a:lnTo>
                    <a:pt x="2170176" y="2871216"/>
                  </a:lnTo>
                  <a:lnTo>
                    <a:pt x="2170176" y="2919984"/>
                  </a:lnTo>
                  <a:lnTo>
                    <a:pt x="2173224" y="2923032"/>
                  </a:lnTo>
                  <a:lnTo>
                    <a:pt x="2180844" y="2923032"/>
                  </a:lnTo>
                  <a:lnTo>
                    <a:pt x="2183892" y="2919984"/>
                  </a:lnTo>
                  <a:lnTo>
                    <a:pt x="2183892" y="2871216"/>
                  </a:lnTo>
                  <a:close/>
                </a:path>
                <a:path w="2184400" h="4994275">
                  <a:moveTo>
                    <a:pt x="2183892" y="2788920"/>
                  </a:moveTo>
                  <a:lnTo>
                    <a:pt x="2180844" y="2785872"/>
                  </a:lnTo>
                  <a:lnTo>
                    <a:pt x="2173224" y="2785872"/>
                  </a:lnTo>
                  <a:lnTo>
                    <a:pt x="2170176" y="2788920"/>
                  </a:lnTo>
                  <a:lnTo>
                    <a:pt x="2170176" y="2837688"/>
                  </a:lnTo>
                  <a:lnTo>
                    <a:pt x="2173224" y="2840736"/>
                  </a:lnTo>
                  <a:lnTo>
                    <a:pt x="2180844" y="2840736"/>
                  </a:lnTo>
                  <a:lnTo>
                    <a:pt x="2183892" y="2837688"/>
                  </a:lnTo>
                  <a:lnTo>
                    <a:pt x="2183892" y="2788920"/>
                  </a:lnTo>
                  <a:close/>
                </a:path>
                <a:path w="2184400" h="4994275">
                  <a:moveTo>
                    <a:pt x="2183892" y="2705100"/>
                  </a:moveTo>
                  <a:lnTo>
                    <a:pt x="2180844" y="2702052"/>
                  </a:lnTo>
                  <a:lnTo>
                    <a:pt x="2173224" y="2702052"/>
                  </a:lnTo>
                  <a:lnTo>
                    <a:pt x="2170176" y="2705100"/>
                  </a:lnTo>
                  <a:lnTo>
                    <a:pt x="2170176" y="2755392"/>
                  </a:lnTo>
                  <a:lnTo>
                    <a:pt x="2173224" y="2758440"/>
                  </a:lnTo>
                  <a:lnTo>
                    <a:pt x="2180844" y="2758440"/>
                  </a:lnTo>
                  <a:lnTo>
                    <a:pt x="2183892" y="2755392"/>
                  </a:lnTo>
                  <a:lnTo>
                    <a:pt x="2183892" y="2705100"/>
                  </a:lnTo>
                  <a:close/>
                </a:path>
                <a:path w="2184400" h="4994275">
                  <a:moveTo>
                    <a:pt x="2183892" y="2622804"/>
                  </a:moveTo>
                  <a:lnTo>
                    <a:pt x="2180844" y="2619756"/>
                  </a:lnTo>
                  <a:lnTo>
                    <a:pt x="2173224" y="2619756"/>
                  </a:lnTo>
                  <a:lnTo>
                    <a:pt x="2170176" y="2622804"/>
                  </a:lnTo>
                  <a:lnTo>
                    <a:pt x="2170176" y="2671572"/>
                  </a:lnTo>
                  <a:lnTo>
                    <a:pt x="2173224" y="2674620"/>
                  </a:lnTo>
                  <a:lnTo>
                    <a:pt x="2180844" y="2674620"/>
                  </a:lnTo>
                  <a:lnTo>
                    <a:pt x="2183892" y="2671572"/>
                  </a:lnTo>
                  <a:lnTo>
                    <a:pt x="2183892" y="2622804"/>
                  </a:lnTo>
                  <a:close/>
                </a:path>
                <a:path w="2184400" h="4994275">
                  <a:moveTo>
                    <a:pt x="2183892" y="2540508"/>
                  </a:moveTo>
                  <a:lnTo>
                    <a:pt x="2180844" y="2537460"/>
                  </a:lnTo>
                  <a:lnTo>
                    <a:pt x="2173224" y="2537460"/>
                  </a:lnTo>
                  <a:lnTo>
                    <a:pt x="2170176" y="2540508"/>
                  </a:lnTo>
                  <a:lnTo>
                    <a:pt x="2170176" y="2589276"/>
                  </a:lnTo>
                  <a:lnTo>
                    <a:pt x="2173224" y="2592324"/>
                  </a:lnTo>
                  <a:lnTo>
                    <a:pt x="2180844" y="2592324"/>
                  </a:lnTo>
                  <a:lnTo>
                    <a:pt x="2183892" y="2589276"/>
                  </a:lnTo>
                  <a:lnTo>
                    <a:pt x="2183892" y="2540508"/>
                  </a:lnTo>
                  <a:close/>
                </a:path>
                <a:path w="2184400" h="4994275">
                  <a:moveTo>
                    <a:pt x="2183892" y="2456688"/>
                  </a:moveTo>
                  <a:lnTo>
                    <a:pt x="2180844" y="2453640"/>
                  </a:lnTo>
                  <a:lnTo>
                    <a:pt x="2173224" y="2453640"/>
                  </a:lnTo>
                  <a:lnTo>
                    <a:pt x="2170176" y="2456688"/>
                  </a:lnTo>
                  <a:lnTo>
                    <a:pt x="2170176" y="2506980"/>
                  </a:lnTo>
                  <a:lnTo>
                    <a:pt x="2173224" y="2510028"/>
                  </a:lnTo>
                  <a:lnTo>
                    <a:pt x="2180844" y="2510028"/>
                  </a:lnTo>
                  <a:lnTo>
                    <a:pt x="2183892" y="2506980"/>
                  </a:lnTo>
                  <a:lnTo>
                    <a:pt x="2183892" y="2456688"/>
                  </a:lnTo>
                  <a:close/>
                </a:path>
                <a:path w="2184400" h="4994275">
                  <a:moveTo>
                    <a:pt x="2183892" y="2374392"/>
                  </a:moveTo>
                  <a:lnTo>
                    <a:pt x="2180844" y="2371344"/>
                  </a:lnTo>
                  <a:lnTo>
                    <a:pt x="2173224" y="2371344"/>
                  </a:lnTo>
                  <a:lnTo>
                    <a:pt x="2170176" y="2374392"/>
                  </a:lnTo>
                  <a:lnTo>
                    <a:pt x="2170176" y="2423160"/>
                  </a:lnTo>
                  <a:lnTo>
                    <a:pt x="2173224" y="2426208"/>
                  </a:lnTo>
                  <a:lnTo>
                    <a:pt x="2180844" y="2426208"/>
                  </a:lnTo>
                  <a:lnTo>
                    <a:pt x="2183892" y="2423160"/>
                  </a:lnTo>
                  <a:lnTo>
                    <a:pt x="2183892" y="2374392"/>
                  </a:lnTo>
                  <a:close/>
                </a:path>
                <a:path w="2184400" h="4994275">
                  <a:moveTo>
                    <a:pt x="2183892" y="2292096"/>
                  </a:moveTo>
                  <a:lnTo>
                    <a:pt x="2180844" y="2289048"/>
                  </a:lnTo>
                  <a:lnTo>
                    <a:pt x="2173224" y="2289048"/>
                  </a:lnTo>
                  <a:lnTo>
                    <a:pt x="2170176" y="2292096"/>
                  </a:lnTo>
                  <a:lnTo>
                    <a:pt x="2170176" y="2340864"/>
                  </a:lnTo>
                  <a:lnTo>
                    <a:pt x="2173224" y="2343912"/>
                  </a:lnTo>
                  <a:lnTo>
                    <a:pt x="2180844" y="2343912"/>
                  </a:lnTo>
                  <a:lnTo>
                    <a:pt x="2183892" y="2340864"/>
                  </a:lnTo>
                  <a:lnTo>
                    <a:pt x="2183892" y="2292096"/>
                  </a:lnTo>
                  <a:close/>
                </a:path>
                <a:path w="2184400" h="4994275">
                  <a:moveTo>
                    <a:pt x="2183892" y="2209800"/>
                  </a:moveTo>
                  <a:lnTo>
                    <a:pt x="2180844" y="2205228"/>
                  </a:lnTo>
                  <a:lnTo>
                    <a:pt x="2173224" y="2205228"/>
                  </a:lnTo>
                  <a:lnTo>
                    <a:pt x="2170176" y="2209800"/>
                  </a:lnTo>
                  <a:lnTo>
                    <a:pt x="2170176" y="2258568"/>
                  </a:lnTo>
                  <a:lnTo>
                    <a:pt x="2173224" y="2261616"/>
                  </a:lnTo>
                  <a:lnTo>
                    <a:pt x="2180844" y="2261616"/>
                  </a:lnTo>
                  <a:lnTo>
                    <a:pt x="2183892" y="2258568"/>
                  </a:lnTo>
                  <a:lnTo>
                    <a:pt x="2183892" y="2209800"/>
                  </a:lnTo>
                  <a:close/>
                </a:path>
                <a:path w="2184400" h="4994275">
                  <a:moveTo>
                    <a:pt x="2183892" y="2125980"/>
                  </a:moveTo>
                  <a:lnTo>
                    <a:pt x="2180844" y="2122932"/>
                  </a:lnTo>
                  <a:lnTo>
                    <a:pt x="2173224" y="2122932"/>
                  </a:lnTo>
                  <a:lnTo>
                    <a:pt x="2170176" y="2125980"/>
                  </a:lnTo>
                  <a:lnTo>
                    <a:pt x="2170176" y="2174748"/>
                  </a:lnTo>
                  <a:lnTo>
                    <a:pt x="2173224" y="2177796"/>
                  </a:lnTo>
                  <a:lnTo>
                    <a:pt x="2180844" y="2177796"/>
                  </a:lnTo>
                  <a:lnTo>
                    <a:pt x="2183892" y="2174748"/>
                  </a:lnTo>
                  <a:lnTo>
                    <a:pt x="2183892" y="2125980"/>
                  </a:lnTo>
                  <a:close/>
                </a:path>
                <a:path w="2184400" h="4994275">
                  <a:moveTo>
                    <a:pt x="2183892" y="2043684"/>
                  </a:moveTo>
                  <a:lnTo>
                    <a:pt x="2180844" y="2040636"/>
                  </a:lnTo>
                  <a:lnTo>
                    <a:pt x="2173224" y="2040636"/>
                  </a:lnTo>
                  <a:lnTo>
                    <a:pt x="2170176" y="2043684"/>
                  </a:lnTo>
                  <a:lnTo>
                    <a:pt x="2170176" y="2092452"/>
                  </a:lnTo>
                  <a:lnTo>
                    <a:pt x="2173224" y="2095500"/>
                  </a:lnTo>
                  <a:lnTo>
                    <a:pt x="2180844" y="2095500"/>
                  </a:lnTo>
                  <a:lnTo>
                    <a:pt x="2183892" y="2092452"/>
                  </a:lnTo>
                  <a:lnTo>
                    <a:pt x="2183892" y="2043684"/>
                  </a:lnTo>
                  <a:close/>
                </a:path>
                <a:path w="2184400" h="4994275">
                  <a:moveTo>
                    <a:pt x="2183892" y="1961388"/>
                  </a:moveTo>
                  <a:lnTo>
                    <a:pt x="2180844" y="1956816"/>
                  </a:lnTo>
                  <a:lnTo>
                    <a:pt x="2173224" y="1956816"/>
                  </a:lnTo>
                  <a:lnTo>
                    <a:pt x="2170176" y="1961388"/>
                  </a:lnTo>
                  <a:lnTo>
                    <a:pt x="2170176" y="2010156"/>
                  </a:lnTo>
                  <a:lnTo>
                    <a:pt x="2173224" y="2013204"/>
                  </a:lnTo>
                  <a:lnTo>
                    <a:pt x="2180844" y="2013204"/>
                  </a:lnTo>
                  <a:lnTo>
                    <a:pt x="2183892" y="2010156"/>
                  </a:lnTo>
                  <a:lnTo>
                    <a:pt x="2183892" y="1961388"/>
                  </a:lnTo>
                  <a:close/>
                </a:path>
                <a:path w="2184400" h="4994275">
                  <a:moveTo>
                    <a:pt x="2183892" y="1877568"/>
                  </a:moveTo>
                  <a:lnTo>
                    <a:pt x="2180844" y="1874520"/>
                  </a:lnTo>
                  <a:lnTo>
                    <a:pt x="2173224" y="1874520"/>
                  </a:lnTo>
                  <a:lnTo>
                    <a:pt x="2170176" y="1877568"/>
                  </a:lnTo>
                  <a:lnTo>
                    <a:pt x="2170176" y="1926336"/>
                  </a:lnTo>
                  <a:lnTo>
                    <a:pt x="2173224" y="1929384"/>
                  </a:lnTo>
                  <a:lnTo>
                    <a:pt x="2180844" y="1929384"/>
                  </a:lnTo>
                  <a:lnTo>
                    <a:pt x="2183892" y="1926336"/>
                  </a:lnTo>
                  <a:lnTo>
                    <a:pt x="2183892" y="1877568"/>
                  </a:lnTo>
                  <a:close/>
                </a:path>
                <a:path w="2184400" h="4994275">
                  <a:moveTo>
                    <a:pt x="2183892" y="1795272"/>
                  </a:moveTo>
                  <a:lnTo>
                    <a:pt x="2180844" y="1792224"/>
                  </a:lnTo>
                  <a:lnTo>
                    <a:pt x="2173224" y="1792224"/>
                  </a:lnTo>
                  <a:lnTo>
                    <a:pt x="2170176" y="1795272"/>
                  </a:lnTo>
                  <a:lnTo>
                    <a:pt x="2170176" y="1844040"/>
                  </a:lnTo>
                  <a:lnTo>
                    <a:pt x="2173224" y="1847088"/>
                  </a:lnTo>
                  <a:lnTo>
                    <a:pt x="2180844" y="1847088"/>
                  </a:lnTo>
                  <a:lnTo>
                    <a:pt x="2183892" y="1844040"/>
                  </a:lnTo>
                  <a:lnTo>
                    <a:pt x="2183892" y="1795272"/>
                  </a:lnTo>
                  <a:close/>
                </a:path>
                <a:path w="2184400" h="4994275">
                  <a:moveTo>
                    <a:pt x="2183892" y="1712976"/>
                  </a:moveTo>
                  <a:lnTo>
                    <a:pt x="2180844" y="1709928"/>
                  </a:lnTo>
                  <a:lnTo>
                    <a:pt x="2173224" y="1709928"/>
                  </a:lnTo>
                  <a:lnTo>
                    <a:pt x="2170176" y="1712976"/>
                  </a:lnTo>
                  <a:lnTo>
                    <a:pt x="2170176" y="1761744"/>
                  </a:lnTo>
                  <a:lnTo>
                    <a:pt x="2173224" y="1764792"/>
                  </a:lnTo>
                  <a:lnTo>
                    <a:pt x="2180844" y="1764792"/>
                  </a:lnTo>
                  <a:lnTo>
                    <a:pt x="2183892" y="1761744"/>
                  </a:lnTo>
                  <a:lnTo>
                    <a:pt x="2183892" y="1712976"/>
                  </a:lnTo>
                  <a:close/>
                </a:path>
                <a:path w="2184400" h="4994275">
                  <a:moveTo>
                    <a:pt x="2183892" y="1629156"/>
                  </a:moveTo>
                  <a:lnTo>
                    <a:pt x="2180844" y="1626108"/>
                  </a:lnTo>
                  <a:lnTo>
                    <a:pt x="2173224" y="1626108"/>
                  </a:lnTo>
                  <a:lnTo>
                    <a:pt x="2170176" y="1629156"/>
                  </a:lnTo>
                  <a:lnTo>
                    <a:pt x="2170176" y="1677924"/>
                  </a:lnTo>
                  <a:lnTo>
                    <a:pt x="2173224" y="1680972"/>
                  </a:lnTo>
                  <a:lnTo>
                    <a:pt x="2180844" y="1680972"/>
                  </a:lnTo>
                  <a:lnTo>
                    <a:pt x="2183892" y="1677924"/>
                  </a:lnTo>
                  <a:lnTo>
                    <a:pt x="2183892" y="1629156"/>
                  </a:lnTo>
                  <a:close/>
                </a:path>
                <a:path w="2184400" h="4994275">
                  <a:moveTo>
                    <a:pt x="2183892" y="1546860"/>
                  </a:moveTo>
                  <a:lnTo>
                    <a:pt x="2180844" y="1543812"/>
                  </a:lnTo>
                  <a:lnTo>
                    <a:pt x="2173224" y="1543812"/>
                  </a:lnTo>
                  <a:lnTo>
                    <a:pt x="2170176" y="1546860"/>
                  </a:lnTo>
                  <a:lnTo>
                    <a:pt x="2170176" y="1595628"/>
                  </a:lnTo>
                  <a:lnTo>
                    <a:pt x="2173224" y="1598676"/>
                  </a:lnTo>
                  <a:lnTo>
                    <a:pt x="2180844" y="1598676"/>
                  </a:lnTo>
                  <a:lnTo>
                    <a:pt x="2183892" y="1595628"/>
                  </a:lnTo>
                  <a:lnTo>
                    <a:pt x="2183892" y="1546860"/>
                  </a:lnTo>
                  <a:close/>
                </a:path>
                <a:path w="2184400" h="4994275">
                  <a:moveTo>
                    <a:pt x="2183892" y="1464564"/>
                  </a:moveTo>
                  <a:lnTo>
                    <a:pt x="2180844" y="1461516"/>
                  </a:lnTo>
                  <a:lnTo>
                    <a:pt x="2173224" y="1461516"/>
                  </a:lnTo>
                  <a:lnTo>
                    <a:pt x="2170176" y="1464564"/>
                  </a:lnTo>
                  <a:lnTo>
                    <a:pt x="2170176" y="1513332"/>
                  </a:lnTo>
                  <a:lnTo>
                    <a:pt x="2173224" y="1516380"/>
                  </a:lnTo>
                  <a:lnTo>
                    <a:pt x="2180844" y="1516380"/>
                  </a:lnTo>
                  <a:lnTo>
                    <a:pt x="2183892" y="1513332"/>
                  </a:lnTo>
                  <a:lnTo>
                    <a:pt x="2183892" y="1464564"/>
                  </a:lnTo>
                  <a:close/>
                </a:path>
                <a:path w="2184400" h="4994275">
                  <a:moveTo>
                    <a:pt x="2183892" y="1380744"/>
                  </a:moveTo>
                  <a:lnTo>
                    <a:pt x="2180844" y="1377696"/>
                  </a:lnTo>
                  <a:lnTo>
                    <a:pt x="2173224" y="1377696"/>
                  </a:lnTo>
                  <a:lnTo>
                    <a:pt x="2170176" y="1380744"/>
                  </a:lnTo>
                  <a:lnTo>
                    <a:pt x="2170176" y="1429512"/>
                  </a:lnTo>
                  <a:lnTo>
                    <a:pt x="2173224" y="1432560"/>
                  </a:lnTo>
                  <a:lnTo>
                    <a:pt x="2180844" y="1432560"/>
                  </a:lnTo>
                  <a:lnTo>
                    <a:pt x="2183892" y="1429512"/>
                  </a:lnTo>
                  <a:lnTo>
                    <a:pt x="2183892" y="1380744"/>
                  </a:lnTo>
                  <a:close/>
                </a:path>
                <a:path w="2184400" h="4994275">
                  <a:moveTo>
                    <a:pt x="2183892" y="1298448"/>
                  </a:moveTo>
                  <a:lnTo>
                    <a:pt x="2180844" y="1295400"/>
                  </a:lnTo>
                  <a:lnTo>
                    <a:pt x="2173224" y="1295400"/>
                  </a:lnTo>
                  <a:lnTo>
                    <a:pt x="2170176" y="1298448"/>
                  </a:lnTo>
                  <a:lnTo>
                    <a:pt x="2170176" y="1347216"/>
                  </a:lnTo>
                  <a:lnTo>
                    <a:pt x="2173224" y="1350264"/>
                  </a:lnTo>
                  <a:lnTo>
                    <a:pt x="2180844" y="1350264"/>
                  </a:lnTo>
                  <a:lnTo>
                    <a:pt x="2183892" y="1347216"/>
                  </a:lnTo>
                  <a:lnTo>
                    <a:pt x="2183892" y="1298448"/>
                  </a:lnTo>
                  <a:close/>
                </a:path>
                <a:path w="2184400" h="4994275">
                  <a:moveTo>
                    <a:pt x="2183892" y="1216152"/>
                  </a:moveTo>
                  <a:lnTo>
                    <a:pt x="2180844" y="1213104"/>
                  </a:lnTo>
                  <a:lnTo>
                    <a:pt x="2173224" y="1213104"/>
                  </a:lnTo>
                  <a:lnTo>
                    <a:pt x="2170176" y="1216152"/>
                  </a:lnTo>
                  <a:lnTo>
                    <a:pt x="2170176" y="1264920"/>
                  </a:lnTo>
                  <a:lnTo>
                    <a:pt x="2173224" y="1267968"/>
                  </a:lnTo>
                  <a:lnTo>
                    <a:pt x="2180844" y="1267968"/>
                  </a:lnTo>
                  <a:lnTo>
                    <a:pt x="2183892" y="1264920"/>
                  </a:lnTo>
                  <a:lnTo>
                    <a:pt x="2183892" y="1216152"/>
                  </a:lnTo>
                  <a:close/>
                </a:path>
                <a:path w="2184400" h="4994275">
                  <a:moveTo>
                    <a:pt x="2183892" y="1132332"/>
                  </a:moveTo>
                  <a:lnTo>
                    <a:pt x="2180844" y="1129284"/>
                  </a:lnTo>
                  <a:lnTo>
                    <a:pt x="2173224" y="1129284"/>
                  </a:lnTo>
                  <a:lnTo>
                    <a:pt x="2170176" y="1132332"/>
                  </a:lnTo>
                  <a:lnTo>
                    <a:pt x="2170176" y="1181100"/>
                  </a:lnTo>
                  <a:lnTo>
                    <a:pt x="2173224" y="1184148"/>
                  </a:lnTo>
                  <a:lnTo>
                    <a:pt x="2180844" y="1184148"/>
                  </a:lnTo>
                  <a:lnTo>
                    <a:pt x="2183892" y="1181100"/>
                  </a:lnTo>
                  <a:lnTo>
                    <a:pt x="2183892" y="1132332"/>
                  </a:lnTo>
                  <a:close/>
                </a:path>
                <a:path w="2184400" h="4994275">
                  <a:moveTo>
                    <a:pt x="2183892" y="1050036"/>
                  </a:moveTo>
                  <a:lnTo>
                    <a:pt x="2180844" y="1046988"/>
                  </a:lnTo>
                  <a:lnTo>
                    <a:pt x="2173224" y="1046988"/>
                  </a:lnTo>
                  <a:lnTo>
                    <a:pt x="2170176" y="1050036"/>
                  </a:lnTo>
                  <a:lnTo>
                    <a:pt x="2170176" y="1098804"/>
                  </a:lnTo>
                  <a:lnTo>
                    <a:pt x="2173224" y="1101852"/>
                  </a:lnTo>
                  <a:lnTo>
                    <a:pt x="2180844" y="1101852"/>
                  </a:lnTo>
                  <a:lnTo>
                    <a:pt x="2183892" y="1098804"/>
                  </a:lnTo>
                  <a:lnTo>
                    <a:pt x="2183892" y="1050036"/>
                  </a:lnTo>
                  <a:close/>
                </a:path>
                <a:path w="2184400" h="4994275">
                  <a:moveTo>
                    <a:pt x="2183892" y="967740"/>
                  </a:moveTo>
                  <a:lnTo>
                    <a:pt x="2180844" y="964692"/>
                  </a:lnTo>
                  <a:lnTo>
                    <a:pt x="2173224" y="964692"/>
                  </a:lnTo>
                  <a:lnTo>
                    <a:pt x="2170176" y="967740"/>
                  </a:lnTo>
                  <a:lnTo>
                    <a:pt x="2170176" y="1016508"/>
                  </a:lnTo>
                  <a:lnTo>
                    <a:pt x="2173224" y="1019556"/>
                  </a:lnTo>
                  <a:lnTo>
                    <a:pt x="2180844" y="1019556"/>
                  </a:lnTo>
                  <a:lnTo>
                    <a:pt x="2183892" y="1016508"/>
                  </a:lnTo>
                  <a:lnTo>
                    <a:pt x="2183892" y="967740"/>
                  </a:lnTo>
                  <a:close/>
                </a:path>
                <a:path w="2184400" h="4994275">
                  <a:moveTo>
                    <a:pt x="2183892" y="883920"/>
                  </a:moveTo>
                  <a:lnTo>
                    <a:pt x="2180844" y="880872"/>
                  </a:lnTo>
                  <a:lnTo>
                    <a:pt x="2173224" y="880872"/>
                  </a:lnTo>
                  <a:lnTo>
                    <a:pt x="2170176" y="883920"/>
                  </a:lnTo>
                  <a:lnTo>
                    <a:pt x="2170176" y="932688"/>
                  </a:lnTo>
                  <a:lnTo>
                    <a:pt x="2173224" y="935736"/>
                  </a:lnTo>
                  <a:lnTo>
                    <a:pt x="2180844" y="935736"/>
                  </a:lnTo>
                  <a:lnTo>
                    <a:pt x="2183892" y="932688"/>
                  </a:lnTo>
                  <a:lnTo>
                    <a:pt x="2183892" y="883920"/>
                  </a:lnTo>
                  <a:close/>
                </a:path>
                <a:path w="2184400" h="4994275">
                  <a:moveTo>
                    <a:pt x="2183892" y="801624"/>
                  </a:moveTo>
                  <a:lnTo>
                    <a:pt x="2180844" y="798576"/>
                  </a:lnTo>
                  <a:lnTo>
                    <a:pt x="2173224" y="798576"/>
                  </a:lnTo>
                  <a:lnTo>
                    <a:pt x="2170176" y="801624"/>
                  </a:lnTo>
                  <a:lnTo>
                    <a:pt x="2170176" y="850392"/>
                  </a:lnTo>
                  <a:lnTo>
                    <a:pt x="2173224" y="853440"/>
                  </a:lnTo>
                  <a:lnTo>
                    <a:pt x="2180844" y="853440"/>
                  </a:lnTo>
                  <a:lnTo>
                    <a:pt x="2183892" y="850392"/>
                  </a:lnTo>
                  <a:lnTo>
                    <a:pt x="2183892" y="801624"/>
                  </a:lnTo>
                  <a:close/>
                </a:path>
                <a:path w="2184400" h="4994275">
                  <a:moveTo>
                    <a:pt x="2183892" y="719328"/>
                  </a:moveTo>
                  <a:lnTo>
                    <a:pt x="2180844" y="716280"/>
                  </a:lnTo>
                  <a:lnTo>
                    <a:pt x="2173224" y="716280"/>
                  </a:lnTo>
                  <a:lnTo>
                    <a:pt x="2170176" y="719328"/>
                  </a:lnTo>
                  <a:lnTo>
                    <a:pt x="2170176" y="768096"/>
                  </a:lnTo>
                  <a:lnTo>
                    <a:pt x="2173224" y="771144"/>
                  </a:lnTo>
                  <a:lnTo>
                    <a:pt x="2180844" y="771144"/>
                  </a:lnTo>
                  <a:lnTo>
                    <a:pt x="2183892" y="768096"/>
                  </a:lnTo>
                  <a:lnTo>
                    <a:pt x="2183892" y="719328"/>
                  </a:lnTo>
                  <a:close/>
                </a:path>
                <a:path w="2184400" h="4994275">
                  <a:moveTo>
                    <a:pt x="2183892" y="635508"/>
                  </a:moveTo>
                  <a:lnTo>
                    <a:pt x="2180844" y="632460"/>
                  </a:lnTo>
                  <a:lnTo>
                    <a:pt x="2173224" y="632460"/>
                  </a:lnTo>
                  <a:lnTo>
                    <a:pt x="2170176" y="635508"/>
                  </a:lnTo>
                  <a:lnTo>
                    <a:pt x="2170176" y="684276"/>
                  </a:lnTo>
                  <a:lnTo>
                    <a:pt x="2173224" y="687324"/>
                  </a:lnTo>
                  <a:lnTo>
                    <a:pt x="2180844" y="687324"/>
                  </a:lnTo>
                  <a:lnTo>
                    <a:pt x="2183892" y="684276"/>
                  </a:lnTo>
                  <a:lnTo>
                    <a:pt x="2183892" y="635508"/>
                  </a:lnTo>
                  <a:close/>
                </a:path>
                <a:path w="2184400" h="4994275">
                  <a:moveTo>
                    <a:pt x="2183892" y="553212"/>
                  </a:moveTo>
                  <a:lnTo>
                    <a:pt x="2180844" y="550164"/>
                  </a:lnTo>
                  <a:lnTo>
                    <a:pt x="2173224" y="550164"/>
                  </a:lnTo>
                  <a:lnTo>
                    <a:pt x="2170176" y="553212"/>
                  </a:lnTo>
                  <a:lnTo>
                    <a:pt x="2170176" y="601980"/>
                  </a:lnTo>
                  <a:lnTo>
                    <a:pt x="2173224" y="605028"/>
                  </a:lnTo>
                  <a:lnTo>
                    <a:pt x="2180844" y="605028"/>
                  </a:lnTo>
                  <a:lnTo>
                    <a:pt x="2183892" y="601980"/>
                  </a:lnTo>
                  <a:lnTo>
                    <a:pt x="2183892" y="553212"/>
                  </a:lnTo>
                  <a:close/>
                </a:path>
                <a:path w="2184400" h="4994275">
                  <a:moveTo>
                    <a:pt x="2183892" y="470916"/>
                  </a:moveTo>
                  <a:lnTo>
                    <a:pt x="2180844" y="467868"/>
                  </a:lnTo>
                  <a:lnTo>
                    <a:pt x="2173224" y="467868"/>
                  </a:lnTo>
                  <a:lnTo>
                    <a:pt x="2170176" y="470916"/>
                  </a:lnTo>
                  <a:lnTo>
                    <a:pt x="2170176" y="519684"/>
                  </a:lnTo>
                  <a:lnTo>
                    <a:pt x="2173224" y="522732"/>
                  </a:lnTo>
                  <a:lnTo>
                    <a:pt x="2180844" y="522732"/>
                  </a:lnTo>
                  <a:lnTo>
                    <a:pt x="2183892" y="519684"/>
                  </a:lnTo>
                  <a:lnTo>
                    <a:pt x="2183892" y="470916"/>
                  </a:lnTo>
                  <a:close/>
                </a:path>
                <a:path w="2184400" h="4994275">
                  <a:moveTo>
                    <a:pt x="2183892" y="387096"/>
                  </a:moveTo>
                  <a:lnTo>
                    <a:pt x="2180844" y="384048"/>
                  </a:lnTo>
                  <a:lnTo>
                    <a:pt x="2173224" y="384048"/>
                  </a:lnTo>
                  <a:lnTo>
                    <a:pt x="2170176" y="387096"/>
                  </a:lnTo>
                  <a:lnTo>
                    <a:pt x="2170176" y="435864"/>
                  </a:lnTo>
                  <a:lnTo>
                    <a:pt x="2173224" y="438912"/>
                  </a:lnTo>
                  <a:lnTo>
                    <a:pt x="2180844" y="438912"/>
                  </a:lnTo>
                  <a:lnTo>
                    <a:pt x="2183892" y="435864"/>
                  </a:lnTo>
                  <a:lnTo>
                    <a:pt x="2183892" y="387096"/>
                  </a:lnTo>
                  <a:close/>
                </a:path>
                <a:path w="2184400" h="4994275">
                  <a:moveTo>
                    <a:pt x="2183892" y="304800"/>
                  </a:moveTo>
                  <a:lnTo>
                    <a:pt x="2180844" y="301752"/>
                  </a:lnTo>
                  <a:lnTo>
                    <a:pt x="2173224" y="301752"/>
                  </a:lnTo>
                  <a:lnTo>
                    <a:pt x="2170176" y="304800"/>
                  </a:lnTo>
                  <a:lnTo>
                    <a:pt x="2170176" y="353568"/>
                  </a:lnTo>
                  <a:lnTo>
                    <a:pt x="2173224" y="356616"/>
                  </a:lnTo>
                  <a:lnTo>
                    <a:pt x="2180844" y="356616"/>
                  </a:lnTo>
                  <a:lnTo>
                    <a:pt x="2183892" y="353568"/>
                  </a:lnTo>
                  <a:lnTo>
                    <a:pt x="2183892" y="304800"/>
                  </a:lnTo>
                  <a:close/>
                </a:path>
                <a:path w="2184400" h="4994275">
                  <a:moveTo>
                    <a:pt x="2183892" y="222504"/>
                  </a:moveTo>
                  <a:lnTo>
                    <a:pt x="2180844" y="219456"/>
                  </a:lnTo>
                  <a:lnTo>
                    <a:pt x="2173224" y="219456"/>
                  </a:lnTo>
                  <a:lnTo>
                    <a:pt x="2170176" y="222504"/>
                  </a:lnTo>
                  <a:lnTo>
                    <a:pt x="2170176" y="271272"/>
                  </a:lnTo>
                  <a:lnTo>
                    <a:pt x="2173224" y="274320"/>
                  </a:lnTo>
                  <a:lnTo>
                    <a:pt x="2180844" y="274320"/>
                  </a:lnTo>
                  <a:lnTo>
                    <a:pt x="2183892" y="271272"/>
                  </a:lnTo>
                  <a:lnTo>
                    <a:pt x="2183892" y="222504"/>
                  </a:lnTo>
                  <a:close/>
                </a:path>
                <a:path w="2184400" h="4994275">
                  <a:moveTo>
                    <a:pt x="2183892" y="138684"/>
                  </a:moveTo>
                  <a:lnTo>
                    <a:pt x="2180844" y="135636"/>
                  </a:lnTo>
                  <a:lnTo>
                    <a:pt x="2173224" y="135636"/>
                  </a:lnTo>
                  <a:lnTo>
                    <a:pt x="2170176" y="138684"/>
                  </a:lnTo>
                  <a:lnTo>
                    <a:pt x="2170176" y="187452"/>
                  </a:lnTo>
                  <a:lnTo>
                    <a:pt x="2173224" y="192024"/>
                  </a:lnTo>
                  <a:lnTo>
                    <a:pt x="2180844" y="192024"/>
                  </a:lnTo>
                  <a:lnTo>
                    <a:pt x="2183892" y="187452"/>
                  </a:lnTo>
                  <a:lnTo>
                    <a:pt x="2183892" y="138684"/>
                  </a:lnTo>
                  <a:close/>
                </a:path>
              </a:pathLst>
            </a:custGeom>
            <a:solidFill>
              <a:srgbClr val="9A9A9A"/>
            </a:solidFill>
          </p:spPr>
          <p:txBody>
            <a:bodyPr wrap="square" lIns="0" tIns="0" rIns="0" bIns="0" rtlCol="0"/>
            <a:lstStyle/>
            <a:p>
              <a:endParaRPr/>
            </a:p>
          </p:txBody>
        </p:sp>
        <p:sp>
          <p:nvSpPr>
            <p:cNvPr id="53" name="object 53"/>
            <p:cNvSpPr/>
            <p:nvPr/>
          </p:nvSpPr>
          <p:spPr>
            <a:xfrm>
              <a:off x="5274564" y="553211"/>
              <a:ext cx="2714625" cy="5476240"/>
            </a:xfrm>
            <a:custGeom>
              <a:avLst/>
              <a:gdLst/>
              <a:ahLst/>
              <a:cxnLst/>
              <a:rect l="l" t="t" r="r" b="b"/>
              <a:pathLst>
                <a:path w="2714625" h="5476240">
                  <a:moveTo>
                    <a:pt x="0" y="2359151"/>
                  </a:moveTo>
                  <a:lnTo>
                    <a:pt x="2714243" y="2359151"/>
                  </a:lnTo>
                </a:path>
                <a:path w="2714625" h="5476240">
                  <a:moveTo>
                    <a:pt x="0" y="1545335"/>
                  </a:moveTo>
                  <a:lnTo>
                    <a:pt x="2714243" y="1545335"/>
                  </a:lnTo>
                </a:path>
                <a:path w="2714625" h="5476240">
                  <a:moveTo>
                    <a:pt x="0" y="1952243"/>
                  </a:moveTo>
                  <a:lnTo>
                    <a:pt x="2714243" y="1952243"/>
                  </a:lnTo>
                </a:path>
                <a:path w="2714625" h="5476240">
                  <a:moveTo>
                    <a:pt x="0" y="1138427"/>
                  </a:moveTo>
                  <a:lnTo>
                    <a:pt x="2714243" y="1138427"/>
                  </a:lnTo>
                </a:path>
                <a:path w="2714625" h="5476240">
                  <a:moveTo>
                    <a:pt x="0" y="0"/>
                  </a:moveTo>
                  <a:lnTo>
                    <a:pt x="0" y="5475731"/>
                  </a:lnTo>
                </a:path>
                <a:path w="2714625" h="5476240">
                  <a:moveTo>
                    <a:pt x="0" y="326135"/>
                  </a:moveTo>
                  <a:lnTo>
                    <a:pt x="2714243" y="326135"/>
                  </a:lnTo>
                </a:path>
              </a:pathLst>
            </a:custGeom>
            <a:ln w="13715">
              <a:solidFill>
                <a:srgbClr val="666666"/>
              </a:solidFill>
            </a:ln>
          </p:spPr>
          <p:txBody>
            <a:bodyPr wrap="square" lIns="0" tIns="0" rIns="0" bIns="0" rtlCol="0"/>
            <a:lstStyle/>
            <a:p>
              <a:endParaRPr/>
            </a:p>
          </p:txBody>
        </p:sp>
        <p:sp>
          <p:nvSpPr>
            <p:cNvPr id="54" name="object 54"/>
            <p:cNvSpPr/>
            <p:nvPr/>
          </p:nvSpPr>
          <p:spPr>
            <a:xfrm>
              <a:off x="5484876" y="736091"/>
              <a:ext cx="13970" cy="4361815"/>
            </a:xfrm>
            <a:custGeom>
              <a:avLst/>
              <a:gdLst/>
              <a:ahLst/>
              <a:cxnLst/>
              <a:rect l="l" t="t" r="r" b="b"/>
              <a:pathLst>
                <a:path w="13970" h="4361815">
                  <a:moveTo>
                    <a:pt x="10668" y="0"/>
                  </a:moveTo>
                  <a:lnTo>
                    <a:pt x="3048" y="0"/>
                  </a:lnTo>
                  <a:lnTo>
                    <a:pt x="0" y="3048"/>
                  </a:lnTo>
                  <a:lnTo>
                    <a:pt x="0" y="53340"/>
                  </a:lnTo>
                  <a:lnTo>
                    <a:pt x="3048" y="56387"/>
                  </a:lnTo>
                  <a:lnTo>
                    <a:pt x="10668" y="56387"/>
                  </a:lnTo>
                  <a:lnTo>
                    <a:pt x="13715" y="53340"/>
                  </a:lnTo>
                  <a:lnTo>
                    <a:pt x="13715" y="3048"/>
                  </a:lnTo>
                  <a:lnTo>
                    <a:pt x="10668" y="0"/>
                  </a:lnTo>
                  <a:close/>
                </a:path>
                <a:path w="13970" h="4361815">
                  <a:moveTo>
                    <a:pt x="10668" y="83820"/>
                  </a:moveTo>
                  <a:lnTo>
                    <a:pt x="3048" y="83820"/>
                  </a:lnTo>
                  <a:lnTo>
                    <a:pt x="0" y="86868"/>
                  </a:lnTo>
                  <a:lnTo>
                    <a:pt x="0" y="135636"/>
                  </a:lnTo>
                  <a:lnTo>
                    <a:pt x="3048" y="138684"/>
                  </a:lnTo>
                  <a:lnTo>
                    <a:pt x="10668" y="138684"/>
                  </a:lnTo>
                  <a:lnTo>
                    <a:pt x="13715" y="135636"/>
                  </a:lnTo>
                  <a:lnTo>
                    <a:pt x="13715" y="86868"/>
                  </a:lnTo>
                  <a:lnTo>
                    <a:pt x="10668" y="83820"/>
                  </a:lnTo>
                  <a:close/>
                </a:path>
                <a:path w="13970" h="4361815">
                  <a:moveTo>
                    <a:pt x="10668" y="166116"/>
                  </a:moveTo>
                  <a:lnTo>
                    <a:pt x="3048" y="166116"/>
                  </a:lnTo>
                  <a:lnTo>
                    <a:pt x="0" y="169163"/>
                  </a:lnTo>
                  <a:lnTo>
                    <a:pt x="0" y="217932"/>
                  </a:lnTo>
                  <a:lnTo>
                    <a:pt x="3048" y="220980"/>
                  </a:lnTo>
                  <a:lnTo>
                    <a:pt x="10668" y="220980"/>
                  </a:lnTo>
                  <a:lnTo>
                    <a:pt x="13715" y="217932"/>
                  </a:lnTo>
                  <a:lnTo>
                    <a:pt x="13715" y="169163"/>
                  </a:lnTo>
                  <a:lnTo>
                    <a:pt x="10668" y="166116"/>
                  </a:lnTo>
                  <a:close/>
                </a:path>
                <a:path w="13970" h="4361815">
                  <a:moveTo>
                    <a:pt x="10668" y="248412"/>
                  </a:moveTo>
                  <a:lnTo>
                    <a:pt x="3048" y="248412"/>
                  </a:lnTo>
                  <a:lnTo>
                    <a:pt x="0" y="251460"/>
                  </a:lnTo>
                  <a:lnTo>
                    <a:pt x="0" y="301752"/>
                  </a:lnTo>
                  <a:lnTo>
                    <a:pt x="3048" y="304800"/>
                  </a:lnTo>
                  <a:lnTo>
                    <a:pt x="10668" y="304800"/>
                  </a:lnTo>
                  <a:lnTo>
                    <a:pt x="13715" y="301752"/>
                  </a:lnTo>
                  <a:lnTo>
                    <a:pt x="13715" y="251460"/>
                  </a:lnTo>
                  <a:lnTo>
                    <a:pt x="10668" y="248412"/>
                  </a:lnTo>
                  <a:close/>
                </a:path>
                <a:path w="13970" h="4361815">
                  <a:moveTo>
                    <a:pt x="10668" y="332232"/>
                  </a:moveTo>
                  <a:lnTo>
                    <a:pt x="3048" y="332232"/>
                  </a:lnTo>
                  <a:lnTo>
                    <a:pt x="0" y="335280"/>
                  </a:lnTo>
                  <a:lnTo>
                    <a:pt x="0" y="384048"/>
                  </a:lnTo>
                  <a:lnTo>
                    <a:pt x="3048" y="387096"/>
                  </a:lnTo>
                  <a:lnTo>
                    <a:pt x="10668" y="387096"/>
                  </a:lnTo>
                  <a:lnTo>
                    <a:pt x="13715" y="384048"/>
                  </a:lnTo>
                  <a:lnTo>
                    <a:pt x="13715" y="335280"/>
                  </a:lnTo>
                  <a:lnTo>
                    <a:pt x="10668" y="332232"/>
                  </a:lnTo>
                  <a:close/>
                </a:path>
                <a:path w="13970" h="4361815">
                  <a:moveTo>
                    <a:pt x="10668" y="414528"/>
                  </a:moveTo>
                  <a:lnTo>
                    <a:pt x="3048" y="414528"/>
                  </a:lnTo>
                  <a:lnTo>
                    <a:pt x="0" y="417575"/>
                  </a:lnTo>
                  <a:lnTo>
                    <a:pt x="0" y="466344"/>
                  </a:lnTo>
                  <a:lnTo>
                    <a:pt x="3048" y="469392"/>
                  </a:lnTo>
                  <a:lnTo>
                    <a:pt x="10668" y="469392"/>
                  </a:lnTo>
                  <a:lnTo>
                    <a:pt x="13715" y="466344"/>
                  </a:lnTo>
                  <a:lnTo>
                    <a:pt x="13715" y="417575"/>
                  </a:lnTo>
                  <a:lnTo>
                    <a:pt x="10668" y="414528"/>
                  </a:lnTo>
                  <a:close/>
                </a:path>
                <a:path w="13970" h="4361815">
                  <a:moveTo>
                    <a:pt x="10668" y="496824"/>
                  </a:moveTo>
                  <a:lnTo>
                    <a:pt x="3048" y="496824"/>
                  </a:lnTo>
                  <a:lnTo>
                    <a:pt x="0" y="499872"/>
                  </a:lnTo>
                  <a:lnTo>
                    <a:pt x="0" y="550163"/>
                  </a:lnTo>
                  <a:lnTo>
                    <a:pt x="3048" y="553212"/>
                  </a:lnTo>
                  <a:lnTo>
                    <a:pt x="10668" y="553212"/>
                  </a:lnTo>
                  <a:lnTo>
                    <a:pt x="13715" y="550163"/>
                  </a:lnTo>
                  <a:lnTo>
                    <a:pt x="13715" y="499872"/>
                  </a:lnTo>
                  <a:lnTo>
                    <a:pt x="10668" y="496824"/>
                  </a:lnTo>
                  <a:close/>
                </a:path>
                <a:path w="13970" h="4361815">
                  <a:moveTo>
                    <a:pt x="10668" y="580644"/>
                  </a:moveTo>
                  <a:lnTo>
                    <a:pt x="3048" y="580644"/>
                  </a:lnTo>
                  <a:lnTo>
                    <a:pt x="0" y="583692"/>
                  </a:lnTo>
                  <a:lnTo>
                    <a:pt x="0" y="632460"/>
                  </a:lnTo>
                  <a:lnTo>
                    <a:pt x="3048" y="635508"/>
                  </a:lnTo>
                  <a:lnTo>
                    <a:pt x="10668" y="635508"/>
                  </a:lnTo>
                  <a:lnTo>
                    <a:pt x="13715" y="632460"/>
                  </a:lnTo>
                  <a:lnTo>
                    <a:pt x="13715" y="583692"/>
                  </a:lnTo>
                  <a:lnTo>
                    <a:pt x="10668" y="580644"/>
                  </a:lnTo>
                  <a:close/>
                </a:path>
                <a:path w="13970" h="4361815">
                  <a:moveTo>
                    <a:pt x="10668" y="662940"/>
                  </a:moveTo>
                  <a:lnTo>
                    <a:pt x="3048" y="662940"/>
                  </a:lnTo>
                  <a:lnTo>
                    <a:pt x="0" y="665988"/>
                  </a:lnTo>
                  <a:lnTo>
                    <a:pt x="0" y="714756"/>
                  </a:lnTo>
                  <a:lnTo>
                    <a:pt x="3048" y="717804"/>
                  </a:lnTo>
                  <a:lnTo>
                    <a:pt x="10668" y="717804"/>
                  </a:lnTo>
                  <a:lnTo>
                    <a:pt x="13715" y="714756"/>
                  </a:lnTo>
                  <a:lnTo>
                    <a:pt x="13715" y="665988"/>
                  </a:lnTo>
                  <a:lnTo>
                    <a:pt x="10668" y="662940"/>
                  </a:lnTo>
                  <a:close/>
                </a:path>
                <a:path w="13970" h="4361815">
                  <a:moveTo>
                    <a:pt x="10668" y="745236"/>
                  </a:moveTo>
                  <a:lnTo>
                    <a:pt x="3048" y="745236"/>
                  </a:lnTo>
                  <a:lnTo>
                    <a:pt x="0" y="748284"/>
                  </a:lnTo>
                  <a:lnTo>
                    <a:pt x="0" y="798576"/>
                  </a:lnTo>
                  <a:lnTo>
                    <a:pt x="3048" y="801624"/>
                  </a:lnTo>
                  <a:lnTo>
                    <a:pt x="10668" y="801624"/>
                  </a:lnTo>
                  <a:lnTo>
                    <a:pt x="13715" y="798576"/>
                  </a:lnTo>
                  <a:lnTo>
                    <a:pt x="13715" y="748284"/>
                  </a:lnTo>
                  <a:lnTo>
                    <a:pt x="10668" y="745236"/>
                  </a:lnTo>
                  <a:close/>
                </a:path>
                <a:path w="13970" h="4361815">
                  <a:moveTo>
                    <a:pt x="10668" y="829056"/>
                  </a:moveTo>
                  <a:lnTo>
                    <a:pt x="3048" y="829056"/>
                  </a:lnTo>
                  <a:lnTo>
                    <a:pt x="0" y="832104"/>
                  </a:lnTo>
                  <a:lnTo>
                    <a:pt x="0" y="880872"/>
                  </a:lnTo>
                  <a:lnTo>
                    <a:pt x="3048" y="883920"/>
                  </a:lnTo>
                  <a:lnTo>
                    <a:pt x="10668" y="883920"/>
                  </a:lnTo>
                  <a:lnTo>
                    <a:pt x="13715" y="880872"/>
                  </a:lnTo>
                  <a:lnTo>
                    <a:pt x="13715" y="832104"/>
                  </a:lnTo>
                  <a:lnTo>
                    <a:pt x="10668" y="829056"/>
                  </a:lnTo>
                  <a:close/>
                </a:path>
                <a:path w="13970" h="4361815">
                  <a:moveTo>
                    <a:pt x="10668" y="911352"/>
                  </a:moveTo>
                  <a:lnTo>
                    <a:pt x="3048" y="911352"/>
                  </a:lnTo>
                  <a:lnTo>
                    <a:pt x="0" y="914400"/>
                  </a:lnTo>
                  <a:lnTo>
                    <a:pt x="0" y="963168"/>
                  </a:lnTo>
                  <a:lnTo>
                    <a:pt x="3048" y="966216"/>
                  </a:lnTo>
                  <a:lnTo>
                    <a:pt x="10668" y="966216"/>
                  </a:lnTo>
                  <a:lnTo>
                    <a:pt x="13715" y="963168"/>
                  </a:lnTo>
                  <a:lnTo>
                    <a:pt x="13715" y="914400"/>
                  </a:lnTo>
                  <a:lnTo>
                    <a:pt x="10668" y="911352"/>
                  </a:lnTo>
                  <a:close/>
                </a:path>
                <a:path w="13970" h="4361815">
                  <a:moveTo>
                    <a:pt x="10668" y="993648"/>
                  </a:moveTo>
                  <a:lnTo>
                    <a:pt x="3048" y="993648"/>
                  </a:lnTo>
                  <a:lnTo>
                    <a:pt x="0" y="996696"/>
                  </a:lnTo>
                  <a:lnTo>
                    <a:pt x="0" y="1045463"/>
                  </a:lnTo>
                  <a:lnTo>
                    <a:pt x="3048" y="1050036"/>
                  </a:lnTo>
                  <a:lnTo>
                    <a:pt x="10668" y="1050036"/>
                  </a:lnTo>
                  <a:lnTo>
                    <a:pt x="13715" y="1045463"/>
                  </a:lnTo>
                  <a:lnTo>
                    <a:pt x="13715" y="996696"/>
                  </a:lnTo>
                  <a:lnTo>
                    <a:pt x="10668" y="993648"/>
                  </a:lnTo>
                  <a:close/>
                </a:path>
                <a:path w="13970" h="4361815">
                  <a:moveTo>
                    <a:pt x="10668" y="1077468"/>
                  </a:moveTo>
                  <a:lnTo>
                    <a:pt x="3048" y="1077468"/>
                  </a:lnTo>
                  <a:lnTo>
                    <a:pt x="0" y="1080516"/>
                  </a:lnTo>
                  <a:lnTo>
                    <a:pt x="0" y="1129284"/>
                  </a:lnTo>
                  <a:lnTo>
                    <a:pt x="3048" y="1132332"/>
                  </a:lnTo>
                  <a:lnTo>
                    <a:pt x="10668" y="1132332"/>
                  </a:lnTo>
                  <a:lnTo>
                    <a:pt x="13715" y="1129284"/>
                  </a:lnTo>
                  <a:lnTo>
                    <a:pt x="13715" y="1080516"/>
                  </a:lnTo>
                  <a:lnTo>
                    <a:pt x="10668" y="1077468"/>
                  </a:lnTo>
                  <a:close/>
                </a:path>
                <a:path w="13970" h="4361815">
                  <a:moveTo>
                    <a:pt x="10668" y="1159764"/>
                  </a:moveTo>
                  <a:lnTo>
                    <a:pt x="3048" y="1159764"/>
                  </a:lnTo>
                  <a:lnTo>
                    <a:pt x="0" y="1162812"/>
                  </a:lnTo>
                  <a:lnTo>
                    <a:pt x="0" y="1211580"/>
                  </a:lnTo>
                  <a:lnTo>
                    <a:pt x="3048" y="1214628"/>
                  </a:lnTo>
                  <a:lnTo>
                    <a:pt x="10668" y="1214628"/>
                  </a:lnTo>
                  <a:lnTo>
                    <a:pt x="13715" y="1211580"/>
                  </a:lnTo>
                  <a:lnTo>
                    <a:pt x="13715" y="1162812"/>
                  </a:lnTo>
                  <a:lnTo>
                    <a:pt x="10668" y="1159764"/>
                  </a:lnTo>
                  <a:close/>
                </a:path>
                <a:path w="13970" h="4361815">
                  <a:moveTo>
                    <a:pt x="10668" y="1242060"/>
                  </a:moveTo>
                  <a:lnTo>
                    <a:pt x="3048" y="1242060"/>
                  </a:lnTo>
                  <a:lnTo>
                    <a:pt x="0" y="1245108"/>
                  </a:lnTo>
                  <a:lnTo>
                    <a:pt x="0" y="1293876"/>
                  </a:lnTo>
                  <a:lnTo>
                    <a:pt x="3048" y="1298448"/>
                  </a:lnTo>
                  <a:lnTo>
                    <a:pt x="10668" y="1298448"/>
                  </a:lnTo>
                  <a:lnTo>
                    <a:pt x="13715" y="1293876"/>
                  </a:lnTo>
                  <a:lnTo>
                    <a:pt x="13715" y="1245108"/>
                  </a:lnTo>
                  <a:lnTo>
                    <a:pt x="10668" y="1242060"/>
                  </a:lnTo>
                  <a:close/>
                </a:path>
                <a:path w="13970" h="4361815">
                  <a:moveTo>
                    <a:pt x="10668" y="1325880"/>
                  </a:moveTo>
                  <a:lnTo>
                    <a:pt x="3048" y="1325880"/>
                  </a:lnTo>
                  <a:lnTo>
                    <a:pt x="0" y="1328928"/>
                  </a:lnTo>
                  <a:lnTo>
                    <a:pt x="0" y="1377696"/>
                  </a:lnTo>
                  <a:lnTo>
                    <a:pt x="3048" y="1380744"/>
                  </a:lnTo>
                  <a:lnTo>
                    <a:pt x="10668" y="1380744"/>
                  </a:lnTo>
                  <a:lnTo>
                    <a:pt x="13715" y="1377696"/>
                  </a:lnTo>
                  <a:lnTo>
                    <a:pt x="13715" y="1328928"/>
                  </a:lnTo>
                  <a:lnTo>
                    <a:pt x="10668" y="1325880"/>
                  </a:lnTo>
                  <a:close/>
                </a:path>
                <a:path w="13970" h="4361815">
                  <a:moveTo>
                    <a:pt x="10668" y="1408176"/>
                  </a:moveTo>
                  <a:lnTo>
                    <a:pt x="3048" y="1408176"/>
                  </a:lnTo>
                  <a:lnTo>
                    <a:pt x="0" y="1411224"/>
                  </a:lnTo>
                  <a:lnTo>
                    <a:pt x="0" y="1459992"/>
                  </a:lnTo>
                  <a:lnTo>
                    <a:pt x="3048" y="1463040"/>
                  </a:lnTo>
                  <a:lnTo>
                    <a:pt x="10668" y="1463040"/>
                  </a:lnTo>
                  <a:lnTo>
                    <a:pt x="13715" y="1459992"/>
                  </a:lnTo>
                  <a:lnTo>
                    <a:pt x="13715" y="1411224"/>
                  </a:lnTo>
                  <a:lnTo>
                    <a:pt x="10668" y="1408176"/>
                  </a:lnTo>
                  <a:close/>
                </a:path>
                <a:path w="13970" h="4361815">
                  <a:moveTo>
                    <a:pt x="10668" y="1490472"/>
                  </a:moveTo>
                  <a:lnTo>
                    <a:pt x="3048" y="1490472"/>
                  </a:lnTo>
                  <a:lnTo>
                    <a:pt x="0" y="1493520"/>
                  </a:lnTo>
                  <a:lnTo>
                    <a:pt x="0" y="1542288"/>
                  </a:lnTo>
                  <a:lnTo>
                    <a:pt x="3048" y="1545336"/>
                  </a:lnTo>
                  <a:lnTo>
                    <a:pt x="10668" y="1545336"/>
                  </a:lnTo>
                  <a:lnTo>
                    <a:pt x="13715" y="1542288"/>
                  </a:lnTo>
                  <a:lnTo>
                    <a:pt x="13715" y="1493520"/>
                  </a:lnTo>
                  <a:lnTo>
                    <a:pt x="10668" y="1490472"/>
                  </a:lnTo>
                  <a:close/>
                </a:path>
                <a:path w="13970" h="4361815">
                  <a:moveTo>
                    <a:pt x="10668" y="1574292"/>
                  </a:moveTo>
                  <a:lnTo>
                    <a:pt x="3048" y="1574292"/>
                  </a:lnTo>
                  <a:lnTo>
                    <a:pt x="0" y="1577340"/>
                  </a:lnTo>
                  <a:lnTo>
                    <a:pt x="0" y="1626108"/>
                  </a:lnTo>
                  <a:lnTo>
                    <a:pt x="3048" y="1629156"/>
                  </a:lnTo>
                  <a:lnTo>
                    <a:pt x="10668" y="1629156"/>
                  </a:lnTo>
                  <a:lnTo>
                    <a:pt x="13715" y="1626108"/>
                  </a:lnTo>
                  <a:lnTo>
                    <a:pt x="13715" y="1577340"/>
                  </a:lnTo>
                  <a:lnTo>
                    <a:pt x="10668" y="1574292"/>
                  </a:lnTo>
                  <a:close/>
                </a:path>
                <a:path w="13970" h="4361815">
                  <a:moveTo>
                    <a:pt x="10668" y="1656588"/>
                  </a:moveTo>
                  <a:lnTo>
                    <a:pt x="3048" y="1656588"/>
                  </a:lnTo>
                  <a:lnTo>
                    <a:pt x="0" y="1659636"/>
                  </a:lnTo>
                  <a:lnTo>
                    <a:pt x="0" y="1708404"/>
                  </a:lnTo>
                  <a:lnTo>
                    <a:pt x="3048" y="1711452"/>
                  </a:lnTo>
                  <a:lnTo>
                    <a:pt x="10668" y="1711452"/>
                  </a:lnTo>
                  <a:lnTo>
                    <a:pt x="13715" y="1708404"/>
                  </a:lnTo>
                  <a:lnTo>
                    <a:pt x="13715" y="1659636"/>
                  </a:lnTo>
                  <a:lnTo>
                    <a:pt x="10668" y="1656588"/>
                  </a:lnTo>
                  <a:close/>
                </a:path>
                <a:path w="13970" h="4361815">
                  <a:moveTo>
                    <a:pt x="10668" y="1738884"/>
                  </a:moveTo>
                  <a:lnTo>
                    <a:pt x="3048" y="1738884"/>
                  </a:lnTo>
                  <a:lnTo>
                    <a:pt x="0" y="1741932"/>
                  </a:lnTo>
                  <a:lnTo>
                    <a:pt x="0" y="1790700"/>
                  </a:lnTo>
                  <a:lnTo>
                    <a:pt x="3048" y="1793748"/>
                  </a:lnTo>
                  <a:lnTo>
                    <a:pt x="10668" y="1793748"/>
                  </a:lnTo>
                  <a:lnTo>
                    <a:pt x="13715" y="1790700"/>
                  </a:lnTo>
                  <a:lnTo>
                    <a:pt x="13715" y="1741932"/>
                  </a:lnTo>
                  <a:lnTo>
                    <a:pt x="10668" y="1738884"/>
                  </a:lnTo>
                  <a:close/>
                </a:path>
                <a:path w="13970" h="4361815">
                  <a:moveTo>
                    <a:pt x="10668" y="1822704"/>
                  </a:moveTo>
                  <a:lnTo>
                    <a:pt x="3048" y="1822704"/>
                  </a:lnTo>
                  <a:lnTo>
                    <a:pt x="0" y="1825752"/>
                  </a:lnTo>
                  <a:lnTo>
                    <a:pt x="0" y="1874520"/>
                  </a:lnTo>
                  <a:lnTo>
                    <a:pt x="3048" y="1877568"/>
                  </a:lnTo>
                  <a:lnTo>
                    <a:pt x="10668" y="1877568"/>
                  </a:lnTo>
                  <a:lnTo>
                    <a:pt x="13715" y="1874520"/>
                  </a:lnTo>
                  <a:lnTo>
                    <a:pt x="13715" y="1825752"/>
                  </a:lnTo>
                  <a:lnTo>
                    <a:pt x="10668" y="1822704"/>
                  </a:lnTo>
                  <a:close/>
                </a:path>
                <a:path w="13970" h="4361815">
                  <a:moveTo>
                    <a:pt x="10668" y="1905000"/>
                  </a:moveTo>
                  <a:lnTo>
                    <a:pt x="3048" y="1905000"/>
                  </a:lnTo>
                  <a:lnTo>
                    <a:pt x="0" y="1908048"/>
                  </a:lnTo>
                  <a:lnTo>
                    <a:pt x="0" y="1956816"/>
                  </a:lnTo>
                  <a:lnTo>
                    <a:pt x="3048" y="1959864"/>
                  </a:lnTo>
                  <a:lnTo>
                    <a:pt x="10668" y="1959864"/>
                  </a:lnTo>
                  <a:lnTo>
                    <a:pt x="13715" y="1956816"/>
                  </a:lnTo>
                  <a:lnTo>
                    <a:pt x="13715" y="1908048"/>
                  </a:lnTo>
                  <a:lnTo>
                    <a:pt x="10668" y="1905000"/>
                  </a:lnTo>
                  <a:close/>
                </a:path>
                <a:path w="13970" h="4361815">
                  <a:moveTo>
                    <a:pt x="10668" y="1987296"/>
                  </a:moveTo>
                  <a:lnTo>
                    <a:pt x="3048" y="1987296"/>
                  </a:lnTo>
                  <a:lnTo>
                    <a:pt x="0" y="1990344"/>
                  </a:lnTo>
                  <a:lnTo>
                    <a:pt x="0" y="2039112"/>
                  </a:lnTo>
                  <a:lnTo>
                    <a:pt x="3048" y="2042160"/>
                  </a:lnTo>
                  <a:lnTo>
                    <a:pt x="10668" y="2042160"/>
                  </a:lnTo>
                  <a:lnTo>
                    <a:pt x="13715" y="2039112"/>
                  </a:lnTo>
                  <a:lnTo>
                    <a:pt x="13715" y="1990344"/>
                  </a:lnTo>
                  <a:lnTo>
                    <a:pt x="10668" y="1987296"/>
                  </a:lnTo>
                  <a:close/>
                </a:path>
                <a:path w="13970" h="4361815">
                  <a:moveTo>
                    <a:pt x="10668" y="2071116"/>
                  </a:moveTo>
                  <a:lnTo>
                    <a:pt x="3048" y="2071116"/>
                  </a:lnTo>
                  <a:lnTo>
                    <a:pt x="0" y="2074164"/>
                  </a:lnTo>
                  <a:lnTo>
                    <a:pt x="0" y="2122932"/>
                  </a:lnTo>
                  <a:lnTo>
                    <a:pt x="3048" y="2125980"/>
                  </a:lnTo>
                  <a:lnTo>
                    <a:pt x="10668" y="2125980"/>
                  </a:lnTo>
                  <a:lnTo>
                    <a:pt x="13715" y="2122932"/>
                  </a:lnTo>
                  <a:lnTo>
                    <a:pt x="13715" y="2074164"/>
                  </a:lnTo>
                  <a:lnTo>
                    <a:pt x="10668" y="2071116"/>
                  </a:lnTo>
                  <a:close/>
                </a:path>
                <a:path w="13970" h="4361815">
                  <a:moveTo>
                    <a:pt x="10668" y="2153412"/>
                  </a:moveTo>
                  <a:lnTo>
                    <a:pt x="3048" y="2153412"/>
                  </a:lnTo>
                  <a:lnTo>
                    <a:pt x="0" y="2156460"/>
                  </a:lnTo>
                  <a:lnTo>
                    <a:pt x="0" y="2205228"/>
                  </a:lnTo>
                  <a:lnTo>
                    <a:pt x="3048" y="2208276"/>
                  </a:lnTo>
                  <a:lnTo>
                    <a:pt x="10668" y="2208276"/>
                  </a:lnTo>
                  <a:lnTo>
                    <a:pt x="13715" y="2205228"/>
                  </a:lnTo>
                  <a:lnTo>
                    <a:pt x="13715" y="2156460"/>
                  </a:lnTo>
                  <a:lnTo>
                    <a:pt x="10668" y="2153412"/>
                  </a:lnTo>
                  <a:close/>
                </a:path>
                <a:path w="13970" h="4361815">
                  <a:moveTo>
                    <a:pt x="10668" y="2235708"/>
                  </a:moveTo>
                  <a:lnTo>
                    <a:pt x="3048" y="2235708"/>
                  </a:lnTo>
                  <a:lnTo>
                    <a:pt x="0" y="2238756"/>
                  </a:lnTo>
                  <a:lnTo>
                    <a:pt x="0" y="2287524"/>
                  </a:lnTo>
                  <a:lnTo>
                    <a:pt x="3048" y="2290572"/>
                  </a:lnTo>
                  <a:lnTo>
                    <a:pt x="10668" y="2290572"/>
                  </a:lnTo>
                  <a:lnTo>
                    <a:pt x="13715" y="2287524"/>
                  </a:lnTo>
                  <a:lnTo>
                    <a:pt x="13715" y="2238756"/>
                  </a:lnTo>
                  <a:lnTo>
                    <a:pt x="10668" y="2235708"/>
                  </a:lnTo>
                  <a:close/>
                </a:path>
                <a:path w="13970" h="4361815">
                  <a:moveTo>
                    <a:pt x="10668" y="2319528"/>
                  </a:moveTo>
                  <a:lnTo>
                    <a:pt x="3048" y="2319528"/>
                  </a:lnTo>
                  <a:lnTo>
                    <a:pt x="0" y="2322576"/>
                  </a:lnTo>
                  <a:lnTo>
                    <a:pt x="0" y="2371344"/>
                  </a:lnTo>
                  <a:lnTo>
                    <a:pt x="3048" y="2374392"/>
                  </a:lnTo>
                  <a:lnTo>
                    <a:pt x="10668" y="2374392"/>
                  </a:lnTo>
                  <a:lnTo>
                    <a:pt x="13715" y="2371344"/>
                  </a:lnTo>
                  <a:lnTo>
                    <a:pt x="13715" y="2322576"/>
                  </a:lnTo>
                  <a:lnTo>
                    <a:pt x="10668" y="2319528"/>
                  </a:lnTo>
                  <a:close/>
                </a:path>
                <a:path w="13970" h="4361815">
                  <a:moveTo>
                    <a:pt x="10668" y="2401824"/>
                  </a:moveTo>
                  <a:lnTo>
                    <a:pt x="3048" y="2401824"/>
                  </a:lnTo>
                  <a:lnTo>
                    <a:pt x="0" y="2404872"/>
                  </a:lnTo>
                  <a:lnTo>
                    <a:pt x="0" y="2453640"/>
                  </a:lnTo>
                  <a:lnTo>
                    <a:pt x="3048" y="2456688"/>
                  </a:lnTo>
                  <a:lnTo>
                    <a:pt x="10668" y="2456688"/>
                  </a:lnTo>
                  <a:lnTo>
                    <a:pt x="13715" y="2453640"/>
                  </a:lnTo>
                  <a:lnTo>
                    <a:pt x="13715" y="2404872"/>
                  </a:lnTo>
                  <a:lnTo>
                    <a:pt x="10668" y="2401824"/>
                  </a:lnTo>
                  <a:close/>
                </a:path>
                <a:path w="13970" h="4361815">
                  <a:moveTo>
                    <a:pt x="10668" y="2484120"/>
                  </a:moveTo>
                  <a:lnTo>
                    <a:pt x="3048" y="2484120"/>
                  </a:lnTo>
                  <a:lnTo>
                    <a:pt x="0" y="2487168"/>
                  </a:lnTo>
                  <a:lnTo>
                    <a:pt x="0" y="2535936"/>
                  </a:lnTo>
                  <a:lnTo>
                    <a:pt x="3048" y="2538984"/>
                  </a:lnTo>
                  <a:lnTo>
                    <a:pt x="10668" y="2538984"/>
                  </a:lnTo>
                  <a:lnTo>
                    <a:pt x="13715" y="2535936"/>
                  </a:lnTo>
                  <a:lnTo>
                    <a:pt x="13715" y="2487168"/>
                  </a:lnTo>
                  <a:lnTo>
                    <a:pt x="10668" y="2484120"/>
                  </a:lnTo>
                  <a:close/>
                </a:path>
                <a:path w="13970" h="4361815">
                  <a:moveTo>
                    <a:pt x="10668" y="2567940"/>
                  </a:moveTo>
                  <a:lnTo>
                    <a:pt x="3048" y="2567940"/>
                  </a:lnTo>
                  <a:lnTo>
                    <a:pt x="0" y="2570988"/>
                  </a:lnTo>
                  <a:lnTo>
                    <a:pt x="0" y="2619756"/>
                  </a:lnTo>
                  <a:lnTo>
                    <a:pt x="3048" y="2622804"/>
                  </a:lnTo>
                  <a:lnTo>
                    <a:pt x="10668" y="2622804"/>
                  </a:lnTo>
                  <a:lnTo>
                    <a:pt x="13715" y="2619756"/>
                  </a:lnTo>
                  <a:lnTo>
                    <a:pt x="13715" y="2570988"/>
                  </a:lnTo>
                  <a:lnTo>
                    <a:pt x="10668" y="2567940"/>
                  </a:lnTo>
                  <a:close/>
                </a:path>
                <a:path w="13970" h="4361815">
                  <a:moveTo>
                    <a:pt x="10668" y="2650236"/>
                  </a:moveTo>
                  <a:lnTo>
                    <a:pt x="3048" y="2650236"/>
                  </a:lnTo>
                  <a:lnTo>
                    <a:pt x="0" y="2653284"/>
                  </a:lnTo>
                  <a:lnTo>
                    <a:pt x="0" y="2702052"/>
                  </a:lnTo>
                  <a:lnTo>
                    <a:pt x="3048" y="2705100"/>
                  </a:lnTo>
                  <a:lnTo>
                    <a:pt x="10668" y="2705100"/>
                  </a:lnTo>
                  <a:lnTo>
                    <a:pt x="13715" y="2702052"/>
                  </a:lnTo>
                  <a:lnTo>
                    <a:pt x="13715" y="2653284"/>
                  </a:lnTo>
                  <a:lnTo>
                    <a:pt x="10668" y="2650236"/>
                  </a:lnTo>
                  <a:close/>
                </a:path>
                <a:path w="13970" h="4361815">
                  <a:moveTo>
                    <a:pt x="10668" y="2732532"/>
                  </a:moveTo>
                  <a:lnTo>
                    <a:pt x="3048" y="2732532"/>
                  </a:lnTo>
                  <a:lnTo>
                    <a:pt x="0" y="2735580"/>
                  </a:lnTo>
                  <a:lnTo>
                    <a:pt x="0" y="2784348"/>
                  </a:lnTo>
                  <a:lnTo>
                    <a:pt x="3048" y="2787396"/>
                  </a:lnTo>
                  <a:lnTo>
                    <a:pt x="10668" y="2787396"/>
                  </a:lnTo>
                  <a:lnTo>
                    <a:pt x="13715" y="2784348"/>
                  </a:lnTo>
                  <a:lnTo>
                    <a:pt x="13715" y="2735580"/>
                  </a:lnTo>
                  <a:lnTo>
                    <a:pt x="10668" y="2732532"/>
                  </a:lnTo>
                  <a:close/>
                </a:path>
                <a:path w="13970" h="4361815">
                  <a:moveTo>
                    <a:pt x="10668" y="2816352"/>
                  </a:moveTo>
                  <a:lnTo>
                    <a:pt x="3048" y="2816352"/>
                  </a:lnTo>
                  <a:lnTo>
                    <a:pt x="0" y="2819400"/>
                  </a:lnTo>
                  <a:lnTo>
                    <a:pt x="0" y="2868168"/>
                  </a:lnTo>
                  <a:lnTo>
                    <a:pt x="3048" y="2871216"/>
                  </a:lnTo>
                  <a:lnTo>
                    <a:pt x="10668" y="2871216"/>
                  </a:lnTo>
                  <a:lnTo>
                    <a:pt x="13715" y="2868168"/>
                  </a:lnTo>
                  <a:lnTo>
                    <a:pt x="13715" y="2819400"/>
                  </a:lnTo>
                  <a:lnTo>
                    <a:pt x="10668" y="2816352"/>
                  </a:lnTo>
                  <a:close/>
                </a:path>
                <a:path w="13970" h="4361815">
                  <a:moveTo>
                    <a:pt x="10668" y="2898648"/>
                  </a:moveTo>
                  <a:lnTo>
                    <a:pt x="3048" y="2898648"/>
                  </a:lnTo>
                  <a:lnTo>
                    <a:pt x="0" y="2901696"/>
                  </a:lnTo>
                  <a:lnTo>
                    <a:pt x="0" y="2950464"/>
                  </a:lnTo>
                  <a:lnTo>
                    <a:pt x="3048" y="2953512"/>
                  </a:lnTo>
                  <a:lnTo>
                    <a:pt x="10668" y="2953512"/>
                  </a:lnTo>
                  <a:lnTo>
                    <a:pt x="13715" y="2950464"/>
                  </a:lnTo>
                  <a:lnTo>
                    <a:pt x="13715" y="2901696"/>
                  </a:lnTo>
                  <a:lnTo>
                    <a:pt x="10668" y="2898648"/>
                  </a:lnTo>
                  <a:close/>
                </a:path>
                <a:path w="13970" h="4361815">
                  <a:moveTo>
                    <a:pt x="10668" y="2980944"/>
                  </a:moveTo>
                  <a:lnTo>
                    <a:pt x="3048" y="2980944"/>
                  </a:lnTo>
                  <a:lnTo>
                    <a:pt x="0" y="2983992"/>
                  </a:lnTo>
                  <a:lnTo>
                    <a:pt x="0" y="3032760"/>
                  </a:lnTo>
                  <a:lnTo>
                    <a:pt x="3048" y="3035808"/>
                  </a:lnTo>
                  <a:lnTo>
                    <a:pt x="10668" y="3035808"/>
                  </a:lnTo>
                  <a:lnTo>
                    <a:pt x="13715" y="3032760"/>
                  </a:lnTo>
                  <a:lnTo>
                    <a:pt x="13715" y="2983992"/>
                  </a:lnTo>
                  <a:lnTo>
                    <a:pt x="10668" y="2980944"/>
                  </a:lnTo>
                  <a:close/>
                </a:path>
                <a:path w="13970" h="4361815">
                  <a:moveTo>
                    <a:pt x="10668" y="3063240"/>
                  </a:moveTo>
                  <a:lnTo>
                    <a:pt x="3048" y="3063240"/>
                  </a:lnTo>
                  <a:lnTo>
                    <a:pt x="0" y="3067812"/>
                  </a:lnTo>
                  <a:lnTo>
                    <a:pt x="0" y="3116580"/>
                  </a:lnTo>
                  <a:lnTo>
                    <a:pt x="3048" y="3119628"/>
                  </a:lnTo>
                  <a:lnTo>
                    <a:pt x="10668" y="3119628"/>
                  </a:lnTo>
                  <a:lnTo>
                    <a:pt x="13715" y="3116580"/>
                  </a:lnTo>
                  <a:lnTo>
                    <a:pt x="13715" y="3067812"/>
                  </a:lnTo>
                  <a:lnTo>
                    <a:pt x="10668" y="3063240"/>
                  </a:lnTo>
                  <a:close/>
                </a:path>
                <a:path w="13970" h="4361815">
                  <a:moveTo>
                    <a:pt x="10668" y="3147060"/>
                  </a:moveTo>
                  <a:lnTo>
                    <a:pt x="3048" y="3147060"/>
                  </a:lnTo>
                  <a:lnTo>
                    <a:pt x="0" y="3150108"/>
                  </a:lnTo>
                  <a:lnTo>
                    <a:pt x="0" y="3198876"/>
                  </a:lnTo>
                  <a:lnTo>
                    <a:pt x="3048" y="3201924"/>
                  </a:lnTo>
                  <a:lnTo>
                    <a:pt x="10668" y="3201924"/>
                  </a:lnTo>
                  <a:lnTo>
                    <a:pt x="13715" y="3198876"/>
                  </a:lnTo>
                  <a:lnTo>
                    <a:pt x="13715" y="3150108"/>
                  </a:lnTo>
                  <a:lnTo>
                    <a:pt x="10668" y="3147060"/>
                  </a:lnTo>
                  <a:close/>
                </a:path>
                <a:path w="13970" h="4361815">
                  <a:moveTo>
                    <a:pt x="10668" y="3229356"/>
                  </a:moveTo>
                  <a:lnTo>
                    <a:pt x="3048" y="3229356"/>
                  </a:lnTo>
                  <a:lnTo>
                    <a:pt x="0" y="3232404"/>
                  </a:lnTo>
                  <a:lnTo>
                    <a:pt x="0" y="3281172"/>
                  </a:lnTo>
                  <a:lnTo>
                    <a:pt x="3048" y="3284220"/>
                  </a:lnTo>
                  <a:lnTo>
                    <a:pt x="10668" y="3284220"/>
                  </a:lnTo>
                  <a:lnTo>
                    <a:pt x="13715" y="3281172"/>
                  </a:lnTo>
                  <a:lnTo>
                    <a:pt x="13715" y="3232404"/>
                  </a:lnTo>
                  <a:lnTo>
                    <a:pt x="10668" y="3229356"/>
                  </a:lnTo>
                  <a:close/>
                </a:path>
                <a:path w="13970" h="4361815">
                  <a:moveTo>
                    <a:pt x="10668" y="3311652"/>
                  </a:moveTo>
                  <a:lnTo>
                    <a:pt x="3048" y="3311652"/>
                  </a:lnTo>
                  <a:lnTo>
                    <a:pt x="0" y="3316224"/>
                  </a:lnTo>
                  <a:lnTo>
                    <a:pt x="0" y="3364992"/>
                  </a:lnTo>
                  <a:lnTo>
                    <a:pt x="3048" y="3368040"/>
                  </a:lnTo>
                  <a:lnTo>
                    <a:pt x="10668" y="3368040"/>
                  </a:lnTo>
                  <a:lnTo>
                    <a:pt x="13715" y="3364992"/>
                  </a:lnTo>
                  <a:lnTo>
                    <a:pt x="13715" y="3316224"/>
                  </a:lnTo>
                  <a:lnTo>
                    <a:pt x="10668" y="3311652"/>
                  </a:lnTo>
                  <a:close/>
                </a:path>
                <a:path w="13970" h="4361815">
                  <a:moveTo>
                    <a:pt x="10668" y="3395472"/>
                  </a:moveTo>
                  <a:lnTo>
                    <a:pt x="3048" y="3395472"/>
                  </a:lnTo>
                  <a:lnTo>
                    <a:pt x="0" y="3398520"/>
                  </a:lnTo>
                  <a:lnTo>
                    <a:pt x="0" y="3447288"/>
                  </a:lnTo>
                  <a:lnTo>
                    <a:pt x="3048" y="3450336"/>
                  </a:lnTo>
                  <a:lnTo>
                    <a:pt x="10668" y="3450336"/>
                  </a:lnTo>
                  <a:lnTo>
                    <a:pt x="13715" y="3447288"/>
                  </a:lnTo>
                  <a:lnTo>
                    <a:pt x="13715" y="3398520"/>
                  </a:lnTo>
                  <a:lnTo>
                    <a:pt x="10668" y="3395472"/>
                  </a:lnTo>
                  <a:close/>
                </a:path>
                <a:path w="13970" h="4361815">
                  <a:moveTo>
                    <a:pt x="10668" y="3477768"/>
                  </a:moveTo>
                  <a:lnTo>
                    <a:pt x="3048" y="3477768"/>
                  </a:lnTo>
                  <a:lnTo>
                    <a:pt x="0" y="3480816"/>
                  </a:lnTo>
                  <a:lnTo>
                    <a:pt x="0" y="3529584"/>
                  </a:lnTo>
                  <a:lnTo>
                    <a:pt x="3048" y="3532632"/>
                  </a:lnTo>
                  <a:lnTo>
                    <a:pt x="10668" y="3532632"/>
                  </a:lnTo>
                  <a:lnTo>
                    <a:pt x="13715" y="3529584"/>
                  </a:lnTo>
                  <a:lnTo>
                    <a:pt x="13715" y="3480816"/>
                  </a:lnTo>
                  <a:lnTo>
                    <a:pt x="10668" y="3477768"/>
                  </a:lnTo>
                  <a:close/>
                </a:path>
                <a:path w="13970" h="4361815">
                  <a:moveTo>
                    <a:pt x="10668" y="3560064"/>
                  </a:moveTo>
                  <a:lnTo>
                    <a:pt x="3048" y="3560064"/>
                  </a:lnTo>
                  <a:lnTo>
                    <a:pt x="0" y="3563112"/>
                  </a:lnTo>
                  <a:lnTo>
                    <a:pt x="0" y="3613404"/>
                  </a:lnTo>
                  <a:lnTo>
                    <a:pt x="3048" y="3616452"/>
                  </a:lnTo>
                  <a:lnTo>
                    <a:pt x="10668" y="3616452"/>
                  </a:lnTo>
                  <a:lnTo>
                    <a:pt x="13715" y="3613404"/>
                  </a:lnTo>
                  <a:lnTo>
                    <a:pt x="13715" y="3563112"/>
                  </a:lnTo>
                  <a:lnTo>
                    <a:pt x="10668" y="3560064"/>
                  </a:lnTo>
                  <a:close/>
                </a:path>
                <a:path w="13970" h="4361815">
                  <a:moveTo>
                    <a:pt x="10668" y="3643884"/>
                  </a:moveTo>
                  <a:lnTo>
                    <a:pt x="3048" y="3643884"/>
                  </a:lnTo>
                  <a:lnTo>
                    <a:pt x="0" y="3646932"/>
                  </a:lnTo>
                  <a:lnTo>
                    <a:pt x="0" y="3695700"/>
                  </a:lnTo>
                  <a:lnTo>
                    <a:pt x="3048" y="3698748"/>
                  </a:lnTo>
                  <a:lnTo>
                    <a:pt x="10668" y="3698748"/>
                  </a:lnTo>
                  <a:lnTo>
                    <a:pt x="13715" y="3695700"/>
                  </a:lnTo>
                  <a:lnTo>
                    <a:pt x="13715" y="3646932"/>
                  </a:lnTo>
                  <a:lnTo>
                    <a:pt x="10668" y="3643884"/>
                  </a:lnTo>
                  <a:close/>
                </a:path>
                <a:path w="13970" h="4361815">
                  <a:moveTo>
                    <a:pt x="10668" y="3726180"/>
                  </a:moveTo>
                  <a:lnTo>
                    <a:pt x="3048" y="3726180"/>
                  </a:lnTo>
                  <a:lnTo>
                    <a:pt x="0" y="3729228"/>
                  </a:lnTo>
                  <a:lnTo>
                    <a:pt x="0" y="3777996"/>
                  </a:lnTo>
                  <a:lnTo>
                    <a:pt x="3048" y="3781044"/>
                  </a:lnTo>
                  <a:lnTo>
                    <a:pt x="10668" y="3781044"/>
                  </a:lnTo>
                  <a:lnTo>
                    <a:pt x="13715" y="3777996"/>
                  </a:lnTo>
                  <a:lnTo>
                    <a:pt x="13715" y="3729228"/>
                  </a:lnTo>
                  <a:lnTo>
                    <a:pt x="10668" y="3726180"/>
                  </a:lnTo>
                  <a:close/>
                </a:path>
                <a:path w="13970" h="4361815">
                  <a:moveTo>
                    <a:pt x="10668" y="3808476"/>
                  </a:moveTo>
                  <a:lnTo>
                    <a:pt x="3048" y="3808476"/>
                  </a:lnTo>
                  <a:lnTo>
                    <a:pt x="0" y="3811524"/>
                  </a:lnTo>
                  <a:lnTo>
                    <a:pt x="0" y="3861816"/>
                  </a:lnTo>
                  <a:lnTo>
                    <a:pt x="3048" y="3864864"/>
                  </a:lnTo>
                  <a:lnTo>
                    <a:pt x="10668" y="3864864"/>
                  </a:lnTo>
                  <a:lnTo>
                    <a:pt x="13715" y="3861816"/>
                  </a:lnTo>
                  <a:lnTo>
                    <a:pt x="13715" y="3811524"/>
                  </a:lnTo>
                  <a:lnTo>
                    <a:pt x="10668" y="3808476"/>
                  </a:lnTo>
                  <a:close/>
                </a:path>
                <a:path w="13970" h="4361815">
                  <a:moveTo>
                    <a:pt x="10668" y="3892296"/>
                  </a:moveTo>
                  <a:lnTo>
                    <a:pt x="3048" y="3892296"/>
                  </a:lnTo>
                  <a:lnTo>
                    <a:pt x="0" y="3895344"/>
                  </a:lnTo>
                  <a:lnTo>
                    <a:pt x="0" y="3944112"/>
                  </a:lnTo>
                  <a:lnTo>
                    <a:pt x="3048" y="3947160"/>
                  </a:lnTo>
                  <a:lnTo>
                    <a:pt x="10668" y="3947160"/>
                  </a:lnTo>
                  <a:lnTo>
                    <a:pt x="13715" y="3944112"/>
                  </a:lnTo>
                  <a:lnTo>
                    <a:pt x="13715" y="3895344"/>
                  </a:lnTo>
                  <a:lnTo>
                    <a:pt x="10668" y="3892296"/>
                  </a:lnTo>
                  <a:close/>
                </a:path>
                <a:path w="13970" h="4361815">
                  <a:moveTo>
                    <a:pt x="10668" y="3974592"/>
                  </a:moveTo>
                  <a:lnTo>
                    <a:pt x="3048" y="3974592"/>
                  </a:lnTo>
                  <a:lnTo>
                    <a:pt x="0" y="3977640"/>
                  </a:lnTo>
                  <a:lnTo>
                    <a:pt x="0" y="4026408"/>
                  </a:lnTo>
                  <a:lnTo>
                    <a:pt x="3048" y="4029456"/>
                  </a:lnTo>
                  <a:lnTo>
                    <a:pt x="10668" y="4029456"/>
                  </a:lnTo>
                  <a:lnTo>
                    <a:pt x="13715" y="4026408"/>
                  </a:lnTo>
                  <a:lnTo>
                    <a:pt x="13715" y="3977640"/>
                  </a:lnTo>
                  <a:lnTo>
                    <a:pt x="10668" y="3974592"/>
                  </a:lnTo>
                  <a:close/>
                </a:path>
                <a:path w="13970" h="4361815">
                  <a:moveTo>
                    <a:pt x="10668" y="4056888"/>
                  </a:moveTo>
                  <a:lnTo>
                    <a:pt x="3048" y="4056888"/>
                  </a:lnTo>
                  <a:lnTo>
                    <a:pt x="0" y="4059936"/>
                  </a:lnTo>
                  <a:lnTo>
                    <a:pt x="0" y="4110228"/>
                  </a:lnTo>
                  <a:lnTo>
                    <a:pt x="3048" y="4113276"/>
                  </a:lnTo>
                  <a:lnTo>
                    <a:pt x="10668" y="4113276"/>
                  </a:lnTo>
                  <a:lnTo>
                    <a:pt x="13715" y="4110228"/>
                  </a:lnTo>
                  <a:lnTo>
                    <a:pt x="13715" y="4059936"/>
                  </a:lnTo>
                  <a:lnTo>
                    <a:pt x="10668" y="4056888"/>
                  </a:lnTo>
                  <a:close/>
                </a:path>
                <a:path w="13970" h="4361815">
                  <a:moveTo>
                    <a:pt x="10668" y="4140708"/>
                  </a:moveTo>
                  <a:lnTo>
                    <a:pt x="3048" y="4140708"/>
                  </a:lnTo>
                  <a:lnTo>
                    <a:pt x="0" y="4143756"/>
                  </a:lnTo>
                  <a:lnTo>
                    <a:pt x="0" y="4192524"/>
                  </a:lnTo>
                  <a:lnTo>
                    <a:pt x="3048" y="4195572"/>
                  </a:lnTo>
                  <a:lnTo>
                    <a:pt x="10668" y="4195572"/>
                  </a:lnTo>
                  <a:lnTo>
                    <a:pt x="13715" y="4192524"/>
                  </a:lnTo>
                  <a:lnTo>
                    <a:pt x="13715" y="4143756"/>
                  </a:lnTo>
                  <a:lnTo>
                    <a:pt x="10668" y="4140708"/>
                  </a:lnTo>
                  <a:close/>
                </a:path>
                <a:path w="13970" h="4361815">
                  <a:moveTo>
                    <a:pt x="10668" y="4223004"/>
                  </a:moveTo>
                  <a:lnTo>
                    <a:pt x="3048" y="4223004"/>
                  </a:lnTo>
                  <a:lnTo>
                    <a:pt x="0" y="4226052"/>
                  </a:lnTo>
                  <a:lnTo>
                    <a:pt x="0" y="4274820"/>
                  </a:lnTo>
                  <a:lnTo>
                    <a:pt x="3048" y="4277868"/>
                  </a:lnTo>
                  <a:lnTo>
                    <a:pt x="10668" y="4277868"/>
                  </a:lnTo>
                  <a:lnTo>
                    <a:pt x="13715" y="4274820"/>
                  </a:lnTo>
                  <a:lnTo>
                    <a:pt x="13715" y="4226052"/>
                  </a:lnTo>
                  <a:lnTo>
                    <a:pt x="10668" y="4223004"/>
                  </a:lnTo>
                  <a:close/>
                </a:path>
                <a:path w="13970" h="4361815">
                  <a:moveTo>
                    <a:pt x="10668" y="4305300"/>
                  </a:moveTo>
                  <a:lnTo>
                    <a:pt x="3048" y="4305300"/>
                  </a:lnTo>
                  <a:lnTo>
                    <a:pt x="0" y="4308348"/>
                  </a:lnTo>
                  <a:lnTo>
                    <a:pt x="0" y="4358640"/>
                  </a:lnTo>
                  <a:lnTo>
                    <a:pt x="3048" y="4361688"/>
                  </a:lnTo>
                  <a:lnTo>
                    <a:pt x="10668" y="4361688"/>
                  </a:lnTo>
                  <a:lnTo>
                    <a:pt x="13715" y="4358640"/>
                  </a:lnTo>
                  <a:lnTo>
                    <a:pt x="13715" y="4308348"/>
                  </a:lnTo>
                  <a:lnTo>
                    <a:pt x="10668" y="4305300"/>
                  </a:lnTo>
                  <a:close/>
                </a:path>
              </a:pathLst>
            </a:custGeom>
            <a:solidFill>
              <a:srgbClr val="9A9A9A"/>
            </a:solidFill>
          </p:spPr>
          <p:txBody>
            <a:bodyPr wrap="square" lIns="0" tIns="0" rIns="0" bIns="0" rtlCol="0"/>
            <a:lstStyle/>
            <a:p>
              <a:endParaRPr/>
            </a:p>
          </p:txBody>
        </p:sp>
        <p:sp>
          <p:nvSpPr>
            <p:cNvPr id="55" name="object 55"/>
            <p:cNvSpPr/>
            <p:nvPr/>
          </p:nvSpPr>
          <p:spPr>
            <a:xfrm>
              <a:off x="5274564" y="702563"/>
              <a:ext cx="2604770" cy="177165"/>
            </a:xfrm>
            <a:custGeom>
              <a:avLst/>
              <a:gdLst/>
              <a:ahLst/>
              <a:cxnLst/>
              <a:rect l="l" t="t" r="r" b="b"/>
              <a:pathLst>
                <a:path w="2604770" h="177165">
                  <a:moveTo>
                    <a:pt x="0" y="176783"/>
                  </a:moveTo>
                  <a:lnTo>
                    <a:pt x="0" y="0"/>
                  </a:lnTo>
                  <a:lnTo>
                    <a:pt x="434339" y="0"/>
                  </a:lnTo>
                  <a:lnTo>
                    <a:pt x="434339" y="176783"/>
                  </a:lnTo>
                </a:path>
                <a:path w="2604770" h="177165">
                  <a:moveTo>
                    <a:pt x="1303019" y="176783"/>
                  </a:moveTo>
                  <a:lnTo>
                    <a:pt x="1303019" y="0"/>
                  </a:lnTo>
                  <a:lnTo>
                    <a:pt x="1737359" y="0"/>
                  </a:lnTo>
                  <a:lnTo>
                    <a:pt x="1737359" y="176783"/>
                  </a:lnTo>
                </a:path>
                <a:path w="2604770" h="177165">
                  <a:moveTo>
                    <a:pt x="434339" y="173735"/>
                  </a:moveTo>
                  <a:lnTo>
                    <a:pt x="1303019" y="173735"/>
                  </a:lnTo>
                </a:path>
                <a:path w="2604770" h="177165">
                  <a:moveTo>
                    <a:pt x="1737359" y="173735"/>
                  </a:moveTo>
                  <a:lnTo>
                    <a:pt x="2604515" y="173735"/>
                  </a:lnTo>
                </a:path>
              </a:pathLst>
            </a:custGeom>
            <a:ln w="22859">
              <a:solidFill>
                <a:srgbClr val="800000"/>
              </a:solidFill>
            </a:ln>
          </p:spPr>
          <p:txBody>
            <a:bodyPr wrap="square" lIns="0" tIns="0" rIns="0" bIns="0" rtlCol="0"/>
            <a:lstStyle/>
            <a:p>
              <a:endParaRPr/>
            </a:p>
          </p:txBody>
        </p:sp>
        <p:sp>
          <p:nvSpPr>
            <p:cNvPr id="56" name="object 56"/>
            <p:cNvSpPr/>
            <p:nvPr/>
          </p:nvSpPr>
          <p:spPr>
            <a:xfrm>
              <a:off x="5492496" y="1286255"/>
              <a:ext cx="2496820" cy="0"/>
            </a:xfrm>
            <a:custGeom>
              <a:avLst/>
              <a:gdLst/>
              <a:ahLst/>
              <a:cxnLst/>
              <a:rect l="l" t="t" r="r" b="b"/>
              <a:pathLst>
                <a:path w="2496820">
                  <a:moveTo>
                    <a:pt x="0" y="0"/>
                  </a:moveTo>
                  <a:lnTo>
                    <a:pt x="2496311" y="0"/>
                  </a:lnTo>
                </a:path>
              </a:pathLst>
            </a:custGeom>
            <a:ln w="13715">
              <a:solidFill>
                <a:srgbClr val="666666"/>
              </a:solidFill>
            </a:ln>
          </p:spPr>
          <p:txBody>
            <a:bodyPr wrap="square" lIns="0" tIns="0" rIns="0" bIns="0" rtlCol="0"/>
            <a:lstStyle/>
            <a:p>
              <a:endParaRPr/>
            </a:p>
          </p:txBody>
        </p:sp>
        <p:sp>
          <p:nvSpPr>
            <p:cNvPr id="57" name="object 57"/>
            <p:cNvSpPr/>
            <p:nvPr/>
          </p:nvSpPr>
          <p:spPr>
            <a:xfrm>
              <a:off x="5274564" y="1109471"/>
              <a:ext cx="2632075" cy="1803400"/>
            </a:xfrm>
            <a:custGeom>
              <a:avLst/>
              <a:gdLst/>
              <a:ahLst/>
              <a:cxnLst/>
              <a:rect l="l" t="t" r="r" b="b"/>
              <a:pathLst>
                <a:path w="2632075" h="1803400">
                  <a:moveTo>
                    <a:pt x="217931" y="176783"/>
                  </a:moveTo>
                  <a:lnTo>
                    <a:pt x="217931" y="0"/>
                  </a:lnTo>
                  <a:lnTo>
                    <a:pt x="652271" y="0"/>
                  </a:lnTo>
                  <a:lnTo>
                    <a:pt x="652271" y="176783"/>
                  </a:lnTo>
                </a:path>
                <a:path w="2632075" h="1803400">
                  <a:moveTo>
                    <a:pt x="1519427" y="176783"/>
                  </a:moveTo>
                  <a:lnTo>
                    <a:pt x="1519427" y="0"/>
                  </a:lnTo>
                  <a:lnTo>
                    <a:pt x="1953767" y="0"/>
                  </a:lnTo>
                  <a:lnTo>
                    <a:pt x="1953767" y="176783"/>
                  </a:lnTo>
                </a:path>
                <a:path w="2632075" h="1803400">
                  <a:moveTo>
                    <a:pt x="652271" y="173735"/>
                  </a:moveTo>
                  <a:lnTo>
                    <a:pt x="1519427" y="173735"/>
                  </a:lnTo>
                </a:path>
                <a:path w="2632075" h="1803400">
                  <a:moveTo>
                    <a:pt x="1953767" y="173735"/>
                  </a:moveTo>
                  <a:lnTo>
                    <a:pt x="2604515" y="173735"/>
                  </a:lnTo>
                </a:path>
                <a:path w="2632075" h="1803400">
                  <a:moveTo>
                    <a:pt x="0" y="176783"/>
                  </a:moveTo>
                  <a:lnTo>
                    <a:pt x="217931" y="176783"/>
                  </a:lnTo>
                </a:path>
                <a:path w="2632075" h="1803400">
                  <a:moveTo>
                    <a:pt x="434339" y="582167"/>
                  </a:moveTo>
                  <a:lnTo>
                    <a:pt x="434339" y="406907"/>
                  </a:lnTo>
                  <a:lnTo>
                    <a:pt x="868679" y="406907"/>
                  </a:lnTo>
                  <a:lnTo>
                    <a:pt x="868679" y="582167"/>
                  </a:lnTo>
                </a:path>
                <a:path w="2632075" h="1803400">
                  <a:moveTo>
                    <a:pt x="1737359" y="582167"/>
                  </a:moveTo>
                  <a:lnTo>
                    <a:pt x="1737359" y="406907"/>
                  </a:lnTo>
                  <a:lnTo>
                    <a:pt x="2171699" y="406907"/>
                  </a:lnTo>
                  <a:lnTo>
                    <a:pt x="2171699" y="582167"/>
                  </a:lnTo>
                </a:path>
                <a:path w="2632075" h="1803400">
                  <a:moveTo>
                    <a:pt x="868679" y="580643"/>
                  </a:moveTo>
                  <a:lnTo>
                    <a:pt x="1737359" y="580643"/>
                  </a:lnTo>
                </a:path>
                <a:path w="2632075" h="1803400">
                  <a:moveTo>
                    <a:pt x="2171699" y="580643"/>
                  </a:moveTo>
                  <a:lnTo>
                    <a:pt x="2631947" y="580643"/>
                  </a:lnTo>
                </a:path>
                <a:path w="2632075" h="1803400">
                  <a:moveTo>
                    <a:pt x="0" y="582167"/>
                  </a:moveTo>
                  <a:lnTo>
                    <a:pt x="434339" y="582167"/>
                  </a:lnTo>
                </a:path>
                <a:path w="2632075" h="1803400">
                  <a:moveTo>
                    <a:pt x="652271" y="989075"/>
                  </a:moveTo>
                  <a:lnTo>
                    <a:pt x="652271" y="812291"/>
                  </a:lnTo>
                  <a:lnTo>
                    <a:pt x="1086611" y="812291"/>
                  </a:lnTo>
                  <a:lnTo>
                    <a:pt x="1086611" y="989075"/>
                  </a:lnTo>
                </a:path>
                <a:path w="2632075" h="1803400">
                  <a:moveTo>
                    <a:pt x="1953767" y="989075"/>
                  </a:moveTo>
                  <a:lnTo>
                    <a:pt x="1953767" y="812291"/>
                  </a:lnTo>
                  <a:lnTo>
                    <a:pt x="2388107" y="812291"/>
                  </a:lnTo>
                  <a:lnTo>
                    <a:pt x="2388107" y="989075"/>
                  </a:lnTo>
                </a:path>
                <a:path w="2632075" h="1803400">
                  <a:moveTo>
                    <a:pt x="1086611" y="986027"/>
                  </a:moveTo>
                  <a:lnTo>
                    <a:pt x="1953767" y="986027"/>
                  </a:lnTo>
                </a:path>
                <a:path w="2632075" h="1803400">
                  <a:moveTo>
                    <a:pt x="0" y="989075"/>
                  </a:moveTo>
                  <a:lnTo>
                    <a:pt x="652271" y="989075"/>
                  </a:lnTo>
                </a:path>
                <a:path w="2632075" h="1803400">
                  <a:moveTo>
                    <a:pt x="868679" y="1395983"/>
                  </a:moveTo>
                  <a:lnTo>
                    <a:pt x="868679" y="1219199"/>
                  </a:lnTo>
                  <a:lnTo>
                    <a:pt x="1303019" y="1219199"/>
                  </a:lnTo>
                  <a:lnTo>
                    <a:pt x="1303019" y="1395983"/>
                  </a:lnTo>
                </a:path>
                <a:path w="2632075" h="1803400">
                  <a:moveTo>
                    <a:pt x="1303019" y="1392935"/>
                  </a:moveTo>
                  <a:lnTo>
                    <a:pt x="2171699" y="1392935"/>
                  </a:lnTo>
                </a:path>
                <a:path w="2632075" h="1803400">
                  <a:moveTo>
                    <a:pt x="0" y="1395983"/>
                  </a:moveTo>
                  <a:lnTo>
                    <a:pt x="868679" y="1395983"/>
                  </a:lnTo>
                </a:path>
                <a:path w="2632075" h="1803400">
                  <a:moveTo>
                    <a:pt x="217931" y="1629155"/>
                  </a:moveTo>
                  <a:lnTo>
                    <a:pt x="217931" y="1802891"/>
                  </a:lnTo>
                </a:path>
                <a:path w="2632075" h="1803400">
                  <a:moveTo>
                    <a:pt x="1086611" y="1802891"/>
                  </a:moveTo>
                  <a:lnTo>
                    <a:pt x="1086611" y="1626107"/>
                  </a:lnTo>
                  <a:lnTo>
                    <a:pt x="1519427" y="1626107"/>
                  </a:lnTo>
                  <a:lnTo>
                    <a:pt x="1519427" y="1802891"/>
                  </a:lnTo>
                </a:path>
                <a:path w="2632075" h="1803400">
                  <a:moveTo>
                    <a:pt x="1519427" y="1799843"/>
                  </a:moveTo>
                  <a:lnTo>
                    <a:pt x="2388107" y="1799843"/>
                  </a:lnTo>
                </a:path>
                <a:path w="2632075" h="1803400">
                  <a:moveTo>
                    <a:pt x="217931" y="1802891"/>
                  </a:moveTo>
                  <a:lnTo>
                    <a:pt x="1086611" y="1802891"/>
                  </a:lnTo>
                </a:path>
                <a:path w="2632075" h="1803400">
                  <a:moveTo>
                    <a:pt x="0" y="1629155"/>
                  </a:moveTo>
                  <a:lnTo>
                    <a:pt x="217931" y="1629155"/>
                  </a:lnTo>
                </a:path>
                <a:path w="2632075" h="1803400">
                  <a:moveTo>
                    <a:pt x="2388107" y="1623059"/>
                  </a:moveTo>
                  <a:lnTo>
                    <a:pt x="2388107" y="1796795"/>
                  </a:lnTo>
                </a:path>
                <a:path w="2632075" h="1803400">
                  <a:moveTo>
                    <a:pt x="2388107" y="1623059"/>
                  </a:moveTo>
                  <a:lnTo>
                    <a:pt x="2604515" y="1623059"/>
                  </a:lnTo>
                </a:path>
                <a:path w="2632075" h="1803400">
                  <a:moveTo>
                    <a:pt x="2171699" y="1232915"/>
                  </a:moveTo>
                  <a:lnTo>
                    <a:pt x="2171699" y="1389887"/>
                  </a:lnTo>
                </a:path>
                <a:path w="2632075" h="1803400">
                  <a:moveTo>
                    <a:pt x="2171699" y="1222247"/>
                  </a:moveTo>
                  <a:lnTo>
                    <a:pt x="2604515" y="1222247"/>
                  </a:lnTo>
                </a:path>
              </a:pathLst>
            </a:custGeom>
            <a:ln w="22859">
              <a:solidFill>
                <a:srgbClr val="800000"/>
              </a:solidFill>
            </a:ln>
          </p:spPr>
          <p:txBody>
            <a:bodyPr wrap="square" lIns="0" tIns="0" rIns="0" bIns="0" rtlCol="0"/>
            <a:lstStyle/>
            <a:p>
              <a:endParaRPr/>
            </a:p>
          </p:txBody>
        </p:sp>
        <p:sp>
          <p:nvSpPr>
            <p:cNvPr id="58" name="object 58"/>
            <p:cNvSpPr/>
            <p:nvPr/>
          </p:nvSpPr>
          <p:spPr>
            <a:xfrm>
              <a:off x="5274564" y="3480815"/>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59" name="object 59"/>
            <p:cNvSpPr/>
            <p:nvPr/>
          </p:nvSpPr>
          <p:spPr>
            <a:xfrm>
              <a:off x="5274564" y="3264407"/>
              <a:ext cx="2604770" cy="433070"/>
            </a:xfrm>
            <a:custGeom>
              <a:avLst/>
              <a:gdLst/>
              <a:ahLst/>
              <a:cxnLst/>
              <a:rect l="l" t="t" r="r" b="b"/>
              <a:pathLst>
                <a:path w="2604770" h="433070">
                  <a:moveTo>
                    <a:pt x="0" y="216407"/>
                  </a:moveTo>
                  <a:lnTo>
                    <a:pt x="0" y="0"/>
                  </a:lnTo>
                  <a:lnTo>
                    <a:pt x="434339" y="0"/>
                  </a:lnTo>
                  <a:lnTo>
                    <a:pt x="434339" y="216407"/>
                  </a:lnTo>
                  <a:lnTo>
                    <a:pt x="652271" y="216407"/>
                  </a:lnTo>
                  <a:lnTo>
                    <a:pt x="652271" y="432815"/>
                  </a:lnTo>
                  <a:lnTo>
                    <a:pt x="1086611" y="432815"/>
                  </a:lnTo>
                  <a:lnTo>
                    <a:pt x="1086611" y="216407"/>
                  </a:lnTo>
                  <a:lnTo>
                    <a:pt x="1303019" y="216407"/>
                  </a:lnTo>
                  <a:lnTo>
                    <a:pt x="1303019" y="0"/>
                  </a:lnTo>
                  <a:lnTo>
                    <a:pt x="1737359" y="0"/>
                  </a:lnTo>
                  <a:lnTo>
                    <a:pt x="1737359" y="216407"/>
                  </a:lnTo>
                  <a:lnTo>
                    <a:pt x="1953767" y="216407"/>
                  </a:lnTo>
                  <a:lnTo>
                    <a:pt x="1953767" y="432815"/>
                  </a:lnTo>
                  <a:lnTo>
                    <a:pt x="2388107" y="432815"/>
                  </a:lnTo>
                  <a:lnTo>
                    <a:pt x="2388107" y="216407"/>
                  </a:lnTo>
                  <a:lnTo>
                    <a:pt x="2604515" y="216407"/>
                  </a:lnTo>
                </a:path>
              </a:pathLst>
            </a:custGeom>
            <a:ln w="22859">
              <a:solidFill>
                <a:srgbClr val="FF0000"/>
              </a:solidFill>
            </a:ln>
          </p:spPr>
          <p:txBody>
            <a:bodyPr wrap="square" lIns="0" tIns="0" rIns="0" bIns="0" rtlCol="0"/>
            <a:lstStyle/>
            <a:p>
              <a:endParaRPr/>
            </a:p>
          </p:txBody>
        </p:sp>
        <p:sp>
          <p:nvSpPr>
            <p:cNvPr id="60" name="object 60"/>
            <p:cNvSpPr/>
            <p:nvPr/>
          </p:nvSpPr>
          <p:spPr>
            <a:xfrm>
              <a:off x="4948428" y="1107947"/>
              <a:ext cx="118872" cy="137160"/>
            </a:xfrm>
            <a:prstGeom prst="rect">
              <a:avLst/>
            </a:prstGeom>
            <a:blipFill>
              <a:blip r:embed="rId2" cstate="print"/>
              <a:stretch>
                <a:fillRect/>
              </a:stretch>
            </a:blipFill>
          </p:spPr>
          <p:txBody>
            <a:bodyPr wrap="square" lIns="0" tIns="0" rIns="0" bIns="0" rtlCol="0"/>
            <a:lstStyle/>
            <a:p>
              <a:endParaRPr/>
            </a:p>
          </p:txBody>
        </p:sp>
        <p:sp>
          <p:nvSpPr>
            <p:cNvPr id="61" name="object 61"/>
            <p:cNvSpPr/>
            <p:nvPr/>
          </p:nvSpPr>
          <p:spPr>
            <a:xfrm>
              <a:off x="5061204" y="1216151"/>
              <a:ext cx="160020" cy="96012"/>
            </a:xfrm>
            <a:prstGeom prst="rect">
              <a:avLst/>
            </a:prstGeom>
            <a:blipFill>
              <a:blip r:embed="rId3" cstate="print"/>
              <a:stretch>
                <a:fillRect/>
              </a:stretch>
            </a:blipFill>
          </p:spPr>
          <p:txBody>
            <a:bodyPr wrap="square" lIns="0" tIns="0" rIns="0" bIns="0" rtlCol="0"/>
            <a:lstStyle/>
            <a:p>
              <a:endParaRPr/>
            </a:p>
          </p:txBody>
        </p:sp>
        <p:sp>
          <p:nvSpPr>
            <p:cNvPr id="62" name="object 62"/>
            <p:cNvSpPr/>
            <p:nvPr/>
          </p:nvSpPr>
          <p:spPr>
            <a:xfrm>
              <a:off x="4948428" y="1475231"/>
              <a:ext cx="118872" cy="137160"/>
            </a:xfrm>
            <a:prstGeom prst="rect">
              <a:avLst/>
            </a:prstGeom>
            <a:blipFill>
              <a:blip r:embed="rId2" cstate="print"/>
              <a:stretch>
                <a:fillRect/>
              </a:stretch>
            </a:blipFill>
          </p:spPr>
          <p:txBody>
            <a:bodyPr wrap="square" lIns="0" tIns="0" rIns="0" bIns="0" rtlCol="0"/>
            <a:lstStyle/>
            <a:p>
              <a:endParaRPr/>
            </a:p>
          </p:txBody>
        </p:sp>
        <p:sp>
          <p:nvSpPr>
            <p:cNvPr id="63" name="object 63"/>
            <p:cNvSpPr/>
            <p:nvPr/>
          </p:nvSpPr>
          <p:spPr>
            <a:xfrm>
              <a:off x="5061204" y="1581912"/>
              <a:ext cx="160020" cy="96012"/>
            </a:xfrm>
            <a:prstGeom prst="rect">
              <a:avLst/>
            </a:prstGeom>
            <a:blipFill>
              <a:blip r:embed="rId4" cstate="print"/>
              <a:stretch>
                <a:fillRect/>
              </a:stretch>
            </a:blipFill>
          </p:spPr>
          <p:txBody>
            <a:bodyPr wrap="square" lIns="0" tIns="0" rIns="0" bIns="0" rtlCol="0"/>
            <a:lstStyle/>
            <a:p>
              <a:endParaRPr/>
            </a:p>
          </p:txBody>
        </p:sp>
        <p:sp>
          <p:nvSpPr>
            <p:cNvPr id="64" name="object 64"/>
            <p:cNvSpPr/>
            <p:nvPr/>
          </p:nvSpPr>
          <p:spPr>
            <a:xfrm>
              <a:off x="4834128" y="5384292"/>
              <a:ext cx="152400" cy="164591"/>
            </a:xfrm>
            <a:prstGeom prst="rect">
              <a:avLst/>
            </a:prstGeom>
            <a:blipFill>
              <a:blip r:embed="rId5" cstate="print"/>
              <a:stretch>
                <a:fillRect/>
              </a:stretch>
            </a:blipFill>
          </p:spPr>
          <p:txBody>
            <a:bodyPr wrap="square" lIns="0" tIns="0" rIns="0" bIns="0" rtlCol="0"/>
            <a:lstStyle/>
            <a:p>
              <a:endParaRPr/>
            </a:p>
          </p:txBody>
        </p:sp>
        <p:sp>
          <p:nvSpPr>
            <p:cNvPr id="65" name="object 65"/>
            <p:cNvSpPr/>
            <p:nvPr/>
          </p:nvSpPr>
          <p:spPr>
            <a:xfrm>
              <a:off x="4974336" y="5515355"/>
              <a:ext cx="204215" cy="109728"/>
            </a:xfrm>
            <a:prstGeom prst="rect">
              <a:avLst/>
            </a:prstGeom>
            <a:blipFill>
              <a:blip r:embed="rId6" cstate="print"/>
              <a:stretch>
                <a:fillRect/>
              </a:stretch>
            </a:blipFill>
          </p:spPr>
          <p:txBody>
            <a:bodyPr wrap="square" lIns="0" tIns="0" rIns="0" bIns="0" rtlCol="0"/>
            <a:lstStyle/>
            <a:p>
              <a:endParaRPr/>
            </a:p>
          </p:txBody>
        </p:sp>
        <p:sp>
          <p:nvSpPr>
            <p:cNvPr id="66" name="object 66"/>
            <p:cNvSpPr/>
            <p:nvPr/>
          </p:nvSpPr>
          <p:spPr>
            <a:xfrm>
              <a:off x="7662672" y="2093975"/>
              <a:ext cx="216535" cy="411480"/>
            </a:xfrm>
            <a:custGeom>
              <a:avLst/>
              <a:gdLst/>
              <a:ahLst/>
              <a:cxnLst/>
              <a:rect l="l" t="t" r="r" b="b"/>
              <a:pathLst>
                <a:path w="216534" h="411480">
                  <a:moveTo>
                    <a:pt x="216407" y="237743"/>
                  </a:moveTo>
                  <a:lnTo>
                    <a:pt x="216407" y="411479"/>
                  </a:lnTo>
                </a:path>
                <a:path w="216534" h="411480">
                  <a:moveTo>
                    <a:pt x="0" y="0"/>
                  </a:moveTo>
                  <a:lnTo>
                    <a:pt x="216407" y="0"/>
                  </a:lnTo>
                </a:path>
              </a:pathLst>
            </a:custGeom>
            <a:ln w="22859">
              <a:solidFill>
                <a:srgbClr val="800000"/>
              </a:solidFill>
            </a:ln>
          </p:spPr>
          <p:txBody>
            <a:bodyPr wrap="square" lIns="0" tIns="0" rIns="0" bIns="0" rtlCol="0"/>
            <a:lstStyle/>
            <a:p>
              <a:endParaRPr/>
            </a:p>
          </p:txBody>
        </p:sp>
        <p:sp>
          <p:nvSpPr>
            <p:cNvPr id="67" name="object 67"/>
            <p:cNvSpPr/>
            <p:nvPr/>
          </p:nvSpPr>
          <p:spPr>
            <a:xfrm>
              <a:off x="5274564" y="3860291"/>
              <a:ext cx="2604770" cy="434340"/>
            </a:xfrm>
            <a:custGeom>
              <a:avLst/>
              <a:gdLst/>
              <a:ahLst/>
              <a:cxnLst/>
              <a:rect l="l" t="t" r="r" b="b"/>
              <a:pathLst>
                <a:path w="2604770" h="434339">
                  <a:moveTo>
                    <a:pt x="0" y="434339"/>
                  </a:moveTo>
                  <a:lnTo>
                    <a:pt x="217931" y="434339"/>
                  </a:lnTo>
                  <a:lnTo>
                    <a:pt x="217931" y="216407"/>
                  </a:lnTo>
                  <a:lnTo>
                    <a:pt x="434339" y="216407"/>
                  </a:lnTo>
                  <a:lnTo>
                    <a:pt x="434339" y="0"/>
                  </a:lnTo>
                  <a:lnTo>
                    <a:pt x="868679" y="0"/>
                  </a:lnTo>
                  <a:lnTo>
                    <a:pt x="868679" y="216407"/>
                  </a:lnTo>
                  <a:lnTo>
                    <a:pt x="1086611" y="216407"/>
                  </a:lnTo>
                  <a:lnTo>
                    <a:pt x="1086611" y="434339"/>
                  </a:lnTo>
                  <a:lnTo>
                    <a:pt x="1519427" y="434339"/>
                  </a:lnTo>
                  <a:lnTo>
                    <a:pt x="1519427" y="216407"/>
                  </a:lnTo>
                  <a:lnTo>
                    <a:pt x="1737359" y="216407"/>
                  </a:lnTo>
                  <a:lnTo>
                    <a:pt x="1737359" y="0"/>
                  </a:lnTo>
                  <a:lnTo>
                    <a:pt x="2171699" y="0"/>
                  </a:lnTo>
                  <a:lnTo>
                    <a:pt x="2171699" y="216407"/>
                  </a:lnTo>
                  <a:lnTo>
                    <a:pt x="2388107" y="216407"/>
                  </a:lnTo>
                  <a:lnTo>
                    <a:pt x="2388107" y="434339"/>
                  </a:lnTo>
                  <a:lnTo>
                    <a:pt x="2604515" y="434339"/>
                  </a:lnTo>
                </a:path>
              </a:pathLst>
            </a:custGeom>
            <a:ln w="22859">
              <a:solidFill>
                <a:srgbClr val="FF9900"/>
              </a:solidFill>
            </a:ln>
          </p:spPr>
          <p:txBody>
            <a:bodyPr wrap="square" lIns="0" tIns="0" rIns="0" bIns="0" rtlCol="0"/>
            <a:lstStyle/>
            <a:p>
              <a:endParaRPr/>
            </a:p>
          </p:txBody>
        </p:sp>
        <p:sp>
          <p:nvSpPr>
            <p:cNvPr id="68" name="object 68"/>
            <p:cNvSpPr/>
            <p:nvPr/>
          </p:nvSpPr>
          <p:spPr>
            <a:xfrm>
              <a:off x="5274564" y="4674107"/>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69" name="object 69"/>
            <p:cNvSpPr/>
            <p:nvPr/>
          </p:nvSpPr>
          <p:spPr>
            <a:xfrm>
              <a:off x="5274564" y="4456175"/>
              <a:ext cx="2604770" cy="434340"/>
            </a:xfrm>
            <a:custGeom>
              <a:avLst/>
              <a:gdLst/>
              <a:ahLst/>
              <a:cxnLst/>
              <a:rect l="l" t="t" r="r" b="b"/>
              <a:pathLst>
                <a:path w="2604770" h="434339">
                  <a:moveTo>
                    <a:pt x="0" y="217931"/>
                  </a:moveTo>
                  <a:lnTo>
                    <a:pt x="217931" y="217931"/>
                  </a:lnTo>
                  <a:lnTo>
                    <a:pt x="217931" y="434339"/>
                  </a:lnTo>
                  <a:lnTo>
                    <a:pt x="652271" y="434339"/>
                  </a:lnTo>
                  <a:lnTo>
                    <a:pt x="652271" y="217931"/>
                  </a:lnTo>
                  <a:lnTo>
                    <a:pt x="868679" y="217931"/>
                  </a:lnTo>
                  <a:lnTo>
                    <a:pt x="868679" y="0"/>
                  </a:lnTo>
                  <a:lnTo>
                    <a:pt x="1303019" y="0"/>
                  </a:lnTo>
                  <a:lnTo>
                    <a:pt x="1303019" y="217931"/>
                  </a:lnTo>
                  <a:lnTo>
                    <a:pt x="1519427" y="217931"/>
                  </a:lnTo>
                  <a:lnTo>
                    <a:pt x="1519427" y="434339"/>
                  </a:lnTo>
                  <a:lnTo>
                    <a:pt x="1953767" y="434339"/>
                  </a:lnTo>
                  <a:lnTo>
                    <a:pt x="1953767" y="217931"/>
                  </a:lnTo>
                  <a:lnTo>
                    <a:pt x="2171699" y="217931"/>
                  </a:lnTo>
                  <a:lnTo>
                    <a:pt x="2171699" y="0"/>
                  </a:lnTo>
                  <a:lnTo>
                    <a:pt x="2604515" y="0"/>
                  </a:lnTo>
                  <a:lnTo>
                    <a:pt x="2604515" y="217931"/>
                  </a:lnTo>
                </a:path>
              </a:pathLst>
            </a:custGeom>
            <a:ln w="22859">
              <a:solidFill>
                <a:srgbClr val="0000FF"/>
              </a:solidFill>
            </a:ln>
          </p:spPr>
          <p:txBody>
            <a:bodyPr wrap="square" lIns="0" tIns="0" rIns="0" bIns="0" rtlCol="0"/>
            <a:lstStyle/>
            <a:p>
              <a:endParaRPr/>
            </a:p>
          </p:txBody>
        </p:sp>
        <p:sp>
          <p:nvSpPr>
            <p:cNvPr id="70" name="object 70"/>
            <p:cNvSpPr/>
            <p:nvPr/>
          </p:nvSpPr>
          <p:spPr>
            <a:xfrm>
              <a:off x="5274564" y="5541263"/>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71" name="object 71"/>
            <p:cNvSpPr/>
            <p:nvPr/>
          </p:nvSpPr>
          <p:spPr>
            <a:xfrm>
              <a:off x="5274564" y="5106923"/>
              <a:ext cx="2604770" cy="867410"/>
            </a:xfrm>
            <a:custGeom>
              <a:avLst/>
              <a:gdLst/>
              <a:ahLst/>
              <a:cxnLst/>
              <a:rect l="l" t="t" r="r" b="b"/>
              <a:pathLst>
                <a:path w="2604770" h="867410">
                  <a:moveTo>
                    <a:pt x="434339" y="434339"/>
                  </a:moveTo>
                  <a:lnTo>
                    <a:pt x="434339" y="650747"/>
                  </a:lnTo>
                  <a:lnTo>
                    <a:pt x="652271" y="650747"/>
                  </a:lnTo>
                  <a:lnTo>
                    <a:pt x="652271" y="867155"/>
                  </a:lnTo>
                  <a:lnTo>
                    <a:pt x="868679" y="867155"/>
                  </a:lnTo>
                  <a:lnTo>
                    <a:pt x="868679" y="650747"/>
                  </a:lnTo>
                  <a:lnTo>
                    <a:pt x="1086611" y="650747"/>
                  </a:lnTo>
                  <a:lnTo>
                    <a:pt x="1086611" y="434339"/>
                  </a:lnTo>
                </a:path>
                <a:path w="2604770" h="867410">
                  <a:moveTo>
                    <a:pt x="1086611" y="434339"/>
                  </a:moveTo>
                  <a:lnTo>
                    <a:pt x="1086611" y="216407"/>
                  </a:lnTo>
                  <a:lnTo>
                    <a:pt x="1303019" y="216407"/>
                  </a:lnTo>
                  <a:lnTo>
                    <a:pt x="1303019" y="0"/>
                  </a:lnTo>
                  <a:lnTo>
                    <a:pt x="1519427" y="0"/>
                  </a:lnTo>
                  <a:lnTo>
                    <a:pt x="1519427" y="216407"/>
                  </a:lnTo>
                  <a:lnTo>
                    <a:pt x="1737359" y="216407"/>
                  </a:lnTo>
                  <a:lnTo>
                    <a:pt x="1737359" y="434339"/>
                  </a:lnTo>
                </a:path>
                <a:path w="2604770" h="867410">
                  <a:moveTo>
                    <a:pt x="434339" y="434339"/>
                  </a:moveTo>
                  <a:lnTo>
                    <a:pt x="434339" y="216407"/>
                  </a:lnTo>
                  <a:lnTo>
                    <a:pt x="217931" y="216407"/>
                  </a:lnTo>
                  <a:lnTo>
                    <a:pt x="217931" y="0"/>
                  </a:lnTo>
                  <a:lnTo>
                    <a:pt x="0" y="0"/>
                  </a:lnTo>
                  <a:lnTo>
                    <a:pt x="0" y="216407"/>
                  </a:lnTo>
                </a:path>
                <a:path w="2604770" h="867410">
                  <a:moveTo>
                    <a:pt x="1737359" y="434339"/>
                  </a:moveTo>
                  <a:lnTo>
                    <a:pt x="1737359" y="650747"/>
                  </a:lnTo>
                  <a:lnTo>
                    <a:pt x="1953767" y="650747"/>
                  </a:lnTo>
                  <a:lnTo>
                    <a:pt x="1953767" y="867155"/>
                  </a:lnTo>
                  <a:lnTo>
                    <a:pt x="2171699" y="867155"/>
                  </a:lnTo>
                  <a:lnTo>
                    <a:pt x="2171699" y="650747"/>
                  </a:lnTo>
                  <a:lnTo>
                    <a:pt x="2388107" y="650747"/>
                  </a:lnTo>
                  <a:lnTo>
                    <a:pt x="2388107" y="434339"/>
                  </a:lnTo>
                </a:path>
                <a:path w="2604770" h="867410">
                  <a:moveTo>
                    <a:pt x="2388107" y="434339"/>
                  </a:moveTo>
                  <a:lnTo>
                    <a:pt x="2388107" y="216407"/>
                  </a:lnTo>
                  <a:lnTo>
                    <a:pt x="2604515" y="216407"/>
                  </a:lnTo>
                  <a:lnTo>
                    <a:pt x="2604515" y="0"/>
                  </a:lnTo>
                </a:path>
              </a:pathLst>
            </a:custGeom>
            <a:ln w="22859">
              <a:solidFill>
                <a:srgbClr val="008000"/>
              </a:solidFill>
            </a:ln>
          </p:spPr>
          <p:txBody>
            <a:bodyPr wrap="square" lIns="0" tIns="0" rIns="0" bIns="0" rtlCol="0"/>
            <a:lstStyle/>
            <a:p>
              <a:endParaRPr/>
            </a:p>
          </p:txBody>
        </p:sp>
        <p:sp>
          <p:nvSpPr>
            <p:cNvPr id="72" name="object 72"/>
            <p:cNvSpPr/>
            <p:nvPr/>
          </p:nvSpPr>
          <p:spPr>
            <a:xfrm>
              <a:off x="4843272" y="3323844"/>
              <a:ext cx="152400" cy="164591"/>
            </a:xfrm>
            <a:prstGeom prst="rect">
              <a:avLst/>
            </a:prstGeom>
            <a:blipFill>
              <a:blip r:embed="rId5" cstate="print"/>
              <a:stretch>
                <a:fillRect/>
              </a:stretch>
            </a:blipFill>
          </p:spPr>
          <p:txBody>
            <a:bodyPr wrap="square" lIns="0" tIns="0" rIns="0" bIns="0" rtlCol="0"/>
            <a:lstStyle/>
            <a:p>
              <a:endParaRPr/>
            </a:p>
          </p:txBody>
        </p:sp>
        <p:sp>
          <p:nvSpPr>
            <p:cNvPr id="73" name="object 73"/>
            <p:cNvSpPr/>
            <p:nvPr/>
          </p:nvSpPr>
          <p:spPr>
            <a:xfrm>
              <a:off x="4983480" y="3456431"/>
              <a:ext cx="220979" cy="109727"/>
            </a:xfrm>
            <a:prstGeom prst="rect">
              <a:avLst/>
            </a:prstGeom>
            <a:blipFill>
              <a:blip r:embed="rId7" cstate="print"/>
              <a:stretch>
                <a:fillRect/>
              </a:stretch>
            </a:blipFill>
          </p:spPr>
          <p:txBody>
            <a:bodyPr wrap="square" lIns="0" tIns="0" rIns="0" bIns="0" rtlCol="0"/>
            <a:lstStyle/>
            <a:p>
              <a:endParaRPr/>
            </a:p>
          </p:txBody>
        </p:sp>
        <p:sp>
          <p:nvSpPr>
            <p:cNvPr id="74" name="object 74"/>
            <p:cNvSpPr/>
            <p:nvPr/>
          </p:nvSpPr>
          <p:spPr>
            <a:xfrm>
              <a:off x="4824984" y="4517136"/>
              <a:ext cx="152400" cy="164592"/>
            </a:xfrm>
            <a:prstGeom prst="rect">
              <a:avLst/>
            </a:prstGeom>
            <a:blipFill>
              <a:blip r:embed="rId5" cstate="print"/>
              <a:stretch>
                <a:fillRect/>
              </a:stretch>
            </a:blipFill>
          </p:spPr>
          <p:txBody>
            <a:bodyPr wrap="square" lIns="0" tIns="0" rIns="0" bIns="0" rtlCol="0"/>
            <a:lstStyle/>
            <a:p>
              <a:endParaRPr/>
            </a:p>
          </p:txBody>
        </p:sp>
        <p:sp>
          <p:nvSpPr>
            <p:cNvPr id="75" name="object 75"/>
            <p:cNvSpPr/>
            <p:nvPr/>
          </p:nvSpPr>
          <p:spPr>
            <a:xfrm>
              <a:off x="4983480" y="4646675"/>
              <a:ext cx="211836" cy="112775"/>
            </a:xfrm>
            <a:prstGeom prst="rect">
              <a:avLst/>
            </a:prstGeom>
            <a:blipFill>
              <a:blip r:embed="rId8" cstate="print"/>
              <a:stretch>
                <a:fillRect/>
              </a:stretch>
            </a:blipFill>
          </p:spPr>
          <p:txBody>
            <a:bodyPr wrap="square" lIns="0" tIns="0" rIns="0" bIns="0" rtlCol="0"/>
            <a:lstStyle/>
            <a:p>
              <a:endParaRPr/>
            </a:p>
          </p:txBody>
        </p:sp>
        <p:sp>
          <p:nvSpPr>
            <p:cNvPr id="76" name="object 76"/>
            <p:cNvSpPr/>
            <p:nvPr/>
          </p:nvSpPr>
          <p:spPr>
            <a:xfrm>
              <a:off x="4829556" y="3921251"/>
              <a:ext cx="152400" cy="164592"/>
            </a:xfrm>
            <a:prstGeom prst="rect">
              <a:avLst/>
            </a:prstGeom>
            <a:blipFill>
              <a:blip r:embed="rId5" cstate="print"/>
              <a:stretch>
                <a:fillRect/>
              </a:stretch>
            </a:blipFill>
          </p:spPr>
          <p:txBody>
            <a:bodyPr wrap="square" lIns="0" tIns="0" rIns="0" bIns="0" rtlCol="0"/>
            <a:lstStyle/>
            <a:p>
              <a:endParaRPr/>
            </a:p>
          </p:txBody>
        </p:sp>
        <p:sp>
          <p:nvSpPr>
            <p:cNvPr id="77" name="object 77"/>
            <p:cNvSpPr/>
            <p:nvPr/>
          </p:nvSpPr>
          <p:spPr>
            <a:xfrm>
              <a:off x="4978908" y="4052316"/>
              <a:ext cx="211836" cy="109728"/>
            </a:xfrm>
            <a:prstGeom prst="rect">
              <a:avLst/>
            </a:prstGeom>
            <a:blipFill>
              <a:blip r:embed="rId9" cstate="print"/>
              <a:stretch>
                <a:fillRect/>
              </a:stretch>
            </a:blipFill>
          </p:spPr>
          <p:txBody>
            <a:bodyPr wrap="square" lIns="0" tIns="0" rIns="0" bIns="0" rtlCol="0"/>
            <a:lstStyle/>
            <a:p>
              <a:endParaRPr/>
            </a:p>
          </p:txBody>
        </p:sp>
        <p:sp>
          <p:nvSpPr>
            <p:cNvPr id="78" name="object 78"/>
            <p:cNvSpPr/>
            <p:nvPr/>
          </p:nvSpPr>
          <p:spPr>
            <a:xfrm>
              <a:off x="7033260" y="3258311"/>
              <a:ext cx="1172210" cy="0"/>
            </a:xfrm>
            <a:custGeom>
              <a:avLst/>
              <a:gdLst/>
              <a:ahLst/>
              <a:cxnLst/>
              <a:rect l="l" t="t" r="r" b="b"/>
              <a:pathLst>
                <a:path w="1172209">
                  <a:moveTo>
                    <a:pt x="0" y="0"/>
                  </a:moveTo>
                  <a:lnTo>
                    <a:pt x="1171955" y="0"/>
                  </a:lnTo>
                </a:path>
              </a:pathLst>
            </a:custGeom>
            <a:ln w="13715">
              <a:solidFill>
                <a:srgbClr val="666666"/>
              </a:solidFill>
            </a:ln>
          </p:spPr>
          <p:txBody>
            <a:bodyPr wrap="square" lIns="0" tIns="0" rIns="0" bIns="0" rtlCol="0"/>
            <a:lstStyle/>
            <a:p>
              <a:endParaRPr/>
            </a:p>
          </p:txBody>
        </p:sp>
        <p:sp>
          <p:nvSpPr>
            <p:cNvPr id="79" name="object 79"/>
            <p:cNvSpPr/>
            <p:nvPr/>
          </p:nvSpPr>
          <p:spPr>
            <a:xfrm>
              <a:off x="8020811" y="3253740"/>
              <a:ext cx="347471" cy="233933"/>
            </a:xfrm>
            <a:prstGeom prst="rect">
              <a:avLst/>
            </a:prstGeom>
            <a:blipFill>
              <a:blip r:embed="rId10" cstate="print"/>
              <a:stretch>
                <a:fillRect/>
              </a:stretch>
            </a:blipFill>
          </p:spPr>
          <p:txBody>
            <a:bodyPr wrap="square" lIns="0" tIns="0" rIns="0" bIns="0" rtlCol="0"/>
            <a:lstStyle/>
            <a:p>
              <a:endParaRPr/>
            </a:p>
          </p:txBody>
        </p:sp>
        <p:sp>
          <p:nvSpPr>
            <p:cNvPr id="80" name="object 80"/>
            <p:cNvSpPr/>
            <p:nvPr/>
          </p:nvSpPr>
          <p:spPr>
            <a:xfrm>
              <a:off x="5850636" y="5145023"/>
              <a:ext cx="0" cy="346075"/>
            </a:xfrm>
            <a:custGeom>
              <a:avLst/>
              <a:gdLst/>
              <a:ahLst/>
              <a:cxnLst/>
              <a:rect l="l" t="t" r="r" b="b"/>
              <a:pathLst>
                <a:path h="346075">
                  <a:moveTo>
                    <a:pt x="0" y="0"/>
                  </a:moveTo>
                  <a:lnTo>
                    <a:pt x="0" y="345947"/>
                  </a:lnTo>
                </a:path>
              </a:pathLst>
            </a:custGeom>
            <a:ln w="13715">
              <a:solidFill>
                <a:srgbClr val="666666"/>
              </a:solidFill>
            </a:ln>
          </p:spPr>
          <p:txBody>
            <a:bodyPr wrap="square" lIns="0" tIns="0" rIns="0" bIns="0" rtlCol="0"/>
            <a:lstStyle/>
            <a:p>
              <a:endParaRPr/>
            </a:p>
          </p:txBody>
        </p:sp>
        <p:sp>
          <p:nvSpPr>
            <p:cNvPr id="81" name="object 81"/>
            <p:cNvSpPr/>
            <p:nvPr/>
          </p:nvSpPr>
          <p:spPr>
            <a:xfrm>
              <a:off x="5801868" y="5106923"/>
              <a:ext cx="97790" cy="424180"/>
            </a:xfrm>
            <a:custGeom>
              <a:avLst/>
              <a:gdLst/>
              <a:ahLst/>
              <a:cxnLst/>
              <a:rect l="l" t="t" r="r" b="b"/>
              <a:pathLst>
                <a:path w="97789" h="424179">
                  <a:moveTo>
                    <a:pt x="97536" y="374904"/>
                  </a:moveTo>
                  <a:lnTo>
                    <a:pt x="0" y="374904"/>
                  </a:lnTo>
                  <a:lnTo>
                    <a:pt x="48768" y="423672"/>
                  </a:lnTo>
                  <a:lnTo>
                    <a:pt x="97536" y="374904"/>
                  </a:lnTo>
                  <a:close/>
                </a:path>
                <a:path w="97789" h="424179">
                  <a:moveTo>
                    <a:pt x="97536" y="48768"/>
                  </a:moveTo>
                  <a:lnTo>
                    <a:pt x="48768" y="0"/>
                  </a:lnTo>
                  <a:lnTo>
                    <a:pt x="0" y="48768"/>
                  </a:lnTo>
                  <a:lnTo>
                    <a:pt x="97536" y="48768"/>
                  </a:lnTo>
                  <a:close/>
                </a:path>
              </a:pathLst>
            </a:custGeom>
            <a:solidFill>
              <a:srgbClr val="666666"/>
            </a:solidFill>
          </p:spPr>
          <p:txBody>
            <a:bodyPr wrap="square" lIns="0" tIns="0" rIns="0" bIns="0" rtlCol="0"/>
            <a:lstStyle/>
            <a:p>
              <a:endParaRPr/>
            </a:p>
          </p:txBody>
        </p:sp>
        <p:sp>
          <p:nvSpPr>
            <p:cNvPr id="82" name="object 82"/>
            <p:cNvSpPr/>
            <p:nvPr/>
          </p:nvSpPr>
          <p:spPr>
            <a:xfrm>
              <a:off x="5545836" y="5106923"/>
              <a:ext cx="347980" cy="0"/>
            </a:xfrm>
            <a:custGeom>
              <a:avLst/>
              <a:gdLst/>
              <a:ahLst/>
              <a:cxnLst/>
              <a:rect l="l" t="t" r="r" b="b"/>
              <a:pathLst>
                <a:path w="347979">
                  <a:moveTo>
                    <a:pt x="0" y="0"/>
                  </a:moveTo>
                  <a:lnTo>
                    <a:pt x="347471" y="0"/>
                  </a:lnTo>
                </a:path>
              </a:pathLst>
            </a:custGeom>
            <a:ln w="13715">
              <a:solidFill>
                <a:srgbClr val="666666"/>
              </a:solidFill>
            </a:ln>
          </p:spPr>
          <p:txBody>
            <a:bodyPr wrap="square" lIns="0" tIns="0" rIns="0" bIns="0" rtlCol="0"/>
            <a:lstStyle/>
            <a:p>
              <a:endParaRPr/>
            </a:p>
          </p:txBody>
        </p:sp>
      </p:grpSp>
      <p:grpSp>
        <p:nvGrpSpPr>
          <p:cNvPr id="83" name="object 83"/>
          <p:cNvGrpSpPr/>
          <p:nvPr/>
        </p:nvGrpSpPr>
        <p:grpSpPr>
          <a:xfrm>
            <a:off x="4920996" y="694944"/>
            <a:ext cx="264160" cy="204470"/>
            <a:chOff x="4920996" y="694944"/>
            <a:chExt cx="264160" cy="204470"/>
          </a:xfrm>
        </p:grpSpPr>
        <p:sp>
          <p:nvSpPr>
            <p:cNvPr id="84" name="object 84"/>
            <p:cNvSpPr/>
            <p:nvPr/>
          </p:nvSpPr>
          <p:spPr>
            <a:xfrm>
              <a:off x="4920996" y="694944"/>
              <a:ext cx="118872" cy="137160"/>
            </a:xfrm>
            <a:prstGeom prst="rect">
              <a:avLst/>
            </a:prstGeom>
            <a:blipFill>
              <a:blip r:embed="rId2" cstate="print"/>
              <a:stretch>
                <a:fillRect/>
              </a:stretch>
            </a:blipFill>
          </p:spPr>
          <p:txBody>
            <a:bodyPr wrap="square" lIns="0" tIns="0" rIns="0" bIns="0" rtlCol="0"/>
            <a:lstStyle/>
            <a:p>
              <a:endParaRPr/>
            </a:p>
          </p:txBody>
        </p:sp>
        <p:sp>
          <p:nvSpPr>
            <p:cNvPr id="85" name="object 85"/>
            <p:cNvSpPr/>
            <p:nvPr/>
          </p:nvSpPr>
          <p:spPr>
            <a:xfrm>
              <a:off x="5035296" y="803148"/>
              <a:ext cx="149351" cy="96012"/>
            </a:xfrm>
            <a:prstGeom prst="rect">
              <a:avLst/>
            </a:prstGeom>
            <a:blipFill>
              <a:blip r:embed="rId11" cstate="print"/>
              <a:stretch>
                <a:fillRect/>
              </a:stretch>
            </a:blipFill>
          </p:spPr>
          <p:txBody>
            <a:bodyPr wrap="square" lIns="0" tIns="0" rIns="0" bIns="0" rtlCol="0"/>
            <a:lstStyle/>
            <a:p>
              <a:endParaRPr/>
            </a:p>
          </p:txBody>
        </p:sp>
      </p:grpSp>
      <p:grpSp>
        <p:nvGrpSpPr>
          <p:cNvPr id="86" name="object 86"/>
          <p:cNvGrpSpPr/>
          <p:nvPr/>
        </p:nvGrpSpPr>
        <p:grpSpPr>
          <a:xfrm>
            <a:off x="4920996" y="2734055"/>
            <a:ext cx="274320" cy="204470"/>
            <a:chOff x="4920996" y="2734055"/>
            <a:chExt cx="274320" cy="204470"/>
          </a:xfrm>
        </p:grpSpPr>
        <p:sp>
          <p:nvSpPr>
            <p:cNvPr id="87" name="object 87"/>
            <p:cNvSpPr/>
            <p:nvPr/>
          </p:nvSpPr>
          <p:spPr>
            <a:xfrm>
              <a:off x="4920996" y="2734055"/>
              <a:ext cx="118872" cy="137160"/>
            </a:xfrm>
            <a:prstGeom prst="rect">
              <a:avLst/>
            </a:prstGeom>
            <a:blipFill>
              <a:blip r:embed="rId2" cstate="print"/>
              <a:stretch>
                <a:fillRect/>
              </a:stretch>
            </a:blipFill>
          </p:spPr>
          <p:txBody>
            <a:bodyPr wrap="square" lIns="0" tIns="0" rIns="0" bIns="0" rtlCol="0"/>
            <a:lstStyle/>
            <a:p>
              <a:endParaRPr/>
            </a:p>
          </p:txBody>
        </p:sp>
        <p:sp>
          <p:nvSpPr>
            <p:cNvPr id="88" name="object 88"/>
            <p:cNvSpPr/>
            <p:nvPr/>
          </p:nvSpPr>
          <p:spPr>
            <a:xfrm>
              <a:off x="5035296" y="2842259"/>
              <a:ext cx="160020" cy="96012"/>
            </a:xfrm>
            <a:prstGeom prst="rect">
              <a:avLst/>
            </a:prstGeom>
            <a:blipFill>
              <a:blip r:embed="rId12" cstate="print"/>
              <a:stretch>
                <a:fillRect/>
              </a:stretch>
            </a:blipFill>
          </p:spPr>
          <p:txBody>
            <a:bodyPr wrap="square" lIns="0" tIns="0" rIns="0" bIns="0" rtlCol="0"/>
            <a:lstStyle/>
            <a:p>
              <a:endParaRPr/>
            </a:p>
          </p:txBody>
        </p:sp>
      </p:grpSp>
      <p:grpSp>
        <p:nvGrpSpPr>
          <p:cNvPr id="89" name="object 89"/>
          <p:cNvGrpSpPr/>
          <p:nvPr/>
        </p:nvGrpSpPr>
        <p:grpSpPr>
          <a:xfrm>
            <a:off x="4920996" y="2321051"/>
            <a:ext cx="274320" cy="204470"/>
            <a:chOff x="4920996" y="2321051"/>
            <a:chExt cx="274320" cy="204470"/>
          </a:xfrm>
        </p:grpSpPr>
        <p:sp>
          <p:nvSpPr>
            <p:cNvPr id="90" name="object 90"/>
            <p:cNvSpPr/>
            <p:nvPr/>
          </p:nvSpPr>
          <p:spPr>
            <a:xfrm>
              <a:off x="4920996" y="2321051"/>
              <a:ext cx="118872" cy="137160"/>
            </a:xfrm>
            <a:prstGeom prst="rect">
              <a:avLst/>
            </a:prstGeom>
            <a:blipFill>
              <a:blip r:embed="rId2" cstate="print"/>
              <a:stretch>
                <a:fillRect/>
              </a:stretch>
            </a:blipFill>
          </p:spPr>
          <p:txBody>
            <a:bodyPr wrap="square" lIns="0" tIns="0" rIns="0" bIns="0" rtlCol="0"/>
            <a:lstStyle/>
            <a:p>
              <a:endParaRPr/>
            </a:p>
          </p:txBody>
        </p:sp>
        <p:sp>
          <p:nvSpPr>
            <p:cNvPr id="91" name="object 91"/>
            <p:cNvSpPr/>
            <p:nvPr/>
          </p:nvSpPr>
          <p:spPr>
            <a:xfrm>
              <a:off x="5035296" y="2429255"/>
              <a:ext cx="160020" cy="96012"/>
            </a:xfrm>
            <a:prstGeom prst="rect">
              <a:avLst/>
            </a:prstGeom>
            <a:blipFill>
              <a:blip r:embed="rId13" cstate="print"/>
              <a:stretch>
                <a:fillRect/>
              </a:stretch>
            </a:blipFill>
          </p:spPr>
          <p:txBody>
            <a:bodyPr wrap="square" lIns="0" tIns="0" rIns="0" bIns="0" rtlCol="0"/>
            <a:lstStyle/>
            <a:p>
              <a:endParaRPr/>
            </a:p>
          </p:txBody>
        </p:sp>
      </p:grpSp>
      <p:grpSp>
        <p:nvGrpSpPr>
          <p:cNvPr id="92" name="object 92"/>
          <p:cNvGrpSpPr/>
          <p:nvPr/>
        </p:nvGrpSpPr>
        <p:grpSpPr>
          <a:xfrm>
            <a:off x="4920996" y="1908048"/>
            <a:ext cx="269875" cy="204470"/>
            <a:chOff x="4920996" y="1908048"/>
            <a:chExt cx="269875" cy="204470"/>
          </a:xfrm>
        </p:grpSpPr>
        <p:sp>
          <p:nvSpPr>
            <p:cNvPr id="93" name="object 93"/>
            <p:cNvSpPr/>
            <p:nvPr/>
          </p:nvSpPr>
          <p:spPr>
            <a:xfrm>
              <a:off x="4920996" y="1908048"/>
              <a:ext cx="118872" cy="137160"/>
            </a:xfrm>
            <a:prstGeom prst="rect">
              <a:avLst/>
            </a:prstGeom>
            <a:blipFill>
              <a:blip r:embed="rId2" cstate="print"/>
              <a:stretch>
                <a:fillRect/>
              </a:stretch>
            </a:blipFill>
          </p:spPr>
          <p:txBody>
            <a:bodyPr wrap="square" lIns="0" tIns="0" rIns="0" bIns="0" rtlCol="0"/>
            <a:lstStyle/>
            <a:p>
              <a:endParaRPr/>
            </a:p>
          </p:txBody>
        </p:sp>
        <p:sp>
          <p:nvSpPr>
            <p:cNvPr id="94" name="object 94"/>
            <p:cNvSpPr/>
            <p:nvPr/>
          </p:nvSpPr>
          <p:spPr>
            <a:xfrm>
              <a:off x="5035296" y="2016252"/>
              <a:ext cx="155448" cy="96012"/>
            </a:xfrm>
            <a:prstGeom prst="rect">
              <a:avLst/>
            </a:prstGeom>
            <a:blipFill>
              <a:blip r:embed="rId14" cstate="print"/>
              <a:stretch>
                <a:fillRect/>
              </a:stretch>
            </a:blipFill>
          </p:spPr>
          <p:txBody>
            <a:bodyPr wrap="square" lIns="0" tIns="0" rIns="0" bIns="0" rtlCol="0"/>
            <a:lstStyle/>
            <a:p>
              <a:endParaRPr/>
            </a:p>
          </p:txBody>
        </p:sp>
      </p:grpSp>
      <p:sp>
        <p:nvSpPr>
          <p:cNvPr id="95" name="object 95"/>
          <p:cNvSpPr/>
          <p:nvPr/>
        </p:nvSpPr>
        <p:spPr>
          <a:xfrm>
            <a:off x="8424763" y="3374714"/>
            <a:ext cx="356870" cy="0"/>
          </a:xfrm>
          <a:custGeom>
            <a:avLst/>
            <a:gdLst/>
            <a:ahLst/>
            <a:cxnLst/>
            <a:rect l="l" t="t" r="r" b="b"/>
            <a:pathLst>
              <a:path w="356870">
                <a:moveTo>
                  <a:pt x="0" y="0"/>
                </a:moveTo>
                <a:lnTo>
                  <a:pt x="356814" y="0"/>
                </a:lnTo>
              </a:path>
            </a:pathLst>
          </a:custGeom>
          <a:ln w="9544">
            <a:solidFill>
              <a:srgbClr val="000000"/>
            </a:solidFill>
          </a:ln>
        </p:spPr>
        <p:txBody>
          <a:bodyPr wrap="square" lIns="0" tIns="0" rIns="0" bIns="0" rtlCol="0"/>
          <a:lstStyle/>
          <a:p>
            <a:endParaRPr/>
          </a:p>
        </p:txBody>
      </p:sp>
      <p:sp>
        <p:nvSpPr>
          <p:cNvPr id="96" name="object 96"/>
          <p:cNvSpPr txBox="1"/>
          <p:nvPr/>
        </p:nvSpPr>
        <p:spPr>
          <a:xfrm>
            <a:off x="8396896" y="3105073"/>
            <a:ext cx="403225" cy="562610"/>
          </a:xfrm>
          <a:prstGeom prst="rect">
            <a:avLst/>
          </a:prstGeom>
        </p:spPr>
        <p:txBody>
          <a:bodyPr vert="horz" wrap="square" lIns="0" tIns="12700" rIns="0" bIns="0" rtlCol="0">
            <a:spAutoFit/>
          </a:bodyPr>
          <a:lstStyle/>
          <a:p>
            <a:pPr algn="ctr">
              <a:lnSpc>
                <a:spcPts val="211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a:p>
            <a:pPr marL="16510" algn="ctr">
              <a:lnSpc>
                <a:spcPts val="2110"/>
              </a:lnSpc>
            </a:pPr>
            <a:r>
              <a:rPr sz="1800" dirty="0">
                <a:latin typeface="Times New Roman"/>
                <a:cs typeface="Times New Roman"/>
              </a:rPr>
              <a:t>2</a:t>
            </a:r>
            <a:endParaRPr sz="1800">
              <a:latin typeface="Times New Roman"/>
              <a:cs typeface="Times New Roman"/>
            </a:endParaRPr>
          </a:p>
        </p:txBody>
      </p:sp>
      <p:sp>
        <p:nvSpPr>
          <p:cNvPr id="97" name="object 97"/>
          <p:cNvSpPr txBox="1"/>
          <p:nvPr/>
        </p:nvSpPr>
        <p:spPr>
          <a:xfrm>
            <a:off x="5832424" y="5196090"/>
            <a:ext cx="378460" cy="300355"/>
          </a:xfrm>
          <a:prstGeom prst="rect">
            <a:avLst/>
          </a:prstGeom>
        </p:spPr>
        <p:txBody>
          <a:bodyPr vert="horz" wrap="square" lIns="0" tIns="12700" rIns="0" bIns="0" rtlCol="0">
            <a:spAutoFit/>
          </a:bodyPr>
          <a:lstStyle/>
          <a:p>
            <a:pPr marL="38100">
              <a:lnSpc>
                <a:spcPct val="10000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p:txBody>
      </p:sp>
      <p:sp>
        <p:nvSpPr>
          <p:cNvPr id="98" name="object 98"/>
          <p:cNvSpPr/>
          <p:nvPr/>
        </p:nvSpPr>
        <p:spPr>
          <a:xfrm>
            <a:off x="8417143" y="5433638"/>
            <a:ext cx="356870" cy="0"/>
          </a:xfrm>
          <a:custGeom>
            <a:avLst/>
            <a:gdLst/>
            <a:ahLst/>
            <a:cxnLst/>
            <a:rect l="l" t="t" r="r" b="b"/>
            <a:pathLst>
              <a:path w="356870">
                <a:moveTo>
                  <a:pt x="0" y="0"/>
                </a:moveTo>
                <a:lnTo>
                  <a:pt x="356814" y="0"/>
                </a:lnTo>
              </a:path>
            </a:pathLst>
          </a:custGeom>
          <a:ln w="9544">
            <a:solidFill>
              <a:srgbClr val="000000"/>
            </a:solidFill>
          </a:ln>
        </p:spPr>
        <p:txBody>
          <a:bodyPr wrap="square" lIns="0" tIns="0" rIns="0" bIns="0" rtlCol="0"/>
          <a:lstStyle/>
          <a:p>
            <a:endParaRPr/>
          </a:p>
        </p:txBody>
      </p:sp>
      <p:sp>
        <p:nvSpPr>
          <p:cNvPr id="99" name="object 99"/>
          <p:cNvSpPr txBox="1"/>
          <p:nvPr/>
        </p:nvSpPr>
        <p:spPr>
          <a:xfrm>
            <a:off x="8529408" y="5425911"/>
            <a:ext cx="14033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2</a:t>
            </a:r>
            <a:endParaRPr sz="1800">
              <a:latin typeface="Times New Roman"/>
              <a:cs typeface="Times New Roman"/>
            </a:endParaRPr>
          </a:p>
        </p:txBody>
      </p:sp>
      <p:sp>
        <p:nvSpPr>
          <p:cNvPr id="100" name="object 100"/>
          <p:cNvSpPr txBox="1"/>
          <p:nvPr/>
        </p:nvSpPr>
        <p:spPr>
          <a:xfrm>
            <a:off x="8401811" y="5163858"/>
            <a:ext cx="378460" cy="300355"/>
          </a:xfrm>
          <a:prstGeom prst="rect">
            <a:avLst/>
          </a:prstGeom>
        </p:spPr>
        <p:txBody>
          <a:bodyPr vert="horz" wrap="square" lIns="0" tIns="12700" rIns="0" bIns="0" rtlCol="0">
            <a:spAutoFit/>
          </a:bodyPr>
          <a:lstStyle/>
          <a:p>
            <a:pPr marL="38100">
              <a:lnSpc>
                <a:spcPct val="10000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p:txBody>
      </p:sp>
      <p:grpSp>
        <p:nvGrpSpPr>
          <p:cNvPr id="101" name="object 101"/>
          <p:cNvGrpSpPr/>
          <p:nvPr/>
        </p:nvGrpSpPr>
        <p:grpSpPr>
          <a:xfrm>
            <a:off x="5564123" y="3058667"/>
            <a:ext cx="2804160" cy="2489835"/>
            <a:chOff x="5564123" y="3058667"/>
            <a:chExt cx="2804160" cy="2489835"/>
          </a:xfrm>
        </p:grpSpPr>
        <p:sp>
          <p:nvSpPr>
            <p:cNvPr id="102" name="object 102"/>
            <p:cNvSpPr/>
            <p:nvPr/>
          </p:nvSpPr>
          <p:spPr>
            <a:xfrm>
              <a:off x="8014715" y="5312663"/>
              <a:ext cx="353567" cy="235457"/>
            </a:xfrm>
            <a:prstGeom prst="rect">
              <a:avLst/>
            </a:prstGeom>
            <a:blipFill>
              <a:blip r:embed="rId15" cstate="print"/>
              <a:stretch>
                <a:fillRect/>
              </a:stretch>
            </a:blipFill>
          </p:spPr>
          <p:txBody>
            <a:bodyPr wrap="square" lIns="0" tIns="0" rIns="0" bIns="0" rtlCol="0"/>
            <a:lstStyle/>
            <a:p>
              <a:endParaRPr/>
            </a:p>
          </p:txBody>
        </p:sp>
        <p:sp>
          <p:nvSpPr>
            <p:cNvPr id="103" name="object 103"/>
            <p:cNvSpPr/>
            <p:nvPr/>
          </p:nvSpPr>
          <p:spPr>
            <a:xfrm>
              <a:off x="7912607" y="5323331"/>
              <a:ext cx="292735" cy="0"/>
            </a:xfrm>
            <a:custGeom>
              <a:avLst/>
              <a:gdLst/>
              <a:ahLst/>
              <a:cxnLst/>
              <a:rect l="l" t="t" r="r" b="b"/>
              <a:pathLst>
                <a:path w="292734">
                  <a:moveTo>
                    <a:pt x="0" y="0"/>
                  </a:moveTo>
                  <a:lnTo>
                    <a:pt x="292607" y="0"/>
                  </a:lnTo>
                </a:path>
              </a:pathLst>
            </a:custGeom>
            <a:ln w="13715">
              <a:solidFill>
                <a:srgbClr val="666666"/>
              </a:solidFill>
            </a:ln>
          </p:spPr>
          <p:txBody>
            <a:bodyPr wrap="square" lIns="0" tIns="0" rIns="0" bIns="0" rtlCol="0"/>
            <a:lstStyle/>
            <a:p>
              <a:endParaRPr/>
            </a:p>
          </p:txBody>
        </p:sp>
        <p:sp>
          <p:nvSpPr>
            <p:cNvPr id="104" name="object 104"/>
            <p:cNvSpPr/>
            <p:nvPr/>
          </p:nvSpPr>
          <p:spPr>
            <a:xfrm>
              <a:off x="5564123" y="3058667"/>
              <a:ext cx="47244" cy="2357628"/>
            </a:xfrm>
            <a:prstGeom prst="rect">
              <a:avLst/>
            </a:prstGeom>
            <a:blipFill>
              <a:blip r:embed="rId16" cstate="print"/>
              <a:stretch>
                <a:fillRect/>
              </a:stretch>
            </a:blipFill>
          </p:spPr>
          <p:txBody>
            <a:bodyPr wrap="square" lIns="0" tIns="0" rIns="0" bIns="0" rtlCol="0"/>
            <a:lstStyle/>
            <a:p>
              <a:endParaRPr/>
            </a:p>
          </p:txBody>
        </p:sp>
      </p:grpSp>
      <p:grpSp>
        <p:nvGrpSpPr>
          <p:cNvPr id="105" name="object 105"/>
          <p:cNvGrpSpPr/>
          <p:nvPr/>
        </p:nvGrpSpPr>
        <p:grpSpPr>
          <a:xfrm>
            <a:off x="704087" y="4527550"/>
            <a:ext cx="2868295" cy="1644650"/>
            <a:chOff x="704087" y="4501896"/>
            <a:chExt cx="2868295" cy="1644650"/>
          </a:xfrm>
        </p:grpSpPr>
        <p:sp>
          <p:nvSpPr>
            <p:cNvPr id="106" name="object 106"/>
            <p:cNvSpPr/>
            <p:nvPr/>
          </p:nvSpPr>
          <p:spPr>
            <a:xfrm>
              <a:off x="2932176" y="4846320"/>
              <a:ext cx="506095" cy="802005"/>
            </a:xfrm>
            <a:custGeom>
              <a:avLst/>
              <a:gdLst/>
              <a:ahLst/>
              <a:cxnLst/>
              <a:rect l="l" t="t" r="r" b="b"/>
              <a:pathLst>
                <a:path w="506095" h="802004">
                  <a:moveTo>
                    <a:pt x="65531" y="289559"/>
                  </a:moveTo>
                  <a:lnTo>
                    <a:pt x="1523" y="263651"/>
                  </a:lnTo>
                </a:path>
                <a:path w="506095" h="802004">
                  <a:moveTo>
                    <a:pt x="1523" y="263651"/>
                  </a:moveTo>
                  <a:lnTo>
                    <a:pt x="115823" y="222503"/>
                  </a:lnTo>
                </a:path>
                <a:path w="506095" h="802004">
                  <a:moveTo>
                    <a:pt x="115823" y="222503"/>
                  </a:moveTo>
                  <a:lnTo>
                    <a:pt x="0" y="184403"/>
                  </a:lnTo>
                </a:path>
                <a:path w="506095" h="802004">
                  <a:moveTo>
                    <a:pt x="0" y="184403"/>
                  </a:moveTo>
                  <a:lnTo>
                    <a:pt x="115823" y="144779"/>
                  </a:lnTo>
                </a:path>
                <a:path w="506095" h="802004">
                  <a:moveTo>
                    <a:pt x="115823" y="144779"/>
                  </a:moveTo>
                  <a:lnTo>
                    <a:pt x="0" y="103631"/>
                  </a:lnTo>
                </a:path>
                <a:path w="506095" h="802004">
                  <a:moveTo>
                    <a:pt x="0" y="103631"/>
                  </a:moveTo>
                  <a:lnTo>
                    <a:pt x="115823" y="62483"/>
                  </a:lnTo>
                </a:path>
                <a:path w="506095" h="802004">
                  <a:moveTo>
                    <a:pt x="115823" y="62483"/>
                  </a:moveTo>
                  <a:lnTo>
                    <a:pt x="0" y="28955"/>
                  </a:lnTo>
                </a:path>
                <a:path w="506095" h="802004">
                  <a:moveTo>
                    <a:pt x="0" y="28955"/>
                  </a:moveTo>
                  <a:lnTo>
                    <a:pt x="65531" y="0"/>
                  </a:lnTo>
                </a:path>
                <a:path w="506095" h="802004">
                  <a:moveTo>
                    <a:pt x="65531" y="289559"/>
                  </a:moveTo>
                  <a:lnTo>
                    <a:pt x="65531" y="505967"/>
                  </a:lnTo>
                </a:path>
                <a:path w="506095" h="802004">
                  <a:moveTo>
                    <a:pt x="505967" y="758951"/>
                  </a:moveTo>
                  <a:lnTo>
                    <a:pt x="451103" y="801623"/>
                  </a:lnTo>
                </a:path>
                <a:path w="506095" h="802004">
                  <a:moveTo>
                    <a:pt x="451103" y="801623"/>
                  </a:moveTo>
                  <a:lnTo>
                    <a:pt x="472439" y="682751"/>
                  </a:lnTo>
                </a:path>
                <a:path w="506095" h="802004">
                  <a:moveTo>
                    <a:pt x="472439" y="682751"/>
                  </a:moveTo>
                  <a:lnTo>
                    <a:pt x="382523" y="763523"/>
                  </a:lnTo>
                </a:path>
                <a:path w="506095" h="802004">
                  <a:moveTo>
                    <a:pt x="382523" y="763523"/>
                  </a:moveTo>
                  <a:lnTo>
                    <a:pt x="405383" y="643127"/>
                  </a:lnTo>
                </a:path>
                <a:path w="506095" h="802004">
                  <a:moveTo>
                    <a:pt x="405383" y="643127"/>
                  </a:moveTo>
                  <a:lnTo>
                    <a:pt x="310895" y="722375"/>
                  </a:lnTo>
                </a:path>
                <a:path w="506095" h="802004">
                  <a:moveTo>
                    <a:pt x="310895" y="722375"/>
                  </a:moveTo>
                  <a:lnTo>
                    <a:pt x="335279" y="603503"/>
                  </a:lnTo>
                </a:path>
                <a:path w="506095" h="802004">
                  <a:moveTo>
                    <a:pt x="335279" y="603503"/>
                  </a:moveTo>
                  <a:lnTo>
                    <a:pt x="246887" y="685799"/>
                  </a:lnTo>
                </a:path>
              </a:pathLst>
            </a:custGeom>
            <a:ln w="15239">
              <a:solidFill>
                <a:srgbClr val="000000"/>
              </a:solidFill>
            </a:ln>
          </p:spPr>
          <p:txBody>
            <a:bodyPr wrap="square" lIns="0" tIns="0" rIns="0" bIns="0" rtlCol="0"/>
            <a:lstStyle/>
            <a:p>
              <a:endParaRPr/>
            </a:p>
          </p:txBody>
        </p:sp>
        <p:sp>
          <p:nvSpPr>
            <p:cNvPr id="107" name="object 107"/>
            <p:cNvSpPr/>
            <p:nvPr/>
          </p:nvSpPr>
          <p:spPr>
            <a:xfrm>
              <a:off x="3179063" y="5460491"/>
              <a:ext cx="7620" cy="71755"/>
            </a:xfrm>
            <a:custGeom>
              <a:avLst/>
              <a:gdLst/>
              <a:ahLst/>
              <a:cxnLst/>
              <a:rect l="l" t="t" r="r" b="b"/>
              <a:pathLst>
                <a:path w="7619" h="71754">
                  <a:moveTo>
                    <a:pt x="3809" y="-7619"/>
                  </a:moveTo>
                  <a:lnTo>
                    <a:pt x="3809" y="79247"/>
                  </a:lnTo>
                </a:path>
              </a:pathLst>
            </a:custGeom>
            <a:ln w="22859">
              <a:solidFill>
                <a:srgbClr val="000000"/>
              </a:solidFill>
            </a:ln>
          </p:spPr>
          <p:txBody>
            <a:bodyPr wrap="square" lIns="0" tIns="0" rIns="0" bIns="0" rtlCol="0"/>
            <a:lstStyle/>
            <a:p>
              <a:endParaRPr/>
            </a:p>
          </p:txBody>
        </p:sp>
        <p:sp>
          <p:nvSpPr>
            <p:cNvPr id="108" name="object 108"/>
            <p:cNvSpPr/>
            <p:nvPr/>
          </p:nvSpPr>
          <p:spPr>
            <a:xfrm>
              <a:off x="2049779" y="4738116"/>
              <a:ext cx="1515110" cy="1175385"/>
            </a:xfrm>
            <a:custGeom>
              <a:avLst/>
              <a:gdLst/>
              <a:ahLst/>
              <a:cxnLst/>
              <a:rect l="l" t="t" r="r" b="b"/>
              <a:pathLst>
                <a:path w="1515110" h="1175385">
                  <a:moveTo>
                    <a:pt x="947927" y="614171"/>
                  </a:moveTo>
                  <a:lnTo>
                    <a:pt x="1136903" y="722375"/>
                  </a:lnTo>
                </a:path>
                <a:path w="1515110" h="1175385">
                  <a:moveTo>
                    <a:pt x="757427" y="722375"/>
                  </a:moveTo>
                  <a:lnTo>
                    <a:pt x="947927" y="614171"/>
                  </a:lnTo>
                </a:path>
                <a:path w="1515110" h="1175385">
                  <a:moveTo>
                    <a:pt x="505967" y="867155"/>
                  </a:moveTo>
                  <a:lnTo>
                    <a:pt x="496823" y="798575"/>
                  </a:lnTo>
                </a:path>
                <a:path w="1515110" h="1175385">
                  <a:moveTo>
                    <a:pt x="496823" y="798575"/>
                  </a:moveTo>
                  <a:lnTo>
                    <a:pt x="589787" y="877823"/>
                  </a:lnTo>
                </a:path>
                <a:path w="1515110" h="1175385">
                  <a:moveTo>
                    <a:pt x="589787" y="877823"/>
                  </a:moveTo>
                  <a:lnTo>
                    <a:pt x="565403" y="758951"/>
                  </a:lnTo>
                </a:path>
                <a:path w="1515110" h="1175385">
                  <a:moveTo>
                    <a:pt x="565403" y="758951"/>
                  </a:moveTo>
                  <a:lnTo>
                    <a:pt x="656843" y="838199"/>
                  </a:lnTo>
                </a:path>
                <a:path w="1515110" h="1175385">
                  <a:moveTo>
                    <a:pt x="656843" y="838199"/>
                  </a:moveTo>
                  <a:lnTo>
                    <a:pt x="635507" y="717803"/>
                  </a:lnTo>
                </a:path>
                <a:path w="1515110" h="1175385">
                  <a:moveTo>
                    <a:pt x="635507" y="717803"/>
                  </a:moveTo>
                  <a:lnTo>
                    <a:pt x="728471" y="798575"/>
                  </a:lnTo>
                </a:path>
                <a:path w="1515110" h="1175385">
                  <a:moveTo>
                    <a:pt x="728471" y="798575"/>
                  </a:moveTo>
                  <a:lnTo>
                    <a:pt x="699515" y="681227"/>
                  </a:lnTo>
                </a:path>
                <a:path w="1515110" h="1175385">
                  <a:moveTo>
                    <a:pt x="699515" y="681227"/>
                  </a:moveTo>
                  <a:lnTo>
                    <a:pt x="757427" y="722375"/>
                  </a:lnTo>
                </a:path>
                <a:path w="1515110" h="1175385">
                  <a:moveTo>
                    <a:pt x="947927" y="108203"/>
                  </a:moveTo>
                  <a:lnTo>
                    <a:pt x="947927" y="0"/>
                  </a:lnTo>
                  <a:lnTo>
                    <a:pt x="3047" y="0"/>
                  </a:lnTo>
                </a:path>
                <a:path w="1515110" h="1175385">
                  <a:moveTo>
                    <a:pt x="380999" y="938783"/>
                  </a:moveTo>
                  <a:lnTo>
                    <a:pt x="505967" y="867155"/>
                  </a:lnTo>
                </a:path>
                <a:path w="1515110" h="1175385">
                  <a:moveTo>
                    <a:pt x="380999" y="940307"/>
                  </a:moveTo>
                  <a:lnTo>
                    <a:pt x="3047" y="940307"/>
                  </a:lnTo>
                </a:path>
                <a:path w="1515110" h="1175385">
                  <a:moveTo>
                    <a:pt x="1513331" y="940307"/>
                  </a:moveTo>
                  <a:lnTo>
                    <a:pt x="1388363" y="867155"/>
                  </a:lnTo>
                </a:path>
                <a:path w="1515110" h="1175385">
                  <a:moveTo>
                    <a:pt x="1514855" y="940307"/>
                  </a:moveTo>
                  <a:lnTo>
                    <a:pt x="1514855" y="1175003"/>
                  </a:lnTo>
                </a:path>
                <a:path w="1515110" h="1175385">
                  <a:moveTo>
                    <a:pt x="1510283" y="1175003"/>
                  </a:moveTo>
                  <a:lnTo>
                    <a:pt x="0" y="1175003"/>
                  </a:lnTo>
                </a:path>
              </a:pathLst>
            </a:custGeom>
            <a:ln w="15239">
              <a:solidFill>
                <a:srgbClr val="000000"/>
              </a:solidFill>
            </a:ln>
          </p:spPr>
          <p:txBody>
            <a:bodyPr wrap="square" lIns="0" tIns="0" rIns="0" bIns="0" rtlCol="0"/>
            <a:lstStyle/>
            <a:p>
              <a:endParaRPr/>
            </a:p>
          </p:txBody>
        </p:sp>
        <p:sp>
          <p:nvSpPr>
            <p:cNvPr id="109" name="object 109"/>
            <p:cNvSpPr/>
            <p:nvPr/>
          </p:nvSpPr>
          <p:spPr>
            <a:xfrm>
              <a:off x="1909571" y="4687824"/>
              <a:ext cx="102107" cy="109727"/>
            </a:xfrm>
            <a:prstGeom prst="rect">
              <a:avLst/>
            </a:prstGeom>
            <a:blipFill>
              <a:blip r:embed="rId17" cstate="print"/>
              <a:stretch>
                <a:fillRect/>
              </a:stretch>
            </a:blipFill>
          </p:spPr>
          <p:txBody>
            <a:bodyPr wrap="square" lIns="0" tIns="0" rIns="0" bIns="0" rtlCol="0"/>
            <a:lstStyle/>
            <a:p>
              <a:endParaRPr/>
            </a:p>
          </p:txBody>
        </p:sp>
        <p:sp>
          <p:nvSpPr>
            <p:cNvPr id="110" name="object 110"/>
            <p:cNvSpPr/>
            <p:nvPr/>
          </p:nvSpPr>
          <p:spPr>
            <a:xfrm>
              <a:off x="1895856" y="5861304"/>
              <a:ext cx="96012" cy="112775"/>
            </a:xfrm>
            <a:prstGeom prst="rect">
              <a:avLst/>
            </a:prstGeom>
            <a:blipFill>
              <a:blip r:embed="rId18" cstate="print"/>
              <a:stretch>
                <a:fillRect/>
              </a:stretch>
            </a:blipFill>
          </p:spPr>
          <p:txBody>
            <a:bodyPr wrap="square" lIns="0" tIns="0" rIns="0" bIns="0" rtlCol="0"/>
            <a:lstStyle/>
            <a:p>
              <a:endParaRPr/>
            </a:p>
          </p:txBody>
        </p:sp>
        <p:sp>
          <p:nvSpPr>
            <p:cNvPr id="111" name="object 111"/>
            <p:cNvSpPr/>
            <p:nvPr/>
          </p:nvSpPr>
          <p:spPr>
            <a:xfrm>
              <a:off x="1904999" y="5609844"/>
              <a:ext cx="82295" cy="109728"/>
            </a:xfrm>
            <a:prstGeom prst="rect">
              <a:avLst/>
            </a:prstGeom>
            <a:blipFill>
              <a:blip r:embed="rId19" cstate="print"/>
              <a:stretch>
                <a:fillRect/>
              </a:stretch>
            </a:blipFill>
          </p:spPr>
          <p:txBody>
            <a:bodyPr wrap="square" lIns="0" tIns="0" rIns="0" bIns="0" rtlCol="0"/>
            <a:lstStyle/>
            <a:p>
              <a:endParaRPr/>
            </a:p>
          </p:txBody>
        </p:sp>
        <p:sp>
          <p:nvSpPr>
            <p:cNvPr id="112" name="object 112"/>
            <p:cNvSpPr/>
            <p:nvPr/>
          </p:nvSpPr>
          <p:spPr>
            <a:xfrm>
              <a:off x="3112008" y="4922520"/>
              <a:ext cx="105156" cy="109727"/>
            </a:xfrm>
            <a:prstGeom prst="rect">
              <a:avLst/>
            </a:prstGeom>
            <a:blipFill>
              <a:blip r:embed="rId20" cstate="print"/>
              <a:stretch>
                <a:fillRect/>
              </a:stretch>
            </a:blipFill>
          </p:spPr>
          <p:txBody>
            <a:bodyPr wrap="square" lIns="0" tIns="0" rIns="0" bIns="0" rtlCol="0"/>
            <a:lstStyle/>
            <a:p>
              <a:endParaRPr/>
            </a:p>
          </p:txBody>
        </p:sp>
        <p:sp>
          <p:nvSpPr>
            <p:cNvPr id="113" name="object 113"/>
            <p:cNvSpPr/>
            <p:nvPr/>
          </p:nvSpPr>
          <p:spPr>
            <a:xfrm>
              <a:off x="2567939" y="5301996"/>
              <a:ext cx="105156" cy="109728"/>
            </a:xfrm>
            <a:prstGeom prst="rect">
              <a:avLst/>
            </a:prstGeom>
            <a:blipFill>
              <a:blip r:embed="rId20" cstate="print"/>
              <a:stretch>
                <a:fillRect/>
              </a:stretch>
            </a:blipFill>
          </p:spPr>
          <p:txBody>
            <a:bodyPr wrap="square" lIns="0" tIns="0" rIns="0" bIns="0" rtlCol="0"/>
            <a:lstStyle/>
            <a:p>
              <a:endParaRPr/>
            </a:p>
          </p:txBody>
        </p:sp>
        <p:sp>
          <p:nvSpPr>
            <p:cNvPr id="114" name="object 114"/>
            <p:cNvSpPr/>
            <p:nvPr/>
          </p:nvSpPr>
          <p:spPr>
            <a:xfrm>
              <a:off x="3148583" y="5644896"/>
              <a:ext cx="105156" cy="109728"/>
            </a:xfrm>
            <a:prstGeom prst="rect">
              <a:avLst/>
            </a:prstGeom>
            <a:blipFill>
              <a:blip r:embed="rId20" cstate="print"/>
              <a:stretch>
                <a:fillRect/>
              </a:stretch>
            </a:blipFill>
          </p:spPr>
          <p:txBody>
            <a:bodyPr wrap="square" lIns="0" tIns="0" rIns="0" bIns="0" rtlCol="0"/>
            <a:lstStyle/>
            <a:p>
              <a:endParaRPr/>
            </a:p>
          </p:txBody>
        </p:sp>
        <p:sp>
          <p:nvSpPr>
            <p:cNvPr id="115" name="object 115"/>
            <p:cNvSpPr/>
            <p:nvPr/>
          </p:nvSpPr>
          <p:spPr>
            <a:xfrm>
              <a:off x="841248" y="4509516"/>
              <a:ext cx="425450" cy="12700"/>
            </a:xfrm>
            <a:custGeom>
              <a:avLst/>
              <a:gdLst/>
              <a:ahLst/>
              <a:cxnLst/>
              <a:rect l="l" t="t" r="r" b="b"/>
              <a:pathLst>
                <a:path w="425450" h="12700">
                  <a:moveTo>
                    <a:pt x="0" y="0"/>
                  </a:moveTo>
                  <a:lnTo>
                    <a:pt x="425195" y="0"/>
                  </a:lnTo>
                  <a:lnTo>
                    <a:pt x="425195" y="12192"/>
                  </a:lnTo>
                  <a:lnTo>
                    <a:pt x="0" y="12192"/>
                  </a:lnTo>
                  <a:lnTo>
                    <a:pt x="0" y="0"/>
                  </a:lnTo>
                  <a:close/>
                </a:path>
              </a:pathLst>
            </a:custGeom>
            <a:solidFill>
              <a:srgbClr val="000000"/>
            </a:solidFill>
          </p:spPr>
          <p:txBody>
            <a:bodyPr wrap="square" lIns="0" tIns="0" rIns="0" bIns="0" rtlCol="0"/>
            <a:lstStyle/>
            <a:p>
              <a:endParaRPr/>
            </a:p>
          </p:txBody>
        </p:sp>
        <p:sp>
          <p:nvSpPr>
            <p:cNvPr id="116" name="object 116"/>
            <p:cNvSpPr/>
            <p:nvPr/>
          </p:nvSpPr>
          <p:spPr>
            <a:xfrm>
              <a:off x="841247" y="4521708"/>
              <a:ext cx="0" cy="772795"/>
            </a:xfrm>
            <a:custGeom>
              <a:avLst/>
              <a:gdLst/>
              <a:ahLst/>
              <a:cxnLst/>
              <a:rect l="l" t="t" r="r" b="b"/>
              <a:pathLst>
                <a:path h="772795">
                  <a:moveTo>
                    <a:pt x="0" y="772667"/>
                  </a:moveTo>
                  <a:lnTo>
                    <a:pt x="0" y="0"/>
                  </a:lnTo>
                </a:path>
              </a:pathLst>
            </a:custGeom>
            <a:ln w="12191">
              <a:solidFill>
                <a:srgbClr val="000000"/>
              </a:solidFill>
            </a:ln>
          </p:spPr>
          <p:txBody>
            <a:bodyPr wrap="square" lIns="0" tIns="0" rIns="0" bIns="0" rtlCol="0"/>
            <a:lstStyle/>
            <a:p>
              <a:endParaRPr/>
            </a:p>
          </p:txBody>
        </p:sp>
        <p:sp>
          <p:nvSpPr>
            <p:cNvPr id="117" name="object 117"/>
            <p:cNvSpPr/>
            <p:nvPr/>
          </p:nvSpPr>
          <p:spPr>
            <a:xfrm>
              <a:off x="704087" y="5294376"/>
              <a:ext cx="274320" cy="0"/>
            </a:xfrm>
            <a:custGeom>
              <a:avLst/>
              <a:gdLst/>
              <a:ahLst/>
              <a:cxnLst/>
              <a:rect l="l" t="t" r="r" b="b"/>
              <a:pathLst>
                <a:path w="274319">
                  <a:moveTo>
                    <a:pt x="0" y="0"/>
                  </a:moveTo>
                  <a:lnTo>
                    <a:pt x="274319" y="0"/>
                  </a:lnTo>
                </a:path>
              </a:pathLst>
            </a:custGeom>
            <a:ln w="21335">
              <a:solidFill>
                <a:srgbClr val="000000"/>
              </a:solidFill>
            </a:ln>
          </p:spPr>
          <p:txBody>
            <a:bodyPr wrap="square" lIns="0" tIns="0" rIns="0" bIns="0" rtlCol="0"/>
            <a:lstStyle/>
            <a:p>
              <a:endParaRPr/>
            </a:p>
          </p:txBody>
        </p:sp>
        <p:sp>
          <p:nvSpPr>
            <p:cNvPr id="118" name="object 118"/>
            <p:cNvSpPr/>
            <p:nvPr/>
          </p:nvSpPr>
          <p:spPr>
            <a:xfrm>
              <a:off x="941831" y="5140452"/>
              <a:ext cx="185928" cy="123443"/>
            </a:xfrm>
            <a:prstGeom prst="rect">
              <a:avLst/>
            </a:prstGeom>
            <a:blipFill>
              <a:blip r:embed="rId21" cstate="print"/>
              <a:stretch>
                <a:fillRect/>
              </a:stretch>
            </a:blipFill>
          </p:spPr>
          <p:txBody>
            <a:bodyPr wrap="square" lIns="0" tIns="0" rIns="0" bIns="0" rtlCol="0"/>
            <a:lstStyle/>
            <a:p>
              <a:endParaRPr/>
            </a:p>
          </p:txBody>
        </p:sp>
        <p:sp>
          <p:nvSpPr>
            <p:cNvPr id="119" name="object 119"/>
            <p:cNvSpPr/>
            <p:nvPr/>
          </p:nvSpPr>
          <p:spPr>
            <a:xfrm>
              <a:off x="1266444" y="4501896"/>
              <a:ext cx="875030" cy="234950"/>
            </a:xfrm>
            <a:custGeom>
              <a:avLst/>
              <a:gdLst/>
              <a:ahLst/>
              <a:cxnLst/>
              <a:rect l="l" t="t" r="r" b="b"/>
              <a:pathLst>
                <a:path w="875030" h="234950">
                  <a:moveTo>
                    <a:pt x="874776" y="9144"/>
                  </a:moveTo>
                  <a:lnTo>
                    <a:pt x="864108" y="9144"/>
                  </a:lnTo>
                  <a:lnTo>
                    <a:pt x="864108" y="0"/>
                  </a:lnTo>
                  <a:lnTo>
                    <a:pt x="0" y="0"/>
                  </a:lnTo>
                  <a:lnTo>
                    <a:pt x="0" y="19812"/>
                  </a:lnTo>
                  <a:lnTo>
                    <a:pt x="854964" y="19812"/>
                  </a:lnTo>
                  <a:lnTo>
                    <a:pt x="854964" y="234696"/>
                  </a:lnTo>
                  <a:lnTo>
                    <a:pt x="874776" y="234696"/>
                  </a:lnTo>
                  <a:lnTo>
                    <a:pt x="874776" y="9144"/>
                  </a:lnTo>
                  <a:close/>
                </a:path>
              </a:pathLst>
            </a:custGeom>
            <a:solidFill>
              <a:srgbClr val="C00000"/>
            </a:solidFill>
          </p:spPr>
          <p:txBody>
            <a:bodyPr wrap="square" lIns="0" tIns="0" rIns="0" bIns="0" rtlCol="0"/>
            <a:lstStyle/>
            <a:p>
              <a:endParaRPr/>
            </a:p>
          </p:txBody>
        </p:sp>
        <p:sp>
          <p:nvSpPr>
            <p:cNvPr id="120" name="object 120"/>
            <p:cNvSpPr/>
            <p:nvPr/>
          </p:nvSpPr>
          <p:spPr>
            <a:xfrm>
              <a:off x="841248" y="6134100"/>
              <a:ext cx="425450" cy="12700"/>
            </a:xfrm>
            <a:custGeom>
              <a:avLst/>
              <a:gdLst/>
              <a:ahLst/>
              <a:cxnLst/>
              <a:rect l="l" t="t" r="r" b="b"/>
              <a:pathLst>
                <a:path w="425450" h="12700">
                  <a:moveTo>
                    <a:pt x="0" y="0"/>
                  </a:moveTo>
                  <a:lnTo>
                    <a:pt x="425195" y="0"/>
                  </a:lnTo>
                  <a:lnTo>
                    <a:pt x="425195" y="12192"/>
                  </a:lnTo>
                  <a:lnTo>
                    <a:pt x="0" y="12192"/>
                  </a:lnTo>
                  <a:lnTo>
                    <a:pt x="0" y="0"/>
                  </a:lnTo>
                  <a:close/>
                </a:path>
              </a:pathLst>
            </a:custGeom>
            <a:solidFill>
              <a:srgbClr val="000000"/>
            </a:solidFill>
          </p:spPr>
          <p:txBody>
            <a:bodyPr wrap="square" lIns="0" tIns="0" rIns="0" bIns="0" rtlCol="0"/>
            <a:lstStyle/>
            <a:p>
              <a:endParaRPr/>
            </a:p>
          </p:txBody>
        </p:sp>
        <p:sp>
          <p:nvSpPr>
            <p:cNvPr id="121" name="object 121"/>
            <p:cNvSpPr/>
            <p:nvPr/>
          </p:nvSpPr>
          <p:spPr>
            <a:xfrm>
              <a:off x="841247" y="5361432"/>
              <a:ext cx="0" cy="772795"/>
            </a:xfrm>
            <a:custGeom>
              <a:avLst/>
              <a:gdLst/>
              <a:ahLst/>
              <a:cxnLst/>
              <a:rect l="l" t="t" r="r" b="b"/>
              <a:pathLst>
                <a:path h="772795">
                  <a:moveTo>
                    <a:pt x="0" y="772667"/>
                  </a:moveTo>
                  <a:lnTo>
                    <a:pt x="0" y="0"/>
                  </a:lnTo>
                </a:path>
              </a:pathLst>
            </a:custGeom>
            <a:ln w="12191">
              <a:solidFill>
                <a:srgbClr val="000000"/>
              </a:solidFill>
            </a:ln>
          </p:spPr>
          <p:txBody>
            <a:bodyPr wrap="square" lIns="0" tIns="0" rIns="0" bIns="0" rtlCol="0"/>
            <a:lstStyle/>
            <a:p>
              <a:endParaRPr/>
            </a:p>
          </p:txBody>
        </p:sp>
        <p:sp>
          <p:nvSpPr>
            <p:cNvPr id="122" name="object 122"/>
            <p:cNvSpPr/>
            <p:nvPr/>
          </p:nvSpPr>
          <p:spPr>
            <a:xfrm>
              <a:off x="772667" y="5361432"/>
              <a:ext cx="137160" cy="0"/>
            </a:xfrm>
            <a:custGeom>
              <a:avLst/>
              <a:gdLst/>
              <a:ahLst/>
              <a:cxnLst/>
              <a:rect l="l" t="t" r="r" b="b"/>
              <a:pathLst>
                <a:path w="137159">
                  <a:moveTo>
                    <a:pt x="0" y="0"/>
                  </a:moveTo>
                  <a:lnTo>
                    <a:pt x="137159" y="0"/>
                  </a:lnTo>
                </a:path>
              </a:pathLst>
            </a:custGeom>
            <a:ln w="21335">
              <a:solidFill>
                <a:srgbClr val="000000"/>
              </a:solidFill>
            </a:ln>
          </p:spPr>
          <p:txBody>
            <a:bodyPr wrap="square" lIns="0" tIns="0" rIns="0" bIns="0" rtlCol="0"/>
            <a:lstStyle/>
            <a:p>
              <a:endParaRPr/>
            </a:p>
          </p:txBody>
        </p:sp>
        <p:sp>
          <p:nvSpPr>
            <p:cNvPr id="123" name="object 123"/>
            <p:cNvSpPr/>
            <p:nvPr/>
          </p:nvSpPr>
          <p:spPr>
            <a:xfrm>
              <a:off x="1263396" y="5905500"/>
              <a:ext cx="878205" cy="238125"/>
            </a:xfrm>
            <a:custGeom>
              <a:avLst/>
              <a:gdLst/>
              <a:ahLst/>
              <a:cxnLst/>
              <a:rect l="l" t="t" r="r" b="b"/>
              <a:pathLst>
                <a:path w="878205" h="238125">
                  <a:moveTo>
                    <a:pt x="877824" y="0"/>
                  </a:moveTo>
                  <a:lnTo>
                    <a:pt x="858012" y="0"/>
                  </a:lnTo>
                  <a:lnTo>
                    <a:pt x="858012" y="219456"/>
                  </a:lnTo>
                  <a:lnTo>
                    <a:pt x="0" y="219456"/>
                  </a:lnTo>
                  <a:lnTo>
                    <a:pt x="0" y="237744"/>
                  </a:lnTo>
                  <a:lnTo>
                    <a:pt x="867156" y="237744"/>
                  </a:lnTo>
                  <a:lnTo>
                    <a:pt x="867156" y="228600"/>
                  </a:lnTo>
                  <a:lnTo>
                    <a:pt x="877824" y="228600"/>
                  </a:lnTo>
                  <a:lnTo>
                    <a:pt x="877824" y="0"/>
                  </a:lnTo>
                  <a:close/>
                </a:path>
              </a:pathLst>
            </a:custGeom>
            <a:solidFill>
              <a:srgbClr val="C00000"/>
            </a:solidFill>
          </p:spPr>
          <p:txBody>
            <a:bodyPr wrap="square" lIns="0" tIns="0" rIns="0" bIns="0" rtlCol="0"/>
            <a:lstStyle/>
            <a:p>
              <a:endParaRPr/>
            </a:p>
          </p:txBody>
        </p:sp>
      </p:grpSp>
      <p:sp>
        <p:nvSpPr>
          <p:cNvPr id="124" name="object 124"/>
          <p:cNvSpPr txBox="1"/>
          <p:nvPr/>
        </p:nvSpPr>
        <p:spPr>
          <a:xfrm>
            <a:off x="3003384" y="5159755"/>
            <a:ext cx="140970"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rlito"/>
                <a:cs typeface="Carlito"/>
              </a:rPr>
              <a:t>N</a:t>
            </a:r>
            <a:endParaRPr sz="1400">
              <a:latin typeface="Carlito"/>
              <a:cs typeface="Carlito"/>
            </a:endParaRPr>
          </a:p>
        </p:txBody>
      </p:sp>
      <p:sp>
        <p:nvSpPr>
          <p:cNvPr id="125" name="object 125"/>
          <p:cNvSpPr txBox="1"/>
          <p:nvPr/>
        </p:nvSpPr>
        <p:spPr>
          <a:xfrm>
            <a:off x="457200" y="3733800"/>
            <a:ext cx="321119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rlito"/>
                <a:cs typeface="Carlito"/>
              </a:rPr>
              <a:t>Connection during </a:t>
            </a:r>
            <a:r>
              <a:rPr sz="1800" spc="-5" dirty="0">
                <a:solidFill>
                  <a:srgbClr val="C00000"/>
                </a:solidFill>
                <a:latin typeface="Carlito"/>
                <a:cs typeface="Carlito"/>
              </a:rPr>
              <a:t>second</a:t>
            </a:r>
            <a:r>
              <a:rPr sz="1800" spc="10" dirty="0">
                <a:solidFill>
                  <a:srgbClr val="C00000"/>
                </a:solidFill>
                <a:latin typeface="Carlito"/>
                <a:cs typeface="Carlito"/>
              </a:rPr>
              <a:t> </a:t>
            </a:r>
            <a:r>
              <a:rPr sz="1800" spc="-10" dirty="0">
                <a:latin typeface="Carlito"/>
                <a:cs typeface="Carlito"/>
              </a:rPr>
              <a:t>interval</a:t>
            </a:r>
            <a:endParaRPr sz="1800">
              <a:latin typeface="Carlito"/>
              <a:cs typeface="Carlito"/>
            </a:endParaRPr>
          </a:p>
        </p:txBody>
      </p:sp>
      <p:pic>
        <p:nvPicPr>
          <p:cNvPr id="5122" name="Picture 2"/>
          <p:cNvPicPr>
            <a:picLocks noChangeAspect="1" noChangeArrowheads="1"/>
          </p:cNvPicPr>
          <p:nvPr/>
        </p:nvPicPr>
        <p:blipFill>
          <a:blip r:embed="rId22"/>
          <a:srcRect/>
          <a:stretch>
            <a:fillRect/>
          </a:stretch>
        </p:blipFill>
        <p:spPr bwMode="auto">
          <a:xfrm>
            <a:off x="228600" y="1524000"/>
            <a:ext cx="4246341" cy="190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3043" y="447700"/>
            <a:ext cx="3168650" cy="978535"/>
          </a:xfrm>
          <a:prstGeom prst="rect">
            <a:avLst/>
          </a:prstGeom>
        </p:spPr>
        <p:txBody>
          <a:bodyPr vert="horz" wrap="square" lIns="0" tIns="12700" rIns="0" bIns="0" rtlCol="0">
            <a:spAutoFit/>
          </a:bodyPr>
          <a:lstStyle/>
          <a:p>
            <a:pPr marL="12700">
              <a:lnSpc>
                <a:spcPts val="4054"/>
              </a:lnSpc>
              <a:spcBef>
                <a:spcPts val="100"/>
              </a:spcBef>
              <a:tabLst>
                <a:tab pos="3154680" algn="l"/>
              </a:tabLst>
            </a:pPr>
            <a:r>
              <a:rPr sz="3600" u="sng" spc="-315" smtClean="0">
                <a:solidFill>
                  <a:srgbClr val="002060"/>
                </a:solidFill>
                <a:uFill>
                  <a:solidFill>
                    <a:srgbClr val="7F7F7F"/>
                  </a:solidFill>
                </a:uFill>
              </a:rPr>
              <a:t>3-</a:t>
            </a:r>
            <a:r>
              <a:rPr lang="en-US" sz="3600" u="sng" spc="-315" dirty="0" smtClean="0">
                <a:solidFill>
                  <a:srgbClr val="002060"/>
                </a:solidFill>
                <a:uFill>
                  <a:solidFill>
                    <a:srgbClr val="7F7F7F"/>
                  </a:solidFill>
                </a:uFill>
              </a:rPr>
              <a:t> </a:t>
            </a:r>
            <a:r>
              <a:rPr sz="3600" u="sng" spc="-315" smtClean="0">
                <a:solidFill>
                  <a:srgbClr val="002060"/>
                </a:solidFill>
                <a:uFill>
                  <a:solidFill>
                    <a:srgbClr val="7F7F7F"/>
                  </a:solidFill>
                </a:uFill>
              </a:rPr>
              <a:t>Phase</a:t>
            </a:r>
            <a:r>
              <a:rPr sz="3600" u="sng" spc="-509" smtClean="0">
                <a:solidFill>
                  <a:srgbClr val="002060"/>
                </a:solidFill>
                <a:uFill>
                  <a:solidFill>
                    <a:srgbClr val="7F7F7F"/>
                  </a:solidFill>
                </a:uFill>
              </a:rPr>
              <a:t> </a:t>
            </a:r>
            <a:r>
              <a:rPr sz="3600" u="sng" spc="-350" dirty="0">
                <a:solidFill>
                  <a:srgbClr val="002060"/>
                </a:solidFill>
                <a:uFill>
                  <a:solidFill>
                    <a:srgbClr val="7F7F7F"/>
                  </a:solidFill>
                </a:uFill>
              </a:rPr>
              <a:t>Inverter	</a:t>
            </a:r>
            <a:endParaRPr sz="3600"/>
          </a:p>
          <a:p>
            <a:pPr marL="12700">
              <a:lnSpc>
                <a:spcPts val="3454"/>
              </a:lnSpc>
            </a:pPr>
            <a:r>
              <a:rPr sz="3100" spc="-240" dirty="0">
                <a:solidFill>
                  <a:srgbClr val="C00000"/>
                </a:solidFill>
              </a:rPr>
              <a:t>120</a:t>
            </a:r>
            <a:r>
              <a:rPr sz="3100" spc="-240" dirty="0">
                <a:solidFill>
                  <a:srgbClr val="C00000"/>
                </a:solidFill>
                <a:latin typeface="Times New Roman"/>
                <a:cs typeface="Times New Roman"/>
              </a:rPr>
              <a:t>° </a:t>
            </a:r>
            <a:r>
              <a:rPr sz="3100" spc="-280" dirty="0">
                <a:solidFill>
                  <a:srgbClr val="C00000"/>
                </a:solidFill>
              </a:rPr>
              <a:t>conduction</a:t>
            </a:r>
            <a:endParaRPr sz="3100">
              <a:latin typeface="Times New Roman"/>
              <a:cs typeface="Times New Roman"/>
            </a:endParaRPr>
          </a:p>
        </p:txBody>
      </p:sp>
      <p:grpSp>
        <p:nvGrpSpPr>
          <p:cNvPr id="50" name="object 50"/>
          <p:cNvGrpSpPr/>
          <p:nvPr/>
        </p:nvGrpSpPr>
        <p:grpSpPr>
          <a:xfrm>
            <a:off x="4824984" y="546226"/>
            <a:ext cx="3543300" cy="5490210"/>
            <a:chOff x="4824984" y="546226"/>
            <a:chExt cx="3543300" cy="5490210"/>
          </a:xfrm>
        </p:grpSpPr>
        <p:sp>
          <p:nvSpPr>
            <p:cNvPr id="51" name="object 51"/>
            <p:cNvSpPr/>
            <p:nvPr/>
          </p:nvSpPr>
          <p:spPr>
            <a:xfrm>
              <a:off x="5274564" y="4076699"/>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52" name="object 52"/>
            <p:cNvSpPr/>
            <p:nvPr/>
          </p:nvSpPr>
          <p:spPr>
            <a:xfrm>
              <a:off x="5702808" y="736091"/>
              <a:ext cx="2184400" cy="4994275"/>
            </a:xfrm>
            <a:custGeom>
              <a:avLst/>
              <a:gdLst/>
              <a:ahLst/>
              <a:cxnLst/>
              <a:rect l="l" t="t" r="r" b="b"/>
              <a:pathLst>
                <a:path w="2184400" h="4994275">
                  <a:moveTo>
                    <a:pt x="13716" y="4610100"/>
                  </a:moveTo>
                  <a:lnTo>
                    <a:pt x="10668" y="4607052"/>
                  </a:lnTo>
                  <a:lnTo>
                    <a:pt x="3048" y="4607052"/>
                  </a:lnTo>
                  <a:lnTo>
                    <a:pt x="0" y="4610100"/>
                  </a:lnTo>
                  <a:lnTo>
                    <a:pt x="0" y="4619244"/>
                  </a:lnTo>
                  <a:lnTo>
                    <a:pt x="3048" y="4622292"/>
                  </a:lnTo>
                  <a:lnTo>
                    <a:pt x="10668" y="4622292"/>
                  </a:lnTo>
                  <a:lnTo>
                    <a:pt x="13716" y="4619244"/>
                  </a:lnTo>
                  <a:lnTo>
                    <a:pt x="13716" y="4610100"/>
                  </a:lnTo>
                  <a:close/>
                </a:path>
                <a:path w="2184400" h="4994275">
                  <a:moveTo>
                    <a:pt x="13716" y="4527804"/>
                  </a:moveTo>
                  <a:lnTo>
                    <a:pt x="10668" y="4524756"/>
                  </a:lnTo>
                  <a:lnTo>
                    <a:pt x="3048" y="4524756"/>
                  </a:lnTo>
                  <a:lnTo>
                    <a:pt x="0" y="4527804"/>
                  </a:lnTo>
                  <a:lnTo>
                    <a:pt x="0" y="4576572"/>
                  </a:lnTo>
                  <a:lnTo>
                    <a:pt x="3048" y="4579620"/>
                  </a:lnTo>
                  <a:lnTo>
                    <a:pt x="10668" y="4579620"/>
                  </a:lnTo>
                  <a:lnTo>
                    <a:pt x="13716" y="4576572"/>
                  </a:lnTo>
                  <a:lnTo>
                    <a:pt x="13716" y="4527804"/>
                  </a:lnTo>
                  <a:close/>
                </a:path>
                <a:path w="2184400" h="4994275">
                  <a:moveTo>
                    <a:pt x="13716" y="4443984"/>
                  </a:moveTo>
                  <a:lnTo>
                    <a:pt x="10668" y="4440936"/>
                  </a:lnTo>
                  <a:lnTo>
                    <a:pt x="3048" y="4440936"/>
                  </a:lnTo>
                  <a:lnTo>
                    <a:pt x="0" y="4443984"/>
                  </a:lnTo>
                  <a:lnTo>
                    <a:pt x="0" y="4494276"/>
                  </a:lnTo>
                  <a:lnTo>
                    <a:pt x="3048" y="4497324"/>
                  </a:lnTo>
                  <a:lnTo>
                    <a:pt x="10668" y="4497324"/>
                  </a:lnTo>
                  <a:lnTo>
                    <a:pt x="13716" y="4494276"/>
                  </a:lnTo>
                  <a:lnTo>
                    <a:pt x="13716" y="4443984"/>
                  </a:lnTo>
                  <a:close/>
                </a:path>
                <a:path w="2184400" h="4994275">
                  <a:moveTo>
                    <a:pt x="13716" y="4361688"/>
                  </a:moveTo>
                  <a:lnTo>
                    <a:pt x="10668" y="4358640"/>
                  </a:lnTo>
                  <a:lnTo>
                    <a:pt x="3048" y="4358640"/>
                  </a:lnTo>
                  <a:lnTo>
                    <a:pt x="0" y="4361688"/>
                  </a:lnTo>
                  <a:lnTo>
                    <a:pt x="0" y="4410456"/>
                  </a:lnTo>
                  <a:lnTo>
                    <a:pt x="3048" y="4413504"/>
                  </a:lnTo>
                  <a:lnTo>
                    <a:pt x="10668" y="4413504"/>
                  </a:lnTo>
                  <a:lnTo>
                    <a:pt x="13716" y="4410456"/>
                  </a:lnTo>
                  <a:lnTo>
                    <a:pt x="13716" y="4361688"/>
                  </a:lnTo>
                  <a:close/>
                </a:path>
                <a:path w="2184400" h="4994275">
                  <a:moveTo>
                    <a:pt x="13716" y="4279392"/>
                  </a:moveTo>
                  <a:lnTo>
                    <a:pt x="10668" y="4276344"/>
                  </a:lnTo>
                  <a:lnTo>
                    <a:pt x="3048" y="4276344"/>
                  </a:lnTo>
                  <a:lnTo>
                    <a:pt x="0" y="4279392"/>
                  </a:lnTo>
                  <a:lnTo>
                    <a:pt x="0" y="4328160"/>
                  </a:lnTo>
                  <a:lnTo>
                    <a:pt x="3048" y="4331208"/>
                  </a:lnTo>
                  <a:lnTo>
                    <a:pt x="10668" y="4331208"/>
                  </a:lnTo>
                  <a:lnTo>
                    <a:pt x="13716" y="4328160"/>
                  </a:lnTo>
                  <a:lnTo>
                    <a:pt x="13716" y="4279392"/>
                  </a:lnTo>
                  <a:close/>
                </a:path>
                <a:path w="2184400" h="4994275">
                  <a:moveTo>
                    <a:pt x="13716" y="4195572"/>
                  </a:moveTo>
                  <a:lnTo>
                    <a:pt x="10668" y="4192524"/>
                  </a:lnTo>
                  <a:lnTo>
                    <a:pt x="3048" y="4192524"/>
                  </a:lnTo>
                  <a:lnTo>
                    <a:pt x="0" y="4195572"/>
                  </a:lnTo>
                  <a:lnTo>
                    <a:pt x="0" y="4245864"/>
                  </a:lnTo>
                  <a:lnTo>
                    <a:pt x="3048" y="4248912"/>
                  </a:lnTo>
                  <a:lnTo>
                    <a:pt x="10668" y="4248912"/>
                  </a:lnTo>
                  <a:lnTo>
                    <a:pt x="13716" y="4245864"/>
                  </a:lnTo>
                  <a:lnTo>
                    <a:pt x="13716" y="4195572"/>
                  </a:lnTo>
                  <a:close/>
                </a:path>
                <a:path w="2184400" h="4994275">
                  <a:moveTo>
                    <a:pt x="13716" y="4113276"/>
                  </a:moveTo>
                  <a:lnTo>
                    <a:pt x="10668" y="4110228"/>
                  </a:lnTo>
                  <a:lnTo>
                    <a:pt x="3048" y="4110228"/>
                  </a:lnTo>
                  <a:lnTo>
                    <a:pt x="0" y="4113276"/>
                  </a:lnTo>
                  <a:lnTo>
                    <a:pt x="0" y="4162044"/>
                  </a:lnTo>
                  <a:lnTo>
                    <a:pt x="3048" y="4165092"/>
                  </a:lnTo>
                  <a:lnTo>
                    <a:pt x="10668" y="4165092"/>
                  </a:lnTo>
                  <a:lnTo>
                    <a:pt x="13716" y="4162044"/>
                  </a:lnTo>
                  <a:lnTo>
                    <a:pt x="13716" y="4113276"/>
                  </a:lnTo>
                  <a:close/>
                </a:path>
                <a:path w="2184400" h="4994275">
                  <a:moveTo>
                    <a:pt x="13716" y="4030980"/>
                  </a:moveTo>
                  <a:lnTo>
                    <a:pt x="10668" y="4027932"/>
                  </a:lnTo>
                  <a:lnTo>
                    <a:pt x="3048" y="4027932"/>
                  </a:lnTo>
                  <a:lnTo>
                    <a:pt x="0" y="4030980"/>
                  </a:lnTo>
                  <a:lnTo>
                    <a:pt x="0" y="4079748"/>
                  </a:lnTo>
                  <a:lnTo>
                    <a:pt x="3048" y="4082796"/>
                  </a:lnTo>
                  <a:lnTo>
                    <a:pt x="10668" y="4082796"/>
                  </a:lnTo>
                  <a:lnTo>
                    <a:pt x="13716" y="4079748"/>
                  </a:lnTo>
                  <a:lnTo>
                    <a:pt x="13716" y="4030980"/>
                  </a:lnTo>
                  <a:close/>
                </a:path>
                <a:path w="2184400" h="4994275">
                  <a:moveTo>
                    <a:pt x="13716" y="3947160"/>
                  </a:moveTo>
                  <a:lnTo>
                    <a:pt x="10668" y="3944112"/>
                  </a:lnTo>
                  <a:lnTo>
                    <a:pt x="3048" y="3944112"/>
                  </a:lnTo>
                  <a:lnTo>
                    <a:pt x="0" y="3947160"/>
                  </a:lnTo>
                  <a:lnTo>
                    <a:pt x="0" y="3997452"/>
                  </a:lnTo>
                  <a:lnTo>
                    <a:pt x="3048" y="4000500"/>
                  </a:lnTo>
                  <a:lnTo>
                    <a:pt x="10668" y="4000500"/>
                  </a:lnTo>
                  <a:lnTo>
                    <a:pt x="13716" y="3997452"/>
                  </a:lnTo>
                  <a:lnTo>
                    <a:pt x="13716" y="3947160"/>
                  </a:lnTo>
                  <a:close/>
                </a:path>
                <a:path w="2184400" h="4994275">
                  <a:moveTo>
                    <a:pt x="13716" y="3864864"/>
                  </a:moveTo>
                  <a:lnTo>
                    <a:pt x="10668" y="3861816"/>
                  </a:lnTo>
                  <a:lnTo>
                    <a:pt x="3048" y="3861816"/>
                  </a:lnTo>
                  <a:lnTo>
                    <a:pt x="0" y="3864864"/>
                  </a:lnTo>
                  <a:lnTo>
                    <a:pt x="0" y="3913632"/>
                  </a:lnTo>
                  <a:lnTo>
                    <a:pt x="3048" y="3916680"/>
                  </a:lnTo>
                  <a:lnTo>
                    <a:pt x="10668" y="3916680"/>
                  </a:lnTo>
                  <a:lnTo>
                    <a:pt x="13716" y="3913632"/>
                  </a:lnTo>
                  <a:lnTo>
                    <a:pt x="13716" y="3864864"/>
                  </a:lnTo>
                  <a:close/>
                </a:path>
                <a:path w="2184400" h="4994275">
                  <a:moveTo>
                    <a:pt x="13716" y="3782568"/>
                  </a:moveTo>
                  <a:lnTo>
                    <a:pt x="10668" y="3779520"/>
                  </a:lnTo>
                  <a:lnTo>
                    <a:pt x="3048" y="3779520"/>
                  </a:lnTo>
                  <a:lnTo>
                    <a:pt x="0" y="3782568"/>
                  </a:lnTo>
                  <a:lnTo>
                    <a:pt x="0" y="3831336"/>
                  </a:lnTo>
                  <a:lnTo>
                    <a:pt x="3048" y="3834384"/>
                  </a:lnTo>
                  <a:lnTo>
                    <a:pt x="10668" y="3834384"/>
                  </a:lnTo>
                  <a:lnTo>
                    <a:pt x="13716" y="3831336"/>
                  </a:lnTo>
                  <a:lnTo>
                    <a:pt x="13716" y="3782568"/>
                  </a:lnTo>
                  <a:close/>
                </a:path>
                <a:path w="2184400" h="4994275">
                  <a:moveTo>
                    <a:pt x="13716" y="3698748"/>
                  </a:moveTo>
                  <a:lnTo>
                    <a:pt x="10668" y="3695700"/>
                  </a:lnTo>
                  <a:lnTo>
                    <a:pt x="3048" y="3695700"/>
                  </a:lnTo>
                  <a:lnTo>
                    <a:pt x="0" y="3698748"/>
                  </a:lnTo>
                  <a:lnTo>
                    <a:pt x="0" y="3749040"/>
                  </a:lnTo>
                  <a:lnTo>
                    <a:pt x="3048" y="3752088"/>
                  </a:lnTo>
                  <a:lnTo>
                    <a:pt x="10668" y="3752088"/>
                  </a:lnTo>
                  <a:lnTo>
                    <a:pt x="13716" y="3749040"/>
                  </a:lnTo>
                  <a:lnTo>
                    <a:pt x="13716" y="3698748"/>
                  </a:lnTo>
                  <a:close/>
                </a:path>
                <a:path w="2184400" h="4994275">
                  <a:moveTo>
                    <a:pt x="13716" y="3616452"/>
                  </a:moveTo>
                  <a:lnTo>
                    <a:pt x="10668" y="3613404"/>
                  </a:lnTo>
                  <a:lnTo>
                    <a:pt x="3048" y="3613404"/>
                  </a:lnTo>
                  <a:lnTo>
                    <a:pt x="0" y="3616452"/>
                  </a:lnTo>
                  <a:lnTo>
                    <a:pt x="0" y="3665220"/>
                  </a:lnTo>
                  <a:lnTo>
                    <a:pt x="3048" y="3668268"/>
                  </a:lnTo>
                  <a:lnTo>
                    <a:pt x="10668" y="3668268"/>
                  </a:lnTo>
                  <a:lnTo>
                    <a:pt x="13716" y="3665220"/>
                  </a:lnTo>
                  <a:lnTo>
                    <a:pt x="13716" y="3616452"/>
                  </a:lnTo>
                  <a:close/>
                </a:path>
                <a:path w="2184400" h="4994275">
                  <a:moveTo>
                    <a:pt x="13716" y="3534156"/>
                  </a:moveTo>
                  <a:lnTo>
                    <a:pt x="10668" y="3531108"/>
                  </a:lnTo>
                  <a:lnTo>
                    <a:pt x="3048" y="3531108"/>
                  </a:lnTo>
                  <a:lnTo>
                    <a:pt x="0" y="3534156"/>
                  </a:lnTo>
                  <a:lnTo>
                    <a:pt x="0" y="3582924"/>
                  </a:lnTo>
                  <a:lnTo>
                    <a:pt x="3048" y="3585972"/>
                  </a:lnTo>
                  <a:lnTo>
                    <a:pt x="10668" y="3585972"/>
                  </a:lnTo>
                  <a:lnTo>
                    <a:pt x="13716" y="3582924"/>
                  </a:lnTo>
                  <a:lnTo>
                    <a:pt x="13716" y="3534156"/>
                  </a:lnTo>
                  <a:close/>
                </a:path>
                <a:path w="2184400" h="4994275">
                  <a:moveTo>
                    <a:pt x="13716" y="3450336"/>
                  </a:moveTo>
                  <a:lnTo>
                    <a:pt x="10668" y="3447288"/>
                  </a:lnTo>
                  <a:lnTo>
                    <a:pt x="3048" y="3447288"/>
                  </a:lnTo>
                  <a:lnTo>
                    <a:pt x="0" y="3450336"/>
                  </a:lnTo>
                  <a:lnTo>
                    <a:pt x="0" y="3500628"/>
                  </a:lnTo>
                  <a:lnTo>
                    <a:pt x="3048" y="3503676"/>
                  </a:lnTo>
                  <a:lnTo>
                    <a:pt x="10668" y="3503676"/>
                  </a:lnTo>
                  <a:lnTo>
                    <a:pt x="13716" y="3500628"/>
                  </a:lnTo>
                  <a:lnTo>
                    <a:pt x="13716" y="3450336"/>
                  </a:lnTo>
                  <a:close/>
                </a:path>
                <a:path w="2184400" h="4994275">
                  <a:moveTo>
                    <a:pt x="13716" y="3368040"/>
                  </a:moveTo>
                  <a:lnTo>
                    <a:pt x="10668" y="3364992"/>
                  </a:lnTo>
                  <a:lnTo>
                    <a:pt x="3048" y="3364992"/>
                  </a:lnTo>
                  <a:lnTo>
                    <a:pt x="0" y="3368040"/>
                  </a:lnTo>
                  <a:lnTo>
                    <a:pt x="0" y="3416808"/>
                  </a:lnTo>
                  <a:lnTo>
                    <a:pt x="3048" y="3419856"/>
                  </a:lnTo>
                  <a:lnTo>
                    <a:pt x="10668" y="3419856"/>
                  </a:lnTo>
                  <a:lnTo>
                    <a:pt x="13716" y="3416808"/>
                  </a:lnTo>
                  <a:lnTo>
                    <a:pt x="13716" y="3368040"/>
                  </a:lnTo>
                  <a:close/>
                </a:path>
                <a:path w="2184400" h="4994275">
                  <a:moveTo>
                    <a:pt x="13716" y="3285744"/>
                  </a:moveTo>
                  <a:lnTo>
                    <a:pt x="10668" y="3282696"/>
                  </a:lnTo>
                  <a:lnTo>
                    <a:pt x="3048" y="3282696"/>
                  </a:lnTo>
                  <a:lnTo>
                    <a:pt x="0" y="3285744"/>
                  </a:lnTo>
                  <a:lnTo>
                    <a:pt x="0" y="3334512"/>
                  </a:lnTo>
                  <a:lnTo>
                    <a:pt x="3048" y="3337560"/>
                  </a:lnTo>
                  <a:lnTo>
                    <a:pt x="10668" y="3337560"/>
                  </a:lnTo>
                  <a:lnTo>
                    <a:pt x="13716" y="3334512"/>
                  </a:lnTo>
                  <a:lnTo>
                    <a:pt x="13716" y="3285744"/>
                  </a:lnTo>
                  <a:close/>
                </a:path>
                <a:path w="2184400" h="4994275">
                  <a:moveTo>
                    <a:pt x="13716" y="3201924"/>
                  </a:moveTo>
                  <a:lnTo>
                    <a:pt x="10668" y="3198876"/>
                  </a:lnTo>
                  <a:lnTo>
                    <a:pt x="3048" y="3198876"/>
                  </a:lnTo>
                  <a:lnTo>
                    <a:pt x="0" y="3201924"/>
                  </a:lnTo>
                  <a:lnTo>
                    <a:pt x="0" y="3252216"/>
                  </a:lnTo>
                  <a:lnTo>
                    <a:pt x="3048" y="3255264"/>
                  </a:lnTo>
                  <a:lnTo>
                    <a:pt x="10668" y="3255264"/>
                  </a:lnTo>
                  <a:lnTo>
                    <a:pt x="13716" y="3252216"/>
                  </a:lnTo>
                  <a:lnTo>
                    <a:pt x="13716" y="3201924"/>
                  </a:lnTo>
                  <a:close/>
                </a:path>
                <a:path w="2184400" h="4994275">
                  <a:moveTo>
                    <a:pt x="13716" y="3119628"/>
                  </a:moveTo>
                  <a:lnTo>
                    <a:pt x="10668" y="3116580"/>
                  </a:lnTo>
                  <a:lnTo>
                    <a:pt x="3048" y="3116580"/>
                  </a:lnTo>
                  <a:lnTo>
                    <a:pt x="0" y="3119628"/>
                  </a:lnTo>
                  <a:lnTo>
                    <a:pt x="0" y="3168396"/>
                  </a:lnTo>
                  <a:lnTo>
                    <a:pt x="3048" y="3171444"/>
                  </a:lnTo>
                  <a:lnTo>
                    <a:pt x="10668" y="3171444"/>
                  </a:lnTo>
                  <a:lnTo>
                    <a:pt x="13716" y="3168396"/>
                  </a:lnTo>
                  <a:lnTo>
                    <a:pt x="13716" y="3119628"/>
                  </a:lnTo>
                  <a:close/>
                </a:path>
                <a:path w="2184400" h="4994275">
                  <a:moveTo>
                    <a:pt x="13716" y="3037332"/>
                  </a:moveTo>
                  <a:lnTo>
                    <a:pt x="10668" y="3034284"/>
                  </a:lnTo>
                  <a:lnTo>
                    <a:pt x="3048" y="3034284"/>
                  </a:lnTo>
                  <a:lnTo>
                    <a:pt x="0" y="3037332"/>
                  </a:lnTo>
                  <a:lnTo>
                    <a:pt x="0" y="3086100"/>
                  </a:lnTo>
                  <a:lnTo>
                    <a:pt x="3048" y="3089148"/>
                  </a:lnTo>
                  <a:lnTo>
                    <a:pt x="10668" y="3089148"/>
                  </a:lnTo>
                  <a:lnTo>
                    <a:pt x="13716" y="3086100"/>
                  </a:lnTo>
                  <a:lnTo>
                    <a:pt x="13716" y="3037332"/>
                  </a:lnTo>
                  <a:close/>
                </a:path>
                <a:path w="2184400" h="4994275">
                  <a:moveTo>
                    <a:pt x="13716" y="2953512"/>
                  </a:moveTo>
                  <a:lnTo>
                    <a:pt x="10668" y="2950464"/>
                  </a:lnTo>
                  <a:lnTo>
                    <a:pt x="3048" y="2950464"/>
                  </a:lnTo>
                  <a:lnTo>
                    <a:pt x="0" y="2953512"/>
                  </a:lnTo>
                  <a:lnTo>
                    <a:pt x="0" y="3003804"/>
                  </a:lnTo>
                  <a:lnTo>
                    <a:pt x="3048" y="3006852"/>
                  </a:lnTo>
                  <a:lnTo>
                    <a:pt x="10668" y="3006852"/>
                  </a:lnTo>
                  <a:lnTo>
                    <a:pt x="13716" y="3003804"/>
                  </a:lnTo>
                  <a:lnTo>
                    <a:pt x="13716" y="2953512"/>
                  </a:lnTo>
                  <a:close/>
                </a:path>
                <a:path w="2184400" h="4994275">
                  <a:moveTo>
                    <a:pt x="13716" y="2871216"/>
                  </a:moveTo>
                  <a:lnTo>
                    <a:pt x="10668" y="2868168"/>
                  </a:lnTo>
                  <a:lnTo>
                    <a:pt x="3048" y="2868168"/>
                  </a:lnTo>
                  <a:lnTo>
                    <a:pt x="0" y="2871216"/>
                  </a:lnTo>
                  <a:lnTo>
                    <a:pt x="0" y="2919984"/>
                  </a:lnTo>
                  <a:lnTo>
                    <a:pt x="3048" y="2923032"/>
                  </a:lnTo>
                  <a:lnTo>
                    <a:pt x="10668" y="2923032"/>
                  </a:lnTo>
                  <a:lnTo>
                    <a:pt x="13716" y="2919984"/>
                  </a:lnTo>
                  <a:lnTo>
                    <a:pt x="13716" y="2871216"/>
                  </a:lnTo>
                  <a:close/>
                </a:path>
                <a:path w="2184400" h="4994275">
                  <a:moveTo>
                    <a:pt x="13716" y="2788920"/>
                  </a:moveTo>
                  <a:lnTo>
                    <a:pt x="10668" y="2785872"/>
                  </a:lnTo>
                  <a:lnTo>
                    <a:pt x="3048" y="2785872"/>
                  </a:lnTo>
                  <a:lnTo>
                    <a:pt x="0" y="2788920"/>
                  </a:lnTo>
                  <a:lnTo>
                    <a:pt x="0" y="2837688"/>
                  </a:lnTo>
                  <a:lnTo>
                    <a:pt x="3048" y="2840736"/>
                  </a:lnTo>
                  <a:lnTo>
                    <a:pt x="10668" y="2840736"/>
                  </a:lnTo>
                  <a:lnTo>
                    <a:pt x="13716" y="2837688"/>
                  </a:lnTo>
                  <a:lnTo>
                    <a:pt x="13716" y="2788920"/>
                  </a:lnTo>
                  <a:close/>
                </a:path>
                <a:path w="2184400" h="4994275">
                  <a:moveTo>
                    <a:pt x="13716" y="2705100"/>
                  </a:moveTo>
                  <a:lnTo>
                    <a:pt x="10668" y="2702052"/>
                  </a:lnTo>
                  <a:lnTo>
                    <a:pt x="3048" y="2702052"/>
                  </a:lnTo>
                  <a:lnTo>
                    <a:pt x="0" y="2705100"/>
                  </a:lnTo>
                  <a:lnTo>
                    <a:pt x="0" y="2755392"/>
                  </a:lnTo>
                  <a:lnTo>
                    <a:pt x="3048" y="2758440"/>
                  </a:lnTo>
                  <a:lnTo>
                    <a:pt x="10668" y="2758440"/>
                  </a:lnTo>
                  <a:lnTo>
                    <a:pt x="13716" y="2755392"/>
                  </a:lnTo>
                  <a:lnTo>
                    <a:pt x="13716" y="2705100"/>
                  </a:lnTo>
                  <a:close/>
                </a:path>
                <a:path w="2184400" h="4994275">
                  <a:moveTo>
                    <a:pt x="13716" y="2622804"/>
                  </a:moveTo>
                  <a:lnTo>
                    <a:pt x="10668" y="2619756"/>
                  </a:lnTo>
                  <a:lnTo>
                    <a:pt x="3048" y="2619756"/>
                  </a:lnTo>
                  <a:lnTo>
                    <a:pt x="0" y="2622804"/>
                  </a:lnTo>
                  <a:lnTo>
                    <a:pt x="0" y="2671572"/>
                  </a:lnTo>
                  <a:lnTo>
                    <a:pt x="3048" y="2674620"/>
                  </a:lnTo>
                  <a:lnTo>
                    <a:pt x="10668" y="2674620"/>
                  </a:lnTo>
                  <a:lnTo>
                    <a:pt x="13716" y="2671572"/>
                  </a:lnTo>
                  <a:lnTo>
                    <a:pt x="13716" y="2622804"/>
                  </a:lnTo>
                  <a:close/>
                </a:path>
                <a:path w="2184400" h="4994275">
                  <a:moveTo>
                    <a:pt x="13716" y="2540508"/>
                  </a:moveTo>
                  <a:lnTo>
                    <a:pt x="10668" y="2537460"/>
                  </a:lnTo>
                  <a:lnTo>
                    <a:pt x="3048" y="2537460"/>
                  </a:lnTo>
                  <a:lnTo>
                    <a:pt x="0" y="2540508"/>
                  </a:lnTo>
                  <a:lnTo>
                    <a:pt x="0" y="2589276"/>
                  </a:lnTo>
                  <a:lnTo>
                    <a:pt x="3048" y="2592324"/>
                  </a:lnTo>
                  <a:lnTo>
                    <a:pt x="10668" y="2592324"/>
                  </a:lnTo>
                  <a:lnTo>
                    <a:pt x="13716" y="2589276"/>
                  </a:lnTo>
                  <a:lnTo>
                    <a:pt x="13716" y="2540508"/>
                  </a:lnTo>
                  <a:close/>
                </a:path>
                <a:path w="2184400" h="4994275">
                  <a:moveTo>
                    <a:pt x="13716" y="2456688"/>
                  </a:moveTo>
                  <a:lnTo>
                    <a:pt x="10668" y="2453640"/>
                  </a:lnTo>
                  <a:lnTo>
                    <a:pt x="3048" y="2453640"/>
                  </a:lnTo>
                  <a:lnTo>
                    <a:pt x="0" y="2456688"/>
                  </a:lnTo>
                  <a:lnTo>
                    <a:pt x="0" y="2506980"/>
                  </a:lnTo>
                  <a:lnTo>
                    <a:pt x="3048" y="2510028"/>
                  </a:lnTo>
                  <a:lnTo>
                    <a:pt x="10668" y="2510028"/>
                  </a:lnTo>
                  <a:lnTo>
                    <a:pt x="13716" y="2506980"/>
                  </a:lnTo>
                  <a:lnTo>
                    <a:pt x="13716" y="2456688"/>
                  </a:lnTo>
                  <a:close/>
                </a:path>
                <a:path w="2184400" h="4994275">
                  <a:moveTo>
                    <a:pt x="13716" y="2374392"/>
                  </a:moveTo>
                  <a:lnTo>
                    <a:pt x="10668" y="2371344"/>
                  </a:lnTo>
                  <a:lnTo>
                    <a:pt x="3048" y="2371344"/>
                  </a:lnTo>
                  <a:lnTo>
                    <a:pt x="0" y="2374392"/>
                  </a:lnTo>
                  <a:lnTo>
                    <a:pt x="0" y="2423160"/>
                  </a:lnTo>
                  <a:lnTo>
                    <a:pt x="3048" y="2426208"/>
                  </a:lnTo>
                  <a:lnTo>
                    <a:pt x="10668" y="2426208"/>
                  </a:lnTo>
                  <a:lnTo>
                    <a:pt x="13716" y="2423160"/>
                  </a:lnTo>
                  <a:lnTo>
                    <a:pt x="13716" y="2374392"/>
                  </a:lnTo>
                  <a:close/>
                </a:path>
                <a:path w="2184400" h="4994275">
                  <a:moveTo>
                    <a:pt x="13716" y="2292096"/>
                  </a:moveTo>
                  <a:lnTo>
                    <a:pt x="10668" y="2289048"/>
                  </a:lnTo>
                  <a:lnTo>
                    <a:pt x="3048" y="2289048"/>
                  </a:lnTo>
                  <a:lnTo>
                    <a:pt x="0" y="2292096"/>
                  </a:lnTo>
                  <a:lnTo>
                    <a:pt x="0" y="2340864"/>
                  </a:lnTo>
                  <a:lnTo>
                    <a:pt x="3048" y="2343912"/>
                  </a:lnTo>
                  <a:lnTo>
                    <a:pt x="10668" y="2343912"/>
                  </a:lnTo>
                  <a:lnTo>
                    <a:pt x="13716" y="2340864"/>
                  </a:lnTo>
                  <a:lnTo>
                    <a:pt x="13716" y="2292096"/>
                  </a:lnTo>
                  <a:close/>
                </a:path>
                <a:path w="2184400" h="4994275">
                  <a:moveTo>
                    <a:pt x="13716" y="2209800"/>
                  </a:moveTo>
                  <a:lnTo>
                    <a:pt x="10668" y="2205228"/>
                  </a:lnTo>
                  <a:lnTo>
                    <a:pt x="3048" y="2205228"/>
                  </a:lnTo>
                  <a:lnTo>
                    <a:pt x="0" y="2209800"/>
                  </a:lnTo>
                  <a:lnTo>
                    <a:pt x="0" y="2258568"/>
                  </a:lnTo>
                  <a:lnTo>
                    <a:pt x="3048" y="2261616"/>
                  </a:lnTo>
                  <a:lnTo>
                    <a:pt x="10668" y="2261616"/>
                  </a:lnTo>
                  <a:lnTo>
                    <a:pt x="13716" y="2258568"/>
                  </a:lnTo>
                  <a:lnTo>
                    <a:pt x="13716" y="2209800"/>
                  </a:lnTo>
                  <a:close/>
                </a:path>
                <a:path w="2184400" h="4994275">
                  <a:moveTo>
                    <a:pt x="13716" y="2125980"/>
                  </a:moveTo>
                  <a:lnTo>
                    <a:pt x="10668" y="2122932"/>
                  </a:lnTo>
                  <a:lnTo>
                    <a:pt x="3048" y="2122932"/>
                  </a:lnTo>
                  <a:lnTo>
                    <a:pt x="0" y="2125980"/>
                  </a:lnTo>
                  <a:lnTo>
                    <a:pt x="0" y="2174748"/>
                  </a:lnTo>
                  <a:lnTo>
                    <a:pt x="3048" y="2177796"/>
                  </a:lnTo>
                  <a:lnTo>
                    <a:pt x="10668" y="2177796"/>
                  </a:lnTo>
                  <a:lnTo>
                    <a:pt x="13716" y="2174748"/>
                  </a:lnTo>
                  <a:lnTo>
                    <a:pt x="13716" y="2125980"/>
                  </a:lnTo>
                  <a:close/>
                </a:path>
                <a:path w="2184400" h="4994275">
                  <a:moveTo>
                    <a:pt x="13716" y="2043684"/>
                  </a:moveTo>
                  <a:lnTo>
                    <a:pt x="10668" y="2040636"/>
                  </a:lnTo>
                  <a:lnTo>
                    <a:pt x="3048" y="2040636"/>
                  </a:lnTo>
                  <a:lnTo>
                    <a:pt x="0" y="2043684"/>
                  </a:lnTo>
                  <a:lnTo>
                    <a:pt x="0" y="2092452"/>
                  </a:lnTo>
                  <a:lnTo>
                    <a:pt x="3048" y="2095500"/>
                  </a:lnTo>
                  <a:lnTo>
                    <a:pt x="10668" y="2095500"/>
                  </a:lnTo>
                  <a:lnTo>
                    <a:pt x="13716" y="2092452"/>
                  </a:lnTo>
                  <a:lnTo>
                    <a:pt x="13716" y="2043684"/>
                  </a:lnTo>
                  <a:close/>
                </a:path>
                <a:path w="2184400" h="4994275">
                  <a:moveTo>
                    <a:pt x="13716" y="1961388"/>
                  </a:moveTo>
                  <a:lnTo>
                    <a:pt x="10668" y="1956816"/>
                  </a:lnTo>
                  <a:lnTo>
                    <a:pt x="3048" y="1956816"/>
                  </a:lnTo>
                  <a:lnTo>
                    <a:pt x="0" y="1961388"/>
                  </a:lnTo>
                  <a:lnTo>
                    <a:pt x="0" y="2010156"/>
                  </a:lnTo>
                  <a:lnTo>
                    <a:pt x="3048" y="2013204"/>
                  </a:lnTo>
                  <a:lnTo>
                    <a:pt x="10668" y="2013204"/>
                  </a:lnTo>
                  <a:lnTo>
                    <a:pt x="13716" y="2010156"/>
                  </a:lnTo>
                  <a:lnTo>
                    <a:pt x="13716" y="1961388"/>
                  </a:lnTo>
                  <a:close/>
                </a:path>
                <a:path w="2184400" h="4994275">
                  <a:moveTo>
                    <a:pt x="13716" y="1877568"/>
                  </a:moveTo>
                  <a:lnTo>
                    <a:pt x="10668" y="1874520"/>
                  </a:lnTo>
                  <a:lnTo>
                    <a:pt x="3048" y="1874520"/>
                  </a:lnTo>
                  <a:lnTo>
                    <a:pt x="0" y="1877568"/>
                  </a:lnTo>
                  <a:lnTo>
                    <a:pt x="0" y="1926336"/>
                  </a:lnTo>
                  <a:lnTo>
                    <a:pt x="3048" y="1929384"/>
                  </a:lnTo>
                  <a:lnTo>
                    <a:pt x="10668" y="1929384"/>
                  </a:lnTo>
                  <a:lnTo>
                    <a:pt x="13716" y="1926336"/>
                  </a:lnTo>
                  <a:lnTo>
                    <a:pt x="13716" y="1877568"/>
                  </a:lnTo>
                  <a:close/>
                </a:path>
                <a:path w="2184400" h="4994275">
                  <a:moveTo>
                    <a:pt x="13716" y="1795272"/>
                  </a:moveTo>
                  <a:lnTo>
                    <a:pt x="10668" y="1792224"/>
                  </a:lnTo>
                  <a:lnTo>
                    <a:pt x="3048" y="1792224"/>
                  </a:lnTo>
                  <a:lnTo>
                    <a:pt x="0" y="1795272"/>
                  </a:lnTo>
                  <a:lnTo>
                    <a:pt x="0" y="1844040"/>
                  </a:lnTo>
                  <a:lnTo>
                    <a:pt x="3048" y="1847088"/>
                  </a:lnTo>
                  <a:lnTo>
                    <a:pt x="10668" y="1847088"/>
                  </a:lnTo>
                  <a:lnTo>
                    <a:pt x="13716" y="1844040"/>
                  </a:lnTo>
                  <a:lnTo>
                    <a:pt x="13716" y="1795272"/>
                  </a:lnTo>
                  <a:close/>
                </a:path>
                <a:path w="2184400" h="4994275">
                  <a:moveTo>
                    <a:pt x="13716" y="1712976"/>
                  </a:moveTo>
                  <a:lnTo>
                    <a:pt x="10668" y="1709928"/>
                  </a:lnTo>
                  <a:lnTo>
                    <a:pt x="3048" y="1709928"/>
                  </a:lnTo>
                  <a:lnTo>
                    <a:pt x="0" y="1712976"/>
                  </a:lnTo>
                  <a:lnTo>
                    <a:pt x="0" y="1761744"/>
                  </a:lnTo>
                  <a:lnTo>
                    <a:pt x="3048" y="1764792"/>
                  </a:lnTo>
                  <a:lnTo>
                    <a:pt x="10668" y="1764792"/>
                  </a:lnTo>
                  <a:lnTo>
                    <a:pt x="13716" y="1761744"/>
                  </a:lnTo>
                  <a:lnTo>
                    <a:pt x="13716" y="1712976"/>
                  </a:lnTo>
                  <a:close/>
                </a:path>
                <a:path w="2184400" h="4994275">
                  <a:moveTo>
                    <a:pt x="13716" y="1629156"/>
                  </a:moveTo>
                  <a:lnTo>
                    <a:pt x="10668" y="1626108"/>
                  </a:lnTo>
                  <a:lnTo>
                    <a:pt x="3048" y="1626108"/>
                  </a:lnTo>
                  <a:lnTo>
                    <a:pt x="0" y="1629156"/>
                  </a:lnTo>
                  <a:lnTo>
                    <a:pt x="0" y="1677924"/>
                  </a:lnTo>
                  <a:lnTo>
                    <a:pt x="3048" y="1680972"/>
                  </a:lnTo>
                  <a:lnTo>
                    <a:pt x="10668" y="1680972"/>
                  </a:lnTo>
                  <a:lnTo>
                    <a:pt x="13716" y="1677924"/>
                  </a:lnTo>
                  <a:lnTo>
                    <a:pt x="13716" y="1629156"/>
                  </a:lnTo>
                  <a:close/>
                </a:path>
                <a:path w="2184400" h="4994275">
                  <a:moveTo>
                    <a:pt x="13716" y="1546860"/>
                  </a:moveTo>
                  <a:lnTo>
                    <a:pt x="10668" y="1543812"/>
                  </a:lnTo>
                  <a:lnTo>
                    <a:pt x="3048" y="1543812"/>
                  </a:lnTo>
                  <a:lnTo>
                    <a:pt x="0" y="1546860"/>
                  </a:lnTo>
                  <a:lnTo>
                    <a:pt x="0" y="1595628"/>
                  </a:lnTo>
                  <a:lnTo>
                    <a:pt x="3048" y="1598676"/>
                  </a:lnTo>
                  <a:lnTo>
                    <a:pt x="10668" y="1598676"/>
                  </a:lnTo>
                  <a:lnTo>
                    <a:pt x="13716" y="1595628"/>
                  </a:lnTo>
                  <a:lnTo>
                    <a:pt x="13716" y="1546860"/>
                  </a:lnTo>
                  <a:close/>
                </a:path>
                <a:path w="2184400" h="4994275">
                  <a:moveTo>
                    <a:pt x="13716" y="1464564"/>
                  </a:moveTo>
                  <a:lnTo>
                    <a:pt x="10668" y="1461516"/>
                  </a:lnTo>
                  <a:lnTo>
                    <a:pt x="3048" y="1461516"/>
                  </a:lnTo>
                  <a:lnTo>
                    <a:pt x="0" y="1464564"/>
                  </a:lnTo>
                  <a:lnTo>
                    <a:pt x="0" y="1513332"/>
                  </a:lnTo>
                  <a:lnTo>
                    <a:pt x="3048" y="1516380"/>
                  </a:lnTo>
                  <a:lnTo>
                    <a:pt x="10668" y="1516380"/>
                  </a:lnTo>
                  <a:lnTo>
                    <a:pt x="13716" y="1513332"/>
                  </a:lnTo>
                  <a:lnTo>
                    <a:pt x="13716" y="1464564"/>
                  </a:lnTo>
                  <a:close/>
                </a:path>
                <a:path w="2184400" h="4994275">
                  <a:moveTo>
                    <a:pt x="13716" y="1380744"/>
                  </a:moveTo>
                  <a:lnTo>
                    <a:pt x="10668" y="1377696"/>
                  </a:lnTo>
                  <a:lnTo>
                    <a:pt x="3048" y="1377696"/>
                  </a:lnTo>
                  <a:lnTo>
                    <a:pt x="0" y="1380744"/>
                  </a:lnTo>
                  <a:lnTo>
                    <a:pt x="0" y="1429512"/>
                  </a:lnTo>
                  <a:lnTo>
                    <a:pt x="3048" y="1432560"/>
                  </a:lnTo>
                  <a:lnTo>
                    <a:pt x="10668" y="1432560"/>
                  </a:lnTo>
                  <a:lnTo>
                    <a:pt x="13716" y="1429512"/>
                  </a:lnTo>
                  <a:lnTo>
                    <a:pt x="13716" y="1380744"/>
                  </a:lnTo>
                  <a:close/>
                </a:path>
                <a:path w="2184400" h="4994275">
                  <a:moveTo>
                    <a:pt x="13716" y="1298448"/>
                  </a:moveTo>
                  <a:lnTo>
                    <a:pt x="10668" y="1295400"/>
                  </a:lnTo>
                  <a:lnTo>
                    <a:pt x="3048" y="1295400"/>
                  </a:lnTo>
                  <a:lnTo>
                    <a:pt x="0" y="1298448"/>
                  </a:lnTo>
                  <a:lnTo>
                    <a:pt x="0" y="1347216"/>
                  </a:lnTo>
                  <a:lnTo>
                    <a:pt x="3048" y="1350264"/>
                  </a:lnTo>
                  <a:lnTo>
                    <a:pt x="10668" y="1350264"/>
                  </a:lnTo>
                  <a:lnTo>
                    <a:pt x="13716" y="1347216"/>
                  </a:lnTo>
                  <a:lnTo>
                    <a:pt x="13716" y="1298448"/>
                  </a:lnTo>
                  <a:close/>
                </a:path>
                <a:path w="2184400" h="4994275">
                  <a:moveTo>
                    <a:pt x="13716" y="1216152"/>
                  </a:moveTo>
                  <a:lnTo>
                    <a:pt x="10668" y="1213104"/>
                  </a:lnTo>
                  <a:lnTo>
                    <a:pt x="3048" y="1213104"/>
                  </a:lnTo>
                  <a:lnTo>
                    <a:pt x="0" y="1216152"/>
                  </a:lnTo>
                  <a:lnTo>
                    <a:pt x="0" y="1264920"/>
                  </a:lnTo>
                  <a:lnTo>
                    <a:pt x="3048" y="1267968"/>
                  </a:lnTo>
                  <a:lnTo>
                    <a:pt x="10668" y="1267968"/>
                  </a:lnTo>
                  <a:lnTo>
                    <a:pt x="13716" y="1264920"/>
                  </a:lnTo>
                  <a:lnTo>
                    <a:pt x="13716" y="1216152"/>
                  </a:lnTo>
                  <a:close/>
                </a:path>
                <a:path w="2184400" h="4994275">
                  <a:moveTo>
                    <a:pt x="13716" y="1132332"/>
                  </a:moveTo>
                  <a:lnTo>
                    <a:pt x="10668" y="1129284"/>
                  </a:lnTo>
                  <a:lnTo>
                    <a:pt x="3048" y="1129284"/>
                  </a:lnTo>
                  <a:lnTo>
                    <a:pt x="0" y="1132332"/>
                  </a:lnTo>
                  <a:lnTo>
                    <a:pt x="0" y="1181100"/>
                  </a:lnTo>
                  <a:lnTo>
                    <a:pt x="3048" y="1184148"/>
                  </a:lnTo>
                  <a:lnTo>
                    <a:pt x="10668" y="1184148"/>
                  </a:lnTo>
                  <a:lnTo>
                    <a:pt x="13716" y="1181100"/>
                  </a:lnTo>
                  <a:lnTo>
                    <a:pt x="13716" y="1132332"/>
                  </a:lnTo>
                  <a:close/>
                </a:path>
                <a:path w="2184400" h="4994275">
                  <a:moveTo>
                    <a:pt x="13716" y="1050036"/>
                  </a:moveTo>
                  <a:lnTo>
                    <a:pt x="10668" y="1046988"/>
                  </a:lnTo>
                  <a:lnTo>
                    <a:pt x="3048" y="1046988"/>
                  </a:lnTo>
                  <a:lnTo>
                    <a:pt x="0" y="1050036"/>
                  </a:lnTo>
                  <a:lnTo>
                    <a:pt x="0" y="1098804"/>
                  </a:lnTo>
                  <a:lnTo>
                    <a:pt x="3048" y="1101852"/>
                  </a:lnTo>
                  <a:lnTo>
                    <a:pt x="10668" y="1101852"/>
                  </a:lnTo>
                  <a:lnTo>
                    <a:pt x="13716" y="1098804"/>
                  </a:lnTo>
                  <a:lnTo>
                    <a:pt x="13716" y="1050036"/>
                  </a:lnTo>
                  <a:close/>
                </a:path>
                <a:path w="2184400" h="4994275">
                  <a:moveTo>
                    <a:pt x="13716" y="967740"/>
                  </a:moveTo>
                  <a:lnTo>
                    <a:pt x="10668" y="964692"/>
                  </a:lnTo>
                  <a:lnTo>
                    <a:pt x="3048" y="964692"/>
                  </a:lnTo>
                  <a:lnTo>
                    <a:pt x="0" y="967740"/>
                  </a:lnTo>
                  <a:lnTo>
                    <a:pt x="0" y="1016508"/>
                  </a:lnTo>
                  <a:lnTo>
                    <a:pt x="3048" y="1019556"/>
                  </a:lnTo>
                  <a:lnTo>
                    <a:pt x="10668" y="1019556"/>
                  </a:lnTo>
                  <a:lnTo>
                    <a:pt x="13716" y="1016508"/>
                  </a:lnTo>
                  <a:lnTo>
                    <a:pt x="13716" y="967740"/>
                  </a:lnTo>
                  <a:close/>
                </a:path>
                <a:path w="2184400" h="4994275">
                  <a:moveTo>
                    <a:pt x="13716" y="883920"/>
                  </a:moveTo>
                  <a:lnTo>
                    <a:pt x="10668" y="880872"/>
                  </a:lnTo>
                  <a:lnTo>
                    <a:pt x="3048" y="880872"/>
                  </a:lnTo>
                  <a:lnTo>
                    <a:pt x="0" y="883920"/>
                  </a:lnTo>
                  <a:lnTo>
                    <a:pt x="0" y="932688"/>
                  </a:lnTo>
                  <a:lnTo>
                    <a:pt x="3048" y="935736"/>
                  </a:lnTo>
                  <a:lnTo>
                    <a:pt x="10668" y="935736"/>
                  </a:lnTo>
                  <a:lnTo>
                    <a:pt x="13716" y="932688"/>
                  </a:lnTo>
                  <a:lnTo>
                    <a:pt x="13716" y="883920"/>
                  </a:lnTo>
                  <a:close/>
                </a:path>
                <a:path w="2184400" h="4994275">
                  <a:moveTo>
                    <a:pt x="13716" y="801624"/>
                  </a:moveTo>
                  <a:lnTo>
                    <a:pt x="10668" y="798576"/>
                  </a:lnTo>
                  <a:lnTo>
                    <a:pt x="3048" y="798576"/>
                  </a:lnTo>
                  <a:lnTo>
                    <a:pt x="0" y="801624"/>
                  </a:lnTo>
                  <a:lnTo>
                    <a:pt x="0" y="850392"/>
                  </a:lnTo>
                  <a:lnTo>
                    <a:pt x="3048" y="853440"/>
                  </a:lnTo>
                  <a:lnTo>
                    <a:pt x="10668" y="853440"/>
                  </a:lnTo>
                  <a:lnTo>
                    <a:pt x="13716" y="850392"/>
                  </a:lnTo>
                  <a:lnTo>
                    <a:pt x="13716" y="801624"/>
                  </a:lnTo>
                  <a:close/>
                </a:path>
                <a:path w="2184400" h="4994275">
                  <a:moveTo>
                    <a:pt x="13716" y="719328"/>
                  </a:moveTo>
                  <a:lnTo>
                    <a:pt x="10668" y="716280"/>
                  </a:lnTo>
                  <a:lnTo>
                    <a:pt x="3048" y="716280"/>
                  </a:lnTo>
                  <a:lnTo>
                    <a:pt x="0" y="719328"/>
                  </a:lnTo>
                  <a:lnTo>
                    <a:pt x="0" y="768096"/>
                  </a:lnTo>
                  <a:lnTo>
                    <a:pt x="3048" y="771144"/>
                  </a:lnTo>
                  <a:lnTo>
                    <a:pt x="10668" y="771144"/>
                  </a:lnTo>
                  <a:lnTo>
                    <a:pt x="13716" y="768096"/>
                  </a:lnTo>
                  <a:lnTo>
                    <a:pt x="13716" y="719328"/>
                  </a:lnTo>
                  <a:close/>
                </a:path>
                <a:path w="2184400" h="4994275">
                  <a:moveTo>
                    <a:pt x="13716" y="635508"/>
                  </a:moveTo>
                  <a:lnTo>
                    <a:pt x="10668" y="632460"/>
                  </a:lnTo>
                  <a:lnTo>
                    <a:pt x="3048" y="632460"/>
                  </a:lnTo>
                  <a:lnTo>
                    <a:pt x="0" y="635508"/>
                  </a:lnTo>
                  <a:lnTo>
                    <a:pt x="0" y="684276"/>
                  </a:lnTo>
                  <a:lnTo>
                    <a:pt x="3048" y="687324"/>
                  </a:lnTo>
                  <a:lnTo>
                    <a:pt x="10668" y="687324"/>
                  </a:lnTo>
                  <a:lnTo>
                    <a:pt x="13716" y="684276"/>
                  </a:lnTo>
                  <a:lnTo>
                    <a:pt x="13716" y="635508"/>
                  </a:lnTo>
                  <a:close/>
                </a:path>
                <a:path w="2184400" h="4994275">
                  <a:moveTo>
                    <a:pt x="13716" y="553212"/>
                  </a:moveTo>
                  <a:lnTo>
                    <a:pt x="10668" y="550164"/>
                  </a:lnTo>
                  <a:lnTo>
                    <a:pt x="3048" y="550164"/>
                  </a:lnTo>
                  <a:lnTo>
                    <a:pt x="0" y="553212"/>
                  </a:lnTo>
                  <a:lnTo>
                    <a:pt x="0" y="601980"/>
                  </a:lnTo>
                  <a:lnTo>
                    <a:pt x="3048" y="605028"/>
                  </a:lnTo>
                  <a:lnTo>
                    <a:pt x="10668" y="605028"/>
                  </a:lnTo>
                  <a:lnTo>
                    <a:pt x="13716" y="601980"/>
                  </a:lnTo>
                  <a:lnTo>
                    <a:pt x="13716" y="553212"/>
                  </a:lnTo>
                  <a:close/>
                </a:path>
                <a:path w="2184400" h="4994275">
                  <a:moveTo>
                    <a:pt x="13716" y="470916"/>
                  </a:moveTo>
                  <a:lnTo>
                    <a:pt x="10668" y="467868"/>
                  </a:lnTo>
                  <a:lnTo>
                    <a:pt x="3048" y="467868"/>
                  </a:lnTo>
                  <a:lnTo>
                    <a:pt x="0" y="470916"/>
                  </a:lnTo>
                  <a:lnTo>
                    <a:pt x="0" y="519684"/>
                  </a:lnTo>
                  <a:lnTo>
                    <a:pt x="3048" y="522732"/>
                  </a:lnTo>
                  <a:lnTo>
                    <a:pt x="10668" y="522732"/>
                  </a:lnTo>
                  <a:lnTo>
                    <a:pt x="13716" y="519684"/>
                  </a:lnTo>
                  <a:lnTo>
                    <a:pt x="13716" y="470916"/>
                  </a:lnTo>
                  <a:close/>
                </a:path>
                <a:path w="2184400" h="4994275">
                  <a:moveTo>
                    <a:pt x="13716" y="387096"/>
                  </a:moveTo>
                  <a:lnTo>
                    <a:pt x="10668" y="384048"/>
                  </a:lnTo>
                  <a:lnTo>
                    <a:pt x="3048" y="384048"/>
                  </a:lnTo>
                  <a:lnTo>
                    <a:pt x="0" y="387096"/>
                  </a:lnTo>
                  <a:lnTo>
                    <a:pt x="0" y="435864"/>
                  </a:lnTo>
                  <a:lnTo>
                    <a:pt x="3048" y="438912"/>
                  </a:lnTo>
                  <a:lnTo>
                    <a:pt x="10668" y="438912"/>
                  </a:lnTo>
                  <a:lnTo>
                    <a:pt x="13716" y="435864"/>
                  </a:lnTo>
                  <a:lnTo>
                    <a:pt x="13716" y="387096"/>
                  </a:lnTo>
                  <a:close/>
                </a:path>
                <a:path w="2184400" h="4994275">
                  <a:moveTo>
                    <a:pt x="13716" y="304800"/>
                  </a:moveTo>
                  <a:lnTo>
                    <a:pt x="10668" y="301752"/>
                  </a:lnTo>
                  <a:lnTo>
                    <a:pt x="3048" y="301752"/>
                  </a:lnTo>
                  <a:lnTo>
                    <a:pt x="0" y="304800"/>
                  </a:lnTo>
                  <a:lnTo>
                    <a:pt x="0" y="353568"/>
                  </a:lnTo>
                  <a:lnTo>
                    <a:pt x="3048" y="356616"/>
                  </a:lnTo>
                  <a:lnTo>
                    <a:pt x="10668" y="356616"/>
                  </a:lnTo>
                  <a:lnTo>
                    <a:pt x="13716" y="353568"/>
                  </a:lnTo>
                  <a:lnTo>
                    <a:pt x="13716" y="304800"/>
                  </a:lnTo>
                  <a:close/>
                </a:path>
                <a:path w="2184400" h="4994275">
                  <a:moveTo>
                    <a:pt x="13716" y="222504"/>
                  </a:moveTo>
                  <a:lnTo>
                    <a:pt x="10668" y="219456"/>
                  </a:lnTo>
                  <a:lnTo>
                    <a:pt x="3048" y="219456"/>
                  </a:lnTo>
                  <a:lnTo>
                    <a:pt x="0" y="222504"/>
                  </a:lnTo>
                  <a:lnTo>
                    <a:pt x="0" y="271272"/>
                  </a:lnTo>
                  <a:lnTo>
                    <a:pt x="3048" y="274320"/>
                  </a:lnTo>
                  <a:lnTo>
                    <a:pt x="10668" y="274320"/>
                  </a:lnTo>
                  <a:lnTo>
                    <a:pt x="13716" y="271272"/>
                  </a:lnTo>
                  <a:lnTo>
                    <a:pt x="13716" y="222504"/>
                  </a:lnTo>
                  <a:close/>
                </a:path>
                <a:path w="2184400" h="4994275">
                  <a:moveTo>
                    <a:pt x="13716" y="138684"/>
                  </a:moveTo>
                  <a:lnTo>
                    <a:pt x="10668" y="135636"/>
                  </a:lnTo>
                  <a:lnTo>
                    <a:pt x="3048" y="135636"/>
                  </a:lnTo>
                  <a:lnTo>
                    <a:pt x="0" y="138684"/>
                  </a:lnTo>
                  <a:lnTo>
                    <a:pt x="0" y="187452"/>
                  </a:lnTo>
                  <a:lnTo>
                    <a:pt x="3048" y="192024"/>
                  </a:lnTo>
                  <a:lnTo>
                    <a:pt x="10668" y="192024"/>
                  </a:lnTo>
                  <a:lnTo>
                    <a:pt x="13716" y="187452"/>
                  </a:lnTo>
                  <a:lnTo>
                    <a:pt x="13716" y="138684"/>
                  </a:lnTo>
                  <a:close/>
                </a:path>
                <a:path w="2184400" h="4994275">
                  <a:moveTo>
                    <a:pt x="230124" y="4940808"/>
                  </a:moveTo>
                  <a:lnTo>
                    <a:pt x="227076" y="4937760"/>
                  </a:lnTo>
                  <a:lnTo>
                    <a:pt x="219456" y="4937760"/>
                  </a:lnTo>
                  <a:lnTo>
                    <a:pt x="216408" y="4940808"/>
                  </a:lnTo>
                  <a:lnTo>
                    <a:pt x="216408" y="4989576"/>
                  </a:lnTo>
                  <a:lnTo>
                    <a:pt x="219456" y="4994148"/>
                  </a:lnTo>
                  <a:lnTo>
                    <a:pt x="227076" y="4994148"/>
                  </a:lnTo>
                  <a:lnTo>
                    <a:pt x="230124" y="4989576"/>
                  </a:lnTo>
                  <a:lnTo>
                    <a:pt x="230124" y="4940808"/>
                  </a:lnTo>
                  <a:close/>
                </a:path>
                <a:path w="2184400" h="4994275">
                  <a:moveTo>
                    <a:pt x="230124" y="4858512"/>
                  </a:moveTo>
                  <a:lnTo>
                    <a:pt x="227076" y="4855464"/>
                  </a:lnTo>
                  <a:lnTo>
                    <a:pt x="219456" y="4855464"/>
                  </a:lnTo>
                  <a:lnTo>
                    <a:pt x="216408" y="4858512"/>
                  </a:lnTo>
                  <a:lnTo>
                    <a:pt x="216408" y="4907280"/>
                  </a:lnTo>
                  <a:lnTo>
                    <a:pt x="219456" y="4910328"/>
                  </a:lnTo>
                  <a:lnTo>
                    <a:pt x="227076" y="4910328"/>
                  </a:lnTo>
                  <a:lnTo>
                    <a:pt x="230124" y="4907280"/>
                  </a:lnTo>
                  <a:lnTo>
                    <a:pt x="230124" y="4858512"/>
                  </a:lnTo>
                  <a:close/>
                </a:path>
                <a:path w="2184400" h="4994275">
                  <a:moveTo>
                    <a:pt x="230124" y="4776216"/>
                  </a:moveTo>
                  <a:lnTo>
                    <a:pt x="227076" y="4773168"/>
                  </a:lnTo>
                  <a:lnTo>
                    <a:pt x="219456" y="4773168"/>
                  </a:lnTo>
                  <a:lnTo>
                    <a:pt x="216408" y="4776216"/>
                  </a:lnTo>
                  <a:lnTo>
                    <a:pt x="216408" y="4824984"/>
                  </a:lnTo>
                  <a:lnTo>
                    <a:pt x="219456" y="4828032"/>
                  </a:lnTo>
                  <a:lnTo>
                    <a:pt x="227076" y="4828032"/>
                  </a:lnTo>
                  <a:lnTo>
                    <a:pt x="230124" y="4824984"/>
                  </a:lnTo>
                  <a:lnTo>
                    <a:pt x="230124" y="4776216"/>
                  </a:lnTo>
                  <a:close/>
                </a:path>
                <a:path w="2184400" h="4994275">
                  <a:moveTo>
                    <a:pt x="230124" y="4692396"/>
                  </a:moveTo>
                  <a:lnTo>
                    <a:pt x="227076" y="4689348"/>
                  </a:lnTo>
                  <a:lnTo>
                    <a:pt x="219456" y="4689348"/>
                  </a:lnTo>
                  <a:lnTo>
                    <a:pt x="216408" y="4692396"/>
                  </a:lnTo>
                  <a:lnTo>
                    <a:pt x="216408" y="4742688"/>
                  </a:lnTo>
                  <a:lnTo>
                    <a:pt x="219456" y="4745736"/>
                  </a:lnTo>
                  <a:lnTo>
                    <a:pt x="227076" y="4745736"/>
                  </a:lnTo>
                  <a:lnTo>
                    <a:pt x="230124" y="4742688"/>
                  </a:lnTo>
                  <a:lnTo>
                    <a:pt x="230124" y="4692396"/>
                  </a:lnTo>
                  <a:close/>
                </a:path>
                <a:path w="2184400" h="4994275">
                  <a:moveTo>
                    <a:pt x="230124" y="4610100"/>
                  </a:moveTo>
                  <a:lnTo>
                    <a:pt x="227076" y="4607052"/>
                  </a:lnTo>
                  <a:lnTo>
                    <a:pt x="219456" y="4607052"/>
                  </a:lnTo>
                  <a:lnTo>
                    <a:pt x="216408" y="4610100"/>
                  </a:lnTo>
                  <a:lnTo>
                    <a:pt x="216408" y="4658868"/>
                  </a:lnTo>
                  <a:lnTo>
                    <a:pt x="219456" y="4661916"/>
                  </a:lnTo>
                  <a:lnTo>
                    <a:pt x="227076" y="4661916"/>
                  </a:lnTo>
                  <a:lnTo>
                    <a:pt x="230124" y="4658868"/>
                  </a:lnTo>
                  <a:lnTo>
                    <a:pt x="230124" y="4610100"/>
                  </a:lnTo>
                  <a:close/>
                </a:path>
                <a:path w="2184400" h="4994275">
                  <a:moveTo>
                    <a:pt x="230124" y="4527804"/>
                  </a:moveTo>
                  <a:lnTo>
                    <a:pt x="227076" y="4524756"/>
                  </a:lnTo>
                  <a:lnTo>
                    <a:pt x="219456" y="4524756"/>
                  </a:lnTo>
                  <a:lnTo>
                    <a:pt x="216408" y="4527804"/>
                  </a:lnTo>
                  <a:lnTo>
                    <a:pt x="216408" y="4576572"/>
                  </a:lnTo>
                  <a:lnTo>
                    <a:pt x="219456" y="4579620"/>
                  </a:lnTo>
                  <a:lnTo>
                    <a:pt x="227076" y="4579620"/>
                  </a:lnTo>
                  <a:lnTo>
                    <a:pt x="230124" y="4576572"/>
                  </a:lnTo>
                  <a:lnTo>
                    <a:pt x="230124" y="4527804"/>
                  </a:lnTo>
                  <a:close/>
                </a:path>
                <a:path w="2184400" h="4994275">
                  <a:moveTo>
                    <a:pt x="230124" y="4443984"/>
                  </a:moveTo>
                  <a:lnTo>
                    <a:pt x="227076" y="4440936"/>
                  </a:lnTo>
                  <a:lnTo>
                    <a:pt x="219456" y="4440936"/>
                  </a:lnTo>
                  <a:lnTo>
                    <a:pt x="216408" y="4443984"/>
                  </a:lnTo>
                  <a:lnTo>
                    <a:pt x="216408" y="4494276"/>
                  </a:lnTo>
                  <a:lnTo>
                    <a:pt x="219456" y="4497324"/>
                  </a:lnTo>
                  <a:lnTo>
                    <a:pt x="227076" y="4497324"/>
                  </a:lnTo>
                  <a:lnTo>
                    <a:pt x="230124" y="4494276"/>
                  </a:lnTo>
                  <a:lnTo>
                    <a:pt x="230124" y="4443984"/>
                  </a:lnTo>
                  <a:close/>
                </a:path>
                <a:path w="2184400" h="4994275">
                  <a:moveTo>
                    <a:pt x="230124" y="4361688"/>
                  </a:moveTo>
                  <a:lnTo>
                    <a:pt x="227076" y="4358640"/>
                  </a:lnTo>
                  <a:lnTo>
                    <a:pt x="219456" y="4358640"/>
                  </a:lnTo>
                  <a:lnTo>
                    <a:pt x="216408" y="4361688"/>
                  </a:lnTo>
                  <a:lnTo>
                    <a:pt x="216408" y="4410456"/>
                  </a:lnTo>
                  <a:lnTo>
                    <a:pt x="219456" y="4413504"/>
                  </a:lnTo>
                  <a:lnTo>
                    <a:pt x="227076" y="4413504"/>
                  </a:lnTo>
                  <a:lnTo>
                    <a:pt x="230124" y="4410456"/>
                  </a:lnTo>
                  <a:lnTo>
                    <a:pt x="230124" y="4361688"/>
                  </a:lnTo>
                  <a:close/>
                </a:path>
                <a:path w="2184400" h="4994275">
                  <a:moveTo>
                    <a:pt x="230124" y="4279392"/>
                  </a:moveTo>
                  <a:lnTo>
                    <a:pt x="227076" y="4276344"/>
                  </a:lnTo>
                  <a:lnTo>
                    <a:pt x="219456" y="4276344"/>
                  </a:lnTo>
                  <a:lnTo>
                    <a:pt x="216408" y="4279392"/>
                  </a:lnTo>
                  <a:lnTo>
                    <a:pt x="216408" y="4328160"/>
                  </a:lnTo>
                  <a:lnTo>
                    <a:pt x="219456" y="4331208"/>
                  </a:lnTo>
                  <a:lnTo>
                    <a:pt x="227076" y="4331208"/>
                  </a:lnTo>
                  <a:lnTo>
                    <a:pt x="230124" y="4328160"/>
                  </a:lnTo>
                  <a:lnTo>
                    <a:pt x="230124" y="4279392"/>
                  </a:lnTo>
                  <a:close/>
                </a:path>
                <a:path w="2184400" h="4994275">
                  <a:moveTo>
                    <a:pt x="230124" y="4195572"/>
                  </a:moveTo>
                  <a:lnTo>
                    <a:pt x="227076" y="4192524"/>
                  </a:lnTo>
                  <a:lnTo>
                    <a:pt x="219456" y="4192524"/>
                  </a:lnTo>
                  <a:lnTo>
                    <a:pt x="216408" y="4195572"/>
                  </a:lnTo>
                  <a:lnTo>
                    <a:pt x="216408" y="4245864"/>
                  </a:lnTo>
                  <a:lnTo>
                    <a:pt x="219456" y="4248912"/>
                  </a:lnTo>
                  <a:lnTo>
                    <a:pt x="227076" y="4248912"/>
                  </a:lnTo>
                  <a:lnTo>
                    <a:pt x="230124" y="4245864"/>
                  </a:lnTo>
                  <a:lnTo>
                    <a:pt x="230124" y="4195572"/>
                  </a:lnTo>
                  <a:close/>
                </a:path>
                <a:path w="2184400" h="4994275">
                  <a:moveTo>
                    <a:pt x="230124" y="4113276"/>
                  </a:moveTo>
                  <a:lnTo>
                    <a:pt x="227076" y="4110228"/>
                  </a:lnTo>
                  <a:lnTo>
                    <a:pt x="219456" y="4110228"/>
                  </a:lnTo>
                  <a:lnTo>
                    <a:pt x="216408" y="4113276"/>
                  </a:lnTo>
                  <a:lnTo>
                    <a:pt x="216408" y="4162044"/>
                  </a:lnTo>
                  <a:lnTo>
                    <a:pt x="219456" y="4165092"/>
                  </a:lnTo>
                  <a:lnTo>
                    <a:pt x="227076" y="4165092"/>
                  </a:lnTo>
                  <a:lnTo>
                    <a:pt x="230124" y="4162044"/>
                  </a:lnTo>
                  <a:lnTo>
                    <a:pt x="230124" y="4113276"/>
                  </a:lnTo>
                  <a:close/>
                </a:path>
                <a:path w="2184400" h="4994275">
                  <a:moveTo>
                    <a:pt x="230124" y="4030980"/>
                  </a:moveTo>
                  <a:lnTo>
                    <a:pt x="227076" y="4027932"/>
                  </a:lnTo>
                  <a:lnTo>
                    <a:pt x="219456" y="4027932"/>
                  </a:lnTo>
                  <a:lnTo>
                    <a:pt x="216408" y="4030980"/>
                  </a:lnTo>
                  <a:lnTo>
                    <a:pt x="216408" y="4079748"/>
                  </a:lnTo>
                  <a:lnTo>
                    <a:pt x="219456" y="4082796"/>
                  </a:lnTo>
                  <a:lnTo>
                    <a:pt x="227076" y="4082796"/>
                  </a:lnTo>
                  <a:lnTo>
                    <a:pt x="230124" y="4079748"/>
                  </a:lnTo>
                  <a:lnTo>
                    <a:pt x="230124" y="4030980"/>
                  </a:lnTo>
                  <a:close/>
                </a:path>
                <a:path w="2184400" h="4994275">
                  <a:moveTo>
                    <a:pt x="230124" y="3947160"/>
                  </a:moveTo>
                  <a:lnTo>
                    <a:pt x="227076" y="3944112"/>
                  </a:lnTo>
                  <a:lnTo>
                    <a:pt x="219456" y="3944112"/>
                  </a:lnTo>
                  <a:lnTo>
                    <a:pt x="216408" y="3947160"/>
                  </a:lnTo>
                  <a:lnTo>
                    <a:pt x="216408" y="3997452"/>
                  </a:lnTo>
                  <a:lnTo>
                    <a:pt x="219456" y="4000500"/>
                  </a:lnTo>
                  <a:lnTo>
                    <a:pt x="227076" y="4000500"/>
                  </a:lnTo>
                  <a:lnTo>
                    <a:pt x="230124" y="3997452"/>
                  </a:lnTo>
                  <a:lnTo>
                    <a:pt x="230124" y="3947160"/>
                  </a:lnTo>
                  <a:close/>
                </a:path>
                <a:path w="2184400" h="4994275">
                  <a:moveTo>
                    <a:pt x="230124" y="3864864"/>
                  </a:moveTo>
                  <a:lnTo>
                    <a:pt x="227076" y="3861816"/>
                  </a:lnTo>
                  <a:lnTo>
                    <a:pt x="219456" y="3861816"/>
                  </a:lnTo>
                  <a:lnTo>
                    <a:pt x="216408" y="3864864"/>
                  </a:lnTo>
                  <a:lnTo>
                    <a:pt x="216408" y="3913632"/>
                  </a:lnTo>
                  <a:lnTo>
                    <a:pt x="219456" y="3916680"/>
                  </a:lnTo>
                  <a:lnTo>
                    <a:pt x="227076" y="3916680"/>
                  </a:lnTo>
                  <a:lnTo>
                    <a:pt x="230124" y="3913632"/>
                  </a:lnTo>
                  <a:lnTo>
                    <a:pt x="230124" y="3864864"/>
                  </a:lnTo>
                  <a:close/>
                </a:path>
                <a:path w="2184400" h="4994275">
                  <a:moveTo>
                    <a:pt x="230124" y="3782568"/>
                  </a:moveTo>
                  <a:lnTo>
                    <a:pt x="227076" y="3779520"/>
                  </a:lnTo>
                  <a:lnTo>
                    <a:pt x="219456" y="3779520"/>
                  </a:lnTo>
                  <a:lnTo>
                    <a:pt x="216408" y="3782568"/>
                  </a:lnTo>
                  <a:lnTo>
                    <a:pt x="216408" y="3831336"/>
                  </a:lnTo>
                  <a:lnTo>
                    <a:pt x="219456" y="3834384"/>
                  </a:lnTo>
                  <a:lnTo>
                    <a:pt x="227076" y="3834384"/>
                  </a:lnTo>
                  <a:lnTo>
                    <a:pt x="230124" y="3831336"/>
                  </a:lnTo>
                  <a:lnTo>
                    <a:pt x="230124" y="3782568"/>
                  </a:lnTo>
                  <a:close/>
                </a:path>
                <a:path w="2184400" h="4994275">
                  <a:moveTo>
                    <a:pt x="230124" y="3698748"/>
                  </a:moveTo>
                  <a:lnTo>
                    <a:pt x="227076" y="3695700"/>
                  </a:lnTo>
                  <a:lnTo>
                    <a:pt x="219456" y="3695700"/>
                  </a:lnTo>
                  <a:lnTo>
                    <a:pt x="216408" y="3698748"/>
                  </a:lnTo>
                  <a:lnTo>
                    <a:pt x="216408" y="3749040"/>
                  </a:lnTo>
                  <a:lnTo>
                    <a:pt x="219456" y="3752088"/>
                  </a:lnTo>
                  <a:lnTo>
                    <a:pt x="227076" y="3752088"/>
                  </a:lnTo>
                  <a:lnTo>
                    <a:pt x="230124" y="3749040"/>
                  </a:lnTo>
                  <a:lnTo>
                    <a:pt x="230124" y="3698748"/>
                  </a:lnTo>
                  <a:close/>
                </a:path>
                <a:path w="2184400" h="4994275">
                  <a:moveTo>
                    <a:pt x="230124" y="3616452"/>
                  </a:moveTo>
                  <a:lnTo>
                    <a:pt x="227076" y="3613404"/>
                  </a:lnTo>
                  <a:lnTo>
                    <a:pt x="219456" y="3613404"/>
                  </a:lnTo>
                  <a:lnTo>
                    <a:pt x="216408" y="3616452"/>
                  </a:lnTo>
                  <a:lnTo>
                    <a:pt x="216408" y="3665220"/>
                  </a:lnTo>
                  <a:lnTo>
                    <a:pt x="219456" y="3668268"/>
                  </a:lnTo>
                  <a:lnTo>
                    <a:pt x="227076" y="3668268"/>
                  </a:lnTo>
                  <a:lnTo>
                    <a:pt x="230124" y="3665220"/>
                  </a:lnTo>
                  <a:lnTo>
                    <a:pt x="230124" y="3616452"/>
                  </a:lnTo>
                  <a:close/>
                </a:path>
                <a:path w="2184400" h="4994275">
                  <a:moveTo>
                    <a:pt x="230124" y="3534156"/>
                  </a:moveTo>
                  <a:lnTo>
                    <a:pt x="227076" y="3531108"/>
                  </a:lnTo>
                  <a:lnTo>
                    <a:pt x="219456" y="3531108"/>
                  </a:lnTo>
                  <a:lnTo>
                    <a:pt x="216408" y="3534156"/>
                  </a:lnTo>
                  <a:lnTo>
                    <a:pt x="216408" y="3582924"/>
                  </a:lnTo>
                  <a:lnTo>
                    <a:pt x="219456" y="3585972"/>
                  </a:lnTo>
                  <a:lnTo>
                    <a:pt x="227076" y="3585972"/>
                  </a:lnTo>
                  <a:lnTo>
                    <a:pt x="230124" y="3582924"/>
                  </a:lnTo>
                  <a:lnTo>
                    <a:pt x="230124" y="3534156"/>
                  </a:lnTo>
                  <a:close/>
                </a:path>
                <a:path w="2184400" h="4994275">
                  <a:moveTo>
                    <a:pt x="230124" y="3450336"/>
                  </a:moveTo>
                  <a:lnTo>
                    <a:pt x="227076" y="3447288"/>
                  </a:lnTo>
                  <a:lnTo>
                    <a:pt x="219456" y="3447288"/>
                  </a:lnTo>
                  <a:lnTo>
                    <a:pt x="216408" y="3450336"/>
                  </a:lnTo>
                  <a:lnTo>
                    <a:pt x="216408" y="3500628"/>
                  </a:lnTo>
                  <a:lnTo>
                    <a:pt x="219456" y="3503676"/>
                  </a:lnTo>
                  <a:lnTo>
                    <a:pt x="227076" y="3503676"/>
                  </a:lnTo>
                  <a:lnTo>
                    <a:pt x="230124" y="3500628"/>
                  </a:lnTo>
                  <a:lnTo>
                    <a:pt x="230124" y="3450336"/>
                  </a:lnTo>
                  <a:close/>
                </a:path>
                <a:path w="2184400" h="4994275">
                  <a:moveTo>
                    <a:pt x="230124" y="3368040"/>
                  </a:moveTo>
                  <a:lnTo>
                    <a:pt x="227076" y="3364992"/>
                  </a:lnTo>
                  <a:lnTo>
                    <a:pt x="219456" y="3364992"/>
                  </a:lnTo>
                  <a:lnTo>
                    <a:pt x="216408" y="3368040"/>
                  </a:lnTo>
                  <a:lnTo>
                    <a:pt x="216408" y="3416808"/>
                  </a:lnTo>
                  <a:lnTo>
                    <a:pt x="219456" y="3419856"/>
                  </a:lnTo>
                  <a:lnTo>
                    <a:pt x="227076" y="3419856"/>
                  </a:lnTo>
                  <a:lnTo>
                    <a:pt x="230124" y="3416808"/>
                  </a:lnTo>
                  <a:lnTo>
                    <a:pt x="230124" y="3368040"/>
                  </a:lnTo>
                  <a:close/>
                </a:path>
                <a:path w="2184400" h="4994275">
                  <a:moveTo>
                    <a:pt x="230124" y="3285744"/>
                  </a:moveTo>
                  <a:lnTo>
                    <a:pt x="227076" y="3282696"/>
                  </a:lnTo>
                  <a:lnTo>
                    <a:pt x="219456" y="3282696"/>
                  </a:lnTo>
                  <a:lnTo>
                    <a:pt x="216408" y="3285744"/>
                  </a:lnTo>
                  <a:lnTo>
                    <a:pt x="216408" y="3334512"/>
                  </a:lnTo>
                  <a:lnTo>
                    <a:pt x="219456" y="3337560"/>
                  </a:lnTo>
                  <a:lnTo>
                    <a:pt x="227076" y="3337560"/>
                  </a:lnTo>
                  <a:lnTo>
                    <a:pt x="230124" y="3334512"/>
                  </a:lnTo>
                  <a:lnTo>
                    <a:pt x="230124" y="3285744"/>
                  </a:lnTo>
                  <a:close/>
                </a:path>
                <a:path w="2184400" h="4994275">
                  <a:moveTo>
                    <a:pt x="230124" y="3201924"/>
                  </a:moveTo>
                  <a:lnTo>
                    <a:pt x="227076" y="3198876"/>
                  </a:lnTo>
                  <a:lnTo>
                    <a:pt x="219456" y="3198876"/>
                  </a:lnTo>
                  <a:lnTo>
                    <a:pt x="216408" y="3201924"/>
                  </a:lnTo>
                  <a:lnTo>
                    <a:pt x="216408" y="3252216"/>
                  </a:lnTo>
                  <a:lnTo>
                    <a:pt x="219456" y="3255264"/>
                  </a:lnTo>
                  <a:lnTo>
                    <a:pt x="227076" y="3255264"/>
                  </a:lnTo>
                  <a:lnTo>
                    <a:pt x="230124" y="3252216"/>
                  </a:lnTo>
                  <a:lnTo>
                    <a:pt x="230124" y="3201924"/>
                  </a:lnTo>
                  <a:close/>
                </a:path>
                <a:path w="2184400" h="4994275">
                  <a:moveTo>
                    <a:pt x="230124" y="3119628"/>
                  </a:moveTo>
                  <a:lnTo>
                    <a:pt x="227076" y="3116580"/>
                  </a:lnTo>
                  <a:lnTo>
                    <a:pt x="219456" y="3116580"/>
                  </a:lnTo>
                  <a:lnTo>
                    <a:pt x="216408" y="3119628"/>
                  </a:lnTo>
                  <a:lnTo>
                    <a:pt x="216408" y="3168396"/>
                  </a:lnTo>
                  <a:lnTo>
                    <a:pt x="219456" y="3171444"/>
                  </a:lnTo>
                  <a:lnTo>
                    <a:pt x="227076" y="3171444"/>
                  </a:lnTo>
                  <a:lnTo>
                    <a:pt x="230124" y="3168396"/>
                  </a:lnTo>
                  <a:lnTo>
                    <a:pt x="230124" y="3119628"/>
                  </a:lnTo>
                  <a:close/>
                </a:path>
                <a:path w="2184400" h="4994275">
                  <a:moveTo>
                    <a:pt x="230124" y="3037332"/>
                  </a:moveTo>
                  <a:lnTo>
                    <a:pt x="227076" y="3034284"/>
                  </a:lnTo>
                  <a:lnTo>
                    <a:pt x="219456" y="3034284"/>
                  </a:lnTo>
                  <a:lnTo>
                    <a:pt x="216408" y="3037332"/>
                  </a:lnTo>
                  <a:lnTo>
                    <a:pt x="216408" y="3086100"/>
                  </a:lnTo>
                  <a:lnTo>
                    <a:pt x="219456" y="3089148"/>
                  </a:lnTo>
                  <a:lnTo>
                    <a:pt x="227076" y="3089148"/>
                  </a:lnTo>
                  <a:lnTo>
                    <a:pt x="230124" y="3086100"/>
                  </a:lnTo>
                  <a:lnTo>
                    <a:pt x="230124" y="3037332"/>
                  </a:lnTo>
                  <a:close/>
                </a:path>
                <a:path w="2184400" h="4994275">
                  <a:moveTo>
                    <a:pt x="230124" y="2953512"/>
                  </a:moveTo>
                  <a:lnTo>
                    <a:pt x="227076" y="2950464"/>
                  </a:lnTo>
                  <a:lnTo>
                    <a:pt x="219456" y="2950464"/>
                  </a:lnTo>
                  <a:lnTo>
                    <a:pt x="216408" y="2953512"/>
                  </a:lnTo>
                  <a:lnTo>
                    <a:pt x="216408" y="3003804"/>
                  </a:lnTo>
                  <a:lnTo>
                    <a:pt x="219456" y="3006852"/>
                  </a:lnTo>
                  <a:lnTo>
                    <a:pt x="227076" y="3006852"/>
                  </a:lnTo>
                  <a:lnTo>
                    <a:pt x="230124" y="3003804"/>
                  </a:lnTo>
                  <a:lnTo>
                    <a:pt x="230124" y="2953512"/>
                  </a:lnTo>
                  <a:close/>
                </a:path>
                <a:path w="2184400" h="4994275">
                  <a:moveTo>
                    <a:pt x="230124" y="2871216"/>
                  </a:moveTo>
                  <a:lnTo>
                    <a:pt x="227076" y="2868168"/>
                  </a:lnTo>
                  <a:lnTo>
                    <a:pt x="219456" y="2868168"/>
                  </a:lnTo>
                  <a:lnTo>
                    <a:pt x="216408" y="2871216"/>
                  </a:lnTo>
                  <a:lnTo>
                    <a:pt x="216408" y="2919984"/>
                  </a:lnTo>
                  <a:lnTo>
                    <a:pt x="219456" y="2923032"/>
                  </a:lnTo>
                  <a:lnTo>
                    <a:pt x="227076" y="2923032"/>
                  </a:lnTo>
                  <a:lnTo>
                    <a:pt x="230124" y="2919984"/>
                  </a:lnTo>
                  <a:lnTo>
                    <a:pt x="230124" y="2871216"/>
                  </a:lnTo>
                  <a:close/>
                </a:path>
                <a:path w="2184400" h="4994275">
                  <a:moveTo>
                    <a:pt x="230124" y="2788920"/>
                  </a:moveTo>
                  <a:lnTo>
                    <a:pt x="227076" y="2785872"/>
                  </a:lnTo>
                  <a:lnTo>
                    <a:pt x="219456" y="2785872"/>
                  </a:lnTo>
                  <a:lnTo>
                    <a:pt x="216408" y="2788920"/>
                  </a:lnTo>
                  <a:lnTo>
                    <a:pt x="216408" y="2837688"/>
                  </a:lnTo>
                  <a:lnTo>
                    <a:pt x="219456" y="2840736"/>
                  </a:lnTo>
                  <a:lnTo>
                    <a:pt x="227076" y="2840736"/>
                  </a:lnTo>
                  <a:lnTo>
                    <a:pt x="230124" y="2837688"/>
                  </a:lnTo>
                  <a:lnTo>
                    <a:pt x="230124" y="2788920"/>
                  </a:lnTo>
                  <a:close/>
                </a:path>
                <a:path w="2184400" h="4994275">
                  <a:moveTo>
                    <a:pt x="230124" y="2705100"/>
                  </a:moveTo>
                  <a:lnTo>
                    <a:pt x="227076" y="2702052"/>
                  </a:lnTo>
                  <a:lnTo>
                    <a:pt x="219456" y="2702052"/>
                  </a:lnTo>
                  <a:lnTo>
                    <a:pt x="216408" y="2705100"/>
                  </a:lnTo>
                  <a:lnTo>
                    <a:pt x="216408" y="2755392"/>
                  </a:lnTo>
                  <a:lnTo>
                    <a:pt x="219456" y="2758440"/>
                  </a:lnTo>
                  <a:lnTo>
                    <a:pt x="227076" y="2758440"/>
                  </a:lnTo>
                  <a:lnTo>
                    <a:pt x="230124" y="2755392"/>
                  </a:lnTo>
                  <a:lnTo>
                    <a:pt x="230124" y="2705100"/>
                  </a:lnTo>
                  <a:close/>
                </a:path>
                <a:path w="2184400" h="4994275">
                  <a:moveTo>
                    <a:pt x="230124" y="2622804"/>
                  </a:moveTo>
                  <a:lnTo>
                    <a:pt x="227076" y="2619756"/>
                  </a:lnTo>
                  <a:lnTo>
                    <a:pt x="219456" y="2619756"/>
                  </a:lnTo>
                  <a:lnTo>
                    <a:pt x="216408" y="2622804"/>
                  </a:lnTo>
                  <a:lnTo>
                    <a:pt x="216408" y="2671572"/>
                  </a:lnTo>
                  <a:lnTo>
                    <a:pt x="219456" y="2674620"/>
                  </a:lnTo>
                  <a:lnTo>
                    <a:pt x="227076" y="2674620"/>
                  </a:lnTo>
                  <a:lnTo>
                    <a:pt x="230124" y="2671572"/>
                  </a:lnTo>
                  <a:lnTo>
                    <a:pt x="230124" y="2622804"/>
                  </a:lnTo>
                  <a:close/>
                </a:path>
                <a:path w="2184400" h="4994275">
                  <a:moveTo>
                    <a:pt x="230124" y="2540508"/>
                  </a:moveTo>
                  <a:lnTo>
                    <a:pt x="227076" y="2537460"/>
                  </a:lnTo>
                  <a:lnTo>
                    <a:pt x="219456" y="2537460"/>
                  </a:lnTo>
                  <a:lnTo>
                    <a:pt x="216408" y="2540508"/>
                  </a:lnTo>
                  <a:lnTo>
                    <a:pt x="216408" y="2589276"/>
                  </a:lnTo>
                  <a:lnTo>
                    <a:pt x="219456" y="2592324"/>
                  </a:lnTo>
                  <a:lnTo>
                    <a:pt x="227076" y="2592324"/>
                  </a:lnTo>
                  <a:lnTo>
                    <a:pt x="230124" y="2589276"/>
                  </a:lnTo>
                  <a:lnTo>
                    <a:pt x="230124" y="2540508"/>
                  </a:lnTo>
                  <a:close/>
                </a:path>
                <a:path w="2184400" h="4994275">
                  <a:moveTo>
                    <a:pt x="230124" y="2456688"/>
                  </a:moveTo>
                  <a:lnTo>
                    <a:pt x="227076" y="2453640"/>
                  </a:lnTo>
                  <a:lnTo>
                    <a:pt x="219456" y="2453640"/>
                  </a:lnTo>
                  <a:lnTo>
                    <a:pt x="216408" y="2456688"/>
                  </a:lnTo>
                  <a:lnTo>
                    <a:pt x="216408" y="2506980"/>
                  </a:lnTo>
                  <a:lnTo>
                    <a:pt x="219456" y="2510028"/>
                  </a:lnTo>
                  <a:lnTo>
                    <a:pt x="227076" y="2510028"/>
                  </a:lnTo>
                  <a:lnTo>
                    <a:pt x="230124" y="2506980"/>
                  </a:lnTo>
                  <a:lnTo>
                    <a:pt x="230124" y="2456688"/>
                  </a:lnTo>
                  <a:close/>
                </a:path>
                <a:path w="2184400" h="4994275">
                  <a:moveTo>
                    <a:pt x="230124" y="2374392"/>
                  </a:moveTo>
                  <a:lnTo>
                    <a:pt x="227076" y="2371344"/>
                  </a:lnTo>
                  <a:lnTo>
                    <a:pt x="219456" y="2371344"/>
                  </a:lnTo>
                  <a:lnTo>
                    <a:pt x="216408" y="2374392"/>
                  </a:lnTo>
                  <a:lnTo>
                    <a:pt x="216408" y="2423160"/>
                  </a:lnTo>
                  <a:lnTo>
                    <a:pt x="219456" y="2426208"/>
                  </a:lnTo>
                  <a:lnTo>
                    <a:pt x="227076" y="2426208"/>
                  </a:lnTo>
                  <a:lnTo>
                    <a:pt x="230124" y="2423160"/>
                  </a:lnTo>
                  <a:lnTo>
                    <a:pt x="230124" y="2374392"/>
                  </a:lnTo>
                  <a:close/>
                </a:path>
                <a:path w="2184400" h="4994275">
                  <a:moveTo>
                    <a:pt x="230124" y="2292096"/>
                  </a:moveTo>
                  <a:lnTo>
                    <a:pt x="227076" y="2289048"/>
                  </a:lnTo>
                  <a:lnTo>
                    <a:pt x="219456" y="2289048"/>
                  </a:lnTo>
                  <a:lnTo>
                    <a:pt x="216408" y="2292096"/>
                  </a:lnTo>
                  <a:lnTo>
                    <a:pt x="216408" y="2340864"/>
                  </a:lnTo>
                  <a:lnTo>
                    <a:pt x="219456" y="2343912"/>
                  </a:lnTo>
                  <a:lnTo>
                    <a:pt x="227076" y="2343912"/>
                  </a:lnTo>
                  <a:lnTo>
                    <a:pt x="230124" y="2340864"/>
                  </a:lnTo>
                  <a:lnTo>
                    <a:pt x="230124" y="2292096"/>
                  </a:lnTo>
                  <a:close/>
                </a:path>
                <a:path w="2184400" h="4994275">
                  <a:moveTo>
                    <a:pt x="230124" y="2209800"/>
                  </a:moveTo>
                  <a:lnTo>
                    <a:pt x="227076" y="2205228"/>
                  </a:lnTo>
                  <a:lnTo>
                    <a:pt x="219456" y="2205228"/>
                  </a:lnTo>
                  <a:lnTo>
                    <a:pt x="216408" y="2209800"/>
                  </a:lnTo>
                  <a:lnTo>
                    <a:pt x="216408" y="2258568"/>
                  </a:lnTo>
                  <a:lnTo>
                    <a:pt x="219456" y="2261616"/>
                  </a:lnTo>
                  <a:lnTo>
                    <a:pt x="227076" y="2261616"/>
                  </a:lnTo>
                  <a:lnTo>
                    <a:pt x="230124" y="2258568"/>
                  </a:lnTo>
                  <a:lnTo>
                    <a:pt x="230124" y="2209800"/>
                  </a:lnTo>
                  <a:close/>
                </a:path>
                <a:path w="2184400" h="4994275">
                  <a:moveTo>
                    <a:pt x="230124" y="2125980"/>
                  </a:moveTo>
                  <a:lnTo>
                    <a:pt x="227076" y="2122932"/>
                  </a:lnTo>
                  <a:lnTo>
                    <a:pt x="219456" y="2122932"/>
                  </a:lnTo>
                  <a:lnTo>
                    <a:pt x="216408" y="2125980"/>
                  </a:lnTo>
                  <a:lnTo>
                    <a:pt x="216408" y="2174748"/>
                  </a:lnTo>
                  <a:lnTo>
                    <a:pt x="219456" y="2177796"/>
                  </a:lnTo>
                  <a:lnTo>
                    <a:pt x="227076" y="2177796"/>
                  </a:lnTo>
                  <a:lnTo>
                    <a:pt x="230124" y="2174748"/>
                  </a:lnTo>
                  <a:lnTo>
                    <a:pt x="230124" y="2125980"/>
                  </a:lnTo>
                  <a:close/>
                </a:path>
                <a:path w="2184400" h="4994275">
                  <a:moveTo>
                    <a:pt x="230124" y="2043684"/>
                  </a:moveTo>
                  <a:lnTo>
                    <a:pt x="227076" y="2040636"/>
                  </a:lnTo>
                  <a:lnTo>
                    <a:pt x="219456" y="2040636"/>
                  </a:lnTo>
                  <a:lnTo>
                    <a:pt x="216408" y="2043684"/>
                  </a:lnTo>
                  <a:lnTo>
                    <a:pt x="216408" y="2092452"/>
                  </a:lnTo>
                  <a:lnTo>
                    <a:pt x="219456" y="2095500"/>
                  </a:lnTo>
                  <a:lnTo>
                    <a:pt x="227076" y="2095500"/>
                  </a:lnTo>
                  <a:lnTo>
                    <a:pt x="230124" y="2092452"/>
                  </a:lnTo>
                  <a:lnTo>
                    <a:pt x="230124" y="2043684"/>
                  </a:lnTo>
                  <a:close/>
                </a:path>
                <a:path w="2184400" h="4994275">
                  <a:moveTo>
                    <a:pt x="230124" y="1961388"/>
                  </a:moveTo>
                  <a:lnTo>
                    <a:pt x="227076" y="1956816"/>
                  </a:lnTo>
                  <a:lnTo>
                    <a:pt x="219456" y="1956816"/>
                  </a:lnTo>
                  <a:lnTo>
                    <a:pt x="216408" y="1961388"/>
                  </a:lnTo>
                  <a:lnTo>
                    <a:pt x="216408" y="2010156"/>
                  </a:lnTo>
                  <a:lnTo>
                    <a:pt x="219456" y="2013204"/>
                  </a:lnTo>
                  <a:lnTo>
                    <a:pt x="227076" y="2013204"/>
                  </a:lnTo>
                  <a:lnTo>
                    <a:pt x="230124" y="2010156"/>
                  </a:lnTo>
                  <a:lnTo>
                    <a:pt x="230124" y="1961388"/>
                  </a:lnTo>
                  <a:close/>
                </a:path>
                <a:path w="2184400" h="4994275">
                  <a:moveTo>
                    <a:pt x="230124" y="1877568"/>
                  </a:moveTo>
                  <a:lnTo>
                    <a:pt x="227076" y="1874520"/>
                  </a:lnTo>
                  <a:lnTo>
                    <a:pt x="219456" y="1874520"/>
                  </a:lnTo>
                  <a:lnTo>
                    <a:pt x="216408" y="1877568"/>
                  </a:lnTo>
                  <a:lnTo>
                    <a:pt x="216408" y="1926336"/>
                  </a:lnTo>
                  <a:lnTo>
                    <a:pt x="219456" y="1929384"/>
                  </a:lnTo>
                  <a:lnTo>
                    <a:pt x="227076" y="1929384"/>
                  </a:lnTo>
                  <a:lnTo>
                    <a:pt x="230124" y="1926336"/>
                  </a:lnTo>
                  <a:lnTo>
                    <a:pt x="230124" y="1877568"/>
                  </a:lnTo>
                  <a:close/>
                </a:path>
                <a:path w="2184400" h="4994275">
                  <a:moveTo>
                    <a:pt x="230124" y="1795272"/>
                  </a:moveTo>
                  <a:lnTo>
                    <a:pt x="227076" y="1792224"/>
                  </a:lnTo>
                  <a:lnTo>
                    <a:pt x="219456" y="1792224"/>
                  </a:lnTo>
                  <a:lnTo>
                    <a:pt x="216408" y="1795272"/>
                  </a:lnTo>
                  <a:lnTo>
                    <a:pt x="216408" y="1844040"/>
                  </a:lnTo>
                  <a:lnTo>
                    <a:pt x="219456" y="1847088"/>
                  </a:lnTo>
                  <a:lnTo>
                    <a:pt x="227076" y="1847088"/>
                  </a:lnTo>
                  <a:lnTo>
                    <a:pt x="230124" y="1844040"/>
                  </a:lnTo>
                  <a:lnTo>
                    <a:pt x="230124" y="1795272"/>
                  </a:lnTo>
                  <a:close/>
                </a:path>
                <a:path w="2184400" h="4994275">
                  <a:moveTo>
                    <a:pt x="230124" y="1712976"/>
                  </a:moveTo>
                  <a:lnTo>
                    <a:pt x="227076" y="1709928"/>
                  </a:lnTo>
                  <a:lnTo>
                    <a:pt x="219456" y="1709928"/>
                  </a:lnTo>
                  <a:lnTo>
                    <a:pt x="216408" y="1712976"/>
                  </a:lnTo>
                  <a:lnTo>
                    <a:pt x="216408" y="1761744"/>
                  </a:lnTo>
                  <a:lnTo>
                    <a:pt x="219456" y="1764792"/>
                  </a:lnTo>
                  <a:lnTo>
                    <a:pt x="227076" y="1764792"/>
                  </a:lnTo>
                  <a:lnTo>
                    <a:pt x="230124" y="1761744"/>
                  </a:lnTo>
                  <a:lnTo>
                    <a:pt x="230124" y="1712976"/>
                  </a:lnTo>
                  <a:close/>
                </a:path>
                <a:path w="2184400" h="4994275">
                  <a:moveTo>
                    <a:pt x="230124" y="1629156"/>
                  </a:moveTo>
                  <a:lnTo>
                    <a:pt x="227076" y="1626108"/>
                  </a:lnTo>
                  <a:lnTo>
                    <a:pt x="219456" y="1626108"/>
                  </a:lnTo>
                  <a:lnTo>
                    <a:pt x="216408" y="1629156"/>
                  </a:lnTo>
                  <a:lnTo>
                    <a:pt x="216408" y="1677924"/>
                  </a:lnTo>
                  <a:lnTo>
                    <a:pt x="219456" y="1680972"/>
                  </a:lnTo>
                  <a:lnTo>
                    <a:pt x="227076" y="1680972"/>
                  </a:lnTo>
                  <a:lnTo>
                    <a:pt x="230124" y="1677924"/>
                  </a:lnTo>
                  <a:lnTo>
                    <a:pt x="230124" y="1629156"/>
                  </a:lnTo>
                  <a:close/>
                </a:path>
                <a:path w="2184400" h="4994275">
                  <a:moveTo>
                    <a:pt x="230124" y="1546860"/>
                  </a:moveTo>
                  <a:lnTo>
                    <a:pt x="227076" y="1543812"/>
                  </a:lnTo>
                  <a:lnTo>
                    <a:pt x="219456" y="1543812"/>
                  </a:lnTo>
                  <a:lnTo>
                    <a:pt x="216408" y="1546860"/>
                  </a:lnTo>
                  <a:lnTo>
                    <a:pt x="216408" y="1595628"/>
                  </a:lnTo>
                  <a:lnTo>
                    <a:pt x="219456" y="1598676"/>
                  </a:lnTo>
                  <a:lnTo>
                    <a:pt x="227076" y="1598676"/>
                  </a:lnTo>
                  <a:lnTo>
                    <a:pt x="230124" y="1595628"/>
                  </a:lnTo>
                  <a:lnTo>
                    <a:pt x="230124" y="1546860"/>
                  </a:lnTo>
                  <a:close/>
                </a:path>
                <a:path w="2184400" h="4994275">
                  <a:moveTo>
                    <a:pt x="230124" y="1464564"/>
                  </a:moveTo>
                  <a:lnTo>
                    <a:pt x="227076" y="1461516"/>
                  </a:lnTo>
                  <a:lnTo>
                    <a:pt x="219456" y="1461516"/>
                  </a:lnTo>
                  <a:lnTo>
                    <a:pt x="216408" y="1464564"/>
                  </a:lnTo>
                  <a:lnTo>
                    <a:pt x="216408" y="1513332"/>
                  </a:lnTo>
                  <a:lnTo>
                    <a:pt x="219456" y="1516380"/>
                  </a:lnTo>
                  <a:lnTo>
                    <a:pt x="227076" y="1516380"/>
                  </a:lnTo>
                  <a:lnTo>
                    <a:pt x="230124" y="1513332"/>
                  </a:lnTo>
                  <a:lnTo>
                    <a:pt x="230124" y="1464564"/>
                  </a:lnTo>
                  <a:close/>
                </a:path>
                <a:path w="2184400" h="4994275">
                  <a:moveTo>
                    <a:pt x="230124" y="1380744"/>
                  </a:moveTo>
                  <a:lnTo>
                    <a:pt x="227076" y="1377696"/>
                  </a:lnTo>
                  <a:lnTo>
                    <a:pt x="219456" y="1377696"/>
                  </a:lnTo>
                  <a:lnTo>
                    <a:pt x="216408" y="1380744"/>
                  </a:lnTo>
                  <a:lnTo>
                    <a:pt x="216408" y="1429512"/>
                  </a:lnTo>
                  <a:lnTo>
                    <a:pt x="219456" y="1432560"/>
                  </a:lnTo>
                  <a:lnTo>
                    <a:pt x="227076" y="1432560"/>
                  </a:lnTo>
                  <a:lnTo>
                    <a:pt x="230124" y="1429512"/>
                  </a:lnTo>
                  <a:lnTo>
                    <a:pt x="230124" y="1380744"/>
                  </a:lnTo>
                  <a:close/>
                </a:path>
                <a:path w="2184400" h="4994275">
                  <a:moveTo>
                    <a:pt x="230124" y="1298448"/>
                  </a:moveTo>
                  <a:lnTo>
                    <a:pt x="227076" y="1295400"/>
                  </a:lnTo>
                  <a:lnTo>
                    <a:pt x="219456" y="1295400"/>
                  </a:lnTo>
                  <a:lnTo>
                    <a:pt x="216408" y="1298448"/>
                  </a:lnTo>
                  <a:lnTo>
                    <a:pt x="216408" y="1347216"/>
                  </a:lnTo>
                  <a:lnTo>
                    <a:pt x="219456" y="1350264"/>
                  </a:lnTo>
                  <a:lnTo>
                    <a:pt x="227076" y="1350264"/>
                  </a:lnTo>
                  <a:lnTo>
                    <a:pt x="230124" y="1347216"/>
                  </a:lnTo>
                  <a:lnTo>
                    <a:pt x="230124" y="1298448"/>
                  </a:lnTo>
                  <a:close/>
                </a:path>
                <a:path w="2184400" h="4994275">
                  <a:moveTo>
                    <a:pt x="230124" y="1216152"/>
                  </a:moveTo>
                  <a:lnTo>
                    <a:pt x="227076" y="1213104"/>
                  </a:lnTo>
                  <a:lnTo>
                    <a:pt x="219456" y="1213104"/>
                  </a:lnTo>
                  <a:lnTo>
                    <a:pt x="216408" y="1216152"/>
                  </a:lnTo>
                  <a:lnTo>
                    <a:pt x="216408" y="1264920"/>
                  </a:lnTo>
                  <a:lnTo>
                    <a:pt x="219456" y="1267968"/>
                  </a:lnTo>
                  <a:lnTo>
                    <a:pt x="227076" y="1267968"/>
                  </a:lnTo>
                  <a:lnTo>
                    <a:pt x="230124" y="1264920"/>
                  </a:lnTo>
                  <a:lnTo>
                    <a:pt x="230124" y="1216152"/>
                  </a:lnTo>
                  <a:close/>
                </a:path>
                <a:path w="2184400" h="4994275">
                  <a:moveTo>
                    <a:pt x="230124" y="1132332"/>
                  </a:moveTo>
                  <a:lnTo>
                    <a:pt x="227076" y="1129284"/>
                  </a:lnTo>
                  <a:lnTo>
                    <a:pt x="219456" y="1129284"/>
                  </a:lnTo>
                  <a:lnTo>
                    <a:pt x="216408" y="1132332"/>
                  </a:lnTo>
                  <a:lnTo>
                    <a:pt x="216408" y="1181100"/>
                  </a:lnTo>
                  <a:lnTo>
                    <a:pt x="219456" y="1184148"/>
                  </a:lnTo>
                  <a:lnTo>
                    <a:pt x="227076" y="1184148"/>
                  </a:lnTo>
                  <a:lnTo>
                    <a:pt x="230124" y="1181100"/>
                  </a:lnTo>
                  <a:lnTo>
                    <a:pt x="230124" y="1132332"/>
                  </a:lnTo>
                  <a:close/>
                </a:path>
                <a:path w="2184400" h="4994275">
                  <a:moveTo>
                    <a:pt x="230124" y="1050036"/>
                  </a:moveTo>
                  <a:lnTo>
                    <a:pt x="227076" y="1046988"/>
                  </a:lnTo>
                  <a:lnTo>
                    <a:pt x="219456" y="1046988"/>
                  </a:lnTo>
                  <a:lnTo>
                    <a:pt x="216408" y="1050036"/>
                  </a:lnTo>
                  <a:lnTo>
                    <a:pt x="216408" y="1098804"/>
                  </a:lnTo>
                  <a:lnTo>
                    <a:pt x="219456" y="1101852"/>
                  </a:lnTo>
                  <a:lnTo>
                    <a:pt x="227076" y="1101852"/>
                  </a:lnTo>
                  <a:lnTo>
                    <a:pt x="230124" y="1098804"/>
                  </a:lnTo>
                  <a:lnTo>
                    <a:pt x="230124" y="1050036"/>
                  </a:lnTo>
                  <a:close/>
                </a:path>
                <a:path w="2184400" h="4994275">
                  <a:moveTo>
                    <a:pt x="230124" y="967740"/>
                  </a:moveTo>
                  <a:lnTo>
                    <a:pt x="227076" y="964692"/>
                  </a:lnTo>
                  <a:lnTo>
                    <a:pt x="219456" y="964692"/>
                  </a:lnTo>
                  <a:lnTo>
                    <a:pt x="216408" y="967740"/>
                  </a:lnTo>
                  <a:lnTo>
                    <a:pt x="216408" y="1016508"/>
                  </a:lnTo>
                  <a:lnTo>
                    <a:pt x="219456" y="1019556"/>
                  </a:lnTo>
                  <a:lnTo>
                    <a:pt x="227076" y="1019556"/>
                  </a:lnTo>
                  <a:lnTo>
                    <a:pt x="230124" y="1016508"/>
                  </a:lnTo>
                  <a:lnTo>
                    <a:pt x="230124" y="967740"/>
                  </a:lnTo>
                  <a:close/>
                </a:path>
                <a:path w="2184400" h="4994275">
                  <a:moveTo>
                    <a:pt x="230124" y="883920"/>
                  </a:moveTo>
                  <a:lnTo>
                    <a:pt x="227076" y="880872"/>
                  </a:lnTo>
                  <a:lnTo>
                    <a:pt x="219456" y="880872"/>
                  </a:lnTo>
                  <a:lnTo>
                    <a:pt x="216408" y="883920"/>
                  </a:lnTo>
                  <a:lnTo>
                    <a:pt x="216408" y="932688"/>
                  </a:lnTo>
                  <a:lnTo>
                    <a:pt x="219456" y="935736"/>
                  </a:lnTo>
                  <a:lnTo>
                    <a:pt x="227076" y="935736"/>
                  </a:lnTo>
                  <a:lnTo>
                    <a:pt x="230124" y="932688"/>
                  </a:lnTo>
                  <a:lnTo>
                    <a:pt x="230124" y="883920"/>
                  </a:lnTo>
                  <a:close/>
                </a:path>
                <a:path w="2184400" h="4994275">
                  <a:moveTo>
                    <a:pt x="230124" y="801624"/>
                  </a:moveTo>
                  <a:lnTo>
                    <a:pt x="227076" y="798576"/>
                  </a:lnTo>
                  <a:lnTo>
                    <a:pt x="219456" y="798576"/>
                  </a:lnTo>
                  <a:lnTo>
                    <a:pt x="216408" y="801624"/>
                  </a:lnTo>
                  <a:lnTo>
                    <a:pt x="216408" y="850392"/>
                  </a:lnTo>
                  <a:lnTo>
                    <a:pt x="219456" y="853440"/>
                  </a:lnTo>
                  <a:lnTo>
                    <a:pt x="227076" y="853440"/>
                  </a:lnTo>
                  <a:lnTo>
                    <a:pt x="230124" y="850392"/>
                  </a:lnTo>
                  <a:lnTo>
                    <a:pt x="230124" y="801624"/>
                  </a:lnTo>
                  <a:close/>
                </a:path>
                <a:path w="2184400" h="4994275">
                  <a:moveTo>
                    <a:pt x="230124" y="719328"/>
                  </a:moveTo>
                  <a:lnTo>
                    <a:pt x="227076" y="716280"/>
                  </a:lnTo>
                  <a:lnTo>
                    <a:pt x="219456" y="716280"/>
                  </a:lnTo>
                  <a:lnTo>
                    <a:pt x="216408" y="719328"/>
                  </a:lnTo>
                  <a:lnTo>
                    <a:pt x="216408" y="768096"/>
                  </a:lnTo>
                  <a:lnTo>
                    <a:pt x="219456" y="771144"/>
                  </a:lnTo>
                  <a:lnTo>
                    <a:pt x="227076" y="771144"/>
                  </a:lnTo>
                  <a:lnTo>
                    <a:pt x="230124" y="768096"/>
                  </a:lnTo>
                  <a:lnTo>
                    <a:pt x="230124" y="719328"/>
                  </a:lnTo>
                  <a:close/>
                </a:path>
                <a:path w="2184400" h="4994275">
                  <a:moveTo>
                    <a:pt x="230124" y="635508"/>
                  </a:moveTo>
                  <a:lnTo>
                    <a:pt x="227076" y="632460"/>
                  </a:lnTo>
                  <a:lnTo>
                    <a:pt x="219456" y="632460"/>
                  </a:lnTo>
                  <a:lnTo>
                    <a:pt x="216408" y="635508"/>
                  </a:lnTo>
                  <a:lnTo>
                    <a:pt x="216408" y="684276"/>
                  </a:lnTo>
                  <a:lnTo>
                    <a:pt x="219456" y="687324"/>
                  </a:lnTo>
                  <a:lnTo>
                    <a:pt x="227076" y="687324"/>
                  </a:lnTo>
                  <a:lnTo>
                    <a:pt x="230124" y="684276"/>
                  </a:lnTo>
                  <a:lnTo>
                    <a:pt x="230124" y="635508"/>
                  </a:lnTo>
                  <a:close/>
                </a:path>
                <a:path w="2184400" h="4994275">
                  <a:moveTo>
                    <a:pt x="230124" y="553212"/>
                  </a:moveTo>
                  <a:lnTo>
                    <a:pt x="227076" y="550164"/>
                  </a:lnTo>
                  <a:lnTo>
                    <a:pt x="219456" y="550164"/>
                  </a:lnTo>
                  <a:lnTo>
                    <a:pt x="216408" y="553212"/>
                  </a:lnTo>
                  <a:lnTo>
                    <a:pt x="216408" y="601980"/>
                  </a:lnTo>
                  <a:lnTo>
                    <a:pt x="219456" y="605028"/>
                  </a:lnTo>
                  <a:lnTo>
                    <a:pt x="227076" y="605028"/>
                  </a:lnTo>
                  <a:lnTo>
                    <a:pt x="230124" y="601980"/>
                  </a:lnTo>
                  <a:lnTo>
                    <a:pt x="230124" y="553212"/>
                  </a:lnTo>
                  <a:close/>
                </a:path>
                <a:path w="2184400" h="4994275">
                  <a:moveTo>
                    <a:pt x="230124" y="470916"/>
                  </a:moveTo>
                  <a:lnTo>
                    <a:pt x="227076" y="467868"/>
                  </a:lnTo>
                  <a:lnTo>
                    <a:pt x="219456" y="467868"/>
                  </a:lnTo>
                  <a:lnTo>
                    <a:pt x="216408" y="470916"/>
                  </a:lnTo>
                  <a:lnTo>
                    <a:pt x="216408" y="519684"/>
                  </a:lnTo>
                  <a:lnTo>
                    <a:pt x="219456" y="522732"/>
                  </a:lnTo>
                  <a:lnTo>
                    <a:pt x="227076" y="522732"/>
                  </a:lnTo>
                  <a:lnTo>
                    <a:pt x="230124" y="519684"/>
                  </a:lnTo>
                  <a:lnTo>
                    <a:pt x="230124" y="470916"/>
                  </a:lnTo>
                  <a:close/>
                </a:path>
                <a:path w="2184400" h="4994275">
                  <a:moveTo>
                    <a:pt x="230124" y="387096"/>
                  </a:moveTo>
                  <a:lnTo>
                    <a:pt x="227076" y="384048"/>
                  </a:lnTo>
                  <a:lnTo>
                    <a:pt x="219456" y="384048"/>
                  </a:lnTo>
                  <a:lnTo>
                    <a:pt x="216408" y="387096"/>
                  </a:lnTo>
                  <a:lnTo>
                    <a:pt x="216408" y="435864"/>
                  </a:lnTo>
                  <a:lnTo>
                    <a:pt x="219456" y="438912"/>
                  </a:lnTo>
                  <a:lnTo>
                    <a:pt x="227076" y="438912"/>
                  </a:lnTo>
                  <a:lnTo>
                    <a:pt x="230124" y="435864"/>
                  </a:lnTo>
                  <a:lnTo>
                    <a:pt x="230124" y="387096"/>
                  </a:lnTo>
                  <a:close/>
                </a:path>
                <a:path w="2184400" h="4994275">
                  <a:moveTo>
                    <a:pt x="230124" y="304800"/>
                  </a:moveTo>
                  <a:lnTo>
                    <a:pt x="227076" y="301752"/>
                  </a:lnTo>
                  <a:lnTo>
                    <a:pt x="219456" y="301752"/>
                  </a:lnTo>
                  <a:lnTo>
                    <a:pt x="216408" y="304800"/>
                  </a:lnTo>
                  <a:lnTo>
                    <a:pt x="216408" y="353568"/>
                  </a:lnTo>
                  <a:lnTo>
                    <a:pt x="219456" y="356616"/>
                  </a:lnTo>
                  <a:lnTo>
                    <a:pt x="227076" y="356616"/>
                  </a:lnTo>
                  <a:lnTo>
                    <a:pt x="230124" y="353568"/>
                  </a:lnTo>
                  <a:lnTo>
                    <a:pt x="230124" y="304800"/>
                  </a:lnTo>
                  <a:close/>
                </a:path>
                <a:path w="2184400" h="4994275">
                  <a:moveTo>
                    <a:pt x="230124" y="222504"/>
                  </a:moveTo>
                  <a:lnTo>
                    <a:pt x="227076" y="219456"/>
                  </a:lnTo>
                  <a:lnTo>
                    <a:pt x="219456" y="219456"/>
                  </a:lnTo>
                  <a:lnTo>
                    <a:pt x="216408" y="222504"/>
                  </a:lnTo>
                  <a:lnTo>
                    <a:pt x="216408" y="271272"/>
                  </a:lnTo>
                  <a:lnTo>
                    <a:pt x="219456" y="274320"/>
                  </a:lnTo>
                  <a:lnTo>
                    <a:pt x="227076" y="274320"/>
                  </a:lnTo>
                  <a:lnTo>
                    <a:pt x="230124" y="271272"/>
                  </a:lnTo>
                  <a:lnTo>
                    <a:pt x="230124" y="222504"/>
                  </a:lnTo>
                  <a:close/>
                </a:path>
                <a:path w="2184400" h="4994275">
                  <a:moveTo>
                    <a:pt x="230124" y="138684"/>
                  </a:moveTo>
                  <a:lnTo>
                    <a:pt x="227076" y="135636"/>
                  </a:lnTo>
                  <a:lnTo>
                    <a:pt x="219456" y="135636"/>
                  </a:lnTo>
                  <a:lnTo>
                    <a:pt x="216408" y="138684"/>
                  </a:lnTo>
                  <a:lnTo>
                    <a:pt x="216408" y="187452"/>
                  </a:lnTo>
                  <a:lnTo>
                    <a:pt x="219456" y="192024"/>
                  </a:lnTo>
                  <a:lnTo>
                    <a:pt x="227076" y="192024"/>
                  </a:lnTo>
                  <a:lnTo>
                    <a:pt x="230124" y="187452"/>
                  </a:lnTo>
                  <a:lnTo>
                    <a:pt x="230124" y="138684"/>
                  </a:lnTo>
                  <a:close/>
                </a:path>
                <a:path w="2184400" h="4994275">
                  <a:moveTo>
                    <a:pt x="448056" y="4940808"/>
                  </a:moveTo>
                  <a:lnTo>
                    <a:pt x="445008" y="4937760"/>
                  </a:lnTo>
                  <a:lnTo>
                    <a:pt x="437388" y="4937760"/>
                  </a:lnTo>
                  <a:lnTo>
                    <a:pt x="434340" y="4940808"/>
                  </a:lnTo>
                  <a:lnTo>
                    <a:pt x="434340" y="4989576"/>
                  </a:lnTo>
                  <a:lnTo>
                    <a:pt x="437388" y="4994148"/>
                  </a:lnTo>
                  <a:lnTo>
                    <a:pt x="445008" y="4994148"/>
                  </a:lnTo>
                  <a:lnTo>
                    <a:pt x="448056" y="4989576"/>
                  </a:lnTo>
                  <a:lnTo>
                    <a:pt x="448056" y="4940808"/>
                  </a:lnTo>
                  <a:close/>
                </a:path>
                <a:path w="2184400" h="4994275">
                  <a:moveTo>
                    <a:pt x="448056" y="4858512"/>
                  </a:moveTo>
                  <a:lnTo>
                    <a:pt x="445008" y="4855464"/>
                  </a:lnTo>
                  <a:lnTo>
                    <a:pt x="437388" y="4855464"/>
                  </a:lnTo>
                  <a:lnTo>
                    <a:pt x="434340" y="4858512"/>
                  </a:lnTo>
                  <a:lnTo>
                    <a:pt x="434340" y="4907280"/>
                  </a:lnTo>
                  <a:lnTo>
                    <a:pt x="437388" y="4910328"/>
                  </a:lnTo>
                  <a:lnTo>
                    <a:pt x="445008" y="4910328"/>
                  </a:lnTo>
                  <a:lnTo>
                    <a:pt x="448056" y="4907280"/>
                  </a:lnTo>
                  <a:lnTo>
                    <a:pt x="448056" y="4858512"/>
                  </a:lnTo>
                  <a:close/>
                </a:path>
                <a:path w="2184400" h="4994275">
                  <a:moveTo>
                    <a:pt x="448056" y="4776216"/>
                  </a:moveTo>
                  <a:lnTo>
                    <a:pt x="445008" y="4773168"/>
                  </a:lnTo>
                  <a:lnTo>
                    <a:pt x="437388" y="4773168"/>
                  </a:lnTo>
                  <a:lnTo>
                    <a:pt x="434340" y="4776216"/>
                  </a:lnTo>
                  <a:lnTo>
                    <a:pt x="434340" y="4824984"/>
                  </a:lnTo>
                  <a:lnTo>
                    <a:pt x="437388" y="4828032"/>
                  </a:lnTo>
                  <a:lnTo>
                    <a:pt x="445008" y="4828032"/>
                  </a:lnTo>
                  <a:lnTo>
                    <a:pt x="448056" y="4824984"/>
                  </a:lnTo>
                  <a:lnTo>
                    <a:pt x="448056" y="4776216"/>
                  </a:lnTo>
                  <a:close/>
                </a:path>
                <a:path w="2184400" h="4994275">
                  <a:moveTo>
                    <a:pt x="448056" y="4692396"/>
                  </a:moveTo>
                  <a:lnTo>
                    <a:pt x="445008" y="4689348"/>
                  </a:lnTo>
                  <a:lnTo>
                    <a:pt x="437388" y="4689348"/>
                  </a:lnTo>
                  <a:lnTo>
                    <a:pt x="434340" y="4692396"/>
                  </a:lnTo>
                  <a:lnTo>
                    <a:pt x="434340" y="4742688"/>
                  </a:lnTo>
                  <a:lnTo>
                    <a:pt x="437388" y="4745736"/>
                  </a:lnTo>
                  <a:lnTo>
                    <a:pt x="445008" y="4745736"/>
                  </a:lnTo>
                  <a:lnTo>
                    <a:pt x="448056" y="4742688"/>
                  </a:lnTo>
                  <a:lnTo>
                    <a:pt x="448056" y="4692396"/>
                  </a:lnTo>
                  <a:close/>
                </a:path>
                <a:path w="2184400" h="4994275">
                  <a:moveTo>
                    <a:pt x="448056" y="4610100"/>
                  </a:moveTo>
                  <a:lnTo>
                    <a:pt x="445008" y="4607052"/>
                  </a:lnTo>
                  <a:lnTo>
                    <a:pt x="437388" y="4607052"/>
                  </a:lnTo>
                  <a:lnTo>
                    <a:pt x="434340" y="4610100"/>
                  </a:lnTo>
                  <a:lnTo>
                    <a:pt x="434340" y="4658868"/>
                  </a:lnTo>
                  <a:lnTo>
                    <a:pt x="437388" y="4661916"/>
                  </a:lnTo>
                  <a:lnTo>
                    <a:pt x="445008" y="4661916"/>
                  </a:lnTo>
                  <a:lnTo>
                    <a:pt x="448056" y="4658868"/>
                  </a:lnTo>
                  <a:lnTo>
                    <a:pt x="448056" y="4610100"/>
                  </a:lnTo>
                  <a:close/>
                </a:path>
                <a:path w="2184400" h="4994275">
                  <a:moveTo>
                    <a:pt x="448056" y="4527804"/>
                  </a:moveTo>
                  <a:lnTo>
                    <a:pt x="445008" y="4524756"/>
                  </a:lnTo>
                  <a:lnTo>
                    <a:pt x="437388" y="4524756"/>
                  </a:lnTo>
                  <a:lnTo>
                    <a:pt x="434340" y="4527804"/>
                  </a:lnTo>
                  <a:lnTo>
                    <a:pt x="434340" y="4576572"/>
                  </a:lnTo>
                  <a:lnTo>
                    <a:pt x="437388" y="4579620"/>
                  </a:lnTo>
                  <a:lnTo>
                    <a:pt x="445008" y="4579620"/>
                  </a:lnTo>
                  <a:lnTo>
                    <a:pt x="448056" y="4576572"/>
                  </a:lnTo>
                  <a:lnTo>
                    <a:pt x="448056" y="4527804"/>
                  </a:lnTo>
                  <a:close/>
                </a:path>
                <a:path w="2184400" h="4994275">
                  <a:moveTo>
                    <a:pt x="448056" y="4443984"/>
                  </a:moveTo>
                  <a:lnTo>
                    <a:pt x="445008" y="4440936"/>
                  </a:lnTo>
                  <a:lnTo>
                    <a:pt x="437388" y="4440936"/>
                  </a:lnTo>
                  <a:lnTo>
                    <a:pt x="434340" y="4443984"/>
                  </a:lnTo>
                  <a:lnTo>
                    <a:pt x="434340" y="4494276"/>
                  </a:lnTo>
                  <a:lnTo>
                    <a:pt x="437388" y="4497324"/>
                  </a:lnTo>
                  <a:lnTo>
                    <a:pt x="445008" y="4497324"/>
                  </a:lnTo>
                  <a:lnTo>
                    <a:pt x="448056" y="4494276"/>
                  </a:lnTo>
                  <a:lnTo>
                    <a:pt x="448056" y="4443984"/>
                  </a:lnTo>
                  <a:close/>
                </a:path>
                <a:path w="2184400" h="4994275">
                  <a:moveTo>
                    <a:pt x="448056" y="4361688"/>
                  </a:moveTo>
                  <a:lnTo>
                    <a:pt x="445008" y="4358640"/>
                  </a:lnTo>
                  <a:lnTo>
                    <a:pt x="437388" y="4358640"/>
                  </a:lnTo>
                  <a:lnTo>
                    <a:pt x="434340" y="4361688"/>
                  </a:lnTo>
                  <a:lnTo>
                    <a:pt x="434340" y="4410456"/>
                  </a:lnTo>
                  <a:lnTo>
                    <a:pt x="437388" y="4413504"/>
                  </a:lnTo>
                  <a:lnTo>
                    <a:pt x="445008" y="4413504"/>
                  </a:lnTo>
                  <a:lnTo>
                    <a:pt x="448056" y="4410456"/>
                  </a:lnTo>
                  <a:lnTo>
                    <a:pt x="448056" y="4361688"/>
                  </a:lnTo>
                  <a:close/>
                </a:path>
                <a:path w="2184400" h="4994275">
                  <a:moveTo>
                    <a:pt x="448056" y="4279392"/>
                  </a:moveTo>
                  <a:lnTo>
                    <a:pt x="445008" y="4276344"/>
                  </a:lnTo>
                  <a:lnTo>
                    <a:pt x="437388" y="4276344"/>
                  </a:lnTo>
                  <a:lnTo>
                    <a:pt x="434340" y="4279392"/>
                  </a:lnTo>
                  <a:lnTo>
                    <a:pt x="434340" y="4328160"/>
                  </a:lnTo>
                  <a:lnTo>
                    <a:pt x="437388" y="4331208"/>
                  </a:lnTo>
                  <a:lnTo>
                    <a:pt x="445008" y="4331208"/>
                  </a:lnTo>
                  <a:lnTo>
                    <a:pt x="448056" y="4328160"/>
                  </a:lnTo>
                  <a:lnTo>
                    <a:pt x="448056" y="4279392"/>
                  </a:lnTo>
                  <a:close/>
                </a:path>
                <a:path w="2184400" h="4994275">
                  <a:moveTo>
                    <a:pt x="448056" y="4195572"/>
                  </a:moveTo>
                  <a:lnTo>
                    <a:pt x="445008" y="4192524"/>
                  </a:lnTo>
                  <a:lnTo>
                    <a:pt x="437388" y="4192524"/>
                  </a:lnTo>
                  <a:lnTo>
                    <a:pt x="434340" y="4195572"/>
                  </a:lnTo>
                  <a:lnTo>
                    <a:pt x="434340" y="4245864"/>
                  </a:lnTo>
                  <a:lnTo>
                    <a:pt x="437388" y="4248912"/>
                  </a:lnTo>
                  <a:lnTo>
                    <a:pt x="445008" y="4248912"/>
                  </a:lnTo>
                  <a:lnTo>
                    <a:pt x="448056" y="4245864"/>
                  </a:lnTo>
                  <a:lnTo>
                    <a:pt x="448056" y="4195572"/>
                  </a:lnTo>
                  <a:close/>
                </a:path>
                <a:path w="2184400" h="4994275">
                  <a:moveTo>
                    <a:pt x="448056" y="4113276"/>
                  </a:moveTo>
                  <a:lnTo>
                    <a:pt x="445008" y="4110228"/>
                  </a:lnTo>
                  <a:lnTo>
                    <a:pt x="437388" y="4110228"/>
                  </a:lnTo>
                  <a:lnTo>
                    <a:pt x="434340" y="4113276"/>
                  </a:lnTo>
                  <a:lnTo>
                    <a:pt x="434340" y="4162044"/>
                  </a:lnTo>
                  <a:lnTo>
                    <a:pt x="437388" y="4165092"/>
                  </a:lnTo>
                  <a:lnTo>
                    <a:pt x="445008" y="4165092"/>
                  </a:lnTo>
                  <a:lnTo>
                    <a:pt x="448056" y="4162044"/>
                  </a:lnTo>
                  <a:lnTo>
                    <a:pt x="448056" y="4113276"/>
                  </a:lnTo>
                  <a:close/>
                </a:path>
                <a:path w="2184400" h="4994275">
                  <a:moveTo>
                    <a:pt x="448056" y="4030980"/>
                  </a:moveTo>
                  <a:lnTo>
                    <a:pt x="445008" y="4027932"/>
                  </a:lnTo>
                  <a:lnTo>
                    <a:pt x="437388" y="4027932"/>
                  </a:lnTo>
                  <a:lnTo>
                    <a:pt x="434340" y="4030980"/>
                  </a:lnTo>
                  <a:lnTo>
                    <a:pt x="434340" y="4079748"/>
                  </a:lnTo>
                  <a:lnTo>
                    <a:pt x="437388" y="4082796"/>
                  </a:lnTo>
                  <a:lnTo>
                    <a:pt x="445008" y="4082796"/>
                  </a:lnTo>
                  <a:lnTo>
                    <a:pt x="448056" y="4079748"/>
                  </a:lnTo>
                  <a:lnTo>
                    <a:pt x="448056" y="4030980"/>
                  </a:lnTo>
                  <a:close/>
                </a:path>
                <a:path w="2184400" h="4994275">
                  <a:moveTo>
                    <a:pt x="448056" y="3947160"/>
                  </a:moveTo>
                  <a:lnTo>
                    <a:pt x="445008" y="3944112"/>
                  </a:lnTo>
                  <a:lnTo>
                    <a:pt x="437388" y="3944112"/>
                  </a:lnTo>
                  <a:lnTo>
                    <a:pt x="434340" y="3947160"/>
                  </a:lnTo>
                  <a:lnTo>
                    <a:pt x="434340" y="3997452"/>
                  </a:lnTo>
                  <a:lnTo>
                    <a:pt x="437388" y="4000500"/>
                  </a:lnTo>
                  <a:lnTo>
                    <a:pt x="445008" y="4000500"/>
                  </a:lnTo>
                  <a:lnTo>
                    <a:pt x="448056" y="3997452"/>
                  </a:lnTo>
                  <a:lnTo>
                    <a:pt x="448056" y="3947160"/>
                  </a:lnTo>
                  <a:close/>
                </a:path>
                <a:path w="2184400" h="4994275">
                  <a:moveTo>
                    <a:pt x="448056" y="3864864"/>
                  </a:moveTo>
                  <a:lnTo>
                    <a:pt x="445008" y="3861816"/>
                  </a:lnTo>
                  <a:lnTo>
                    <a:pt x="437388" y="3861816"/>
                  </a:lnTo>
                  <a:lnTo>
                    <a:pt x="434340" y="3864864"/>
                  </a:lnTo>
                  <a:lnTo>
                    <a:pt x="434340" y="3913632"/>
                  </a:lnTo>
                  <a:lnTo>
                    <a:pt x="437388" y="3916680"/>
                  </a:lnTo>
                  <a:lnTo>
                    <a:pt x="445008" y="3916680"/>
                  </a:lnTo>
                  <a:lnTo>
                    <a:pt x="448056" y="3913632"/>
                  </a:lnTo>
                  <a:lnTo>
                    <a:pt x="448056" y="3864864"/>
                  </a:lnTo>
                  <a:close/>
                </a:path>
                <a:path w="2184400" h="4994275">
                  <a:moveTo>
                    <a:pt x="448056" y="3782568"/>
                  </a:moveTo>
                  <a:lnTo>
                    <a:pt x="445008" y="3779520"/>
                  </a:lnTo>
                  <a:lnTo>
                    <a:pt x="437388" y="3779520"/>
                  </a:lnTo>
                  <a:lnTo>
                    <a:pt x="434340" y="3782568"/>
                  </a:lnTo>
                  <a:lnTo>
                    <a:pt x="434340" y="3831336"/>
                  </a:lnTo>
                  <a:lnTo>
                    <a:pt x="437388" y="3834384"/>
                  </a:lnTo>
                  <a:lnTo>
                    <a:pt x="445008" y="3834384"/>
                  </a:lnTo>
                  <a:lnTo>
                    <a:pt x="448056" y="3831336"/>
                  </a:lnTo>
                  <a:lnTo>
                    <a:pt x="448056" y="3782568"/>
                  </a:lnTo>
                  <a:close/>
                </a:path>
                <a:path w="2184400" h="4994275">
                  <a:moveTo>
                    <a:pt x="448056" y="3698748"/>
                  </a:moveTo>
                  <a:lnTo>
                    <a:pt x="445008" y="3695700"/>
                  </a:lnTo>
                  <a:lnTo>
                    <a:pt x="437388" y="3695700"/>
                  </a:lnTo>
                  <a:lnTo>
                    <a:pt x="434340" y="3698748"/>
                  </a:lnTo>
                  <a:lnTo>
                    <a:pt x="434340" y="3749040"/>
                  </a:lnTo>
                  <a:lnTo>
                    <a:pt x="437388" y="3752088"/>
                  </a:lnTo>
                  <a:lnTo>
                    <a:pt x="445008" y="3752088"/>
                  </a:lnTo>
                  <a:lnTo>
                    <a:pt x="448056" y="3749040"/>
                  </a:lnTo>
                  <a:lnTo>
                    <a:pt x="448056" y="3698748"/>
                  </a:lnTo>
                  <a:close/>
                </a:path>
                <a:path w="2184400" h="4994275">
                  <a:moveTo>
                    <a:pt x="448056" y="3616452"/>
                  </a:moveTo>
                  <a:lnTo>
                    <a:pt x="445008" y="3613404"/>
                  </a:lnTo>
                  <a:lnTo>
                    <a:pt x="437388" y="3613404"/>
                  </a:lnTo>
                  <a:lnTo>
                    <a:pt x="434340" y="3616452"/>
                  </a:lnTo>
                  <a:lnTo>
                    <a:pt x="434340" y="3665220"/>
                  </a:lnTo>
                  <a:lnTo>
                    <a:pt x="437388" y="3668268"/>
                  </a:lnTo>
                  <a:lnTo>
                    <a:pt x="445008" y="3668268"/>
                  </a:lnTo>
                  <a:lnTo>
                    <a:pt x="448056" y="3665220"/>
                  </a:lnTo>
                  <a:lnTo>
                    <a:pt x="448056" y="3616452"/>
                  </a:lnTo>
                  <a:close/>
                </a:path>
                <a:path w="2184400" h="4994275">
                  <a:moveTo>
                    <a:pt x="448056" y="3534156"/>
                  </a:moveTo>
                  <a:lnTo>
                    <a:pt x="445008" y="3531108"/>
                  </a:lnTo>
                  <a:lnTo>
                    <a:pt x="437388" y="3531108"/>
                  </a:lnTo>
                  <a:lnTo>
                    <a:pt x="434340" y="3534156"/>
                  </a:lnTo>
                  <a:lnTo>
                    <a:pt x="434340" y="3582924"/>
                  </a:lnTo>
                  <a:lnTo>
                    <a:pt x="437388" y="3585972"/>
                  </a:lnTo>
                  <a:lnTo>
                    <a:pt x="445008" y="3585972"/>
                  </a:lnTo>
                  <a:lnTo>
                    <a:pt x="448056" y="3582924"/>
                  </a:lnTo>
                  <a:lnTo>
                    <a:pt x="448056" y="3534156"/>
                  </a:lnTo>
                  <a:close/>
                </a:path>
                <a:path w="2184400" h="4994275">
                  <a:moveTo>
                    <a:pt x="448056" y="3450336"/>
                  </a:moveTo>
                  <a:lnTo>
                    <a:pt x="445008" y="3447288"/>
                  </a:lnTo>
                  <a:lnTo>
                    <a:pt x="437388" y="3447288"/>
                  </a:lnTo>
                  <a:lnTo>
                    <a:pt x="434340" y="3450336"/>
                  </a:lnTo>
                  <a:lnTo>
                    <a:pt x="434340" y="3500628"/>
                  </a:lnTo>
                  <a:lnTo>
                    <a:pt x="437388" y="3503676"/>
                  </a:lnTo>
                  <a:lnTo>
                    <a:pt x="445008" y="3503676"/>
                  </a:lnTo>
                  <a:lnTo>
                    <a:pt x="448056" y="3500628"/>
                  </a:lnTo>
                  <a:lnTo>
                    <a:pt x="448056" y="3450336"/>
                  </a:lnTo>
                  <a:close/>
                </a:path>
                <a:path w="2184400" h="4994275">
                  <a:moveTo>
                    <a:pt x="448056" y="3368040"/>
                  </a:moveTo>
                  <a:lnTo>
                    <a:pt x="445008" y="3364992"/>
                  </a:lnTo>
                  <a:lnTo>
                    <a:pt x="437388" y="3364992"/>
                  </a:lnTo>
                  <a:lnTo>
                    <a:pt x="434340" y="3368040"/>
                  </a:lnTo>
                  <a:lnTo>
                    <a:pt x="434340" y="3416808"/>
                  </a:lnTo>
                  <a:lnTo>
                    <a:pt x="437388" y="3419856"/>
                  </a:lnTo>
                  <a:lnTo>
                    <a:pt x="445008" y="3419856"/>
                  </a:lnTo>
                  <a:lnTo>
                    <a:pt x="448056" y="3416808"/>
                  </a:lnTo>
                  <a:lnTo>
                    <a:pt x="448056" y="3368040"/>
                  </a:lnTo>
                  <a:close/>
                </a:path>
                <a:path w="2184400" h="4994275">
                  <a:moveTo>
                    <a:pt x="448056" y="3285744"/>
                  </a:moveTo>
                  <a:lnTo>
                    <a:pt x="445008" y="3282696"/>
                  </a:lnTo>
                  <a:lnTo>
                    <a:pt x="437388" y="3282696"/>
                  </a:lnTo>
                  <a:lnTo>
                    <a:pt x="434340" y="3285744"/>
                  </a:lnTo>
                  <a:lnTo>
                    <a:pt x="434340" y="3334512"/>
                  </a:lnTo>
                  <a:lnTo>
                    <a:pt x="437388" y="3337560"/>
                  </a:lnTo>
                  <a:lnTo>
                    <a:pt x="445008" y="3337560"/>
                  </a:lnTo>
                  <a:lnTo>
                    <a:pt x="448056" y="3334512"/>
                  </a:lnTo>
                  <a:lnTo>
                    <a:pt x="448056" y="3285744"/>
                  </a:lnTo>
                  <a:close/>
                </a:path>
                <a:path w="2184400" h="4994275">
                  <a:moveTo>
                    <a:pt x="448056" y="3201924"/>
                  </a:moveTo>
                  <a:lnTo>
                    <a:pt x="445008" y="3198876"/>
                  </a:lnTo>
                  <a:lnTo>
                    <a:pt x="437388" y="3198876"/>
                  </a:lnTo>
                  <a:lnTo>
                    <a:pt x="434340" y="3201924"/>
                  </a:lnTo>
                  <a:lnTo>
                    <a:pt x="434340" y="3252216"/>
                  </a:lnTo>
                  <a:lnTo>
                    <a:pt x="437388" y="3255264"/>
                  </a:lnTo>
                  <a:lnTo>
                    <a:pt x="445008" y="3255264"/>
                  </a:lnTo>
                  <a:lnTo>
                    <a:pt x="448056" y="3252216"/>
                  </a:lnTo>
                  <a:lnTo>
                    <a:pt x="448056" y="3201924"/>
                  </a:lnTo>
                  <a:close/>
                </a:path>
                <a:path w="2184400" h="4994275">
                  <a:moveTo>
                    <a:pt x="448056" y="3119628"/>
                  </a:moveTo>
                  <a:lnTo>
                    <a:pt x="445008" y="3116580"/>
                  </a:lnTo>
                  <a:lnTo>
                    <a:pt x="437388" y="3116580"/>
                  </a:lnTo>
                  <a:lnTo>
                    <a:pt x="434340" y="3119628"/>
                  </a:lnTo>
                  <a:lnTo>
                    <a:pt x="434340" y="3168396"/>
                  </a:lnTo>
                  <a:lnTo>
                    <a:pt x="437388" y="3171444"/>
                  </a:lnTo>
                  <a:lnTo>
                    <a:pt x="445008" y="3171444"/>
                  </a:lnTo>
                  <a:lnTo>
                    <a:pt x="448056" y="3168396"/>
                  </a:lnTo>
                  <a:lnTo>
                    <a:pt x="448056" y="3119628"/>
                  </a:lnTo>
                  <a:close/>
                </a:path>
                <a:path w="2184400" h="4994275">
                  <a:moveTo>
                    <a:pt x="448056" y="3037332"/>
                  </a:moveTo>
                  <a:lnTo>
                    <a:pt x="445008" y="3034284"/>
                  </a:lnTo>
                  <a:lnTo>
                    <a:pt x="437388" y="3034284"/>
                  </a:lnTo>
                  <a:lnTo>
                    <a:pt x="434340" y="3037332"/>
                  </a:lnTo>
                  <a:lnTo>
                    <a:pt x="434340" y="3086100"/>
                  </a:lnTo>
                  <a:lnTo>
                    <a:pt x="437388" y="3089148"/>
                  </a:lnTo>
                  <a:lnTo>
                    <a:pt x="445008" y="3089148"/>
                  </a:lnTo>
                  <a:lnTo>
                    <a:pt x="448056" y="3086100"/>
                  </a:lnTo>
                  <a:lnTo>
                    <a:pt x="448056" y="3037332"/>
                  </a:lnTo>
                  <a:close/>
                </a:path>
                <a:path w="2184400" h="4994275">
                  <a:moveTo>
                    <a:pt x="448056" y="2953512"/>
                  </a:moveTo>
                  <a:lnTo>
                    <a:pt x="445008" y="2950464"/>
                  </a:lnTo>
                  <a:lnTo>
                    <a:pt x="437388" y="2950464"/>
                  </a:lnTo>
                  <a:lnTo>
                    <a:pt x="434340" y="2953512"/>
                  </a:lnTo>
                  <a:lnTo>
                    <a:pt x="434340" y="3003804"/>
                  </a:lnTo>
                  <a:lnTo>
                    <a:pt x="437388" y="3006852"/>
                  </a:lnTo>
                  <a:lnTo>
                    <a:pt x="445008" y="3006852"/>
                  </a:lnTo>
                  <a:lnTo>
                    <a:pt x="448056" y="3003804"/>
                  </a:lnTo>
                  <a:lnTo>
                    <a:pt x="448056" y="2953512"/>
                  </a:lnTo>
                  <a:close/>
                </a:path>
                <a:path w="2184400" h="4994275">
                  <a:moveTo>
                    <a:pt x="448056" y="2871216"/>
                  </a:moveTo>
                  <a:lnTo>
                    <a:pt x="445008" y="2868168"/>
                  </a:lnTo>
                  <a:lnTo>
                    <a:pt x="437388" y="2868168"/>
                  </a:lnTo>
                  <a:lnTo>
                    <a:pt x="434340" y="2871216"/>
                  </a:lnTo>
                  <a:lnTo>
                    <a:pt x="434340" y="2919984"/>
                  </a:lnTo>
                  <a:lnTo>
                    <a:pt x="437388" y="2923032"/>
                  </a:lnTo>
                  <a:lnTo>
                    <a:pt x="445008" y="2923032"/>
                  </a:lnTo>
                  <a:lnTo>
                    <a:pt x="448056" y="2919984"/>
                  </a:lnTo>
                  <a:lnTo>
                    <a:pt x="448056" y="2871216"/>
                  </a:lnTo>
                  <a:close/>
                </a:path>
                <a:path w="2184400" h="4994275">
                  <a:moveTo>
                    <a:pt x="448056" y="2788920"/>
                  </a:moveTo>
                  <a:lnTo>
                    <a:pt x="445008" y="2785872"/>
                  </a:lnTo>
                  <a:lnTo>
                    <a:pt x="437388" y="2785872"/>
                  </a:lnTo>
                  <a:lnTo>
                    <a:pt x="434340" y="2788920"/>
                  </a:lnTo>
                  <a:lnTo>
                    <a:pt x="434340" y="2837688"/>
                  </a:lnTo>
                  <a:lnTo>
                    <a:pt x="437388" y="2840736"/>
                  </a:lnTo>
                  <a:lnTo>
                    <a:pt x="445008" y="2840736"/>
                  </a:lnTo>
                  <a:lnTo>
                    <a:pt x="448056" y="2837688"/>
                  </a:lnTo>
                  <a:lnTo>
                    <a:pt x="448056" y="2788920"/>
                  </a:lnTo>
                  <a:close/>
                </a:path>
                <a:path w="2184400" h="4994275">
                  <a:moveTo>
                    <a:pt x="448056" y="2705100"/>
                  </a:moveTo>
                  <a:lnTo>
                    <a:pt x="445008" y="2702052"/>
                  </a:lnTo>
                  <a:lnTo>
                    <a:pt x="437388" y="2702052"/>
                  </a:lnTo>
                  <a:lnTo>
                    <a:pt x="434340" y="2705100"/>
                  </a:lnTo>
                  <a:lnTo>
                    <a:pt x="434340" y="2755392"/>
                  </a:lnTo>
                  <a:lnTo>
                    <a:pt x="437388" y="2758440"/>
                  </a:lnTo>
                  <a:lnTo>
                    <a:pt x="445008" y="2758440"/>
                  </a:lnTo>
                  <a:lnTo>
                    <a:pt x="448056" y="2755392"/>
                  </a:lnTo>
                  <a:lnTo>
                    <a:pt x="448056" y="2705100"/>
                  </a:lnTo>
                  <a:close/>
                </a:path>
                <a:path w="2184400" h="4994275">
                  <a:moveTo>
                    <a:pt x="448056" y="2622804"/>
                  </a:moveTo>
                  <a:lnTo>
                    <a:pt x="445008" y="2619756"/>
                  </a:lnTo>
                  <a:lnTo>
                    <a:pt x="437388" y="2619756"/>
                  </a:lnTo>
                  <a:lnTo>
                    <a:pt x="434340" y="2622804"/>
                  </a:lnTo>
                  <a:lnTo>
                    <a:pt x="434340" y="2671572"/>
                  </a:lnTo>
                  <a:lnTo>
                    <a:pt x="437388" y="2674620"/>
                  </a:lnTo>
                  <a:lnTo>
                    <a:pt x="445008" y="2674620"/>
                  </a:lnTo>
                  <a:lnTo>
                    <a:pt x="448056" y="2671572"/>
                  </a:lnTo>
                  <a:lnTo>
                    <a:pt x="448056" y="2622804"/>
                  </a:lnTo>
                  <a:close/>
                </a:path>
                <a:path w="2184400" h="4994275">
                  <a:moveTo>
                    <a:pt x="448056" y="2540508"/>
                  </a:moveTo>
                  <a:lnTo>
                    <a:pt x="445008" y="2537460"/>
                  </a:lnTo>
                  <a:lnTo>
                    <a:pt x="437388" y="2537460"/>
                  </a:lnTo>
                  <a:lnTo>
                    <a:pt x="434340" y="2540508"/>
                  </a:lnTo>
                  <a:lnTo>
                    <a:pt x="434340" y="2589276"/>
                  </a:lnTo>
                  <a:lnTo>
                    <a:pt x="437388" y="2592324"/>
                  </a:lnTo>
                  <a:lnTo>
                    <a:pt x="445008" y="2592324"/>
                  </a:lnTo>
                  <a:lnTo>
                    <a:pt x="448056" y="2589276"/>
                  </a:lnTo>
                  <a:lnTo>
                    <a:pt x="448056" y="2540508"/>
                  </a:lnTo>
                  <a:close/>
                </a:path>
                <a:path w="2184400" h="4994275">
                  <a:moveTo>
                    <a:pt x="448056" y="2456688"/>
                  </a:moveTo>
                  <a:lnTo>
                    <a:pt x="445008" y="2453640"/>
                  </a:lnTo>
                  <a:lnTo>
                    <a:pt x="437388" y="2453640"/>
                  </a:lnTo>
                  <a:lnTo>
                    <a:pt x="434340" y="2456688"/>
                  </a:lnTo>
                  <a:lnTo>
                    <a:pt x="434340" y="2506980"/>
                  </a:lnTo>
                  <a:lnTo>
                    <a:pt x="437388" y="2510028"/>
                  </a:lnTo>
                  <a:lnTo>
                    <a:pt x="445008" y="2510028"/>
                  </a:lnTo>
                  <a:lnTo>
                    <a:pt x="448056" y="2506980"/>
                  </a:lnTo>
                  <a:lnTo>
                    <a:pt x="448056" y="2456688"/>
                  </a:lnTo>
                  <a:close/>
                </a:path>
                <a:path w="2184400" h="4994275">
                  <a:moveTo>
                    <a:pt x="448056" y="2374392"/>
                  </a:moveTo>
                  <a:lnTo>
                    <a:pt x="445008" y="2371344"/>
                  </a:lnTo>
                  <a:lnTo>
                    <a:pt x="437388" y="2371344"/>
                  </a:lnTo>
                  <a:lnTo>
                    <a:pt x="434340" y="2374392"/>
                  </a:lnTo>
                  <a:lnTo>
                    <a:pt x="434340" y="2423160"/>
                  </a:lnTo>
                  <a:lnTo>
                    <a:pt x="437388" y="2426208"/>
                  </a:lnTo>
                  <a:lnTo>
                    <a:pt x="445008" y="2426208"/>
                  </a:lnTo>
                  <a:lnTo>
                    <a:pt x="448056" y="2423160"/>
                  </a:lnTo>
                  <a:lnTo>
                    <a:pt x="448056" y="2374392"/>
                  </a:lnTo>
                  <a:close/>
                </a:path>
                <a:path w="2184400" h="4994275">
                  <a:moveTo>
                    <a:pt x="448056" y="2292096"/>
                  </a:moveTo>
                  <a:lnTo>
                    <a:pt x="445008" y="2289048"/>
                  </a:lnTo>
                  <a:lnTo>
                    <a:pt x="437388" y="2289048"/>
                  </a:lnTo>
                  <a:lnTo>
                    <a:pt x="434340" y="2292096"/>
                  </a:lnTo>
                  <a:lnTo>
                    <a:pt x="434340" y="2340864"/>
                  </a:lnTo>
                  <a:lnTo>
                    <a:pt x="437388" y="2343912"/>
                  </a:lnTo>
                  <a:lnTo>
                    <a:pt x="445008" y="2343912"/>
                  </a:lnTo>
                  <a:lnTo>
                    <a:pt x="448056" y="2340864"/>
                  </a:lnTo>
                  <a:lnTo>
                    <a:pt x="448056" y="2292096"/>
                  </a:lnTo>
                  <a:close/>
                </a:path>
                <a:path w="2184400" h="4994275">
                  <a:moveTo>
                    <a:pt x="448056" y="2209800"/>
                  </a:moveTo>
                  <a:lnTo>
                    <a:pt x="445008" y="2205228"/>
                  </a:lnTo>
                  <a:lnTo>
                    <a:pt x="437388" y="2205228"/>
                  </a:lnTo>
                  <a:lnTo>
                    <a:pt x="434340" y="2209800"/>
                  </a:lnTo>
                  <a:lnTo>
                    <a:pt x="434340" y="2258568"/>
                  </a:lnTo>
                  <a:lnTo>
                    <a:pt x="437388" y="2261616"/>
                  </a:lnTo>
                  <a:lnTo>
                    <a:pt x="445008" y="2261616"/>
                  </a:lnTo>
                  <a:lnTo>
                    <a:pt x="448056" y="2258568"/>
                  </a:lnTo>
                  <a:lnTo>
                    <a:pt x="448056" y="2209800"/>
                  </a:lnTo>
                  <a:close/>
                </a:path>
                <a:path w="2184400" h="4994275">
                  <a:moveTo>
                    <a:pt x="448056" y="2125980"/>
                  </a:moveTo>
                  <a:lnTo>
                    <a:pt x="445008" y="2122932"/>
                  </a:lnTo>
                  <a:lnTo>
                    <a:pt x="437388" y="2122932"/>
                  </a:lnTo>
                  <a:lnTo>
                    <a:pt x="434340" y="2125980"/>
                  </a:lnTo>
                  <a:lnTo>
                    <a:pt x="434340" y="2174748"/>
                  </a:lnTo>
                  <a:lnTo>
                    <a:pt x="437388" y="2177796"/>
                  </a:lnTo>
                  <a:lnTo>
                    <a:pt x="445008" y="2177796"/>
                  </a:lnTo>
                  <a:lnTo>
                    <a:pt x="448056" y="2174748"/>
                  </a:lnTo>
                  <a:lnTo>
                    <a:pt x="448056" y="2125980"/>
                  </a:lnTo>
                  <a:close/>
                </a:path>
                <a:path w="2184400" h="4994275">
                  <a:moveTo>
                    <a:pt x="448056" y="2043684"/>
                  </a:moveTo>
                  <a:lnTo>
                    <a:pt x="445008" y="2040636"/>
                  </a:lnTo>
                  <a:lnTo>
                    <a:pt x="437388" y="2040636"/>
                  </a:lnTo>
                  <a:lnTo>
                    <a:pt x="434340" y="2043684"/>
                  </a:lnTo>
                  <a:lnTo>
                    <a:pt x="434340" y="2092452"/>
                  </a:lnTo>
                  <a:lnTo>
                    <a:pt x="437388" y="2095500"/>
                  </a:lnTo>
                  <a:lnTo>
                    <a:pt x="445008" y="2095500"/>
                  </a:lnTo>
                  <a:lnTo>
                    <a:pt x="448056" y="2092452"/>
                  </a:lnTo>
                  <a:lnTo>
                    <a:pt x="448056" y="2043684"/>
                  </a:lnTo>
                  <a:close/>
                </a:path>
                <a:path w="2184400" h="4994275">
                  <a:moveTo>
                    <a:pt x="448056" y="1961388"/>
                  </a:moveTo>
                  <a:lnTo>
                    <a:pt x="445008" y="1956816"/>
                  </a:lnTo>
                  <a:lnTo>
                    <a:pt x="437388" y="1956816"/>
                  </a:lnTo>
                  <a:lnTo>
                    <a:pt x="434340" y="1961388"/>
                  </a:lnTo>
                  <a:lnTo>
                    <a:pt x="434340" y="2010156"/>
                  </a:lnTo>
                  <a:lnTo>
                    <a:pt x="437388" y="2013204"/>
                  </a:lnTo>
                  <a:lnTo>
                    <a:pt x="445008" y="2013204"/>
                  </a:lnTo>
                  <a:lnTo>
                    <a:pt x="448056" y="2010156"/>
                  </a:lnTo>
                  <a:lnTo>
                    <a:pt x="448056" y="1961388"/>
                  </a:lnTo>
                  <a:close/>
                </a:path>
                <a:path w="2184400" h="4994275">
                  <a:moveTo>
                    <a:pt x="448056" y="1877568"/>
                  </a:moveTo>
                  <a:lnTo>
                    <a:pt x="445008" y="1874520"/>
                  </a:lnTo>
                  <a:lnTo>
                    <a:pt x="437388" y="1874520"/>
                  </a:lnTo>
                  <a:lnTo>
                    <a:pt x="434340" y="1877568"/>
                  </a:lnTo>
                  <a:lnTo>
                    <a:pt x="434340" y="1926336"/>
                  </a:lnTo>
                  <a:lnTo>
                    <a:pt x="437388" y="1929384"/>
                  </a:lnTo>
                  <a:lnTo>
                    <a:pt x="445008" y="1929384"/>
                  </a:lnTo>
                  <a:lnTo>
                    <a:pt x="448056" y="1926336"/>
                  </a:lnTo>
                  <a:lnTo>
                    <a:pt x="448056" y="1877568"/>
                  </a:lnTo>
                  <a:close/>
                </a:path>
                <a:path w="2184400" h="4994275">
                  <a:moveTo>
                    <a:pt x="448056" y="1795272"/>
                  </a:moveTo>
                  <a:lnTo>
                    <a:pt x="445008" y="1792224"/>
                  </a:lnTo>
                  <a:lnTo>
                    <a:pt x="437388" y="1792224"/>
                  </a:lnTo>
                  <a:lnTo>
                    <a:pt x="434340" y="1795272"/>
                  </a:lnTo>
                  <a:lnTo>
                    <a:pt x="434340" y="1844040"/>
                  </a:lnTo>
                  <a:lnTo>
                    <a:pt x="437388" y="1847088"/>
                  </a:lnTo>
                  <a:lnTo>
                    <a:pt x="445008" y="1847088"/>
                  </a:lnTo>
                  <a:lnTo>
                    <a:pt x="448056" y="1844040"/>
                  </a:lnTo>
                  <a:lnTo>
                    <a:pt x="448056" y="1795272"/>
                  </a:lnTo>
                  <a:close/>
                </a:path>
                <a:path w="2184400" h="4994275">
                  <a:moveTo>
                    <a:pt x="448056" y="1712976"/>
                  </a:moveTo>
                  <a:lnTo>
                    <a:pt x="445008" y="1709928"/>
                  </a:lnTo>
                  <a:lnTo>
                    <a:pt x="437388" y="1709928"/>
                  </a:lnTo>
                  <a:lnTo>
                    <a:pt x="434340" y="1712976"/>
                  </a:lnTo>
                  <a:lnTo>
                    <a:pt x="434340" y="1761744"/>
                  </a:lnTo>
                  <a:lnTo>
                    <a:pt x="437388" y="1764792"/>
                  </a:lnTo>
                  <a:lnTo>
                    <a:pt x="445008" y="1764792"/>
                  </a:lnTo>
                  <a:lnTo>
                    <a:pt x="448056" y="1761744"/>
                  </a:lnTo>
                  <a:lnTo>
                    <a:pt x="448056" y="1712976"/>
                  </a:lnTo>
                  <a:close/>
                </a:path>
                <a:path w="2184400" h="4994275">
                  <a:moveTo>
                    <a:pt x="448056" y="1629156"/>
                  </a:moveTo>
                  <a:lnTo>
                    <a:pt x="445008" y="1626108"/>
                  </a:lnTo>
                  <a:lnTo>
                    <a:pt x="437388" y="1626108"/>
                  </a:lnTo>
                  <a:lnTo>
                    <a:pt x="434340" y="1629156"/>
                  </a:lnTo>
                  <a:lnTo>
                    <a:pt x="434340" y="1677924"/>
                  </a:lnTo>
                  <a:lnTo>
                    <a:pt x="437388" y="1680972"/>
                  </a:lnTo>
                  <a:lnTo>
                    <a:pt x="445008" y="1680972"/>
                  </a:lnTo>
                  <a:lnTo>
                    <a:pt x="448056" y="1677924"/>
                  </a:lnTo>
                  <a:lnTo>
                    <a:pt x="448056" y="1629156"/>
                  </a:lnTo>
                  <a:close/>
                </a:path>
                <a:path w="2184400" h="4994275">
                  <a:moveTo>
                    <a:pt x="448056" y="1546860"/>
                  </a:moveTo>
                  <a:lnTo>
                    <a:pt x="445008" y="1543812"/>
                  </a:lnTo>
                  <a:lnTo>
                    <a:pt x="437388" y="1543812"/>
                  </a:lnTo>
                  <a:lnTo>
                    <a:pt x="434340" y="1546860"/>
                  </a:lnTo>
                  <a:lnTo>
                    <a:pt x="434340" y="1595628"/>
                  </a:lnTo>
                  <a:lnTo>
                    <a:pt x="437388" y="1598676"/>
                  </a:lnTo>
                  <a:lnTo>
                    <a:pt x="445008" y="1598676"/>
                  </a:lnTo>
                  <a:lnTo>
                    <a:pt x="448056" y="1595628"/>
                  </a:lnTo>
                  <a:lnTo>
                    <a:pt x="448056" y="1546860"/>
                  </a:lnTo>
                  <a:close/>
                </a:path>
                <a:path w="2184400" h="4994275">
                  <a:moveTo>
                    <a:pt x="448056" y="1464564"/>
                  </a:moveTo>
                  <a:lnTo>
                    <a:pt x="445008" y="1461516"/>
                  </a:lnTo>
                  <a:lnTo>
                    <a:pt x="437388" y="1461516"/>
                  </a:lnTo>
                  <a:lnTo>
                    <a:pt x="434340" y="1464564"/>
                  </a:lnTo>
                  <a:lnTo>
                    <a:pt x="434340" y="1513332"/>
                  </a:lnTo>
                  <a:lnTo>
                    <a:pt x="437388" y="1516380"/>
                  </a:lnTo>
                  <a:lnTo>
                    <a:pt x="445008" y="1516380"/>
                  </a:lnTo>
                  <a:lnTo>
                    <a:pt x="448056" y="1513332"/>
                  </a:lnTo>
                  <a:lnTo>
                    <a:pt x="448056" y="1464564"/>
                  </a:lnTo>
                  <a:close/>
                </a:path>
                <a:path w="2184400" h="4994275">
                  <a:moveTo>
                    <a:pt x="448056" y="1380744"/>
                  </a:moveTo>
                  <a:lnTo>
                    <a:pt x="445008" y="1377696"/>
                  </a:lnTo>
                  <a:lnTo>
                    <a:pt x="437388" y="1377696"/>
                  </a:lnTo>
                  <a:lnTo>
                    <a:pt x="434340" y="1380744"/>
                  </a:lnTo>
                  <a:lnTo>
                    <a:pt x="434340" y="1429512"/>
                  </a:lnTo>
                  <a:lnTo>
                    <a:pt x="437388" y="1432560"/>
                  </a:lnTo>
                  <a:lnTo>
                    <a:pt x="445008" y="1432560"/>
                  </a:lnTo>
                  <a:lnTo>
                    <a:pt x="448056" y="1429512"/>
                  </a:lnTo>
                  <a:lnTo>
                    <a:pt x="448056" y="1380744"/>
                  </a:lnTo>
                  <a:close/>
                </a:path>
                <a:path w="2184400" h="4994275">
                  <a:moveTo>
                    <a:pt x="448056" y="1298448"/>
                  </a:moveTo>
                  <a:lnTo>
                    <a:pt x="445008" y="1295400"/>
                  </a:lnTo>
                  <a:lnTo>
                    <a:pt x="437388" y="1295400"/>
                  </a:lnTo>
                  <a:lnTo>
                    <a:pt x="434340" y="1298448"/>
                  </a:lnTo>
                  <a:lnTo>
                    <a:pt x="434340" y="1347216"/>
                  </a:lnTo>
                  <a:lnTo>
                    <a:pt x="437388" y="1350264"/>
                  </a:lnTo>
                  <a:lnTo>
                    <a:pt x="445008" y="1350264"/>
                  </a:lnTo>
                  <a:lnTo>
                    <a:pt x="448056" y="1347216"/>
                  </a:lnTo>
                  <a:lnTo>
                    <a:pt x="448056" y="1298448"/>
                  </a:lnTo>
                  <a:close/>
                </a:path>
                <a:path w="2184400" h="4994275">
                  <a:moveTo>
                    <a:pt x="448056" y="1216152"/>
                  </a:moveTo>
                  <a:lnTo>
                    <a:pt x="445008" y="1213104"/>
                  </a:lnTo>
                  <a:lnTo>
                    <a:pt x="437388" y="1213104"/>
                  </a:lnTo>
                  <a:lnTo>
                    <a:pt x="434340" y="1216152"/>
                  </a:lnTo>
                  <a:lnTo>
                    <a:pt x="434340" y="1264920"/>
                  </a:lnTo>
                  <a:lnTo>
                    <a:pt x="437388" y="1267968"/>
                  </a:lnTo>
                  <a:lnTo>
                    <a:pt x="445008" y="1267968"/>
                  </a:lnTo>
                  <a:lnTo>
                    <a:pt x="448056" y="1264920"/>
                  </a:lnTo>
                  <a:lnTo>
                    <a:pt x="448056" y="1216152"/>
                  </a:lnTo>
                  <a:close/>
                </a:path>
                <a:path w="2184400" h="4994275">
                  <a:moveTo>
                    <a:pt x="448056" y="1132332"/>
                  </a:moveTo>
                  <a:lnTo>
                    <a:pt x="445008" y="1129284"/>
                  </a:lnTo>
                  <a:lnTo>
                    <a:pt x="437388" y="1129284"/>
                  </a:lnTo>
                  <a:lnTo>
                    <a:pt x="434340" y="1132332"/>
                  </a:lnTo>
                  <a:lnTo>
                    <a:pt x="434340" y="1181100"/>
                  </a:lnTo>
                  <a:lnTo>
                    <a:pt x="437388" y="1184148"/>
                  </a:lnTo>
                  <a:lnTo>
                    <a:pt x="445008" y="1184148"/>
                  </a:lnTo>
                  <a:lnTo>
                    <a:pt x="448056" y="1181100"/>
                  </a:lnTo>
                  <a:lnTo>
                    <a:pt x="448056" y="1132332"/>
                  </a:lnTo>
                  <a:close/>
                </a:path>
                <a:path w="2184400" h="4994275">
                  <a:moveTo>
                    <a:pt x="448056" y="1050036"/>
                  </a:moveTo>
                  <a:lnTo>
                    <a:pt x="445008" y="1046988"/>
                  </a:lnTo>
                  <a:lnTo>
                    <a:pt x="437388" y="1046988"/>
                  </a:lnTo>
                  <a:lnTo>
                    <a:pt x="434340" y="1050036"/>
                  </a:lnTo>
                  <a:lnTo>
                    <a:pt x="434340" y="1098804"/>
                  </a:lnTo>
                  <a:lnTo>
                    <a:pt x="437388" y="1101852"/>
                  </a:lnTo>
                  <a:lnTo>
                    <a:pt x="445008" y="1101852"/>
                  </a:lnTo>
                  <a:lnTo>
                    <a:pt x="448056" y="1098804"/>
                  </a:lnTo>
                  <a:lnTo>
                    <a:pt x="448056" y="1050036"/>
                  </a:lnTo>
                  <a:close/>
                </a:path>
                <a:path w="2184400" h="4994275">
                  <a:moveTo>
                    <a:pt x="448056" y="967740"/>
                  </a:moveTo>
                  <a:lnTo>
                    <a:pt x="445008" y="964692"/>
                  </a:lnTo>
                  <a:lnTo>
                    <a:pt x="437388" y="964692"/>
                  </a:lnTo>
                  <a:lnTo>
                    <a:pt x="434340" y="967740"/>
                  </a:lnTo>
                  <a:lnTo>
                    <a:pt x="434340" y="1016508"/>
                  </a:lnTo>
                  <a:lnTo>
                    <a:pt x="437388" y="1019556"/>
                  </a:lnTo>
                  <a:lnTo>
                    <a:pt x="445008" y="1019556"/>
                  </a:lnTo>
                  <a:lnTo>
                    <a:pt x="448056" y="1016508"/>
                  </a:lnTo>
                  <a:lnTo>
                    <a:pt x="448056" y="967740"/>
                  </a:lnTo>
                  <a:close/>
                </a:path>
                <a:path w="2184400" h="4994275">
                  <a:moveTo>
                    <a:pt x="448056" y="883920"/>
                  </a:moveTo>
                  <a:lnTo>
                    <a:pt x="445008" y="880872"/>
                  </a:lnTo>
                  <a:lnTo>
                    <a:pt x="437388" y="880872"/>
                  </a:lnTo>
                  <a:lnTo>
                    <a:pt x="434340" y="883920"/>
                  </a:lnTo>
                  <a:lnTo>
                    <a:pt x="434340" y="932688"/>
                  </a:lnTo>
                  <a:lnTo>
                    <a:pt x="437388" y="935736"/>
                  </a:lnTo>
                  <a:lnTo>
                    <a:pt x="445008" y="935736"/>
                  </a:lnTo>
                  <a:lnTo>
                    <a:pt x="448056" y="932688"/>
                  </a:lnTo>
                  <a:lnTo>
                    <a:pt x="448056" y="883920"/>
                  </a:lnTo>
                  <a:close/>
                </a:path>
                <a:path w="2184400" h="4994275">
                  <a:moveTo>
                    <a:pt x="448056" y="801624"/>
                  </a:moveTo>
                  <a:lnTo>
                    <a:pt x="445008" y="798576"/>
                  </a:lnTo>
                  <a:lnTo>
                    <a:pt x="437388" y="798576"/>
                  </a:lnTo>
                  <a:lnTo>
                    <a:pt x="434340" y="801624"/>
                  </a:lnTo>
                  <a:lnTo>
                    <a:pt x="434340" y="850392"/>
                  </a:lnTo>
                  <a:lnTo>
                    <a:pt x="437388" y="853440"/>
                  </a:lnTo>
                  <a:lnTo>
                    <a:pt x="445008" y="853440"/>
                  </a:lnTo>
                  <a:lnTo>
                    <a:pt x="448056" y="850392"/>
                  </a:lnTo>
                  <a:lnTo>
                    <a:pt x="448056" y="801624"/>
                  </a:lnTo>
                  <a:close/>
                </a:path>
                <a:path w="2184400" h="4994275">
                  <a:moveTo>
                    <a:pt x="448056" y="719328"/>
                  </a:moveTo>
                  <a:lnTo>
                    <a:pt x="445008" y="716280"/>
                  </a:lnTo>
                  <a:lnTo>
                    <a:pt x="437388" y="716280"/>
                  </a:lnTo>
                  <a:lnTo>
                    <a:pt x="434340" y="719328"/>
                  </a:lnTo>
                  <a:lnTo>
                    <a:pt x="434340" y="768096"/>
                  </a:lnTo>
                  <a:lnTo>
                    <a:pt x="437388" y="771144"/>
                  </a:lnTo>
                  <a:lnTo>
                    <a:pt x="445008" y="771144"/>
                  </a:lnTo>
                  <a:lnTo>
                    <a:pt x="448056" y="768096"/>
                  </a:lnTo>
                  <a:lnTo>
                    <a:pt x="448056" y="719328"/>
                  </a:lnTo>
                  <a:close/>
                </a:path>
                <a:path w="2184400" h="4994275">
                  <a:moveTo>
                    <a:pt x="448056" y="635508"/>
                  </a:moveTo>
                  <a:lnTo>
                    <a:pt x="445008" y="632460"/>
                  </a:lnTo>
                  <a:lnTo>
                    <a:pt x="437388" y="632460"/>
                  </a:lnTo>
                  <a:lnTo>
                    <a:pt x="434340" y="635508"/>
                  </a:lnTo>
                  <a:lnTo>
                    <a:pt x="434340" y="684276"/>
                  </a:lnTo>
                  <a:lnTo>
                    <a:pt x="437388" y="687324"/>
                  </a:lnTo>
                  <a:lnTo>
                    <a:pt x="445008" y="687324"/>
                  </a:lnTo>
                  <a:lnTo>
                    <a:pt x="448056" y="684276"/>
                  </a:lnTo>
                  <a:lnTo>
                    <a:pt x="448056" y="635508"/>
                  </a:lnTo>
                  <a:close/>
                </a:path>
                <a:path w="2184400" h="4994275">
                  <a:moveTo>
                    <a:pt x="448056" y="553212"/>
                  </a:moveTo>
                  <a:lnTo>
                    <a:pt x="445008" y="550164"/>
                  </a:lnTo>
                  <a:lnTo>
                    <a:pt x="437388" y="550164"/>
                  </a:lnTo>
                  <a:lnTo>
                    <a:pt x="434340" y="553212"/>
                  </a:lnTo>
                  <a:lnTo>
                    <a:pt x="434340" y="601980"/>
                  </a:lnTo>
                  <a:lnTo>
                    <a:pt x="437388" y="605028"/>
                  </a:lnTo>
                  <a:lnTo>
                    <a:pt x="445008" y="605028"/>
                  </a:lnTo>
                  <a:lnTo>
                    <a:pt x="448056" y="601980"/>
                  </a:lnTo>
                  <a:lnTo>
                    <a:pt x="448056" y="553212"/>
                  </a:lnTo>
                  <a:close/>
                </a:path>
                <a:path w="2184400" h="4994275">
                  <a:moveTo>
                    <a:pt x="448056" y="470916"/>
                  </a:moveTo>
                  <a:lnTo>
                    <a:pt x="445008" y="467868"/>
                  </a:lnTo>
                  <a:lnTo>
                    <a:pt x="437388" y="467868"/>
                  </a:lnTo>
                  <a:lnTo>
                    <a:pt x="434340" y="470916"/>
                  </a:lnTo>
                  <a:lnTo>
                    <a:pt x="434340" y="519684"/>
                  </a:lnTo>
                  <a:lnTo>
                    <a:pt x="437388" y="522732"/>
                  </a:lnTo>
                  <a:lnTo>
                    <a:pt x="445008" y="522732"/>
                  </a:lnTo>
                  <a:lnTo>
                    <a:pt x="448056" y="519684"/>
                  </a:lnTo>
                  <a:lnTo>
                    <a:pt x="448056" y="470916"/>
                  </a:lnTo>
                  <a:close/>
                </a:path>
                <a:path w="2184400" h="4994275">
                  <a:moveTo>
                    <a:pt x="448056" y="387096"/>
                  </a:moveTo>
                  <a:lnTo>
                    <a:pt x="445008" y="384048"/>
                  </a:lnTo>
                  <a:lnTo>
                    <a:pt x="437388" y="384048"/>
                  </a:lnTo>
                  <a:lnTo>
                    <a:pt x="434340" y="387096"/>
                  </a:lnTo>
                  <a:lnTo>
                    <a:pt x="434340" y="435864"/>
                  </a:lnTo>
                  <a:lnTo>
                    <a:pt x="437388" y="438912"/>
                  </a:lnTo>
                  <a:lnTo>
                    <a:pt x="445008" y="438912"/>
                  </a:lnTo>
                  <a:lnTo>
                    <a:pt x="448056" y="435864"/>
                  </a:lnTo>
                  <a:lnTo>
                    <a:pt x="448056" y="387096"/>
                  </a:lnTo>
                  <a:close/>
                </a:path>
                <a:path w="2184400" h="4994275">
                  <a:moveTo>
                    <a:pt x="448056" y="304800"/>
                  </a:moveTo>
                  <a:lnTo>
                    <a:pt x="445008" y="301752"/>
                  </a:lnTo>
                  <a:lnTo>
                    <a:pt x="437388" y="301752"/>
                  </a:lnTo>
                  <a:lnTo>
                    <a:pt x="434340" y="304800"/>
                  </a:lnTo>
                  <a:lnTo>
                    <a:pt x="434340" y="353568"/>
                  </a:lnTo>
                  <a:lnTo>
                    <a:pt x="437388" y="356616"/>
                  </a:lnTo>
                  <a:lnTo>
                    <a:pt x="445008" y="356616"/>
                  </a:lnTo>
                  <a:lnTo>
                    <a:pt x="448056" y="353568"/>
                  </a:lnTo>
                  <a:lnTo>
                    <a:pt x="448056" y="304800"/>
                  </a:lnTo>
                  <a:close/>
                </a:path>
                <a:path w="2184400" h="4994275">
                  <a:moveTo>
                    <a:pt x="448056" y="222504"/>
                  </a:moveTo>
                  <a:lnTo>
                    <a:pt x="445008" y="219456"/>
                  </a:lnTo>
                  <a:lnTo>
                    <a:pt x="437388" y="219456"/>
                  </a:lnTo>
                  <a:lnTo>
                    <a:pt x="434340" y="222504"/>
                  </a:lnTo>
                  <a:lnTo>
                    <a:pt x="434340" y="271272"/>
                  </a:lnTo>
                  <a:lnTo>
                    <a:pt x="437388" y="274320"/>
                  </a:lnTo>
                  <a:lnTo>
                    <a:pt x="445008" y="274320"/>
                  </a:lnTo>
                  <a:lnTo>
                    <a:pt x="448056" y="271272"/>
                  </a:lnTo>
                  <a:lnTo>
                    <a:pt x="448056" y="222504"/>
                  </a:lnTo>
                  <a:close/>
                </a:path>
                <a:path w="2184400" h="4994275">
                  <a:moveTo>
                    <a:pt x="448056" y="138684"/>
                  </a:moveTo>
                  <a:lnTo>
                    <a:pt x="445008" y="135636"/>
                  </a:lnTo>
                  <a:lnTo>
                    <a:pt x="437388" y="135636"/>
                  </a:lnTo>
                  <a:lnTo>
                    <a:pt x="434340" y="138684"/>
                  </a:lnTo>
                  <a:lnTo>
                    <a:pt x="434340" y="187452"/>
                  </a:lnTo>
                  <a:lnTo>
                    <a:pt x="437388" y="192024"/>
                  </a:lnTo>
                  <a:lnTo>
                    <a:pt x="445008" y="192024"/>
                  </a:lnTo>
                  <a:lnTo>
                    <a:pt x="448056" y="187452"/>
                  </a:lnTo>
                  <a:lnTo>
                    <a:pt x="448056" y="138684"/>
                  </a:lnTo>
                  <a:close/>
                </a:path>
                <a:path w="2184400" h="4994275">
                  <a:moveTo>
                    <a:pt x="664464" y="4527804"/>
                  </a:moveTo>
                  <a:lnTo>
                    <a:pt x="661416" y="4524756"/>
                  </a:lnTo>
                  <a:lnTo>
                    <a:pt x="653796" y="4524756"/>
                  </a:lnTo>
                  <a:lnTo>
                    <a:pt x="650748" y="4527804"/>
                  </a:lnTo>
                  <a:lnTo>
                    <a:pt x="650748" y="4576572"/>
                  </a:lnTo>
                  <a:lnTo>
                    <a:pt x="653796" y="4579620"/>
                  </a:lnTo>
                  <a:lnTo>
                    <a:pt x="661416" y="4579620"/>
                  </a:lnTo>
                  <a:lnTo>
                    <a:pt x="664464" y="4576572"/>
                  </a:lnTo>
                  <a:lnTo>
                    <a:pt x="664464" y="4527804"/>
                  </a:lnTo>
                  <a:close/>
                </a:path>
                <a:path w="2184400" h="4994275">
                  <a:moveTo>
                    <a:pt x="664464" y="4443984"/>
                  </a:moveTo>
                  <a:lnTo>
                    <a:pt x="661416" y="4440936"/>
                  </a:lnTo>
                  <a:lnTo>
                    <a:pt x="653796" y="4440936"/>
                  </a:lnTo>
                  <a:lnTo>
                    <a:pt x="650748" y="4443984"/>
                  </a:lnTo>
                  <a:lnTo>
                    <a:pt x="650748" y="4494276"/>
                  </a:lnTo>
                  <a:lnTo>
                    <a:pt x="653796" y="4497324"/>
                  </a:lnTo>
                  <a:lnTo>
                    <a:pt x="661416" y="4497324"/>
                  </a:lnTo>
                  <a:lnTo>
                    <a:pt x="664464" y="4494276"/>
                  </a:lnTo>
                  <a:lnTo>
                    <a:pt x="664464" y="4443984"/>
                  </a:lnTo>
                  <a:close/>
                </a:path>
                <a:path w="2184400" h="4994275">
                  <a:moveTo>
                    <a:pt x="664464" y="4361688"/>
                  </a:moveTo>
                  <a:lnTo>
                    <a:pt x="661416" y="4358640"/>
                  </a:lnTo>
                  <a:lnTo>
                    <a:pt x="653796" y="4358640"/>
                  </a:lnTo>
                  <a:lnTo>
                    <a:pt x="650748" y="4361688"/>
                  </a:lnTo>
                  <a:lnTo>
                    <a:pt x="650748" y="4410456"/>
                  </a:lnTo>
                  <a:lnTo>
                    <a:pt x="653796" y="4413504"/>
                  </a:lnTo>
                  <a:lnTo>
                    <a:pt x="661416" y="4413504"/>
                  </a:lnTo>
                  <a:lnTo>
                    <a:pt x="664464" y="4410456"/>
                  </a:lnTo>
                  <a:lnTo>
                    <a:pt x="664464" y="4361688"/>
                  </a:lnTo>
                  <a:close/>
                </a:path>
                <a:path w="2184400" h="4994275">
                  <a:moveTo>
                    <a:pt x="664464" y="4279392"/>
                  </a:moveTo>
                  <a:lnTo>
                    <a:pt x="661416" y="4276344"/>
                  </a:lnTo>
                  <a:lnTo>
                    <a:pt x="653796" y="4276344"/>
                  </a:lnTo>
                  <a:lnTo>
                    <a:pt x="650748" y="4279392"/>
                  </a:lnTo>
                  <a:lnTo>
                    <a:pt x="650748" y="4328160"/>
                  </a:lnTo>
                  <a:lnTo>
                    <a:pt x="653796" y="4331208"/>
                  </a:lnTo>
                  <a:lnTo>
                    <a:pt x="661416" y="4331208"/>
                  </a:lnTo>
                  <a:lnTo>
                    <a:pt x="664464" y="4328160"/>
                  </a:lnTo>
                  <a:lnTo>
                    <a:pt x="664464" y="4279392"/>
                  </a:lnTo>
                  <a:close/>
                </a:path>
                <a:path w="2184400" h="4994275">
                  <a:moveTo>
                    <a:pt x="664464" y="4195572"/>
                  </a:moveTo>
                  <a:lnTo>
                    <a:pt x="661416" y="4192524"/>
                  </a:lnTo>
                  <a:lnTo>
                    <a:pt x="653796" y="4192524"/>
                  </a:lnTo>
                  <a:lnTo>
                    <a:pt x="650748" y="4195572"/>
                  </a:lnTo>
                  <a:lnTo>
                    <a:pt x="650748" y="4245864"/>
                  </a:lnTo>
                  <a:lnTo>
                    <a:pt x="653796" y="4248912"/>
                  </a:lnTo>
                  <a:lnTo>
                    <a:pt x="661416" y="4248912"/>
                  </a:lnTo>
                  <a:lnTo>
                    <a:pt x="664464" y="4245864"/>
                  </a:lnTo>
                  <a:lnTo>
                    <a:pt x="664464" y="4195572"/>
                  </a:lnTo>
                  <a:close/>
                </a:path>
                <a:path w="2184400" h="4994275">
                  <a:moveTo>
                    <a:pt x="664464" y="4113276"/>
                  </a:moveTo>
                  <a:lnTo>
                    <a:pt x="661416" y="4110228"/>
                  </a:lnTo>
                  <a:lnTo>
                    <a:pt x="653796" y="4110228"/>
                  </a:lnTo>
                  <a:lnTo>
                    <a:pt x="650748" y="4113276"/>
                  </a:lnTo>
                  <a:lnTo>
                    <a:pt x="650748" y="4162044"/>
                  </a:lnTo>
                  <a:lnTo>
                    <a:pt x="653796" y="4165092"/>
                  </a:lnTo>
                  <a:lnTo>
                    <a:pt x="661416" y="4165092"/>
                  </a:lnTo>
                  <a:lnTo>
                    <a:pt x="664464" y="4162044"/>
                  </a:lnTo>
                  <a:lnTo>
                    <a:pt x="664464" y="4113276"/>
                  </a:lnTo>
                  <a:close/>
                </a:path>
                <a:path w="2184400" h="4994275">
                  <a:moveTo>
                    <a:pt x="664464" y="4030980"/>
                  </a:moveTo>
                  <a:lnTo>
                    <a:pt x="661416" y="4027932"/>
                  </a:lnTo>
                  <a:lnTo>
                    <a:pt x="653796" y="4027932"/>
                  </a:lnTo>
                  <a:lnTo>
                    <a:pt x="650748" y="4030980"/>
                  </a:lnTo>
                  <a:lnTo>
                    <a:pt x="650748" y="4079748"/>
                  </a:lnTo>
                  <a:lnTo>
                    <a:pt x="653796" y="4082796"/>
                  </a:lnTo>
                  <a:lnTo>
                    <a:pt x="661416" y="4082796"/>
                  </a:lnTo>
                  <a:lnTo>
                    <a:pt x="664464" y="4079748"/>
                  </a:lnTo>
                  <a:lnTo>
                    <a:pt x="664464" y="4030980"/>
                  </a:lnTo>
                  <a:close/>
                </a:path>
                <a:path w="2184400" h="4994275">
                  <a:moveTo>
                    <a:pt x="664464" y="3947160"/>
                  </a:moveTo>
                  <a:lnTo>
                    <a:pt x="661416" y="3944112"/>
                  </a:lnTo>
                  <a:lnTo>
                    <a:pt x="653796" y="3944112"/>
                  </a:lnTo>
                  <a:lnTo>
                    <a:pt x="650748" y="3947160"/>
                  </a:lnTo>
                  <a:lnTo>
                    <a:pt x="650748" y="3997452"/>
                  </a:lnTo>
                  <a:lnTo>
                    <a:pt x="653796" y="4000500"/>
                  </a:lnTo>
                  <a:lnTo>
                    <a:pt x="661416" y="4000500"/>
                  </a:lnTo>
                  <a:lnTo>
                    <a:pt x="664464" y="3997452"/>
                  </a:lnTo>
                  <a:lnTo>
                    <a:pt x="664464" y="3947160"/>
                  </a:lnTo>
                  <a:close/>
                </a:path>
                <a:path w="2184400" h="4994275">
                  <a:moveTo>
                    <a:pt x="664464" y="3864864"/>
                  </a:moveTo>
                  <a:lnTo>
                    <a:pt x="661416" y="3861816"/>
                  </a:lnTo>
                  <a:lnTo>
                    <a:pt x="653796" y="3861816"/>
                  </a:lnTo>
                  <a:lnTo>
                    <a:pt x="650748" y="3864864"/>
                  </a:lnTo>
                  <a:lnTo>
                    <a:pt x="650748" y="3913632"/>
                  </a:lnTo>
                  <a:lnTo>
                    <a:pt x="653796" y="3916680"/>
                  </a:lnTo>
                  <a:lnTo>
                    <a:pt x="661416" y="3916680"/>
                  </a:lnTo>
                  <a:lnTo>
                    <a:pt x="664464" y="3913632"/>
                  </a:lnTo>
                  <a:lnTo>
                    <a:pt x="664464" y="3864864"/>
                  </a:lnTo>
                  <a:close/>
                </a:path>
                <a:path w="2184400" h="4994275">
                  <a:moveTo>
                    <a:pt x="664464" y="3782568"/>
                  </a:moveTo>
                  <a:lnTo>
                    <a:pt x="661416" y="3779520"/>
                  </a:lnTo>
                  <a:lnTo>
                    <a:pt x="653796" y="3779520"/>
                  </a:lnTo>
                  <a:lnTo>
                    <a:pt x="650748" y="3782568"/>
                  </a:lnTo>
                  <a:lnTo>
                    <a:pt x="650748" y="3831336"/>
                  </a:lnTo>
                  <a:lnTo>
                    <a:pt x="653796" y="3834384"/>
                  </a:lnTo>
                  <a:lnTo>
                    <a:pt x="661416" y="3834384"/>
                  </a:lnTo>
                  <a:lnTo>
                    <a:pt x="664464" y="3831336"/>
                  </a:lnTo>
                  <a:lnTo>
                    <a:pt x="664464" y="3782568"/>
                  </a:lnTo>
                  <a:close/>
                </a:path>
                <a:path w="2184400" h="4994275">
                  <a:moveTo>
                    <a:pt x="664464" y="3698748"/>
                  </a:moveTo>
                  <a:lnTo>
                    <a:pt x="661416" y="3695700"/>
                  </a:lnTo>
                  <a:lnTo>
                    <a:pt x="653796" y="3695700"/>
                  </a:lnTo>
                  <a:lnTo>
                    <a:pt x="650748" y="3698748"/>
                  </a:lnTo>
                  <a:lnTo>
                    <a:pt x="650748" y="3749040"/>
                  </a:lnTo>
                  <a:lnTo>
                    <a:pt x="653796" y="3752088"/>
                  </a:lnTo>
                  <a:lnTo>
                    <a:pt x="661416" y="3752088"/>
                  </a:lnTo>
                  <a:lnTo>
                    <a:pt x="664464" y="3749040"/>
                  </a:lnTo>
                  <a:lnTo>
                    <a:pt x="664464" y="3698748"/>
                  </a:lnTo>
                  <a:close/>
                </a:path>
                <a:path w="2184400" h="4994275">
                  <a:moveTo>
                    <a:pt x="664464" y="3616452"/>
                  </a:moveTo>
                  <a:lnTo>
                    <a:pt x="661416" y="3613404"/>
                  </a:lnTo>
                  <a:lnTo>
                    <a:pt x="653796" y="3613404"/>
                  </a:lnTo>
                  <a:lnTo>
                    <a:pt x="650748" y="3616452"/>
                  </a:lnTo>
                  <a:lnTo>
                    <a:pt x="650748" y="3665220"/>
                  </a:lnTo>
                  <a:lnTo>
                    <a:pt x="653796" y="3668268"/>
                  </a:lnTo>
                  <a:lnTo>
                    <a:pt x="661416" y="3668268"/>
                  </a:lnTo>
                  <a:lnTo>
                    <a:pt x="664464" y="3665220"/>
                  </a:lnTo>
                  <a:lnTo>
                    <a:pt x="664464" y="3616452"/>
                  </a:lnTo>
                  <a:close/>
                </a:path>
                <a:path w="2184400" h="4994275">
                  <a:moveTo>
                    <a:pt x="664464" y="3534156"/>
                  </a:moveTo>
                  <a:lnTo>
                    <a:pt x="661416" y="3531108"/>
                  </a:lnTo>
                  <a:lnTo>
                    <a:pt x="653796" y="3531108"/>
                  </a:lnTo>
                  <a:lnTo>
                    <a:pt x="650748" y="3534156"/>
                  </a:lnTo>
                  <a:lnTo>
                    <a:pt x="650748" y="3582924"/>
                  </a:lnTo>
                  <a:lnTo>
                    <a:pt x="653796" y="3585972"/>
                  </a:lnTo>
                  <a:lnTo>
                    <a:pt x="661416" y="3585972"/>
                  </a:lnTo>
                  <a:lnTo>
                    <a:pt x="664464" y="3582924"/>
                  </a:lnTo>
                  <a:lnTo>
                    <a:pt x="664464" y="3534156"/>
                  </a:lnTo>
                  <a:close/>
                </a:path>
                <a:path w="2184400" h="4994275">
                  <a:moveTo>
                    <a:pt x="664464" y="3450336"/>
                  </a:moveTo>
                  <a:lnTo>
                    <a:pt x="661416" y="3447288"/>
                  </a:lnTo>
                  <a:lnTo>
                    <a:pt x="653796" y="3447288"/>
                  </a:lnTo>
                  <a:lnTo>
                    <a:pt x="650748" y="3450336"/>
                  </a:lnTo>
                  <a:lnTo>
                    <a:pt x="650748" y="3500628"/>
                  </a:lnTo>
                  <a:lnTo>
                    <a:pt x="653796" y="3503676"/>
                  </a:lnTo>
                  <a:lnTo>
                    <a:pt x="661416" y="3503676"/>
                  </a:lnTo>
                  <a:lnTo>
                    <a:pt x="664464" y="3500628"/>
                  </a:lnTo>
                  <a:lnTo>
                    <a:pt x="664464" y="3450336"/>
                  </a:lnTo>
                  <a:close/>
                </a:path>
                <a:path w="2184400" h="4994275">
                  <a:moveTo>
                    <a:pt x="664464" y="3368040"/>
                  </a:moveTo>
                  <a:lnTo>
                    <a:pt x="661416" y="3364992"/>
                  </a:lnTo>
                  <a:lnTo>
                    <a:pt x="653796" y="3364992"/>
                  </a:lnTo>
                  <a:lnTo>
                    <a:pt x="650748" y="3368040"/>
                  </a:lnTo>
                  <a:lnTo>
                    <a:pt x="650748" y="3416808"/>
                  </a:lnTo>
                  <a:lnTo>
                    <a:pt x="653796" y="3419856"/>
                  </a:lnTo>
                  <a:lnTo>
                    <a:pt x="661416" y="3419856"/>
                  </a:lnTo>
                  <a:lnTo>
                    <a:pt x="664464" y="3416808"/>
                  </a:lnTo>
                  <a:lnTo>
                    <a:pt x="664464" y="3368040"/>
                  </a:lnTo>
                  <a:close/>
                </a:path>
                <a:path w="2184400" h="4994275">
                  <a:moveTo>
                    <a:pt x="664464" y="3285744"/>
                  </a:moveTo>
                  <a:lnTo>
                    <a:pt x="661416" y="3282696"/>
                  </a:lnTo>
                  <a:lnTo>
                    <a:pt x="653796" y="3282696"/>
                  </a:lnTo>
                  <a:lnTo>
                    <a:pt x="650748" y="3285744"/>
                  </a:lnTo>
                  <a:lnTo>
                    <a:pt x="650748" y="3334512"/>
                  </a:lnTo>
                  <a:lnTo>
                    <a:pt x="653796" y="3337560"/>
                  </a:lnTo>
                  <a:lnTo>
                    <a:pt x="661416" y="3337560"/>
                  </a:lnTo>
                  <a:lnTo>
                    <a:pt x="664464" y="3334512"/>
                  </a:lnTo>
                  <a:lnTo>
                    <a:pt x="664464" y="3285744"/>
                  </a:lnTo>
                  <a:close/>
                </a:path>
                <a:path w="2184400" h="4994275">
                  <a:moveTo>
                    <a:pt x="664464" y="3201924"/>
                  </a:moveTo>
                  <a:lnTo>
                    <a:pt x="661416" y="3198876"/>
                  </a:lnTo>
                  <a:lnTo>
                    <a:pt x="653796" y="3198876"/>
                  </a:lnTo>
                  <a:lnTo>
                    <a:pt x="650748" y="3201924"/>
                  </a:lnTo>
                  <a:lnTo>
                    <a:pt x="650748" y="3252216"/>
                  </a:lnTo>
                  <a:lnTo>
                    <a:pt x="653796" y="3255264"/>
                  </a:lnTo>
                  <a:lnTo>
                    <a:pt x="661416" y="3255264"/>
                  </a:lnTo>
                  <a:lnTo>
                    <a:pt x="664464" y="3252216"/>
                  </a:lnTo>
                  <a:lnTo>
                    <a:pt x="664464" y="3201924"/>
                  </a:lnTo>
                  <a:close/>
                </a:path>
                <a:path w="2184400" h="4994275">
                  <a:moveTo>
                    <a:pt x="664464" y="3119628"/>
                  </a:moveTo>
                  <a:lnTo>
                    <a:pt x="661416" y="3116580"/>
                  </a:lnTo>
                  <a:lnTo>
                    <a:pt x="653796" y="3116580"/>
                  </a:lnTo>
                  <a:lnTo>
                    <a:pt x="650748" y="3119628"/>
                  </a:lnTo>
                  <a:lnTo>
                    <a:pt x="650748" y="3168396"/>
                  </a:lnTo>
                  <a:lnTo>
                    <a:pt x="653796" y="3171444"/>
                  </a:lnTo>
                  <a:lnTo>
                    <a:pt x="661416" y="3171444"/>
                  </a:lnTo>
                  <a:lnTo>
                    <a:pt x="664464" y="3168396"/>
                  </a:lnTo>
                  <a:lnTo>
                    <a:pt x="664464" y="3119628"/>
                  </a:lnTo>
                  <a:close/>
                </a:path>
                <a:path w="2184400" h="4994275">
                  <a:moveTo>
                    <a:pt x="664464" y="3037332"/>
                  </a:moveTo>
                  <a:lnTo>
                    <a:pt x="661416" y="3034284"/>
                  </a:lnTo>
                  <a:lnTo>
                    <a:pt x="653796" y="3034284"/>
                  </a:lnTo>
                  <a:lnTo>
                    <a:pt x="650748" y="3037332"/>
                  </a:lnTo>
                  <a:lnTo>
                    <a:pt x="650748" y="3086100"/>
                  </a:lnTo>
                  <a:lnTo>
                    <a:pt x="653796" y="3089148"/>
                  </a:lnTo>
                  <a:lnTo>
                    <a:pt x="661416" y="3089148"/>
                  </a:lnTo>
                  <a:lnTo>
                    <a:pt x="664464" y="3086100"/>
                  </a:lnTo>
                  <a:lnTo>
                    <a:pt x="664464" y="3037332"/>
                  </a:lnTo>
                  <a:close/>
                </a:path>
                <a:path w="2184400" h="4994275">
                  <a:moveTo>
                    <a:pt x="664464" y="2953512"/>
                  </a:moveTo>
                  <a:lnTo>
                    <a:pt x="661416" y="2950464"/>
                  </a:lnTo>
                  <a:lnTo>
                    <a:pt x="653796" y="2950464"/>
                  </a:lnTo>
                  <a:lnTo>
                    <a:pt x="650748" y="2953512"/>
                  </a:lnTo>
                  <a:lnTo>
                    <a:pt x="650748" y="3003804"/>
                  </a:lnTo>
                  <a:lnTo>
                    <a:pt x="653796" y="3006852"/>
                  </a:lnTo>
                  <a:lnTo>
                    <a:pt x="661416" y="3006852"/>
                  </a:lnTo>
                  <a:lnTo>
                    <a:pt x="664464" y="3003804"/>
                  </a:lnTo>
                  <a:lnTo>
                    <a:pt x="664464" y="2953512"/>
                  </a:lnTo>
                  <a:close/>
                </a:path>
                <a:path w="2184400" h="4994275">
                  <a:moveTo>
                    <a:pt x="664464" y="2871216"/>
                  </a:moveTo>
                  <a:lnTo>
                    <a:pt x="661416" y="2868168"/>
                  </a:lnTo>
                  <a:lnTo>
                    <a:pt x="653796" y="2868168"/>
                  </a:lnTo>
                  <a:lnTo>
                    <a:pt x="650748" y="2871216"/>
                  </a:lnTo>
                  <a:lnTo>
                    <a:pt x="650748" y="2919984"/>
                  </a:lnTo>
                  <a:lnTo>
                    <a:pt x="653796" y="2923032"/>
                  </a:lnTo>
                  <a:lnTo>
                    <a:pt x="661416" y="2923032"/>
                  </a:lnTo>
                  <a:lnTo>
                    <a:pt x="664464" y="2919984"/>
                  </a:lnTo>
                  <a:lnTo>
                    <a:pt x="664464" y="2871216"/>
                  </a:lnTo>
                  <a:close/>
                </a:path>
                <a:path w="2184400" h="4994275">
                  <a:moveTo>
                    <a:pt x="664464" y="2788920"/>
                  </a:moveTo>
                  <a:lnTo>
                    <a:pt x="661416" y="2785872"/>
                  </a:lnTo>
                  <a:lnTo>
                    <a:pt x="653796" y="2785872"/>
                  </a:lnTo>
                  <a:lnTo>
                    <a:pt x="650748" y="2788920"/>
                  </a:lnTo>
                  <a:lnTo>
                    <a:pt x="650748" y="2837688"/>
                  </a:lnTo>
                  <a:lnTo>
                    <a:pt x="653796" y="2840736"/>
                  </a:lnTo>
                  <a:lnTo>
                    <a:pt x="661416" y="2840736"/>
                  </a:lnTo>
                  <a:lnTo>
                    <a:pt x="664464" y="2837688"/>
                  </a:lnTo>
                  <a:lnTo>
                    <a:pt x="664464" y="2788920"/>
                  </a:lnTo>
                  <a:close/>
                </a:path>
                <a:path w="2184400" h="4994275">
                  <a:moveTo>
                    <a:pt x="664464" y="2705100"/>
                  </a:moveTo>
                  <a:lnTo>
                    <a:pt x="661416" y="2702052"/>
                  </a:lnTo>
                  <a:lnTo>
                    <a:pt x="653796" y="2702052"/>
                  </a:lnTo>
                  <a:lnTo>
                    <a:pt x="650748" y="2705100"/>
                  </a:lnTo>
                  <a:lnTo>
                    <a:pt x="650748" y="2755392"/>
                  </a:lnTo>
                  <a:lnTo>
                    <a:pt x="653796" y="2758440"/>
                  </a:lnTo>
                  <a:lnTo>
                    <a:pt x="661416" y="2758440"/>
                  </a:lnTo>
                  <a:lnTo>
                    <a:pt x="664464" y="2755392"/>
                  </a:lnTo>
                  <a:lnTo>
                    <a:pt x="664464" y="2705100"/>
                  </a:lnTo>
                  <a:close/>
                </a:path>
                <a:path w="2184400" h="4994275">
                  <a:moveTo>
                    <a:pt x="664464" y="2622804"/>
                  </a:moveTo>
                  <a:lnTo>
                    <a:pt x="661416" y="2619756"/>
                  </a:lnTo>
                  <a:lnTo>
                    <a:pt x="653796" y="2619756"/>
                  </a:lnTo>
                  <a:lnTo>
                    <a:pt x="650748" y="2622804"/>
                  </a:lnTo>
                  <a:lnTo>
                    <a:pt x="650748" y="2671572"/>
                  </a:lnTo>
                  <a:lnTo>
                    <a:pt x="653796" y="2674620"/>
                  </a:lnTo>
                  <a:lnTo>
                    <a:pt x="661416" y="2674620"/>
                  </a:lnTo>
                  <a:lnTo>
                    <a:pt x="664464" y="2671572"/>
                  </a:lnTo>
                  <a:lnTo>
                    <a:pt x="664464" y="2622804"/>
                  </a:lnTo>
                  <a:close/>
                </a:path>
                <a:path w="2184400" h="4994275">
                  <a:moveTo>
                    <a:pt x="664464" y="2540508"/>
                  </a:moveTo>
                  <a:lnTo>
                    <a:pt x="661416" y="2537460"/>
                  </a:lnTo>
                  <a:lnTo>
                    <a:pt x="653796" y="2537460"/>
                  </a:lnTo>
                  <a:lnTo>
                    <a:pt x="650748" y="2540508"/>
                  </a:lnTo>
                  <a:lnTo>
                    <a:pt x="650748" y="2589276"/>
                  </a:lnTo>
                  <a:lnTo>
                    <a:pt x="653796" y="2592324"/>
                  </a:lnTo>
                  <a:lnTo>
                    <a:pt x="661416" y="2592324"/>
                  </a:lnTo>
                  <a:lnTo>
                    <a:pt x="664464" y="2589276"/>
                  </a:lnTo>
                  <a:lnTo>
                    <a:pt x="664464" y="2540508"/>
                  </a:lnTo>
                  <a:close/>
                </a:path>
                <a:path w="2184400" h="4994275">
                  <a:moveTo>
                    <a:pt x="664464" y="2456688"/>
                  </a:moveTo>
                  <a:lnTo>
                    <a:pt x="661416" y="2453640"/>
                  </a:lnTo>
                  <a:lnTo>
                    <a:pt x="653796" y="2453640"/>
                  </a:lnTo>
                  <a:lnTo>
                    <a:pt x="650748" y="2456688"/>
                  </a:lnTo>
                  <a:lnTo>
                    <a:pt x="650748" y="2506980"/>
                  </a:lnTo>
                  <a:lnTo>
                    <a:pt x="653796" y="2510028"/>
                  </a:lnTo>
                  <a:lnTo>
                    <a:pt x="661416" y="2510028"/>
                  </a:lnTo>
                  <a:lnTo>
                    <a:pt x="664464" y="2506980"/>
                  </a:lnTo>
                  <a:lnTo>
                    <a:pt x="664464" y="2456688"/>
                  </a:lnTo>
                  <a:close/>
                </a:path>
                <a:path w="2184400" h="4994275">
                  <a:moveTo>
                    <a:pt x="664464" y="2374392"/>
                  </a:moveTo>
                  <a:lnTo>
                    <a:pt x="661416" y="2371344"/>
                  </a:lnTo>
                  <a:lnTo>
                    <a:pt x="653796" y="2371344"/>
                  </a:lnTo>
                  <a:lnTo>
                    <a:pt x="650748" y="2374392"/>
                  </a:lnTo>
                  <a:lnTo>
                    <a:pt x="650748" y="2423160"/>
                  </a:lnTo>
                  <a:lnTo>
                    <a:pt x="653796" y="2426208"/>
                  </a:lnTo>
                  <a:lnTo>
                    <a:pt x="661416" y="2426208"/>
                  </a:lnTo>
                  <a:lnTo>
                    <a:pt x="664464" y="2423160"/>
                  </a:lnTo>
                  <a:lnTo>
                    <a:pt x="664464" y="2374392"/>
                  </a:lnTo>
                  <a:close/>
                </a:path>
                <a:path w="2184400" h="4994275">
                  <a:moveTo>
                    <a:pt x="664464" y="2292096"/>
                  </a:moveTo>
                  <a:lnTo>
                    <a:pt x="661416" y="2289048"/>
                  </a:lnTo>
                  <a:lnTo>
                    <a:pt x="653796" y="2289048"/>
                  </a:lnTo>
                  <a:lnTo>
                    <a:pt x="650748" y="2292096"/>
                  </a:lnTo>
                  <a:lnTo>
                    <a:pt x="650748" y="2340864"/>
                  </a:lnTo>
                  <a:lnTo>
                    <a:pt x="653796" y="2343912"/>
                  </a:lnTo>
                  <a:lnTo>
                    <a:pt x="661416" y="2343912"/>
                  </a:lnTo>
                  <a:lnTo>
                    <a:pt x="664464" y="2340864"/>
                  </a:lnTo>
                  <a:lnTo>
                    <a:pt x="664464" y="2292096"/>
                  </a:lnTo>
                  <a:close/>
                </a:path>
                <a:path w="2184400" h="4994275">
                  <a:moveTo>
                    <a:pt x="664464" y="2209800"/>
                  </a:moveTo>
                  <a:lnTo>
                    <a:pt x="661416" y="2205228"/>
                  </a:lnTo>
                  <a:lnTo>
                    <a:pt x="653796" y="2205228"/>
                  </a:lnTo>
                  <a:lnTo>
                    <a:pt x="650748" y="2209800"/>
                  </a:lnTo>
                  <a:lnTo>
                    <a:pt x="650748" y="2258568"/>
                  </a:lnTo>
                  <a:lnTo>
                    <a:pt x="653796" y="2261616"/>
                  </a:lnTo>
                  <a:lnTo>
                    <a:pt x="661416" y="2261616"/>
                  </a:lnTo>
                  <a:lnTo>
                    <a:pt x="664464" y="2258568"/>
                  </a:lnTo>
                  <a:lnTo>
                    <a:pt x="664464" y="2209800"/>
                  </a:lnTo>
                  <a:close/>
                </a:path>
                <a:path w="2184400" h="4994275">
                  <a:moveTo>
                    <a:pt x="664464" y="2125980"/>
                  </a:moveTo>
                  <a:lnTo>
                    <a:pt x="661416" y="2122932"/>
                  </a:lnTo>
                  <a:lnTo>
                    <a:pt x="653796" y="2122932"/>
                  </a:lnTo>
                  <a:lnTo>
                    <a:pt x="650748" y="2125980"/>
                  </a:lnTo>
                  <a:lnTo>
                    <a:pt x="650748" y="2174748"/>
                  </a:lnTo>
                  <a:lnTo>
                    <a:pt x="653796" y="2177796"/>
                  </a:lnTo>
                  <a:lnTo>
                    <a:pt x="661416" y="2177796"/>
                  </a:lnTo>
                  <a:lnTo>
                    <a:pt x="664464" y="2174748"/>
                  </a:lnTo>
                  <a:lnTo>
                    <a:pt x="664464" y="2125980"/>
                  </a:lnTo>
                  <a:close/>
                </a:path>
                <a:path w="2184400" h="4994275">
                  <a:moveTo>
                    <a:pt x="664464" y="2043684"/>
                  </a:moveTo>
                  <a:lnTo>
                    <a:pt x="661416" y="2040636"/>
                  </a:lnTo>
                  <a:lnTo>
                    <a:pt x="653796" y="2040636"/>
                  </a:lnTo>
                  <a:lnTo>
                    <a:pt x="650748" y="2043684"/>
                  </a:lnTo>
                  <a:lnTo>
                    <a:pt x="650748" y="2092452"/>
                  </a:lnTo>
                  <a:lnTo>
                    <a:pt x="653796" y="2095500"/>
                  </a:lnTo>
                  <a:lnTo>
                    <a:pt x="661416" y="2095500"/>
                  </a:lnTo>
                  <a:lnTo>
                    <a:pt x="664464" y="2092452"/>
                  </a:lnTo>
                  <a:lnTo>
                    <a:pt x="664464" y="2043684"/>
                  </a:lnTo>
                  <a:close/>
                </a:path>
                <a:path w="2184400" h="4994275">
                  <a:moveTo>
                    <a:pt x="664464" y="1961388"/>
                  </a:moveTo>
                  <a:lnTo>
                    <a:pt x="661416" y="1956816"/>
                  </a:lnTo>
                  <a:lnTo>
                    <a:pt x="653796" y="1956816"/>
                  </a:lnTo>
                  <a:lnTo>
                    <a:pt x="650748" y="1961388"/>
                  </a:lnTo>
                  <a:lnTo>
                    <a:pt x="650748" y="2010156"/>
                  </a:lnTo>
                  <a:lnTo>
                    <a:pt x="653796" y="2013204"/>
                  </a:lnTo>
                  <a:lnTo>
                    <a:pt x="661416" y="2013204"/>
                  </a:lnTo>
                  <a:lnTo>
                    <a:pt x="664464" y="2010156"/>
                  </a:lnTo>
                  <a:lnTo>
                    <a:pt x="664464" y="1961388"/>
                  </a:lnTo>
                  <a:close/>
                </a:path>
                <a:path w="2184400" h="4994275">
                  <a:moveTo>
                    <a:pt x="664464" y="1877568"/>
                  </a:moveTo>
                  <a:lnTo>
                    <a:pt x="661416" y="1874520"/>
                  </a:lnTo>
                  <a:lnTo>
                    <a:pt x="653796" y="1874520"/>
                  </a:lnTo>
                  <a:lnTo>
                    <a:pt x="650748" y="1877568"/>
                  </a:lnTo>
                  <a:lnTo>
                    <a:pt x="650748" y="1926336"/>
                  </a:lnTo>
                  <a:lnTo>
                    <a:pt x="653796" y="1929384"/>
                  </a:lnTo>
                  <a:lnTo>
                    <a:pt x="661416" y="1929384"/>
                  </a:lnTo>
                  <a:lnTo>
                    <a:pt x="664464" y="1926336"/>
                  </a:lnTo>
                  <a:lnTo>
                    <a:pt x="664464" y="1877568"/>
                  </a:lnTo>
                  <a:close/>
                </a:path>
                <a:path w="2184400" h="4994275">
                  <a:moveTo>
                    <a:pt x="664464" y="1795272"/>
                  </a:moveTo>
                  <a:lnTo>
                    <a:pt x="661416" y="1792224"/>
                  </a:lnTo>
                  <a:lnTo>
                    <a:pt x="653796" y="1792224"/>
                  </a:lnTo>
                  <a:lnTo>
                    <a:pt x="650748" y="1795272"/>
                  </a:lnTo>
                  <a:lnTo>
                    <a:pt x="650748" y="1844040"/>
                  </a:lnTo>
                  <a:lnTo>
                    <a:pt x="653796" y="1847088"/>
                  </a:lnTo>
                  <a:lnTo>
                    <a:pt x="661416" y="1847088"/>
                  </a:lnTo>
                  <a:lnTo>
                    <a:pt x="664464" y="1844040"/>
                  </a:lnTo>
                  <a:lnTo>
                    <a:pt x="664464" y="1795272"/>
                  </a:lnTo>
                  <a:close/>
                </a:path>
                <a:path w="2184400" h="4994275">
                  <a:moveTo>
                    <a:pt x="664464" y="1712976"/>
                  </a:moveTo>
                  <a:lnTo>
                    <a:pt x="661416" y="1709928"/>
                  </a:lnTo>
                  <a:lnTo>
                    <a:pt x="653796" y="1709928"/>
                  </a:lnTo>
                  <a:lnTo>
                    <a:pt x="650748" y="1712976"/>
                  </a:lnTo>
                  <a:lnTo>
                    <a:pt x="650748" y="1761744"/>
                  </a:lnTo>
                  <a:lnTo>
                    <a:pt x="653796" y="1764792"/>
                  </a:lnTo>
                  <a:lnTo>
                    <a:pt x="661416" y="1764792"/>
                  </a:lnTo>
                  <a:lnTo>
                    <a:pt x="664464" y="1761744"/>
                  </a:lnTo>
                  <a:lnTo>
                    <a:pt x="664464" y="1712976"/>
                  </a:lnTo>
                  <a:close/>
                </a:path>
                <a:path w="2184400" h="4994275">
                  <a:moveTo>
                    <a:pt x="664464" y="1629156"/>
                  </a:moveTo>
                  <a:lnTo>
                    <a:pt x="661416" y="1626108"/>
                  </a:lnTo>
                  <a:lnTo>
                    <a:pt x="653796" y="1626108"/>
                  </a:lnTo>
                  <a:lnTo>
                    <a:pt x="650748" y="1629156"/>
                  </a:lnTo>
                  <a:lnTo>
                    <a:pt x="650748" y="1677924"/>
                  </a:lnTo>
                  <a:lnTo>
                    <a:pt x="653796" y="1680972"/>
                  </a:lnTo>
                  <a:lnTo>
                    <a:pt x="661416" y="1680972"/>
                  </a:lnTo>
                  <a:lnTo>
                    <a:pt x="664464" y="1677924"/>
                  </a:lnTo>
                  <a:lnTo>
                    <a:pt x="664464" y="1629156"/>
                  </a:lnTo>
                  <a:close/>
                </a:path>
                <a:path w="2184400" h="4994275">
                  <a:moveTo>
                    <a:pt x="664464" y="1546860"/>
                  </a:moveTo>
                  <a:lnTo>
                    <a:pt x="661416" y="1543812"/>
                  </a:lnTo>
                  <a:lnTo>
                    <a:pt x="653796" y="1543812"/>
                  </a:lnTo>
                  <a:lnTo>
                    <a:pt x="650748" y="1546860"/>
                  </a:lnTo>
                  <a:lnTo>
                    <a:pt x="650748" y="1595628"/>
                  </a:lnTo>
                  <a:lnTo>
                    <a:pt x="653796" y="1598676"/>
                  </a:lnTo>
                  <a:lnTo>
                    <a:pt x="661416" y="1598676"/>
                  </a:lnTo>
                  <a:lnTo>
                    <a:pt x="664464" y="1595628"/>
                  </a:lnTo>
                  <a:lnTo>
                    <a:pt x="664464" y="1546860"/>
                  </a:lnTo>
                  <a:close/>
                </a:path>
                <a:path w="2184400" h="4994275">
                  <a:moveTo>
                    <a:pt x="664464" y="1464564"/>
                  </a:moveTo>
                  <a:lnTo>
                    <a:pt x="661416" y="1461516"/>
                  </a:lnTo>
                  <a:lnTo>
                    <a:pt x="653796" y="1461516"/>
                  </a:lnTo>
                  <a:lnTo>
                    <a:pt x="650748" y="1464564"/>
                  </a:lnTo>
                  <a:lnTo>
                    <a:pt x="650748" y="1513332"/>
                  </a:lnTo>
                  <a:lnTo>
                    <a:pt x="653796" y="1516380"/>
                  </a:lnTo>
                  <a:lnTo>
                    <a:pt x="661416" y="1516380"/>
                  </a:lnTo>
                  <a:lnTo>
                    <a:pt x="664464" y="1513332"/>
                  </a:lnTo>
                  <a:lnTo>
                    <a:pt x="664464" y="1464564"/>
                  </a:lnTo>
                  <a:close/>
                </a:path>
                <a:path w="2184400" h="4994275">
                  <a:moveTo>
                    <a:pt x="664464" y="1380744"/>
                  </a:moveTo>
                  <a:lnTo>
                    <a:pt x="661416" y="1377696"/>
                  </a:lnTo>
                  <a:lnTo>
                    <a:pt x="653796" y="1377696"/>
                  </a:lnTo>
                  <a:lnTo>
                    <a:pt x="650748" y="1380744"/>
                  </a:lnTo>
                  <a:lnTo>
                    <a:pt x="650748" y="1429512"/>
                  </a:lnTo>
                  <a:lnTo>
                    <a:pt x="653796" y="1432560"/>
                  </a:lnTo>
                  <a:lnTo>
                    <a:pt x="661416" y="1432560"/>
                  </a:lnTo>
                  <a:lnTo>
                    <a:pt x="664464" y="1429512"/>
                  </a:lnTo>
                  <a:lnTo>
                    <a:pt x="664464" y="1380744"/>
                  </a:lnTo>
                  <a:close/>
                </a:path>
                <a:path w="2184400" h="4994275">
                  <a:moveTo>
                    <a:pt x="664464" y="1298448"/>
                  </a:moveTo>
                  <a:lnTo>
                    <a:pt x="661416" y="1295400"/>
                  </a:lnTo>
                  <a:lnTo>
                    <a:pt x="653796" y="1295400"/>
                  </a:lnTo>
                  <a:lnTo>
                    <a:pt x="650748" y="1298448"/>
                  </a:lnTo>
                  <a:lnTo>
                    <a:pt x="650748" y="1347216"/>
                  </a:lnTo>
                  <a:lnTo>
                    <a:pt x="653796" y="1350264"/>
                  </a:lnTo>
                  <a:lnTo>
                    <a:pt x="661416" y="1350264"/>
                  </a:lnTo>
                  <a:lnTo>
                    <a:pt x="664464" y="1347216"/>
                  </a:lnTo>
                  <a:lnTo>
                    <a:pt x="664464" y="1298448"/>
                  </a:lnTo>
                  <a:close/>
                </a:path>
                <a:path w="2184400" h="4994275">
                  <a:moveTo>
                    <a:pt x="664464" y="1216152"/>
                  </a:moveTo>
                  <a:lnTo>
                    <a:pt x="661416" y="1213104"/>
                  </a:lnTo>
                  <a:lnTo>
                    <a:pt x="653796" y="1213104"/>
                  </a:lnTo>
                  <a:lnTo>
                    <a:pt x="650748" y="1216152"/>
                  </a:lnTo>
                  <a:lnTo>
                    <a:pt x="650748" y="1264920"/>
                  </a:lnTo>
                  <a:lnTo>
                    <a:pt x="653796" y="1267968"/>
                  </a:lnTo>
                  <a:lnTo>
                    <a:pt x="661416" y="1267968"/>
                  </a:lnTo>
                  <a:lnTo>
                    <a:pt x="664464" y="1264920"/>
                  </a:lnTo>
                  <a:lnTo>
                    <a:pt x="664464" y="1216152"/>
                  </a:lnTo>
                  <a:close/>
                </a:path>
                <a:path w="2184400" h="4994275">
                  <a:moveTo>
                    <a:pt x="664464" y="1132332"/>
                  </a:moveTo>
                  <a:lnTo>
                    <a:pt x="661416" y="1129284"/>
                  </a:lnTo>
                  <a:lnTo>
                    <a:pt x="653796" y="1129284"/>
                  </a:lnTo>
                  <a:lnTo>
                    <a:pt x="650748" y="1132332"/>
                  </a:lnTo>
                  <a:lnTo>
                    <a:pt x="650748" y="1181100"/>
                  </a:lnTo>
                  <a:lnTo>
                    <a:pt x="653796" y="1184148"/>
                  </a:lnTo>
                  <a:lnTo>
                    <a:pt x="661416" y="1184148"/>
                  </a:lnTo>
                  <a:lnTo>
                    <a:pt x="664464" y="1181100"/>
                  </a:lnTo>
                  <a:lnTo>
                    <a:pt x="664464" y="1132332"/>
                  </a:lnTo>
                  <a:close/>
                </a:path>
                <a:path w="2184400" h="4994275">
                  <a:moveTo>
                    <a:pt x="664464" y="1050036"/>
                  </a:moveTo>
                  <a:lnTo>
                    <a:pt x="661416" y="1046988"/>
                  </a:lnTo>
                  <a:lnTo>
                    <a:pt x="653796" y="1046988"/>
                  </a:lnTo>
                  <a:lnTo>
                    <a:pt x="650748" y="1050036"/>
                  </a:lnTo>
                  <a:lnTo>
                    <a:pt x="650748" y="1098804"/>
                  </a:lnTo>
                  <a:lnTo>
                    <a:pt x="653796" y="1101852"/>
                  </a:lnTo>
                  <a:lnTo>
                    <a:pt x="661416" y="1101852"/>
                  </a:lnTo>
                  <a:lnTo>
                    <a:pt x="664464" y="1098804"/>
                  </a:lnTo>
                  <a:lnTo>
                    <a:pt x="664464" y="1050036"/>
                  </a:lnTo>
                  <a:close/>
                </a:path>
                <a:path w="2184400" h="4994275">
                  <a:moveTo>
                    <a:pt x="664464" y="967740"/>
                  </a:moveTo>
                  <a:lnTo>
                    <a:pt x="661416" y="964692"/>
                  </a:lnTo>
                  <a:lnTo>
                    <a:pt x="653796" y="964692"/>
                  </a:lnTo>
                  <a:lnTo>
                    <a:pt x="650748" y="967740"/>
                  </a:lnTo>
                  <a:lnTo>
                    <a:pt x="650748" y="1016508"/>
                  </a:lnTo>
                  <a:lnTo>
                    <a:pt x="653796" y="1019556"/>
                  </a:lnTo>
                  <a:lnTo>
                    <a:pt x="661416" y="1019556"/>
                  </a:lnTo>
                  <a:lnTo>
                    <a:pt x="664464" y="1016508"/>
                  </a:lnTo>
                  <a:lnTo>
                    <a:pt x="664464" y="967740"/>
                  </a:lnTo>
                  <a:close/>
                </a:path>
                <a:path w="2184400" h="4994275">
                  <a:moveTo>
                    <a:pt x="664464" y="883920"/>
                  </a:moveTo>
                  <a:lnTo>
                    <a:pt x="661416" y="880872"/>
                  </a:lnTo>
                  <a:lnTo>
                    <a:pt x="653796" y="880872"/>
                  </a:lnTo>
                  <a:lnTo>
                    <a:pt x="650748" y="883920"/>
                  </a:lnTo>
                  <a:lnTo>
                    <a:pt x="650748" y="932688"/>
                  </a:lnTo>
                  <a:lnTo>
                    <a:pt x="653796" y="935736"/>
                  </a:lnTo>
                  <a:lnTo>
                    <a:pt x="661416" y="935736"/>
                  </a:lnTo>
                  <a:lnTo>
                    <a:pt x="664464" y="932688"/>
                  </a:lnTo>
                  <a:lnTo>
                    <a:pt x="664464" y="883920"/>
                  </a:lnTo>
                  <a:close/>
                </a:path>
                <a:path w="2184400" h="4994275">
                  <a:moveTo>
                    <a:pt x="664464" y="801624"/>
                  </a:moveTo>
                  <a:lnTo>
                    <a:pt x="661416" y="798576"/>
                  </a:lnTo>
                  <a:lnTo>
                    <a:pt x="653796" y="798576"/>
                  </a:lnTo>
                  <a:lnTo>
                    <a:pt x="650748" y="801624"/>
                  </a:lnTo>
                  <a:lnTo>
                    <a:pt x="650748" y="850392"/>
                  </a:lnTo>
                  <a:lnTo>
                    <a:pt x="653796" y="853440"/>
                  </a:lnTo>
                  <a:lnTo>
                    <a:pt x="661416" y="853440"/>
                  </a:lnTo>
                  <a:lnTo>
                    <a:pt x="664464" y="850392"/>
                  </a:lnTo>
                  <a:lnTo>
                    <a:pt x="664464" y="801624"/>
                  </a:lnTo>
                  <a:close/>
                </a:path>
                <a:path w="2184400" h="4994275">
                  <a:moveTo>
                    <a:pt x="664464" y="719328"/>
                  </a:moveTo>
                  <a:lnTo>
                    <a:pt x="661416" y="716280"/>
                  </a:lnTo>
                  <a:lnTo>
                    <a:pt x="653796" y="716280"/>
                  </a:lnTo>
                  <a:lnTo>
                    <a:pt x="650748" y="719328"/>
                  </a:lnTo>
                  <a:lnTo>
                    <a:pt x="650748" y="768096"/>
                  </a:lnTo>
                  <a:lnTo>
                    <a:pt x="653796" y="771144"/>
                  </a:lnTo>
                  <a:lnTo>
                    <a:pt x="661416" y="771144"/>
                  </a:lnTo>
                  <a:lnTo>
                    <a:pt x="664464" y="768096"/>
                  </a:lnTo>
                  <a:lnTo>
                    <a:pt x="664464" y="719328"/>
                  </a:lnTo>
                  <a:close/>
                </a:path>
                <a:path w="2184400" h="4994275">
                  <a:moveTo>
                    <a:pt x="664464" y="635508"/>
                  </a:moveTo>
                  <a:lnTo>
                    <a:pt x="661416" y="632460"/>
                  </a:lnTo>
                  <a:lnTo>
                    <a:pt x="653796" y="632460"/>
                  </a:lnTo>
                  <a:lnTo>
                    <a:pt x="650748" y="635508"/>
                  </a:lnTo>
                  <a:lnTo>
                    <a:pt x="650748" y="684276"/>
                  </a:lnTo>
                  <a:lnTo>
                    <a:pt x="653796" y="687324"/>
                  </a:lnTo>
                  <a:lnTo>
                    <a:pt x="661416" y="687324"/>
                  </a:lnTo>
                  <a:lnTo>
                    <a:pt x="664464" y="684276"/>
                  </a:lnTo>
                  <a:lnTo>
                    <a:pt x="664464" y="635508"/>
                  </a:lnTo>
                  <a:close/>
                </a:path>
                <a:path w="2184400" h="4994275">
                  <a:moveTo>
                    <a:pt x="664464" y="553212"/>
                  </a:moveTo>
                  <a:lnTo>
                    <a:pt x="661416" y="550164"/>
                  </a:lnTo>
                  <a:lnTo>
                    <a:pt x="653796" y="550164"/>
                  </a:lnTo>
                  <a:lnTo>
                    <a:pt x="650748" y="553212"/>
                  </a:lnTo>
                  <a:lnTo>
                    <a:pt x="650748" y="601980"/>
                  </a:lnTo>
                  <a:lnTo>
                    <a:pt x="653796" y="605028"/>
                  </a:lnTo>
                  <a:lnTo>
                    <a:pt x="661416" y="605028"/>
                  </a:lnTo>
                  <a:lnTo>
                    <a:pt x="664464" y="601980"/>
                  </a:lnTo>
                  <a:lnTo>
                    <a:pt x="664464" y="553212"/>
                  </a:lnTo>
                  <a:close/>
                </a:path>
                <a:path w="2184400" h="4994275">
                  <a:moveTo>
                    <a:pt x="664464" y="470916"/>
                  </a:moveTo>
                  <a:lnTo>
                    <a:pt x="661416" y="467868"/>
                  </a:lnTo>
                  <a:lnTo>
                    <a:pt x="653796" y="467868"/>
                  </a:lnTo>
                  <a:lnTo>
                    <a:pt x="650748" y="470916"/>
                  </a:lnTo>
                  <a:lnTo>
                    <a:pt x="650748" y="519684"/>
                  </a:lnTo>
                  <a:lnTo>
                    <a:pt x="653796" y="522732"/>
                  </a:lnTo>
                  <a:lnTo>
                    <a:pt x="661416" y="522732"/>
                  </a:lnTo>
                  <a:lnTo>
                    <a:pt x="664464" y="519684"/>
                  </a:lnTo>
                  <a:lnTo>
                    <a:pt x="664464" y="470916"/>
                  </a:lnTo>
                  <a:close/>
                </a:path>
                <a:path w="2184400" h="4994275">
                  <a:moveTo>
                    <a:pt x="664464" y="387096"/>
                  </a:moveTo>
                  <a:lnTo>
                    <a:pt x="661416" y="384048"/>
                  </a:lnTo>
                  <a:lnTo>
                    <a:pt x="653796" y="384048"/>
                  </a:lnTo>
                  <a:lnTo>
                    <a:pt x="650748" y="387096"/>
                  </a:lnTo>
                  <a:lnTo>
                    <a:pt x="650748" y="435864"/>
                  </a:lnTo>
                  <a:lnTo>
                    <a:pt x="653796" y="438912"/>
                  </a:lnTo>
                  <a:lnTo>
                    <a:pt x="661416" y="438912"/>
                  </a:lnTo>
                  <a:lnTo>
                    <a:pt x="664464" y="435864"/>
                  </a:lnTo>
                  <a:lnTo>
                    <a:pt x="664464" y="387096"/>
                  </a:lnTo>
                  <a:close/>
                </a:path>
                <a:path w="2184400" h="4994275">
                  <a:moveTo>
                    <a:pt x="664464" y="304800"/>
                  </a:moveTo>
                  <a:lnTo>
                    <a:pt x="661416" y="301752"/>
                  </a:lnTo>
                  <a:lnTo>
                    <a:pt x="653796" y="301752"/>
                  </a:lnTo>
                  <a:lnTo>
                    <a:pt x="650748" y="304800"/>
                  </a:lnTo>
                  <a:lnTo>
                    <a:pt x="650748" y="353568"/>
                  </a:lnTo>
                  <a:lnTo>
                    <a:pt x="653796" y="356616"/>
                  </a:lnTo>
                  <a:lnTo>
                    <a:pt x="661416" y="356616"/>
                  </a:lnTo>
                  <a:lnTo>
                    <a:pt x="664464" y="353568"/>
                  </a:lnTo>
                  <a:lnTo>
                    <a:pt x="664464" y="304800"/>
                  </a:lnTo>
                  <a:close/>
                </a:path>
                <a:path w="2184400" h="4994275">
                  <a:moveTo>
                    <a:pt x="664464" y="222504"/>
                  </a:moveTo>
                  <a:lnTo>
                    <a:pt x="661416" y="219456"/>
                  </a:lnTo>
                  <a:lnTo>
                    <a:pt x="653796" y="219456"/>
                  </a:lnTo>
                  <a:lnTo>
                    <a:pt x="650748" y="222504"/>
                  </a:lnTo>
                  <a:lnTo>
                    <a:pt x="650748" y="271272"/>
                  </a:lnTo>
                  <a:lnTo>
                    <a:pt x="653796" y="274320"/>
                  </a:lnTo>
                  <a:lnTo>
                    <a:pt x="661416" y="274320"/>
                  </a:lnTo>
                  <a:lnTo>
                    <a:pt x="664464" y="271272"/>
                  </a:lnTo>
                  <a:lnTo>
                    <a:pt x="664464" y="222504"/>
                  </a:lnTo>
                  <a:close/>
                </a:path>
                <a:path w="2184400" h="4994275">
                  <a:moveTo>
                    <a:pt x="664464" y="138684"/>
                  </a:moveTo>
                  <a:lnTo>
                    <a:pt x="661416" y="135636"/>
                  </a:lnTo>
                  <a:lnTo>
                    <a:pt x="653796" y="135636"/>
                  </a:lnTo>
                  <a:lnTo>
                    <a:pt x="650748" y="138684"/>
                  </a:lnTo>
                  <a:lnTo>
                    <a:pt x="650748" y="187452"/>
                  </a:lnTo>
                  <a:lnTo>
                    <a:pt x="653796" y="192024"/>
                  </a:lnTo>
                  <a:lnTo>
                    <a:pt x="661416" y="192024"/>
                  </a:lnTo>
                  <a:lnTo>
                    <a:pt x="664464" y="187452"/>
                  </a:lnTo>
                  <a:lnTo>
                    <a:pt x="664464" y="138684"/>
                  </a:lnTo>
                  <a:close/>
                </a:path>
                <a:path w="2184400" h="4994275">
                  <a:moveTo>
                    <a:pt x="880872" y="4361688"/>
                  </a:moveTo>
                  <a:lnTo>
                    <a:pt x="877811" y="4358640"/>
                  </a:lnTo>
                  <a:lnTo>
                    <a:pt x="870191" y="4358640"/>
                  </a:lnTo>
                  <a:lnTo>
                    <a:pt x="867156" y="4361688"/>
                  </a:lnTo>
                  <a:lnTo>
                    <a:pt x="867156" y="4375404"/>
                  </a:lnTo>
                  <a:lnTo>
                    <a:pt x="870191" y="4378452"/>
                  </a:lnTo>
                  <a:lnTo>
                    <a:pt x="877811" y="4378452"/>
                  </a:lnTo>
                  <a:lnTo>
                    <a:pt x="880872" y="4375404"/>
                  </a:lnTo>
                  <a:lnTo>
                    <a:pt x="880872" y="4361688"/>
                  </a:lnTo>
                  <a:close/>
                </a:path>
                <a:path w="2184400" h="4994275">
                  <a:moveTo>
                    <a:pt x="880872" y="4279392"/>
                  </a:moveTo>
                  <a:lnTo>
                    <a:pt x="877811" y="4276344"/>
                  </a:lnTo>
                  <a:lnTo>
                    <a:pt x="870191" y="4276344"/>
                  </a:lnTo>
                  <a:lnTo>
                    <a:pt x="867156" y="4279392"/>
                  </a:lnTo>
                  <a:lnTo>
                    <a:pt x="867156" y="4328160"/>
                  </a:lnTo>
                  <a:lnTo>
                    <a:pt x="870191" y="4331208"/>
                  </a:lnTo>
                  <a:lnTo>
                    <a:pt x="877811" y="4331208"/>
                  </a:lnTo>
                  <a:lnTo>
                    <a:pt x="880872" y="4328160"/>
                  </a:lnTo>
                  <a:lnTo>
                    <a:pt x="880872" y="4279392"/>
                  </a:lnTo>
                  <a:close/>
                </a:path>
                <a:path w="2184400" h="4994275">
                  <a:moveTo>
                    <a:pt x="880872" y="4195572"/>
                  </a:moveTo>
                  <a:lnTo>
                    <a:pt x="877811" y="4192524"/>
                  </a:lnTo>
                  <a:lnTo>
                    <a:pt x="870191" y="4192524"/>
                  </a:lnTo>
                  <a:lnTo>
                    <a:pt x="867156" y="4195572"/>
                  </a:lnTo>
                  <a:lnTo>
                    <a:pt x="867156" y="4245864"/>
                  </a:lnTo>
                  <a:lnTo>
                    <a:pt x="870191" y="4248912"/>
                  </a:lnTo>
                  <a:lnTo>
                    <a:pt x="877811" y="4248912"/>
                  </a:lnTo>
                  <a:lnTo>
                    <a:pt x="880872" y="4245864"/>
                  </a:lnTo>
                  <a:lnTo>
                    <a:pt x="880872" y="4195572"/>
                  </a:lnTo>
                  <a:close/>
                </a:path>
                <a:path w="2184400" h="4994275">
                  <a:moveTo>
                    <a:pt x="880872" y="4113276"/>
                  </a:moveTo>
                  <a:lnTo>
                    <a:pt x="877811" y="4110228"/>
                  </a:lnTo>
                  <a:lnTo>
                    <a:pt x="870191" y="4110228"/>
                  </a:lnTo>
                  <a:lnTo>
                    <a:pt x="867156" y="4113276"/>
                  </a:lnTo>
                  <a:lnTo>
                    <a:pt x="867156" y="4162044"/>
                  </a:lnTo>
                  <a:lnTo>
                    <a:pt x="870191" y="4165092"/>
                  </a:lnTo>
                  <a:lnTo>
                    <a:pt x="877811" y="4165092"/>
                  </a:lnTo>
                  <a:lnTo>
                    <a:pt x="880872" y="4162044"/>
                  </a:lnTo>
                  <a:lnTo>
                    <a:pt x="880872" y="4113276"/>
                  </a:lnTo>
                  <a:close/>
                </a:path>
                <a:path w="2184400" h="4994275">
                  <a:moveTo>
                    <a:pt x="880872" y="4030980"/>
                  </a:moveTo>
                  <a:lnTo>
                    <a:pt x="877811" y="4027932"/>
                  </a:lnTo>
                  <a:lnTo>
                    <a:pt x="870191" y="4027932"/>
                  </a:lnTo>
                  <a:lnTo>
                    <a:pt x="867156" y="4030980"/>
                  </a:lnTo>
                  <a:lnTo>
                    <a:pt x="867156" y="4079748"/>
                  </a:lnTo>
                  <a:lnTo>
                    <a:pt x="870191" y="4082796"/>
                  </a:lnTo>
                  <a:lnTo>
                    <a:pt x="877811" y="4082796"/>
                  </a:lnTo>
                  <a:lnTo>
                    <a:pt x="880872" y="4079748"/>
                  </a:lnTo>
                  <a:lnTo>
                    <a:pt x="880872" y="4030980"/>
                  </a:lnTo>
                  <a:close/>
                </a:path>
                <a:path w="2184400" h="4994275">
                  <a:moveTo>
                    <a:pt x="880872" y="3947160"/>
                  </a:moveTo>
                  <a:lnTo>
                    <a:pt x="877811" y="3944112"/>
                  </a:lnTo>
                  <a:lnTo>
                    <a:pt x="870191" y="3944112"/>
                  </a:lnTo>
                  <a:lnTo>
                    <a:pt x="867156" y="3947160"/>
                  </a:lnTo>
                  <a:lnTo>
                    <a:pt x="867156" y="3997452"/>
                  </a:lnTo>
                  <a:lnTo>
                    <a:pt x="870191" y="4000500"/>
                  </a:lnTo>
                  <a:lnTo>
                    <a:pt x="877811" y="4000500"/>
                  </a:lnTo>
                  <a:lnTo>
                    <a:pt x="880872" y="3997452"/>
                  </a:lnTo>
                  <a:lnTo>
                    <a:pt x="880872" y="3947160"/>
                  </a:lnTo>
                  <a:close/>
                </a:path>
                <a:path w="2184400" h="4994275">
                  <a:moveTo>
                    <a:pt x="880872" y="3864864"/>
                  </a:moveTo>
                  <a:lnTo>
                    <a:pt x="877811" y="3861816"/>
                  </a:lnTo>
                  <a:lnTo>
                    <a:pt x="870191" y="3861816"/>
                  </a:lnTo>
                  <a:lnTo>
                    <a:pt x="867156" y="3864864"/>
                  </a:lnTo>
                  <a:lnTo>
                    <a:pt x="867156" y="3913632"/>
                  </a:lnTo>
                  <a:lnTo>
                    <a:pt x="870191" y="3916680"/>
                  </a:lnTo>
                  <a:lnTo>
                    <a:pt x="877811" y="3916680"/>
                  </a:lnTo>
                  <a:lnTo>
                    <a:pt x="880872" y="3913632"/>
                  </a:lnTo>
                  <a:lnTo>
                    <a:pt x="880872" y="3864864"/>
                  </a:lnTo>
                  <a:close/>
                </a:path>
                <a:path w="2184400" h="4994275">
                  <a:moveTo>
                    <a:pt x="880872" y="3782568"/>
                  </a:moveTo>
                  <a:lnTo>
                    <a:pt x="877811" y="3779520"/>
                  </a:lnTo>
                  <a:lnTo>
                    <a:pt x="870191" y="3779520"/>
                  </a:lnTo>
                  <a:lnTo>
                    <a:pt x="867156" y="3782568"/>
                  </a:lnTo>
                  <a:lnTo>
                    <a:pt x="867156" y="3831336"/>
                  </a:lnTo>
                  <a:lnTo>
                    <a:pt x="870191" y="3834384"/>
                  </a:lnTo>
                  <a:lnTo>
                    <a:pt x="877811" y="3834384"/>
                  </a:lnTo>
                  <a:lnTo>
                    <a:pt x="880872" y="3831336"/>
                  </a:lnTo>
                  <a:lnTo>
                    <a:pt x="880872" y="3782568"/>
                  </a:lnTo>
                  <a:close/>
                </a:path>
                <a:path w="2184400" h="4994275">
                  <a:moveTo>
                    <a:pt x="880872" y="3698748"/>
                  </a:moveTo>
                  <a:lnTo>
                    <a:pt x="877811" y="3695700"/>
                  </a:lnTo>
                  <a:lnTo>
                    <a:pt x="870191" y="3695700"/>
                  </a:lnTo>
                  <a:lnTo>
                    <a:pt x="867156" y="3698748"/>
                  </a:lnTo>
                  <a:lnTo>
                    <a:pt x="867156" y="3749040"/>
                  </a:lnTo>
                  <a:lnTo>
                    <a:pt x="870191" y="3752088"/>
                  </a:lnTo>
                  <a:lnTo>
                    <a:pt x="877811" y="3752088"/>
                  </a:lnTo>
                  <a:lnTo>
                    <a:pt x="880872" y="3749040"/>
                  </a:lnTo>
                  <a:lnTo>
                    <a:pt x="880872" y="3698748"/>
                  </a:lnTo>
                  <a:close/>
                </a:path>
                <a:path w="2184400" h="4994275">
                  <a:moveTo>
                    <a:pt x="880872" y="3616452"/>
                  </a:moveTo>
                  <a:lnTo>
                    <a:pt x="877811" y="3613404"/>
                  </a:lnTo>
                  <a:lnTo>
                    <a:pt x="870191" y="3613404"/>
                  </a:lnTo>
                  <a:lnTo>
                    <a:pt x="867156" y="3616452"/>
                  </a:lnTo>
                  <a:lnTo>
                    <a:pt x="867156" y="3665220"/>
                  </a:lnTo>
                  <a:lnTo>
                    <a:pt x="870191" y="3668268"/>
                  </a:lnTo>
                  <a:lnTo>
                    <a:pt x="877811" y="3668268"/>
                  </a:lnTo>
                  <a:lnTo>
                    <a:pt x="880872" y="3665220"/>
                  </a:lnTo>
                  <a:lnTo>
                    <a:pt x="880872" y="3616452"/>
                  </a:lnTo>
                  <a:close/>
                </a:path>
                <a:path w="2184400" h="4994275">
                  <a:moveTo>
                    <a:pt x="880872" y="3534156"/>
                  </a:moveTo>
                  <a:lnTo>
                    <a:pt x="877811" y="3531108"/>
                  </a:lnTo>
                  <a:lnTo>
                    <a:pt x="870191" y="3531108"/>
                  </a:lnTo>
                  <a:lnTo>
                    <a:pt x="867156" y="3534156"/>
                  </a:lnTo>
                  <a:lnTo>
                    <a:pt x="867156" y="3582924"/>
                  </a:lnTo>
                  <a:lnTo>
                    <a:pt x="870191" y="3585972"/>
                  </a:lnTo>
                  <a:lnTo>
                    <a:pt x="877811" y="3585972"/>
                  </a:lnTo>
                  <a:lnTo>
                    <a:pt x="880872" y="3582924"/>
                  </a:lnTo>
                  <a:lnTo>
                    <a:pt x="880872" y="3534156"/>
                  </a:lnTo>
                  <a:close/>
                </a:path>
                <a:path w="2184400" h="4994275">
                  <a:moveTo>
                    <a:pt x="880872" y="3450336"/>
                  </a:moveTo>
                  <a:lnTo>
                    <a:pt x="877811" y="3447288"/>
                  </a:lnTo>
                  <a:lnTo>
                    <a:pt x="870191" y="3447288"/>
                  </a:lnTo>
                  <a:lnTo>
                    <a:pt x="867156" y="3450336"/>
                  </a:lnTo>
                  <a:lnTo>
                    <a:pt x="867156" y="3500628"/>
                  </a:lnTo>
                  <a:lnTo>
                    <a:pt x="870191" y="3503676"/>
                  </a:lnTo>
                  <a:lnTo>
                    <a:pt x="877811" y="3503676"/>
                  </a:lnTo>
                  <a:lnTo>
                    <a:pt x="880872" y="3500628"/>
                  </a:lnTo>
                  <a:lnTo>
                    <a:pt x="880872" y="3450336"/>
                  </a:lnTo>
                  <a:close/>
                </a:path>
                <a:path w="2184400" h="4994275">
                  <a:moveTo>
                    <a:pt x="880872" y="3368040"/>
                  </a:moveTo>
                  <a:lnTo>
                    <a:pt x="877811" y="3364992"/>
                  </a:lnTo>
                  <a:lnTo>
                    <a:pt x="870191" y="3364992"/>
                  </a:lnTo>
                  <a:lnTo>
                    <a:pt x="867156" y="3368040"/>
                  </a:lnTo>
                  <a:lnTo>
                    <a:pt x="867156" y="3416808"/>
                  </a:lnTo>
                  <a:lnTo>
                    <a:pt x="870191" y="3419856"/>
                  </a:lnTo>
                  <a:lnTo>
                    <a:pt x="877811" y="3419856"/>
                  </a:lnTo>
                  <a:lnTo>
                    <a:pt x="880872" y="3416808"/>
                  </a:lnTo>
                  <a:lnTo>
                    <a:pt x="880872" y="3368040"/>
                  </a:lnTo>
                  <a:close/>
                </a:path>
                <a:path w="2184400" h="4994275">
                  <a:moveTo>
                    <a:pt x="880872" y="3285744"/>
                  </a:moveTo>
                  <a:lnTo>
                    <a:pt x="877811" y="3282696"/>
                  </a:lnTo>
                  <a:lnTo>
                    <a:pt x="870191" y="3282696"/>
                  </a:lnTo>
                  <a:lnTo>
                    <a:pt x="867156" y="3285744"/>
                  </a:lnTo>
                  <a:lnTo>
                    <a:pt x="867156" y="3334512"/>
                  </a:lnTo>
                  <a:lnTo>
                    <a:pt x="870191" y="3337560"/>
                  </a:lnTo>
                  <a:lnTo>
                    <a:pt x="877811" y="3337560"/>
                  </a:lnTo>
                  <a:lnTo>
                    <a:pt x="880872" y="3334512"/>
                  </a:lnTo>
                  <a:lnTo>
                    <a:pt x="880872" y="3285744"/>
                  </a:lnTo>
                  <a:close/>
                </a:path>
                <a:path w="2184400" h="4994275">
                  <a:moveTo>
                    <a:pt x="880872" y="3201924"/>
                  </a:moveTo>
                  <a:lnTo>
                    <a:pt x="877811" y="3198876"/>
                  </a:lnTo>
                  <a:lnTo>
                    <a:pt x="870191" y="3198876"/>
                  </a:lnTo>
                  <a:lnTo>
                    <a:pt x="867156" y="3201924"/>
                  </a:lnTo>
                  <a:lnTo>
                    <a:pt x="867156" y="3252216"/>
                  </a:lnTo>
                  <a:lnTo>
                    <a:pt x="870191" y="3255264"/>
                  </a:lnTo>
                  <a:lnTo>
                    <a:pt x="877811" y="3255264"/>
                  </a:lnTo>
                  <a:lnTo>
                    <a:pt x="880872" y="3252216"/>
                  </a:lnTo>
                  <a:lnTo>
                    <a:pt x="880872" y="3201924"/>
                  </a:lnTo>
                  <a:close/>
                </a:path>
                <a:path w="2184400" h="4994275">
                  <a:moveTo>
                    <a:pt x="880872" y="3119628"/>
                  </a:moveTo>
                  <a:lnTo>
                    <a:pt x="877811" y="3116580"/>
                  </a:lnTo>
                  <a:lnTo>
                    <a:pt x="870191" y="3116580"/>
                  </a:lnTo>
                  <a:lnTo>
                    <a:pt x="867156" y="3119628"/>
                  </a:lnTo>
                  <a:lnTo>
                    <a:pt x="867156" y="3168396"/>
                  </a:lnTo>
                  <a:lnTo>
                    <a:pt x="870191" y="3171444"/>
                  </a:lnTo>
                  <a:lnTo>
                    <a:pt x="877811" y="3171444"/>
                  </a:lnTo>
                  <a:lnTo>
                    <a:pt x="880872" y="3168396"/>
                  </a:lnTo>
                  <a:lnTo>
                    <a:pt x="880872" y="3119628"/>
                  </a:lnTo>
                  <a:close/>
                </a:path>
                <a:path w="2184400" h="4994275">
                  <a:moveTo>
                    <a:pt x="880872" y="3037332"/>
                  </a:moveTo>
                  <a:lnTo>
                    <a:pt x="877811" y="3034284"/>
                  </a:lnTo>
                  <a:lnTo>
                    <a:pt x="870191" y="3034284"/>
                  </a:lnTo>
                  <a:lnTo>
                    <a:pt x="867156" y="3037332"/>
                  </a:lnTo>
                  <a:lnTo>
                    <a:pt x="867156" y="3086100"/>
                  </a:lnTo>
                  <a:lnTo>
                    <a:pt x="870191" y="3089148"/>
                  </a:lnTo>
                  <a:lnTo>
                    <a:pt x="877811" y="3089148"/>
                  </a:lnTo>
                  <a:lnTo>
                    <a:pt x="880872" y="3086100"/>
                  </a:lnTo>
                  <a:lnTo>
                    <a:pt x="880872" y="3037332"/>
                  </a:lnTo>
                  <a:close/>
                </a:path>
                <a:path w="2184400" h="4994275">
                  <a:moveTo>
                    <a:pt x="880872" y="2953512"/>
                  </a:moveTo>
                  <a:lnTo>
                    <a:pt x="877811" y="2950464"/>
                  </a:lnTo>
                  <a:lnTo>
                    <a:pt x="870191" y="2950464"/>
                  </a:lnTo>
                  <a:lnTo>
                    <a:pt x="867156" y="2953512"/>
                  </a:lnTo>
                  <a:lnTo>
                    <a:pt x="867156" y="3003804"/>
                  </a:lnTo>
                  <a:lnTo>
                    <a:pt x="870191" y="3006852"/>
                  </a:lnTo>
                  <a:lnTo>
                    <a:pt x="877811" y="3006852"/>
                  </a:lnTo>
                  <a:lnTo>
                    <a:pt x="880872" y="3003804"/>
                  </a:lnTo>
                  <a:lnTo>
                    <a:pt x="880872" y="2953512"/>
                  </a:lnTo>
                  <a:close/>
                </a:path>
                <a:path w="2184400" h="4994275">
                  <a:moveTo>
                    <a:pt x="880872" y="2871216"/>
                  </a:moveTo>
                  <a:lnTo>
                    <a:pt x="877811" y="2868168"/>
                  </a:lnTo>
                  <a:lnTo>
                    <a:pt x="870191" y="2868168"/>
                  </a:lnTo>
                  <a:lnTo>
                    <a:pt x="867156" y="2871216"/>
                  </a:lnTo>
                  <a:lnTo>
                    <a:pt x="867156" y="2919984"/>
                  </a:lnTo>
                  <a:lnTo>
                    <a:pt x="870191" y="2923032"/>
                  </a:lnTo>
                  <a:lnTo>
                    <a:pt x="877811" y="2923032"/>
                  </a:lnTo>
                  <a:lnTo>
                    <a:pt x="880872" y="2919984"/>
                  </a:lnTo>
                  <a:lnTo>
                    <a:pt x="880872" y="2871216"/>
                  </a:lnTo>
                  <a:close/>
                </a:path>
                <a:path w="2184400" h="4994275">
                  <a:moveTo>
                    <a:pt x="880872" y="2788920"/>
                  </a:moveTo>
                  <a:lnTo>
                    <a:pt x="877811" y="2785872"/>
                  </a:lnTo>
                  <a:lnTo>
                    <a:pt x="870191" y="2785872"/>
                  </a:lnTo>
                  <a:lnTo>
                    <a:pt x="867156" y="2788920"/>
                  </a:lnTo>
                  <a:lnTo>
                    <a:pt x="867156" y="2837688"/>
                  </a:lnTo>
                  <a:lnTo>
                    <a:pt x="870191" y="2840736"/>
                  </a:lnTo>
                  <a:lnTo>
                    <a:pt x="877811" y="2840736"/>
                  </a:lnTo>
                  <a:lnTo>
                    <a:pt x="880872" y="2837688"/>
                  </a:lnTo>
                  <a:lnTo>
                    <a:pt x="880872" y="2788920"/>
                  </a:lnTo>
                  <a:close/>
                </a:path>
                <a:path w="2184400" h="4994275">
                  <a:moveTo>
                    <a:pt x="880872" y="2705100"/>
                  </a:moveTo>
                  <a:lnTo>
                    <a:pt x="877811" y="2702052"/>
                  </a:lnTo>
                  <a:lnTo>
                    <a:pt x="870191" y="2702052"/>
                  </a:lnTo>
                  <a:lnTo>
                    <a:pt x="867156" y="2705100"/>
                  </a:lnTo>
                  <a:lnTo>
                    <a:pt x="867156" y="2755392"/>
                  </a:lnTo>
                  <a:lnTo>
                    <a:pt x="870191" y="2758440"/>
                  </a:lnTo>
                  <a:lnTo>
                    <a:pt x="877811" y="2758440"/>
                  </a:lnTo>
                  <a:lnTo>
                    <a:pt x="880872" y="2755392"/>
                  </a:lnTo>
                  <a:lnTo>
                    <a:pt x="880872" y="2705100"/>
                  </a:lnTo>
                  <a:close/>
                </a:path>
                <a:path w="2184400" h="4994275">
                  <a:moveTo>
                    <a:pt x="880872" y="2622804"/>
                  </a:moveTo>
                  <a:lnTo>
                    <a:pt x="877811" y="2619756"/>
                  </a:lnTo>
                  <a:lnTo>
                    <a:pt x="870191" y="2619756"/>
                  </a:lnTo>
                  <a:lnTo>
                    <a:pt x="867156" y="2622804"/>
                  </a:lnTo>
                  <a:lnTo>
                    <a:pt x="867156" y="2671572"/>
                  </a:lnTo>
                  <a:lnTo>
                    <a:pt x="870191" y="2674620"/>
                  </a:lnTo>
                  <a:lnTo>
                    <a:pt x="877811" y="2674620"/>
                  </a:lnTo>
                  <a:lnTo>
                    <a:pt x="880872" y="2671572"/>
                  </a:lnTo>
                  <a:lnTo>
                    <a:pt x="880872" y="2622804"/>
                  </a:lnTo>
                  <a:close/>
                </a:path>
                <a:path w="2184400" h="4994275">
                  <a:moveTo>
                    <a:pt x="880872" y="2540508"/>
                  </a:moveTo>
                  <a:lnTo>
                    <a:pt x="877811" y="2537460"/>
                  </a:lnTo>
                  <a:lnTo>
                    <a:pt x="870191" y="2537460"/>
                  </a:lnTo>
                  <a:lnTo>
                    <a:pt x="867156" y="2540508"/>
                  </a:lnTo>
                  <a:lnTo>
                    <a:pt x="867156" y="2589276"/>
                  </a:lnTo>
                  <a:lnTo>
                    <a:pt x="870191" y="2592324"/>
                  </a:lnTo>
                  <a:lnTo>
                    <a:pt x="877811" y="2592324"/>
                  </a:lnTo>
                  <a:lnTo>
                    <a:pt x="880872" y="2589276"/>
                  </a:lnTo>
                  <a:lnTo>
                    <a:pt x="880872" y="2540508"/>
                  </a:lnTo>
                  <a:close/>
                </a:path>
                <a:path w="2184400" h="4994275">
                  <a:moveTo>
                    <a:pt x="880872" y="2456688"/>
                  </a:moveTo>
                  <a:lnTo>
                    <a:pt x="877811" y="2453640"/>
                  </a:lnTo>
                  <a:lnTo>
                    <a:pt x="870191" y="2453640"/>
                  </a:lnTo>
                  <a:lnTo>
                    <a:pt x="867156" y="2456688"/>
                  </a:lnTo>
                  <a:lnTo>
                    <a:pt x="867156" y="2506980"/>
                  </a:lnTo>
                  <a:lnTo>
                    <a:pt x="870191" y="2510028"/>
                  </a:lnTo>
                  <a:lnTo>
                    <a:pt x="877811" y="2510028"/>
                  </a:lnTo>
                  <a:lnTo>
                    <a:pt x="880872" y="2506980"/>
                  </a:lnTo>
                  <a:lnTo>
                    <a:pt x="880872" y="2456688"/>
                  </a:lnTo>
                  <a:close/>
                </a:path>
                <a:path w="2184400" h="4994275">
                  <a:moveTo>
                    <a:pt x="880872" y="2374392"/>
                  </a:moveTo>
                  <a:lnTo>
                    <a:pt x="877811" y="2371344"/>
                  </a:lnTo>
                  <a:lnTo>
                    <a:pt x="870191" y="2371344"/>
                  </a:lnTo>
                  <a:lnTo>
                    <a:pt x="867156" y="2374392"/>
                  </a:lnTo>
                  <a:lnTo>
                    <a:pt x="867156" y="2423160"/>
                  </a:lnTo>
                  <a:lnTo>
                    <a:pt x="870191" y="2426208"/>
                  </a:lnTo>
                  <a:lnTo>
                    <a:pt x="877811" y="2426208"/>
                  </a:lnTo>
                  <a:lnTo>
                    <a:pt x="880872" y="2423160"/>
                  </a:lnTo>
                  <a:lnTo>
                    <a:pt x="880872" y="2374392"/>
                  </a:lnTo>
                  <a:close/>
                </a:path>
                <a:path w="2184400" h="4994275">
                  <a:moveTo>
                    <a:pt x="880872" y="2292096"/>
                  </a:moveTo>
                  <a:lnTo>
                    <a:pt x="877811" y="2289048"/>
                  </a:lnTo>
                  <a:lnTo>
                    <a:pt x="870191" y="2289048"/>
                  </a:lnTo>
                  <a:lnTo>
                    <a:pt x="867156" y="2292096"/>
                  </a:lnTo>
                  <a:lnTo>
                    <a:pt x="867156" y="2340864"/>
                  </a:lnTo>
                  <a:lnTo>
                    <a:pt x="870191" y="2343912"/>
                  </a:lnTo>
                  <a:lnTo>
                    <a:pt x="877811" y="2343912"/>
                  </a:lnTo>
                  <a:lnTo>
                    <a:pt x="880872" y="2340864"/>
                  </a:lnTo>
                  <a:lnTo>
                    <a:pt x="880872" y="2292096"/>
                  </a:lnTo>
                  <a:close/>
                </a:path>
                <a:path w="2184400" h="4994275">
                  <a:moveTo>
                    <a:pt x="880872" y="2209800"/>
                  </a:moveTo>
                  <a:lnTo>
                    <a:pt x="877811" y="2205228"/>
                  </a:lnTo>
                  <a:lnTo>
                    <a:pt x="870191" y="2205228"/>
                  </a:lnTo>
                  <a:lnTo>
                    <a:pt x="867156" y="2209800"/>
                  </a:lnTo>
                  <a:lnTo>
                    <a:pt x="867156" y="2258568"/>
                  </a:lnTo>
                  <a:lnTo>
                    <a:pt x="870191" y="2261616"/>
                  </a:lnTo>
                  <a:lnTo>
                    <a:pt x="877811" y="2261616"/>
                  </a:lnTo>
                  <a:lnTo>
                    <a:pt x="880872" y="2258568"/>
                  </a:lnTo>
                  <a:lnTo>
                    <a:pt x="880872" y="2209800"/>
                  </a:lnTo>
                  <a:close/>
                </a:path>
                <a:path w="2184400" h="4994275">
                  <a:moveTo>
                    <a:pt x="880872" y="2125980"/>
                  </a:moveTo>
                  <a:lnTo>
                    <a:pt x="877811" y="2122932"/>
                  </a:lnTo>
                  <a:lnTo>
                    <a:pt x="870191" y="2122932"/>
                  </a:lnTo>
                  <a:lnTo>
                    <a:pt x="867156" y="2125980"/>
                  </a:lnTo>
                  <a:lnTo>
                    <a:pt x="867156" y="2174748"/>
                  </a:lnTo>
                  <a:lnTo>
                    <a:pt x="870191" y="2177796"/>
                  </a:lnTo>
                  <a:lnTo>
                    <a:pt x="877811" y="2177796"/>
                  </a:lnTo>
                  <a:lnTo>
                    <a:pt x="880872" y="2174748"/>
                  </a:lnTo>
                  <a:lnTo>
                    <a:pt x="880872" y="2125980"/>
                  </a:lnTo>
                  <a:close/>
                </a:path>
                <a:path w="2184400" h="4994275">
                  <a:moveTo>
                    <a:pt x="880872" y="2043684"/>
                  </a:moveTo>
                  <a:lnTo>
                    <a:pt x="877811" y="2040636"/>
                  </a:lnTo>
                  <a:lnTo>
                    <a:pt x="870191" y="2040636"/>
                  </a:lnTo>
                  <a:lnTo>
                    <a:pt x="867156" y="2043684"/>
                  </a:lnTo>
                  <a:lnTo>
                    <a:pt x="867156" y="2092452"/>
                  </a:lnTo>
                  <a:lnTo>
                    <a:pt x="870191" y="2095500"/>
                  </a:lnTo>
                  <a:lnTo>
                    <a:pt x="877811" y="2095500"/>
                  </a:lnTo>
                  <a:lnTo>
                    <a:pt x="880872" y="2092452"/>
                  </a:lnTo>
                  <a:lnTo>
                    <a:pt x="880872" y="2043684"/>
                  </a:lnTo>
                  <a:close/>
                </a:path>
                <a:path w="2184400" h="4994275">
                  <a:moveTo>
                    <a:pt x="880872" y="1961388"/>
                  </a:moveTo>
                  <a:lnTo>
                    <a:pt x="877811" y="1956816"/>
                  </a:lnTo>
                  <a:lnTo>
                    <a:pt x="870191" y="1956816"/>
                  </a:lnTo>
                  <a:lnTo>
                    <a:pt x="867156" y="1961388"/>
                  </a:lnTo>
                  <a:lnTo>
                    <a:pt x="867156" y="2010156"/>
                  </a:lnTo>
                  <a:lnTo>
                    <a:pt x="870191" y="2013204"/>
                  </a:lnTo>
                  <a:lnTo>
                    <a:pt x="877811" y="2013204"/>
                  </a:lnTo>
                  <a:lnTo>
                    <a:pt x="880872" y="2010156"/>
                  </a:lnTo>
                  <a:lnTo>
                    <a:pt x="880872" y="1961388"/>
                  </a:lnTo>
                  <a:close/>
                </a:path>
                <a:path w="2184400" h="4994275">
                  <a:moveTo>
                    <a:pt x="880872" y="1877568"/>
                  </a:moveTo>
                  <a:lnTo>
                    <a:pt x="877811" y="1874520"/>
                  </a:lnTo>
                  <a:lnTo>
                    <a:pt x="870191" y="1874520"/>
                  </a:lnTo>
                  <a:lnTo>
                    <a:pt x="867156" y="1877568"/>
                  </a:lnTo>
                  <a:lnTo>
                    <a:pt x="867156" y="1926336"/>
                  </a:lnTo>
                  <a:lnTo>
                    <a:pt x="870191" y="1929384"/>
                  </a:lnTo>
                  <a:lnTo>
                    <a:pt x="877811" y="1929384"/>
                  </a:lnTo>
                  <a:lnTo>
                    <a:pt x="880872" y="1926336"/>
                  </a:lnTo>
                  <a:lnTo>
                    <a:pt x="880872" y="1877568"/>
                  </a:lnTo>
                  <a:close/>
                </a:path>
                <a:path w="2184400" h="4994275">
                  <a:moveTo>
                    <a:pt x="880872" y="1795272"/>
                  </a:moveTo>
                  <a:lnTo>
                    <a:pt x="877811" y="1792224"/>
                  </a:lnTo>
                  <a:lnTo>
                    <a:pt x="870191" y="1792224"/>
                  </a:lnTo>
                  <a:lnTo>
                    <a:pt x="867156" y="1795272"/>
                  </a:lnTo>
                  <a:lnTo>
                    <a:pt x="867156" y="1844040"/>
                  </a:lnTo>
                  <a:lnTo>
                    <a:pt x="870191" y="1847088"/>
                  </a:lnTo>
                  <a:lnTo>
                    <a:pt x="877811" y="1847088"/>
                  </a:lnTo>
                  <a:lnTo>
                    <a:pt x="880872" y="1844040"/>
                  </a:lnTo>
                  <a:lnTo>
                    <a:pt x="880872" y="1795272"/>
                  </a:lnTo>
                  <a:close/>
                </a:path>
                <a:path w="2184400" h="4994275">
                  <a:moveTo>
                    <a:pt x="880872" y="1712976"/>
                  </a:moveTo>
                  <a:lnTo>
                    <a:pt x="877811" y="1709928"/>
                  </a:lnTo>
                  <a:lnTo>
                    <a:pt x="870191" y="1709928"/>
                  </a:lnTo>
                  <a:lnTo>
                    <a:pt x="867156" y="1712976"/>
                  </a:lnTo>
                  <a:lnTo>
                    <a:pt x="867156" y="1761744"/>
                  </a:lnTo>
                  <a:lnTo>
                    <a:pt x="870191" y="1764792"/>
                  </a:lnTo>
                  <a:lnTo>
                    <a:pt x="877811" y="1764792"/>
                  </a:lnTo>
                  <a:lnTo>
                    <a:pt x="880872" y="1761744"/>
                  </a:lnTo>
                  <a:lnTo>
                    <a:pt x="880872" y="1712976"/>
                  </a:lnTo>
                  <a:close/>
                </a:path>
                <a:path w="2184400" h="4994275">
                  <a:moveTo>
                    <a:pt x="880872" y="1629156"/>
                  </a:moveTo>
                  <a:lnTo>
                    <a:pt x="877811" y="1626108"/>
                  </a:lnTo>
                  <a:lnTo>
                    <a:pt x="870191" y="1626108"/>
                  </a:lnTo>
                  <a:lnTo>
                    <a:pt x="867156" y="1629156"/>
                  </a:lnTo>
                  <a:lnTo>
                    <a:pt x="867156" y="1677924"/>
                  </a:lnTo>
                  <a:lnTo>
                    <a:pt x="870191" y="1680972"/>
                  </a:lnTo>
                  <a:lnTo>
                    <a:pt x="877811" y="1680972"/>
                  </a:lnTo>
                  <a:lnTo>
                    <a:pt x="880872" y="1677924"/>
                  </a:lnTo>
                  <a:lnTo>
                    <a:pt x="880872" y="1629156"/>
                  </a:lnTo>
                  <a:close/>
                </a:path>
                <a:path w="2184400" h="4994275">
                  <a:moveTo>
                    <a:pt x="880872" y="1546860"/>
                  </a:moveTo>
                  <a:lnTo>
                    <a:pt x="877811" y="1543812"/>
                  </a:lnTo>
                  <a:lnTo>
                    <a:pt x="870191" y="1543812"/>
                  </a:lnTo>
                  <a:lnTo>
                    <a:pt x="867156" y="1546860"/>
                  </a:lnTo>
                  <a:lnTo>
                    <a:pt x="867156" y="1595628"/>
                  </a:lnTo>
                  <a:lnTo>
                    <a:pt x="870191" y="1598676"/>
                  </a:lnTo>
                  <a:lnTo>
                    <a:pt x="877811" y="1598676"/>
                  </a:lnTo>
                  <a:lnTo>
                    <a:pt x="880872" y="1595628"/>
                  </a:lnTo>
                  <a:lnTo>
                    <a:pt x="880872" y="1546860"/>
                  </a:lnTo>
                  <a:close/>
                </a:path>
                <a:path w="2184400" h="4994275">
                  <a:moveTo>
                    <a:pt x="880872" y="1464564"/>
                  </a:moveTo>
                  <a:lnTo>
                    <a:pt x="877811" y="1461516"/>
                  </a:lnTo>
                  <a:lnTo>
                    <a:pt x="870191" y="1461516"/>
                  </a:lnTo>
                  <a:lnTo>
                    <a:pt x="867156" y="1464564"/>
                  </a:lnTo>
                  <a:lnTo>
                    <a:pt x="867156" y="1513332"/>
                  </a:lnTo>
                  <a:lnTo>
                    <a:pt x="870191" y="1516380"/>
                  </a:lnTo>
                  <a:lnTo>
                    <a:pt x="877811" y="1516380"/>
                  </a:lnTo>
                  <a:lnTo>
                    <a:pt x="880872" y="1513332"/>
                  </a:lnTo>
                  <a:lnTo>
                    <a:pt x="880872" y="1464564"/>
                  </a:lnTo>
                  <a:close/>
                </a:path>
                <a:path w="2184400" h="4994275">
                  <a:moveTo>
                    <a:pt x="880872" y="1380744"/>
                  </a:moveTo>
                  <a:lnTo>
                    <a:pt x="877811" y="1377696"/>
                  </a:lnTo>
                  <a:lnTo>
                    <a:pt x="870191" y="1377696"/>
                  </a:lnTo>
                  <a:lnTo>
                    <a:pt x="867156" y="1380744"/>
                  </a:lnTo>
                  <a:lnTo>
                    <a:pt x="867156" y="1429512"/>
                  </a:lnTo>
                  <a:lnTo>
                    <a:pt x="870191" y="1432560"/>
                  </a:lnTo>
                  <a:lnTo>
                    <a:pt x="877811" y="1432560"/>
                  </a:lnTo>
                  <a:lnTo>
                    <a:pt x="880872" y="1429512"/>
                  </a:lnTo>
                  <a:lnTo>
                    <a:pt x="880872" y="1380744"/>
                  </a:lnTo>
                  <a:close/>
                </a:path>
                <a:path w="2184400" h="4994275">
                  <a:moveTo>
                    <a:pt x="880872" y="1298448"/>
                  </a:moveTo>
                  <a:lnTo>
                    <a:pt x="877811" y="1295400"/>
                  </a:lnTo>
                  <a:lnTo>
                    <a:pt x="870191" y="1295400"/>
                  </a:lnTo>
                  <a:lnTo>
                    <a:pt x="867156" y="1298448"/>
                  </a:lnTo>
                  <a:lnTo>
                    <a:pt x="867156" y="1347216"/>
                  </a:lnTo>
                  <a:lnTo>
                    <a:pt x="870191" y="1350264"/>
                  </a:lnTo>
                  <a:lnTo>
                    <a:pt x="877811" y="1350264"/>
                  </a:lnTo>
                  <a:lnTo>
                    <a:pt x="880872" y="1347216"/>
                  </a:lnTo>
                  <a:lnTo>
                    <a:pt x="880872" y="1298448"/>
                  </a:lnTo>
                  <a:close/>
                </a:path>
                <a:path w="2184400" h="4994275">
                  <a:moveTo>
                    <a:pt x="880872" y="1216152"/>
                  </a:moveTo>
                  <a:lnTo>
                    <a:pt x="877811" y="1213104"/>
                  </a:lnTo>
                  <a:lnTo>
                    <a:pt x="870191" y="1213104"/>
                  </a:lnTo>
                  <a:lnTo>
                    <a:pt x="867156" y="1216152"/>
                  </a:lnTo>
                  <a:lnTo>
                    <a:pt x="867156" y="1264920"/>
                  </a:lnTo>
                  <a:lnTo>
                    <a:pt x="870191" y="1267968"/>
                  </a:lnTo>
                  <a:lnTo>
                    <a:pt x="877811" y="1267968"/>
                  </a:lnTo>
                  <a:lnTo>
                    <a:pt x="880872" y="1264920"/>
                  </a:lnTo>
                  <a:lnTo>
                    <a:pt x="880872" y="1216152"/>
                  </a:lnTo>
                  <a:close/>
                </a:path>
                <a:path w="2184400" h="4994275">
                  <a:moveTo>
                    <a:pt x="880872" y="1132332"/>
                  </a:moveTo>
                  <a:lnTo>
                    <a:pt x="877811" y="1129284"/>
                  </a:lnTo>
                  <a:lnTo>
                    <a:pt x="870191" y="1129284"/>
                  </a:lnTo>
                  <a:lnTo>
                    <a:pt x="867156" y="1132332"/>
                  </a:lnTo>
                  <a:lnTo>
                    <a:pt x="867156" y="1181100"/>
                  </a:lnTo>
                  <a:lnTo>
                    <a:pt x="870191" y="1184148"/>
                  </a:lnTo>
                  <a:lnTo>
                    <a:pt x="877811" y="1184148"/>
                  </a:lnTo>
                  <a:lnTo>
                    <a:pt x="880872" y="1181100"/>
                  </a:lnTo>
                  <a:lnTo>
                    <a:pt x="880872" y="1132332"/>
                  </a:lnTo>
                  <a:close/>
                </a:path>
                <a:path w="2184400" h="4994275">
                  <a:moveTo>
                    <a:pt x="880872" y="1050036"/>
                  </a:moveTo>
                  <a:lnTo>
                    <a:pt x="877811" y="1046988"/>
                  </a:lnTo>
                  <a:lnTo>
                    <a:pt x="870191" y="1046988"/>
                  </a:lnTo>
                  <a:lnTo>
                    <a:pt x="867156" y="1050036"/>
                  </a:lnTo>
                  <a:lnTo>
                    <a:pt x="867156" y="1098804"/>
                  </a:lnTo>
                  <a:lnTo>
                    <a:pt x="870191" y="1101852"/>
                  </a:lnTo>
                  <a:lnTo>
                    <a:pt x="877811" y="1101852"/>
                  </a:lnTo>
                  <a:lnTo>
                    <a:pt x="880872" y="1098804"/>
                  </a:lnTo>
                  <a:lnTo>
                    <a:pt x="880872" y="1050036"/>
                  </a:lnTo>
                  <a:close/>
                </a:path>
                <a:path w="2184400" h="4994275">
                  <a:moveTo>
                    <a:pt x="880872" y="967740"/>
                  </a:moveTo>
                  <a:lnTo>
                    <a:pt x="877811" y="964692"/>
                  </a:lnTo>
                  <a:lnTo>
                    <a:pt x="870191" y="964692"/>
                  </a:lnTo>
                  <a:lnTo>
                    <a:pt x="867156" y="967740"/>
                  </a:lnTo>
                  <a:lnTo>
                    <a:pt x="867156" y="1016508"/>
                  </a:lnTo>
                  <a:lnTo>
                    <a:pt x="870191" y="1019556"/>
                  </a:lnTo>
                  <a:lnTo>
                    <a:pt x="877811" y="1019556"/>
                  </a:lnTo>
                  <a:lnTo>
                    <a:pt x="880872" y="1016508"/>
                  </a:lnTo>
                  <a:lnTo>
                    <a:pt x="880872" y="967740"/>
                  </a:lnTo>
                  <a:close/>
                </a:path>
                <a:path w="2184400" h="4994275">
                  <a:moveTo>
                    <a:pt x="880872" y="883920"/>
                  </a:moveTo>
                  <a:lnTo>
                    <a:pt x="877811" y="880872"/>
                  </a:lnTo>
                  <a:lnTo>
                    <a:pt x="870191" y="880872"/>
                  </a:lnTo>
                  <a:lnTo>
                    <a:pt x="867156" y="883920"/>
                  </a:lnTo>
                  <a:lnTo>
                    <a:pt x="867156" y="932688"/>
                  </a:lnTo>
                  <a:lnTo>
                    <a:pt x="870191" y="935736"/>
                  </a:lnTo>
                  <a:lnTo>
                    <a:pt x="877811" y="935736"/>
                  </a:lnTo>
                  <a:lnTo>
                    <a:pt x="880872" y="932688"/>
                  </a:lnTo>
                  <a:lnTo>
                    <a:pt x="880872" y="883920"/>
                  </a:lnTo>
                  <a:close/>
                </a:path>
                <a:path w="2184400" h="4994275">
                  <a:moveTo>
                    <a:pt x="880872" y="801624"/>
                  </a:moveTo>
                  <a:lnTo>
                    <a:pt x="877811" y="798576"/>
                  </a:lnTo>
                  <a:lnTo>
                    <a:pt x="870191" y="798576"/>
                  </a:lnTo>
                  <a:lnTo>
                    <a:pt x="867156" y="801624"/>
                  </a:lnTo>
                  <a:lnTo>
                    <a:pt x="867156" y="850392"/>
                  </a:lnTo>
                  <a:lnTo>
                    <a:pt x="870191" y="853440"/>
                  </a:lnTo>
                  <a:lnTo>
                    <a:pt x="877811" y="853440"/>
                  </a:lnTo>
                  <a:lnTo>
                    <a:pt x="880872" y="850392"/>
                  </a:lnTo>
                  <a:lnTo>
                    <a:pt x="880872" y="801624"/>
                  </a:lnTo>
                  <a:close/>
                </a:path>
                <a:path w="2184400" h="4994275">
                  <a:moveTo>
                    <a:pt x="880872" y="719328"/>
                  </a:moveTo>
                  <a:lnTo>
                    <a:pt x="877811" y="716280"/>
                  </a:lnTo>
                  <a:lnTo>
                    <a:pt x="870191" y="716280"/>
                  </a:lnTo>
                  <a:lnTo>
                    <a:pt x="867156" y="719328"/>
                  </a:lnTo>
                  <a:lnTo>
                    <a:pt x="867156" y="768096"/>
                  </a:lnTo>
                  <a:lnTo>
                    <a:pt x="870191" y="771144"/>
                  </a:lnTo>
                  <a:lnTo>
                    <a:pt x="877811" y="771144"/>
                  </a:lnTo>
                  <a:lnTo>
                    <a:pt x="880872" y="768096"/>
                  </a:lnTo>
                  <a:lnTo>
                    <a:pt x="880872" y="719328"/>
                  </a:lnTo>
                  <a:close/>
                </a:path>
                <a:path w="2184400" h="4994275">
                  <a:moveTo>
                    <a:pt x="880872" y="635508"/>
                  </a:moveTo>
                  <a:lnTo>
                    <a:pt x="877811" y="632460"/>
                  </a:lnTo>
                  <a:lnTo>
                    <a:pt x="870191" y="632460"/>
                  </a:lnTo>
                  <a:lnTo>
                    <a:pt x="867156" y="635508"/>
                  </a:lnTo>
                  <a:lnTo>
                    <a:pt x="867156" y="684276"/>
                  </a:lnTo>
                  <a:lnTo>
                    <a:pt x="870191" y="687324"/>
                  </a:lnTo>
                  <a:lnTo>
                    <a:pt x="877811" y="687324"/>
                  </a:lnTo>
                  <a:lnTo>
                    <a:pt x="880872" y="684276"/>
                  </a:lnTo>
                  <a:lnTo>
                    <a:pt x="880872" y="635508"/>
                  </a:lnTo>
                  <a:close/>
                </a:path>
                <a:path w="2184400" h="4994275">
                  <a:moveTo>
                    <a:pt x="880872" y="553212"/>
                  </a:moveTo>
                  <a:lnTo>
                    <a:pt x="877811" y="550164"/>
                  </a:lnTo>
                  <a:lnTo>
                    <a:pt x="870191" y="550164"/>
                  </a:lnTo>
                  <a:lnTo>
                    <a:pt x="867156" y="553212"/>
                  </a:lnTo>
                  <a:lnTo>
                    <a:pt x="867156" y="601980"/>
                  </a:lnTo>
                  <a:lnTo>
                    <a:pt x="870191" y="605028"/>
                  </a:lnTo>
                  <a:lnTo>
                    <a:pt x="877811" y="605028"/>
                  </a:lnTo>
                  <a:lnTo>
                    <a:pt x="880872" y="601980"/>
                  </a:lnTo>
                  <a:lnTo>
                    <a:pt x="880872" y="553212"/>
                  </a:lnTo>
                  <a:close/>
                </a:path>
                <a:path w="2184400" h="4994275">
                  <a:moveTo>
                    <a:pt x="880872" y="470916"/>
                  </a:moveTo>
                  <a:lnTo>
                    <a:pt x="877811" y="467868"/>
                  </a:lnTo>
                  <a:lnTo>
                    <a:pt x="870191" y="467868"/>
                  </a:lnTo>
                  <a:lnTo>
                    <a:pt x="867156" y="470916"/>
                  </a:lnTo>
                  <a:lnTo>
                    <a:pt x="867156" y="519684"/>
                  </a:lnTo>
                  <a:lnTo>
                    <a:pt x="870191" y="522732"/>
                  </a:lnTo>
                  <a:lnTo>
                    <a:pt x="877811" y="522732"/>
                  </a:lnTo>
                  <a:lnTo>
                    <a:pt x="880872" y="519684"/>
                  </a:lnTo>
                  <a:lnTo>
                    <a:pt x="880872" y="470916"/>
                  </a:lnTo>
                  <a:close/>
                </a:path>
                <a:path w="2184400" h="4994275">
                  <a:moveTo>
                    <a:pt x="880872" y="387096"/>
                  </a:moveTo>
                  <a:lnTo>
                    <a:pt x="877811" y="384048"/>
                  </a:lnTo>
                  <a:lnTo>
                    <a:pt x="870191" y="384048"/>
                  </a:lnTo>
                  <a:lnTo>
                    <a:pt x="867156" y="387096"/>
                  </a:lnTo>
                  <a:lnTo>
                    <a:pt x="867156" y="435864"/>
                  </a:lnTo>
                  <a:lnTo>
                    <a:pt x="870191" y="438912"/>
                  </a:lnTo>
                  <a:lnTo>
                    <a:pt x="877811" y="438912"/>
                  </a:lnTo>
                  <a:lnTo>
                    <a:pt x="880872" y="435864"/>
                  </a:lnTo>
                  <a:lnTo>
                    <a:pt x="880872" y="387096"/>
                  </a:lnTo>
                  <a:close/>
                </a:path>
                <a:path w="2184400" h="4994275">
                  <a:moveTo>
                    <a:pt x="880872" y="304800"/>
                  </a:moveTo>
                  <a:lnTo>
                    <a:pt x="877811" y="301752"/>
                  </a:lnTo>
                  <a:lnTo>
                    <a:pt x="870191" y="301752"/>
                  </a:lnTo>
                  <a:lnTo>
                    <a:pt x="867156" y="304800"/>
                  </a:lnTo>
                  <a:lnTo>
                    <a:pt x="867156" y="353568"/>
                  </a:lnTo>
                  <a:lnTo>
                    <a:pt x="870191" y="356616"/>
                  </a:lnTo>
                  <a:lnTo>
                    <a:pt x="877811" y="356616"/>
                  </a:lnTo>
                  <a:lnTo>
                    <a:pt x="880872" y="353568"/>
                  </a:lnTo>
                  <a:lnTo>
                    <a:pt x="880872" y="304800"/>
                  </a:lnTo>
                  <a:close/>
                </a:path>
                <a:path w="2184400" h="4994275">
                  <a:moveTo>
                    <a:pt x="880872" y="222504"/>
                  </a:moveTo>
                  <a:lnTo>
                    <a:pt x="877811" y="219456"/>
                  </a:lnTo>
                  <a:lnTo>
                    <a:pt x="870191" y="219456"/>
                  </a:lnTo>
                  <a:lnTo>
                    <a:pt x="867156" y="222504"/>
                  </a:lnTo>
                  <a:lnTo>
                    <a:pt x="867156" y="271272"/>
                  </a:lnTo>
                  <a:lnTo>
                    <a:pt x="870191" y="274320"/>
                  </a:lnTo>
                  <a:lnTo>
                    <a:pt x="877811" y="274320"/>
                  </a:lnTo>
                  <a:lnTo>
                    <a:pt x="880872" y="271272"/>
                  </a:lnTo>
                  <a:lnTo>
                    <a:pt x="880872" y="222504"/>
                  </a:lnTo>
                  <a:close/>
                </a:path>
                <a:path w="2184400" h="4994275">
                  <a:moveTo>
                    <a:pt x="880872" y="138684"/>
                  </a:moveTo>
                  <a:lnTo>
                    <a:pt x="877811" y="135636"/>
                  </a:lnTo>
                  <a:lnTo>
                    <a:pt x="870191" y="135636"/>
                  </a:lnTo>
                  <a:lnTo>
                    <a:pt x="867156" y="138684"/>
                  </a:lnTo>
                  <a:lnTo>
                    <a:pt x="867156" y="187452"/>
                  </a:lnTo>
                  <a:lnTo>
                    <a:pt x="870191" y="192024"/>
                  </a:lnTo>
                  <a:lnTo>
                    <a:pt x="877811" y="192024"/>
                  </a:lnTo>
                  <a:lnTo>
                    <a:pt x="880872" y="187452"/>
                  </a:lnTo>
                  <a:lnTo>
                    <a:pt x="880872" y="138684"/>
                  </a:lnTo>
                  <a:close/>
                </a:path>
                <a:path w="2184400" h="4994275">
                  <a:moveTo>
                    <a:pt x="1098804" y="4308348"/>
                  </a:moveTo>
                  <a:lnTo>
                    <a:pt x="1095756" y="4305300"/>
                  </a:lnTo>
                  <a:lnTo>
                    <a:pt x="1088136" y="4305300"/>
                  </a:lnTo>
                  <a:lnTo>
                    <a:pt x="1085088" y="4308348"/>
                  </a:lnTo>
                  <a:lnTo>
                    <a:pt x="1085088" y="4358640"/>
                  </a:lnTo>
                  <a:lnTo>
                    <a:pt x="1088136" y="4361688"/>
                  </a:lnTo>
                  <a:lnTo>
                    <a:pt x="1095756" y="4361688"/>
                  </a:lnTo>
                  <a:lnTo>
                    <a:pt x="1098804" y="4358640"/>
                  </a:lnTo>
                  <a:lnTo>
                    <a:pt x="1098804" y="4308348"/>
                  </a:lnTo>
                  <a:close/>
                </a:path>
                <a:path w="2184400" h="4994275">
                  <a:moveTo>
                    <a:pt x="1098804" y="4226052"/>
                  </a:moveTo>
                  <a:lnTo>
                    <a:pt x="1095756" y="4223004"/>
                  </a:lnTo>
                  <a:lnTo>
                    <a:pt x="1088136" y="4223004"/>
                  </a:lnTo>
                  <a:lnTo>
                    <a:pt x="1085088" y="4226052"/>
                  </a:lnTo>
                  <a:lnTo>
                    <a:pt x="1085088" y="4274820"/>
                  </a:lnTo>
                  <a:lnTo>
                    <a:pt x="1088136" y="4277868"/>
                  </a:lnTo>
                  <a:lnTo>
                    <a:pt x="1095756" y="4277868"/>
                  </a:lnTo>
                  <a:lnTo>
                    <a:pt x="1098804" y="4274820"/>
                  </a:lnTo>
                  <a:lnTo>
                    <a:pt x="1098804" y="4226052"/>
                  </a:lnTo>
                  <a:close/>
                </a:path>
                <a:path w="2184400" h="4994275">
                  <a:moveTo>
                    <a:pt x="1098804" y="4143756"/>
                  </a:moveTo>
                  <a:lnTo>
                    <a:pt x="1095756" y="4140708"/>
                  </a:lnTo>
                  <a:lnTo>
                    <a:pt x="1088136" y="4140708"/>
                  </a:lnTo>
                  <a:lnTo>
                    <a:pt x="1085088" y="4143756"/>
                  </a:lnTo>
                  <a:lnTo>
                    <a:pt x="1085088" y="4192524"/>
                  </a:lnTo>
                  <a:lnTo>
                    <a:pt x="1088136" y="4195572"/>
                  </a:lnTo>
                  <a:lnTo>
                    <a:pt x="1095756" y="4195572"/>
                  </a:lnTo>
                  <a:lnTo>
                    <a:pt x="1098804" y="4192524"/>
                  </a:lnTo>
                  <a:lnTo>
                    <a:pt x="1098804" y="4143756"/>
                  </a:lnTo>
                  <a:close/>
                </a:path>
                <a:path w="2184400" h="4994275">
                  <a:moveTo>
                    <a:pt x="1098804" y="4059936"/>
                  </a:moveTo>
                  <a:lnTo>
                    <a:pt x="1095756" y="4056888"/>
                  </a:lnTo>
                  <a:lnTo>
                    <a:pt x="1088136" y="4056888"/>
                  </a:lnTo>
                  <a:lnTo>
                    <a:pt x="1085088" y="4059936"/>
                  </a:lnTo>
                  <a:lnTo>
                    <a:pt x="1085088" y="4110228"/>
                  </a:lnTo>
                  <a:lnTo>
                    <a:pt x="1088136" y="4113276"/>
                  </a:lnTo>
                  <a:lnTo>
                    <a:pt x="1095756" y="4113276"/>
                  </a:lnTo>
                  <a:lnTo>
                    <a:pt x="1098804" y="4110228"/>
                  </a:lnTo>
                  <a:lnTo>
                    <a:pt x="1098804" y="4059936"/>
                  </a:lnTo>
                  <a:close/>
                </a:path>
                <a:path w="2184400" h="4994275">
                  <a:moveTo>
                    <a:pt x="1098804" y="3977640"/>
                  </a:moveTo>
                  <a:lnTo>
                    <a:pt x="1095756" y="3974592"/>
                  </a:lnTo>
                  <a:lnTo>
                    <a:pt x="1088136" y="3974592"/>
                  </a:lnTo>
                  <a:lnTo>
                    <a:pt x="1085088" y="3977640"/>
                  </a:lnTo>
                  <a:lnTo>
                    <a:pt x="1085088" y="4026408"/>
                  </a:lnTo>
                  <a:lnTo>
                    <a:pt x="1088136" y="4029456"/>
                  </a:lnTo>
                  <a:lnTo>
                    <a:pt x="1095756" y="4029456"/>
                  </a:lnTo>
                  <a:lnTo>
                    <a:pt x="1098804" y="4026408"/>
                  </a:lnTo>
                  <a:lnTo>
                    <a:pt x="1098804" y="3977640"/>
                  </a:lnTo>
                  <a:close/>
                </a:path>
                <a:path w="2184400" h="4994275">
                  <a:moveTo>
                    <a:pt x="1098804" y="3895344"/>
                  </a:moveTo>
                  <a:lnTo>
                    <a:pt x="1095756" y="3892296"/>
                  </a:lnTo>
                  <a:lnTo>
                    <a:pt x="1088136" y="3892296"/>
                  </a:lnTo>
                  <a:lnTo>
                    <a:pt x="1085088" y="3895344"/>
                  </a:lnTo>
                  <a:lnTo>
                    <a:pt x="1085088" y="3944112"/>
                  </a:lnTo>
                  <a:lnTo>
                    <a:pt x="1088136" y="3947160"/>
                  </a:lnTo>
                  <a:lnTo>
                    <a:pt x="1095756" y="3947160"/>
                  </a:lnTo>
                  <a:lnTo>
                    <a:pt x="1098804" y="3944112"/>
                  </a:lnTo>
                  <a:lnTo>
                    <a:pt x="1098804" y="3895344"/>
                  </a:lnTo>
                  <a:close/>
                </a:path>
                <a:path w="2184400" h="4994275">
                  <a:moveTo>
                    <a:pt x="1098804" y="3811524"/>
                  </a:moveTo>
                  <a:lnTo>
                    <a:pt x="1095756" y="3808476"/>
                  </a:lnTo>
                  <a:lnTo>
                    <a:pt x="1088136" y="3808476"/>
                  </a:lnTo>
                  <a:lnTo>
                    <a:pt x="1085088" y="3811524"/>
                  </a:lnTo>
                  <a:lnTo>
                    <a:pt x="1085088" y="3861816"/>
                  </a:lnTo>
                  <a:lnTo>
                    <a:pt x="1088136" y="3864864"/>
                  </a:lnTo>
                  <a:lnTo>
                    <a:pt x="1095756" y="3864864"/>
                  </a:lnTo>
                  <a:lnTo>
                    <a:pt x="1098804" y="3861816"/>
                  </a:lnTo>
                  <a:lnTo>
                    <a:pt x="1098804" y="3811524"/>
                  </a:lnTo>
                  <a:close/>
                </a:path>
                <a:path w="2184400" h="4994275">
                  <a:moveTo>
                    <a:pt x="1098804" y="3729228"/>
                  </a:moveTo>
                  <a:lnTo>
                    <a:pt x="1095756" y="3726180"/>
                  </a:lnTo>
                  <a:lnTo>
                    <a:pt x="1088136" y="3726180"/>
                  </a:lnTo>
                  <a:lnTo>
                    <a:pt x="1085088" y="3729228"/>
                  </a:lnTo>
                  <a:lnTo>
                    <a:pt x="1085088" y="3777996"/>
                  </a:lnTo>
                  <a:lnTo>
                    <a:pt x="1088136" y="3781044"/>
                  </a:lnTo>
                  <a:lnTo>
                    <a:pt x="1095756" y="3781044"/>
                  </a:lnTo>
                  <a:lnTo>
                    <a:pt x="1098804" y="3777996"/>
                  </a:lnTo>
                  <a:lnTo>
                    <a:pt x="1098804" y="3729228"/>
                  </a:lnTo>
                  <a:close/>
                </a:path>
                <a:path w="2184400" h="4994275">
                  <a:moveTo>
                    <a:pt x="1098804" y="3646932"/>
                  </a:moveTo>
                  <a:lnTo>
                    <a:pt x="1095756" y="3643884"/>
                  </a:lnTo>
                  <a:lnTo>
                    <a:pt x="1088136" y="3643884"/>
                  </a:lnTo>
                  <a:lnTo>
                    <a:pt x="1085088" y="3646932"/>
                  </a:lnTo>
                  <a:lnTo>
                    <a:pt x="1085088" y="3695700"/>
                  </a:lnTo>
                  <a:lnTo>
                    <a:pt x="1088136" y="3698748"/>
                  </a:lnTo>
                  <a:lnTo>
                    <a:pt x="1095756" y="3698748"/>
                  </a:lnTo>
                  <a:lnTo>
                    <a:pt x="1098804" y="3695700"/>
                  </a:lnTo>
                  <a:lnTo>
                    <a:pt x="1098804" y="3646932"/>
                  </a:lnTo>
                  <a:close/>
                </a:path>
                <a:path w="2184400" h="4994275">
                  <a:moveTo>
                    <a:pt x="1098804" y="3563112"/>
                  </a:moveTo>
                  <a:lnTo>
                    <a:pt x="1095756" y="3560064"/>
                  </a:lnTo>
                  <a:lnTo>
                    <a:pt x="1088136" y="3560064"/>
                  </a:lnTo>
                  <a:lnTo>
                    <a:pt x="1085088" y="3563112"/>
                  </a:lnTo>
                  <a:lnTo>
                    <a:pt x="1085088" y="3613404"/>
                  </a:lnTo>
                  <a:lnTo>
                    <a:pt x="1088136" y="3616452"/>
                  </a:lnTo>
                  <a:lnTo>
                    <a:pt x="1095756" y="3616452"/>
                  </a:lnTo>
                  <a:lnTo>
                    <a:pt x="1098804" y="3613404"/>
                  </a:lnTo>
                  <a:lnTo>
                    <a:pt x="1098804" y="3563112"/>
                  </a:lnTo>
                  <a:close/>
                </a:path>
                <a:path w="2184400" h="4994275">
                  <a:moveTo>
                    <a:pt x="1098804" y="3480816"/>
                  </a:moveTo>
                  <a:lnTo>
                    <a:pt x="1095756" y="3477768"/>
                  </a:lnTo>
                  <a:lnTo>
                    <a:pt x="1088136" y="3477768"/>
                  </a:lnTo>
                  <a:lnTo>
                    <a:pt x="1085088" y="3480816"/>
                  </a:lnTo>
                  <a:lnTo>
                    <a:pt x="1085088" y="3529584"/>
                  </a:lnTo>
                  <a:lnTo>
                    <a:pt x="1088136" y="3532632"/>
                  </a:lnTo>
                  <a:lnTo>
                    <a:pt x="1095756" y="3532632"/>
                  </a:lnTo>
                  <a:lnTo>
                    <a:pt x="1098804" y="3529584"/>
                  </a:lnTo>
                  <a:lnTo>
                    <a:pt x="1098804" y="3480816"/>
                  </a:lnTo>
                  <a:close/>
                </a:path>
                <a:path w="2184400" h="4994275">
                  <a:moveTo>
                    <a:pt x="1098804" y="3398520"/>
                  </a:moveTo>
                  <a:lnTo>
                    <a:pt x="1095756" y="3395472"/>
                  </a:lnTo>
                  <a:lnTo>
                    <a:pt x="1088136" y="3395472"/>
                  </a:lnTo>
                  <a:lnTo>
                    <a:pt x="1085088" y="3398520"/>
                  </a:lnTo>
                  <a:lnTo>
                    <a:pt x="1085088" y="3447288"/>
                  </a:lnTo>
                  <a:lnTo>
                    <a:pt x="1088136" y="3450336"/>
                  </a:lnTo>
                  <a:lnTo>
                    <a:pt x="1095756" y="3450336"/>
                  </a:lnTo>
                  <a:lnTo>
                    <a:pt x="1098804" y="3447288"/>
                  </a:lnTo>
                  <a:lnTo>
                    <a:pt x="1098804" y="3398520"/>
                  </a:lnTo>
                  <a:close/>
                </a:path>
                <a:path w="2184400" h="4994275">
                  <a:moveTo>
                    <a:pt x="1098804" y="3316224"/>
                  </a:moveTo>
                  <a:lnTo>
                    <a:pt x="1095756" y="3311652"/>
                  </a:lnTo>
                  <a:lnTo>
                    <a:pt x="1088136" y="3311652"/>
                  </a:lnTo>
                  <a:lnTo>
                    <a:pt x="1085088" y="3316224"/>
                  </a:lnTo>
                  <a:lnTo>
                    <a:pt x="1085088" y="3364992"/>
                  </a:lnTo>
                  <a:lnTo>
                    <a:pt x="1088136" y="3368040"/>
                  </a:lnTo>
                  <a:lnTo>
                    <a:pt x="1095756" y="3368040"/>
                  </a:lnTo>
                  <a:lnTo>
                    <a:pt x="1098804" y="3364992"/>
                  </a:lnTo>
                  <a:lnTo>
                    <a:pt x="1098804" y="3316224"/>
                  </a:lnTo>
                  <a:close/>
                </a:path>
                <a:path w="2184400" h="4994275">
                  <a:moveTo>
                    <a:pt x="1098804" y="3232404"/>
                  </a:moveTo>
                  <a:lnTo>
                    <a:pt x="1095756" y="3229356"/>
                  </a:lnTo>
                  <a:lnTo>
                    <a:pt x="1088136" y="3229356"/>
                  </a:lnTo>
                  <a:lnTo>
                    <a:pt x="1085088" y="3232404"/>
                  </a:lnTo>
                  <a:lnTo>
                    <a:pt x="1085088" y="3281172"/>
                  </a:lnTo>
                  <a:lnTo>
                    <a:pt x="1088136" y="3284220"/>
                  </a:lnTo>
                  <a:lnTo>
                    <a:pt x="1095756" y="3284220"/>
                  </a:lnTo>
                  <a:lnTo>
                    <a:pt x="1098804" y="3281172"/>
                  </a:lnTo>
                  <a:lnTo>
                    <a:pt x="1098804" y="3232404"/>
                  </a:lnTo>
                  <a:close/>
                </a:path>
                <a:path w="2184400" h="4994275">
                  <a:moveTo>
                    <a:pt x="1098804" y="3150108"/>
                  </a:moveTo>
                  <a:lnTo>
                    <a:pt x="1095756" y="3147060"/>
                  </a:lnTo>
                  <a:lnTo>
                    <a:pt x="1088136" y="3147060"/>
                  </a:lnTo>
                  <a:lnTo>
                    <a:pt x="1085088" y="3150108"/>
                  </a:lnTo>
                  <a:lnTo>
                    <a:pt x="1085088" y="3198876"/>
                  </a:lnTo>
                  <a:lnTo>
                    <a:pt x="1088136" y="3201924"/>
                  </a:lnTo>
                  <a:lnTo>
                    <a:pt x="1095756" y="3201924"/>
                  </a:lnTo>
                  <a:lnTo>
                    <a:pt x="1098804" y="3198876"/>
                  </a:lnTo>
                  <a:lnTo>
                    <a:pt x="1098804" y="3150108"/>
                  </a:lnTo>
                  <a:close/>
                </a:path>
                <a:path w="2184400" h="4994275">
                  <a:moveTo>
                    <a:pt x="1098804" y="3067812"/>
                  </a:moveTo>
                  <a:lnTo>
                    <a:pt x="1095756" y="3063240"/>
                  </a:lnTo>
                  <a:lnTo>
                    <a:pt x="1088136" y="3063240"/>
                  </a:lnTo>
                  <a:lnTo>
                    <a:pt x="1085088" y="3067812"/>
                  </a:lnTo>
                  <a:lnTo>
                    <a:pt x="1085088" y="3116580"/>
                  </a:lnTo>
                  <a:lnTo>
                    <a:pt x="1088136" y="3119628"/>
                  </a:lnTo>
                  <a:lnTo>
                    <a:pt x="1095756" y="3119628"/>
                  </a:lnTo>
                  <a:lnTo>
                    <a:pt x="1098804" y="3116580"/>
                  </a:lnTo>
                  <a:lnTo>
                    <a:pt x="1098804" y="3067812"/>
                  </a:lnTo>
                  <a:close/>
                </a:path>
                <a:path w="2184400" h="4994275">
                  <a:moveTo>
                    <a:pt x="1098804" y="2983992"/>
                  </a:moveTo>
                  <a:lnTo>
                    <a:pt x="1095756" y="2980944"/>
                  </a:lnTo>
                  <a:lnTo>
                    <a:pt x="1088136" y="2980944"/>
                  </a:lnTo>
                  <a:lnTo>
                    <a:pt x="1085088" y="2983992"/>
                  </a:lnTo>
                  <a:lnTo>
                    <a:pt x="1085088" y="3032760"/>
                  </a:lnTo>
                  <a:lnTo>
                    <a:pt x="1088136" y="3035808"/>
                  </a:lnTo>
                  <a:lnTo>
                    <a:pt x="1095756" y="3035808"/>
                  </a:lnTo>
                  <a:lnTo>
                    <a:pt x="1098804" y="3032760"/>
                  </a:lnTo>
                  <a:lnTo>
                    <a:pt x="1098804" y="2983992"/>
                  </a:lnTo>
                  <a:close/>
                </a:path>
                <a:path w="2184400" h="4994275">
                  <a:moveTo>
                    <a:pt x="1098804" y="2901696"/>
                  </a:moveTo>
                  <a:lnTo>
                    <a:pt x="1095756" y="2898648"/>
                  </a:lnTo>
                  <a:lnTo>
                    <a:pt x="1088136" y="2898648"/>
                  </a:lnTo>
                  <a:lnTo>
                    <a:pt x="1085088" y="2901696"/>
                  </a:lnTo>
                  <a:lnTo>
                    <a:pt x="1085088" y="2950464"/>
                  </a:lnTo>
                  <a:lnTo>
                    <a:pt x="1088136" y="2953512"/>
                  </a:lnTo>
                  <a:lnTo>
                    <a:pt x="1095756" y="2953512"/>
                  </a:lnTo>
                  <a:lnTo>
                    <a:pt x="1098804" y="2950464"/>
                  </a:lnTo>
                  <a:lnTo>
                    <a:pt x="1098804" y="2901696"/>
                  </a:lnTo>
                  <a:close/>
                </a:path>
                <a:path w="2184400" h="4994275">
                  <a:moveTo>
                    <a:pt x="1098804" y="2819400"/>
                  </a:moveTo>
                  <a:lnTo>
                    <a:pt x="1095756" y="2816364"/>
                  </a:lnTo>
                  <a:lnTo>
                    <a:pt x="1088136" y="2816364"/>
                  </a:lnTo>
                  <a:lnTo>
                    <a:pt x="1085088" y="2819400"/>
                  </a:lnTo>
                  <a:lnTo>
                    <a:pt x="1085088" y="2868168"/>
                  </a:lnTo>
                  <a:lnTo>
                    <a:pt x="1088136" y="2871216"/>
                  </a:lnTo>
                  <a:lnTo>
                    <a:pt x="1095756" y="2871216"/>
                  </a:lnTo>
                  <a:lnTo>
                    <a:pt x="1098804" y="2868168"/>
                  </a:lnTo>
                  <a:lnTo>
                    <a:pt x="1098804" y="2819400"/>
                  </a:lnTo>
                  <a:close/>
                </a:path>
                <a:path w="2184400" h="4994275">
                  <a:moveTo>
                    <a:pt x="1098804" y="2735580"/>
                  </a:moveTo>
                  <a:lnTo>
                    <a:pt x="1095756" y="2732532"/>
                  </a:lnTo>
                  <a:lnTo>
                    <a:pt x="1088136" y="2732532"/>
                  </a:lnTo>
                  <a:lnTo>
                    <a:pt x="1085088" y="2735580"/>
                  </a:lnTo>
                  <a:lnTo>
                    <a:pt x="1085088" y="2784348"/>
                  </a:lnTo>
                  <a:lnTo>
                    <a:pt x="1088136" y="2787396"/>
                  </a:lnTo>
                  <a:lnTo>
                    <a:pt x="1095756" y="2787396"/>
                  </a:lnTo>
                  <a:lnTo>
                    <a:pt x="1098804" y="2784348"/>
                  </a:lnTo>
                  <a:lnTo>
                    <a:pt x="1098804" y="2735580"/>
                  </a:lnTo>
                  <a:close/>
                </a:path>
                <a:path w="2184400" h="4994275">
                  <a:moveTo>
                    <a:pt x="1098804" y="2653284"/>
                  </a:moveTo>
                  <a:lnTo>
                    <a:pt x="1095756" y="2650236"/>
                  </a:lnTo>
                  <a:lnTo>
                    <a:pt x="1088136" y="2650236"/>
                  </a:lnTo>
                  <a:lnTo>
                    <a:pt x="1085088" y="2653284"/>
                  </a:lnTo>
                  <a:lnTo>
                    <a:pt x="1085088" y="2702052"/>
                  </a:lnTo>
                  <a:lnTo>
                    <a:pt x="1088136" y="2705100"/>
                  </a:lnTo>
                  <a:lnTo>
                    <a:pt x="1095756" y="2705100"/>
                  </a:lnTo>
                  <a:lnTo>
                    <a:pt x="1098804" y="2702052"/>
                  </a:lnTo>
                  <a:lnTo>
                    <a:pt x="1098804" y="2653284"/>
                  </a:lnTo>
                  <a:close/>
                </a:path>
                <a:path w="2184400" h="4994275">
                  <a:moveTo>
                    <a:pt x="1098804" y="2570988"/>
                  </a:moveTo>
                  <a:lnTo>
                    <a:pt x="1095756" y="2567940"/>
                  </a:lnTo>
                  <a:lnTo>
                    <a:pt x="1088136" y="2567940"/>
                  </a:lnTo>
                  <a:lnTo>
                    <a:pt x="1085088" y="2570988"/>
                  </a:lnTo>
                  <a:lnTo>
                    <a:pt x="1085088" y="2619756"/>
                  </a:lnTo>
                  <a:lnTo>
                    <a:pt x="1088136" y="2622804"/>
                  </a:lnTo>
                  <a:lnTo>
                    <a:pt x="1095756" y="2622804"/>
                  </a:lnTo>
                  <a:lnTo>
                    <a:pt x="1098804" y="2619756"/>
                  </a:lnTo>
                  <a:lnTo>
                    <a:pt x="1098804" y="2570988"/>
                  </a:lnTo>
                  <a:close/>
                </a:path>
                <a:path w="2184400" h="4994275">
                  <a:moveTo>
                    <a:pt x="1098804" y="2487168"/>
                  </a:moveTo>
                  <a:lnTo>
                    <a:pt x="1095756" y="2484120"/>
                  </a:lnTo>
                  <a:lnTo>
                    <a:pt x="1088136" y="2484120"/>
                  </a:lnTo>
                  <a:lnTo>
                    <a:pt x="1085088" y="2487168"/>
                  </a:lnTo>
                  <a:lnTo>
                    <a:pt x="1085088" y="2535936"/>
                  </a:lnTo>
                  <a:lnTo>
                    <a:pt x="1088136" y="2538984"/>
                  </a:lnTo>
                  <a:lnTo>
                    <a:pt x="1095756" y="2538984"/>
                  </a:lnTo>
                  <a:lnTo>
                    <a:pt x="1098804" y="2535936"/>
                  </a:lnTo>
                  <a:lnTo>
                    <a:pt x="1098804" y="2487168"/>
                  </a:lnTo>
                  <a:close/>
                </a:path>
                <a:path w="2184400" h="4994275">
                  <a:moveTo>
                    <a:pt x="1098804" y="2404872"/>
                  </a:moveTo>
                  <a:lnTo>
                    <a:pt x="1095756" y="2401824"/>
                  </a:lnTo>
                  <a:lnTo>
                    <a:pt x="1088136" y="2401824"/>
                  </a:lnTo>
                  <a:lnTo>
                    <a:pt x="1085088" y="2404872"/>
                  </a:lnTo>
                  <a:lnTo>
                    <a:pt x="1085088" y="2453640"/>
                  </a:lnTo>
                  <a:lnTo>
                    <a:pt x="1088136" y="2456688"/>
                  </a:lnTo>
                  <a:lnTo>
                    <a:pt x="1095756" y="2456688"/>
                  </a:lnTo>
                  <a:lnTo>
                    <a:pt x="1098804" y="2453640"/>
                  </a:lnTo>
                  <a:lnTo>
                    <a:pt x="1098804" y="2404872"/>
                  </a:lnTo>
                  <a:close/>
                </a:path>
                <a:path w="2184400" h="4994275">
                  <a:moveTo>
                    <a:pt x="1098804" y="2322576"/>
                  </a:moveTo>
                  <a:lnTo>
                    <a:pt x="1095756" y="2319528"/>
                  </a:lnTo>
                  <a:lnTo>
                    <a:pt x="1088136" y="2319528"/>
                  </a:lnTo>
                  <a:lnTo>
                    <a:pt x="1085088" y="2322576"/>
                  </a:lnTo>
                  <a:lnTo>
                    <a:pt x="1085088" y="2371344"/>
                  </a:lnTo>
                  <a:lnTo>
                    <a:pt x="1088136" y="2374392"/>
                  </a:lnTo>
                  <a:lnTo>
                    <a:pt x="1095756" y="2374392"/>
                  </a:lnTo>
                  <a:lnTo>
                    <a:pt x="1098804" y="2371344"/>
                  </a:lnTo>
                  <a:lnTo>
                    <a:pt x="1098804" y="2322576"/>
                  </a:lnTo>
                  <a:close/>
                </a:path>
                <a:path w="2184400" h="4994275">
                  <a:moveTo>
                    <a:pt x="1098804" y="2238756"/>
                  </a:moveTo>
                  <a:lnTo>
                    <a:pt x="1095756" y="2235708"/>
                  </a:lnTo>
                  <a:lnTo>
                    <a:pt x="1088136" y="2235708"/>
                  </a:lnTo>
                  <a:lnTo>
                    <a:pt x="1085088" y="2238756"/>
                  </a:lnTo>
                  <a:lnTo>
                    <a:pt x="1085088" y="2287524"/>
                  </a:lnTo>
                  <a:lnTo>
                    <a:pt x="1088136" y="2290572"/>
                  </a:lnTo>
                  <a:lnTo>
                    <a:pt x="1095756" y="2290572"/>
                  </a:lnTo>
                  <a:lnTo>
                    <a:pt x="1098804" y="2287524"/>
                  </a:lnTo>
                  <a:lnTo>
                    <a:pt x="1098804" y="2238756"/>
                  </a:lnTo>
                  <a:close/>
                </a:path>
                <a:path w="2184400" h="4994275">
                  <a:moveTo>
                    <a:pt x="1098804" y="2156460"/>
                  </a:moveTo>
                  <a:lnTo>
                    <a:pt x="1095756" y="2153412"/>
                  </a:lnTo>
                  <a:lnTo>
                    <a:pt x="1088136" y="2153412"/>
                  </a:lnTo>
                  <a:lnTo>
                    <a:pt x="1085088" y="2156460"/>
                  </a:lnTo>
                  <a:lnTo>
                    <a:pt x="1085088" y="2205228"/>
                  </a:lnTo>
                  <a:lnTo>
                    <a:pt x="1088136" y="2208276"/>
                  </a:lnTo>
                  <a:lnTo>
                    <a:pt x="1095756" y="2208276"/>
                  </a:lnTo>
                  <a:lnTo>
                    <a:pt x="1098804" y="2205228"/>
                  </a:lnTo>
                  <a:lnTo>
                    <a:pt x="1098804" y="2156460"/>
                  </a:lnTo>
                  <a:close/>
                </a:path>
                <a:path w="2184400" h="4994275">
                  <a:moveTo>
                    <a:pt x="1098804" y="2074164"/>
                  </a:moveTo>
                  <a:lnTo>
                    <a:pt x="1095756" y="2071116"/>
                  </a:lnTo>
                  <a:lnTo>
                    <a:pt x="1088136" y="2071116"/>
                  </a:lnTo>
                  <a:lnTo>
                    <a:pt x="1085088" y="2074164"/>
                  </a:lnTo>
                  <a:lnTo>
                    <a:pt x="1085088" y="2122932"/>
                  </a:lnTo>
                  <a:lnTo>
                    <a:pt x="1088136" y="2125980"/>
                  </a:lnTo>
                  <a:lnTo>
                    <a:pt x="1095756" y="2125980"/>
                  </a:lnTo>
                  <a:lnTo>
                    <a:pt x="1098804" y="2122932"/>
                  </a:lnTo>
                  <a:lnTo>
                    <a:pt x="1098804" y="2074164"/>
                  </a:lnTo>
                  <a:close/>
                </a:path>
                <a:path w="2184400" h="4994275">
                  <a:moveTo>
                    <a:pt x="1098804" y="1990344"/>
                  </a:moveTo>
                  <a:lnTo>
                    <a:pt x="1095756" y="1987296"/>
                  </a:lnTo>
                  <a:lnTo>
                    <a:pt x="1088136" y="1987296"/>
                  </a:lnTo>
                  <a:lnTo>
                    <a:pt x="1085088" y="1990344"/>
                  </a:lnTo>
                  <a:lnTo>
                    <a:pt x="1085088" y="2039112"/>
                  </a:lnTo>
                  <a:lnTo>
                    <a:pt x="1088136" y="2042160"/>
                  </a:lnTo>
                  <a:lnTo>
                    <a:pt x="1095756" y="2042160"/>
                  </a:lnTo>
                  <a:lnTo>
                    <a:pt x="1098804" y="2039112"/>
                  </a:lnTo>
                  <a:lnTo>
                    <a:pt x="1098804" y="1990344"/>
                  </a:lnTo>
                  <a:close/>
                </a:path>
                <a:path w="2184400" h="4994275">
                  <a:moveTo>
                    <a:pt x="1098804" y="1908048"/>
                  </a:moveTo>
                  <a:lnTo>
                    <a:pt x="1095756" y="1905000"/>
                  </a:lnTo>
                  <a:lnTo>
                    <a:pt x="1088136" y="1905000"/>
                  </a:lnTo>
                  <a:lnTo>
                    <a:pt x="1085088" y="1908048"/>
                  </a:lnTo>
                  <a:lnTo>
                    <a:pt x="1085088" y="1956816"/>
                  </a:lnTo>
                  <a:lnTo>
                    <a:pt x="1088136" y="1959864"/>
                  </a:lnTo>
                  <a:lnTo>
                    <a:pt x="1095756" y="1959864"/>
                  </a:lnTo>
                  <a:lnTo>
                    <a:pt x="1098804" y="1956816"/>
                  </a:lnTo>
                  <a:lnTo>
                    <a:pt x="1098804" y="1908048"/>
                  </a:lnTo>
                  <a:close/>
                </a:path>
                <a:path w="2184400" h="4994275">
                  <a:moveTo>
                    <a:pt x="1098804" y="1825752"/>
                  </a:moveTo>
                  <a:lnTo>
                    <a:pt x="1095756" y="1822704"/>
                  </a:lnTo>
                  <a:lnTo>
                    <a:pt x="1088136" y="1822704"/>
                  </a:lnTo>
                  <a:lnTo>
                    <a:pt x="1085088" y="1825752"/>
                  </a:lnTo>
                  <a:lnTo>
                    <a:pt x="1085088" y="1874520"/>
                  </a:lnTo>
                  <a:lnTo>
                    <a:pt x="1088136" y="1877568"/>
                  </a:lnTo>
                  <a:lnTo>
                    <a:pt x="1095756" y="1877568"/>
                  </a:lnTo>
                  <a:lnTo>
                    <a:pt x="1098804" y="1874520"/>
                  </a:lnTo>
                  <a:lnTo>
                    <a:pt x="1098804" y="1825752"/>
                  </a:lnTo>
                  <a:close/>
                </a:path>
                <a:path w="2184400" h="4994275">
                  <a:moveTo>
                    <a:pt x="1098804" y="1741932"/>
                  </a:moveTo>
                  <a:lnTo>
                    <a:pt x="1095756" y="1738884"/>
                  </a:lnTo>
                  <a:lnTo>
                    <a:pt x="1088136" y="1738884"/>
                  </a:lnTo>
                  <a:lnTo>
                    <a:pt x="1085088" y="1741932"/>
                  </a:lnTo>
                  <a:lnTo>
                    <a:pt x="1085088" y="1790700"/>
                  </a:lnTo>
                  <a:lnTo>
                    <a:pt x="1088136" y="1793748"/>
                  </a:lnTo>
                  <a:lnTo>
                    <a:pt x="1095756" y="1793748"/>
                  </a:lnTo>
                  <a:lnTo>
                    <a:pt x="1098804" y="1790700"/>
                  </a:lnTo>
                  <a:lnTo>
                    <a:pt x="1098804" y="1741932"/>
                  </a:lnTo>
                  <a:close/>
                </a:path>
                <a:path w="2184400" h="4994275">
                  <a:moveTo>
                    <a:pt x="1098804" y="1659636"/>
                  </a:moveTo>
                  <a:lnTo>
                    <a:pt x="1095756" y="1656588"/>
                  </a:lnTo>
                  <a:lnTo>
                    <a:pt x="1088136" y="1656588"/>
                  </a:lnTo>
                  <a:lnTo>
                    <a:pt x="1085088" y="1659636"/>
                  </a:lnTo>
                  <a:lnTo>
                    <a:pt x="1085088" y="1708404"/>
                  </a:lnTo>
                  <a:lnTo>
                    <a:pt x="1088136" y="1711452"/>
                  </a:lnTo>
                  <a:lnTo>
                    <a:pt x="1095756" y="1711452"/>
                  </a:lnTo>
                  <a:lnTo>
                    <a:pt x="1098804" y="1708404"/>
                  </a:lnTo>
                  <a:lnTo>
                    <a:pt x="1098804" y="1659636"/>
                  </a:lnTo>
                  <a:close/>
                </a:path>
                <a:path w="2184400" h="4994275">
                  <a:moveTo>
                    <a:pt x="1098804" y="1577340"/>
                  </a:moveTo>
                  <a:lnTo>
                    <a:pt x="1095756" y="1574292"/>
                  </a:lnTo>
                  <a:lnTo>
                    <a:pt x="1088136" y="1574292"/>
                  </a:lnTo>
                  <a:lnTo>
                    <a:pt x="1085088" y="1577340"/>
                  </a:lnTo>
                  <a:lnTo>
                    <a:pt x="1085088" y="1626108"/>
                  </a:lnTo>
                  <a:lnTo>
                    <a:pt x="1088136" y="1629156"/>
                  </a:lnTo>
                  <a:lnTo>
                    <a:pt x="1095756" y="1629156"/>
                  </a:lnTo>
                  <a:lnTo>
                    <a:pt x="1098804" y="1626108"/>
                  </a:lnTo>
                  <a:lnTo>
                    <a:pt x="1098804" y="1577340"/>
                  </a:lnTo>
                  <a:close/>
                </a:path>
                <a:path w="2184400" h="4994275">
                  <a:moveTo>
                    <a:pt x="1098804" y="1493520"/>
                  </a:moveTo>
                  <a:lnTo>
                    <a:pt x="1095756" y="1490472"/>
                  </a:lnTo>
                  <a:lnTo>
                    <a:pt x="1088136" y="1490472"/>
                  </a:lnTo>
                  <a:lnTo>
                    <a:pt x="1085088" y="1493520"/>
                  </a:lnTo>
                  <a:lnTo>
                    <a:pt x="1085088" y="1542288"/>
                  </a:lnTo>
                  <a:lnTo>
                    <a:pt x="1088136" y="1545336"/>
                  </a:lnTo>
                  <a:lnTo>
                    <a:pt x="1095756" y="1545336"/>
                  </a:lnTo>
                  <a:lnTo>
                    <a:pt x="1098804" y="1542288"/>
                  </a:lnTo>
                  <a:lnTo>
                    <a:pt x="1098804" y="1493520"/>
                  </a:lnTo>
                  <a:close/>
                </a:path>
                <a:path w="2184400" h="4994275">
                  <a:moveTo>
                    <a:pt x="1098804" y="1411224"/>
                  </a:moveTo>
                  <a:lnTo>
                    <a:pt x="1095756" y="1408176"/>
                  </a:lnTo>
                  <a:lnTo>
                    <a:pt x="1088136" y="1408176"/>
                  </a:lnTo>
                  <a:lnTo>
                    <a:pt x="1085088" y="1411224"/>
                  </a:lnTo>
                  <a:lnTo>
                    <a:pt x="1085088" y="1459992"/>
                  </a:lnTo>
                  <a:lnTo>
                    <a:pt x="1088136" y="1463040"/>
                  </a:lnTo>
                  <a:lnTo>
                    <a:pt x="1095756" y="1463040"/>
                  </a:lnTo>
                  <a:lnTo>
                    <a:pt x="1098804" y="1459992"/>
                  </a:lnTo>
                  <a:lnTo>
                    <a:pt x="1098804" y="1411224"/>
                  </a:lnTo>
                  <a:close/>
                </a:path>
                <a:path w="2184400" h="4994275">
                  <a:moveTo>
                    <a:pt x="1098804" y="1328928"/>
                  </a:moveTo>
                  <a:lnTo>
                    <a:pt x="1095756" y="1325880"/>
                  </a:lnTo>
                  <a:lnTo>
                    <a:pt x="1088136" y="1325880"/>
                  </a:lnTo>
                  <a:lnTo>
                    <a:pt x="1085088" y="1328928"/>
                  </a:lnTo>
                  <a:lnTo>
                    <a:pt x="1085088" y="1377696"/>
                  </a:lnTo>
                  <a:lnTo>
                    <a:pt x="1088136" y="1380744"/>
                  </a:lnTo>
                  <a:lnTo>
                    <a:pt x="1095756" y="1380744"/>
                  </a:lnTo>
                  <a:lnTo>
                    <a:pt x="1098804" y="1377696"/>
                  </a:lnTo>
                  <a:lnTo>
                    <a:pt x="1098804" y="1328928"/>
                  </a:lnTo>
                  <a:close/>
                </a:path>
                <a:path w="2184400" h="4994275">
                  <a:moveTo>
                    <a:pt x="1098804" y="1245108"/>
                  </a:moveTo>
                  <a:lnTo>
                    <a:pt x="1095756" y="1242060"/>
                  </a:lnTo>
                  <a:lnTo>
                    <a:pt x="1088136" y="1242060"/>
                  </a:lnTo>
                  <a:lnTo>
                    <a:pt x="1085088" y="1245108"/>
                  </a:lnTo>
                  <a:lnTo>
                    <a:pt x="1085088" y="1293876"/>
                  </a:lnTo>
                  <a:lnTo>
                    <a:pt x="1088136" y="1298448"/>
                  </a:lnTo>
                  <a:lnTo>
                    <a:pt x="1095756" y="1298448"/>
                  </a:lnTo>
                  <a:lnTo>
                    <a:pt x="1098804" y="1293876"/>
                  </a:lnTo>
                  <a:lnTo>
                    <a:pt x="1098804" y="1245108"/>
                  </a:lnTo>
                  <a:close/>
                </a:path>
                <a:path w="2184400" h="4994275">
                  <a:moveTo>
                    <a:pt x="1098804" y="1162812"/>
                  </a:moveTo>
                  <a:lnTo>
                    <a:pt x="1095756" y="1159764"/>
                  </a:lnTo>
                  <a:lnTo>
                    <a:pt x="1088136" y="1159764"/>
                  </a:lnTo>
                  <a:lnTo>
                    <a:pt x="1085088" y="1162812"/>
                  </a:lnTo>
                  <a:lnTo>
                    <a:pt x="1085088" y="1211580"/>
                  </a:lnTo>
                  <a:lnTo>
                    <a:pt x="1088136" y="1214628"/>
                  </a:lnTo>
                  <a:lnTo>
                    <a:pt x="1095756" y="1214628"/>
                  </a:lnTo>
                  <a:lnTo>
                    <a:pt x="1098804" y="1211580"/>
                  </a:lnTo>
                  <a:lnTo>
                    <a:pt x="1098804" y="1162812"/>
                  </a:lnTo>
                  <a:close/>
                </a:path>
                <a:path w="2184400" h="4994275">
                  <a:moveTo>
                    <a:pt x="1098804" y="1080516"/>
                  </a:moveTo>
                  <a:lnTo>
                    <a:pt x="1095756" y="1077468"/>
                  </a:lnTo>
                  <a:lnTo>
                    <a:pt x="1088136" y="1077468"/>
                  </a:lnTo>
                  <a:lnTo>
                    <a:pt x="1085088" y="1080516"/>
                  </a:lnTo>
                  <a:lnTo>
                    <a:pt x="1085088" y="1129284"/>
                  </a:lnTo>
                  <a:lnTo>
                    <a:pt x="1088136" y="1132332"/>
                  </a:lnTo>
                  <a:lnTo>
                    <a:pt x="1095756" y="1132332"/>
                  </a:lnTo>
                  <a:lnTo>
                    <a:pt x="1098804" y="1129284"/>
                  </a:lnTo>
                  <a:lnTo>
                    <a:pt x="1098804" y="1080516"/>
                  </a:lnTo>
                  <a:close/>
                </a:path>
                <a:path w="2184400" h="4994275">
                  <a:moveTo>
                    <a:pt x="1098804" y="996696"/>
                  </a:moveTo>
                  <a:lnTo>
                    <a:pt x="1095756" y="993648"/>
                  </a:lnTo>
                  <a:lnTo>
                    <a:pt x="1088136" y="993648"/>
                  </a:lnTo>
                  <a:lnTo>
                    <a:pt x="1085088" y="996696"/>
                  </a:lnTo>
                  <a:lnTo>
                    <a:pt x="1085088" y="1045464"/>
                  </a:lnTo>
                  <a:lnTo>
                    <a:pt x="1088136" y="1050036"/>
                  </a:lnTo>
                  <a:lnTo>
                    <a:pt x="1095756" y="1050036"/>
                  </a:lnTo>
                  <a:lnTo>
                    <a:pt x="1098804" y="1045464"/>
                  </a:lnTo>
                  <a:lnTo>
                    <a:pt x="1098804" y="996696"/>
                  </a:lnTo>
                  <a:close/>
                </a:path>
                <a:path w="2184400" h="4994275">
                  <a:moveTo>
                    <a:pt x="1098804" y="914400"/>
                  </a:moveTo>
                  <a:lnTo>
                    <a:pt x="1095756" y="911352"/>
                  </a:lnTo>
                  <a:lnTo>
                    <a:pt x="1088136" y="911352"/>
                  </a:lnTo>
                  <a:lnTo>
                    <a:pt x="1085088" y="914400"/>
                  </a:lnTo>
                  <a:lnTo>
                    <a:pt x="1085088" y="963168"/>
                  </a:lnTo>
                  <a:lnTo>
                    <a:pt x="1088136" y="966216"/>
                  </a:lnTo>
                  <a:lnTo>
                    <a:pt x="1095756" y="966216"/>
                  </a:lnTo>
                  <a:lnTo>
                    <a:pt x="1098804" y="963168"/>
                  </a:lnTo>
                  <a:lnTo>
                    <a:pt x="1098804" y="914400"/>
                  </a:lnTo>
                  <a:close/>
                </a:path>
                <a:path w="2184400" h="4994275">
                  <a:moveTo>
                    <a:pt x="1098804" y="832104"/>
                  </a:moveTo>
                  <a:lnTo>
                    <a:pt x="1095756" y="829056"/>
                  </a:lnTo>
                  <a:lnTo>
                    <a:pt x="1088136" y="829056"/>
                  </a:lnTo>
                  <a:lnTo>
                    <a:pt x="1085088" y="832104"/>
                  </a:lnTo>
                  <a:lnTo>
                    <a:pt x="1085088" y="880872"/>
                  </a:lnTo>
                  <a:lnTo>
                    <a:pt x="1088136" y="883920"/>
                  </a:lnTo>
                  <a:lnTo>
                    <a:pt x="1095756" y="883920"/>
                  </a:lnTo>
                  <a:lnTo>
                    <a:pt x="1098804" y="880872"/>
                  </a:lnTo>
                  <a:lnTo>
                    <a:pt x="1098804" y="832104"/>
                  </a:lnTo>
                  <a:close/>
                </a:path>
                <a:path w="2184400" h="4994275">
                  <a:moveTo>
                    <a:pt x="1098804" y="748284"/>
                  </a:moveTo>
                  <a:lnTo>
                    <a:pt x="1095756" y="745236"/>
                  </a:lnTo>
                  <a:lnTo>
                    <a:pt x="1088136" y="745236"/>
                  </a:lnTo>
                  <a:lnTo>
                    <a:pt x="1085088" y="748284"/>
                  </a:lnTo>
                  <a:lnTo>
                    <a:pt x="1085088" y="798576"/>
                  </a:lnTo>
                  <a:lnTo>
                    <a:pt x="1088136" y="801624"/>
                  </a:lnTo>
                  <a:lnTo>
                    <a:pt x="1095756" y="801624"/>
                  </a:lnTo>
                  <a:lnTo>
                    <a:pt x="1098804" y="798576"/>
                  </a:lnTo>
                  <a:lnTo>
                    <a:pt x="1098804" y="748284"/>
                  </a:lnTo>
                  <a:close/>
                </a:path>
                <a:path w="2184400" h="4994275">
                  <a:moveTo>
                    <a:pt x="1098804" y="665988"/>
                  </a:moveTo>
                  <a:lnTo>
                    <a:pt x="1095756" y="662940"/>
                  </a:lnTo>
                  <a:lnTo>
                    <a:pt x="1088136" y="662940"/>
                  </a:lnTo>
                  <a:lnTo>
                    <a:pt x="1085088" y="665988"/>
                  </a:lnTo>
                  <a:lnTo>
                    <a:pt x="1085088" y="714756"/>
                  </a:lnTo>
                  <a:lnTo>
                    <a:pt x="1088136" y="717804"/>
                  </a:lnTo>
                  <a:lnTo>
                    <a:pt x="1095756" y="717804"/>
                  </a:lnTo>
                  <a:lnTo>
                    <a:pt x="1098804" y="714756"/>
                  </a:lnTo>
                  <a:lnTo>
                    <a:pt x="1098804" y="665988"/>
                  </a:lnTo>
                  <a:close/>
                </a:path>
                <a:path w="2184400" h="4994275">
                  <a:moveTo>
                    <a:pt x="1098804" y="583692"/>
                  </a:moveTo>
                  <a:lnTo>
                    <a:pt x="1095756" y="580644"/>
                  </a:lnTo>
                  <a:lnTo>
                    <a:pt x="1088136" y="580644"/>
                  </a:lnTo>
                  <a:lnTo>
                    <a:pt x="1085088" y="583692"/>
                  </a:lnTo>
                  <a:lnTo>
                    <a:pt x="1085088" y="632460"/>
                  </a:lnTo>
                  <a:lnTo>
                    <a:pt x="1088136" y="635508"/>
                  </a:lnTo>
                  <a:lnTo>
                    <a:pt x="1095756" y="635508"/>
                  </a:lnTo>
                  <a:lnTo>
                    <a:pt x="1098804" y="632460"/>
                  </a:lnTo>
                  <a:lnTo>
                    <a:pt x="1098804" y="583692"/>
                  </a:lnTo>
                  <a:close/>
                </a:path>
                <a:path w="2184400" h="4994275">
                  <a:moveTo>
                    <a:pt x="1098804" y="499872"/>
                  </a:moveTo>
                  <a:lnTo>
                    <a:pt x="1095756" y="496824"/>
                  </a:lnTo>
                  <a:lnTo>
                    <a:pt x="1088136" y="496824"/>
                  </a:lnTo>
                  <a:lnTo>
                    <a:pt x="1085088" y="499872"/>
                  </a:lnTo>
                  <a:lnTo>
                    <a:pt x="1085088" y="550164"/>
                  </a:lnTo>
                  <a:lnTo>
                    <a:pt x="1088136" y="553212"/>
                  </a:lnTo>
                  <a:lnTo>
                    <a:pt x="1095756" y="553212"/>
                  </a:lnTo>
                  <a:lnTo>
                    <a:pt x="1098804" y="550164"/>
                  </a:lnTo>
                  <a:lnTo>
                    <a:pt x="1098804" y="499872"/>
                  </a:lnTo>
                  <a:close/>
                </a:path>
                <a:path w="2184400" h="4994275">
                  <a:moveTo>
                    <a:pt x="1098804" y="417576"/>
                  </a:moveTo>
                  <a:lnTo>
                    <a:pt x="1095756" y="414528"/>
                  </a:lnTo>
                  <a:lnTo>
                    <a:pt x="1088136" y="414528"/>
                  </a:lnTo>
                  <a:lnTo>
                    <a:pt x="1085088" y="417576"/>
                  </a:lnTo>
                  <a:lnTo>
                    <a:pt x="1085088" y="466344"/>
                  </a:lnTo>
                  <a:lnTo>
                    <a:pt x="1088136" y="469392"/>
                  </a:lnTo>
                  <a:lnTo>
                    <a:pt x="1095756" y="469392"/>
                  </a:lnTo>
                  <a:lnTo>
                    <a:pt x="1098804" y="466344"/>
                  </a:lnTo>
                  <a:lnTo>
                    <a:pt x="1098804" y="417576"/>
                  </a:lnTo>
                  <a:close/>
                </a:path>
                <a:path w="2184400" h="4994275">
                  <a:moveTo>
                    <a:pt x="1098804" y="335280"/>
                  </a:moveTo>
                  <a:lnTo>
                    <a:pt x="1095756" y="332232"/>
                  </a:lnTo>
                  <a:lnTo>
                    <a:pt x="1088136" y="332232"/>
                  </a:lnTo>
                  <a:lnTo>
                    <a:pt x="1085088" y="335280"/>
                  </a:lnTo>
                  <a:lnTo>
                    <a:pt x="1085088" y="384048"/>
                  </a:lnTo>
                  <a:lnTo>
                    <a:pt x="1088136" y="387096"/>
                  </a:lnTo>
                  <a:lnTo>
                    <a:pt x="1095756" y="387096"/>
                  </a:lnTo>
                  <a:lnTo>
                    <a:pt x="1098804" y="384048"/>
                  </a:lnTo>
                  <a:lnTo>
                    <a:pt x="1098804" y="335280"/>
                  </a:lnTo>
                  <a:close/>
                </a:path>
                <a:path w="2184400" h="4994275">
                  <a:moveTo>
                    <a:pt x="1098804" y="251460"/>
                  </a:moveTo>
                  <a:lnTo>
                    <a:pt x="1095756" y="248412"/>
                  </a:lnTo>
                  <a:lnTo>
                    <a:pt x="1088136" y="248412"/>
                  </a:lnTo>
                  <a:lnTo>
                    <a:pt x="1085088" y="251460"/>
                  </a:lnTo>
                  <a:lnTo>
                    <a:pt x="1085088" y="301752"/>
                  </a:lnTo>
                  <a:lnTo>
                    <a:pt x="1088136" y="304800"/>
                  </a:lnTo>
                  <a:lnTo>
                    <a:pt x="1095756" y="304800"/>
                  </a:lnTo>
                  <a:lnTo>
                    <a:pt x="1098804" y="301752"/>
                  </a:lnTo>
                  <a:lnTo>
                    <a:pt x="1098804" y="251460"/>
                  </a:lnTo>
                  <a:close/>
                </a:path>
                <a:path w="2184400" h="4994275">
                  <a:moveTo>
                    <a:pt x="1098804" y="169164"/>
                  </a:moveTo>
                  <a:lnTo>
                    <a:pt x="1095756" y="166116"/>
                  </a:lnTo>
                  <a:lnTo>
                    <a:pt x="1088136" y="166116"/>
                  </a:lnTo>
                  <a:lnTo>
                    <a:pt x="1085088" y="169164"/>
                  </a:lnTo>
                  <a:lnTo>
                    <a:pt x="1085088" y="217932"/>
                  </a:lnTo>
                  <a:lnTo>
                    <a:pt x="1088136" y="220980"/>
                  </a:lnTo>
                  <a:lnTo>
                    <a:pt x="1095756" y="220980"/>
                  </a:lnTo>
                  <a:lnTo>
                    <a:pt x="1098804" y="217932"/>
                  </a:lnTo>
                  <a:lnTo>
                    <a:pt x="1098804" y="169164"/>
                  </a:lnTo>
                  <a:close/>
                </a:path>
                <a:path w="2184400" h="4994275">
                  <a:moveTo>
                    <a:pt x="1098804" y="86868"/>
                  </a:moveTo>
                  <a:lnTo>
                    <a:pt x="1095756" y="83820"/>
                  </a:lnTo>
                  <a:lnTo>
                    <a:pt x="1088136" y="83820"/>
                  </a:lnTo>
                  <a:lnTo>
                    <a:pt x="1085088" y="86868"/>
                  </a:lnTo>
                  <a:lnTo>
                    <a:pt x="1085088" y="135636"/>
                  </a:lnTo>
                  <a:lnTo>
                    <a:pt x="1088136" y="138684"/>
                  </a:lnTo>
                  <a:lnTo>
                    <a:pt x="1095756" y="138684"/>
                  </a:lnTo>
                  <a:lnTo>
                    <a:pt x="1098804" y="135636"/>
                  </a:lnTo>
                  <a:lnTo>
                    <a:pt x="1098804" y="86868"/>
                  </a:lnTo>
                  <a:close/>
                </a:path>
                <a:path w="2184400" h="4994275">
                  <a:moveTo>
                    <a:pt x="1098804" y="3048"/>
                  </a:moveTo>
                  <a:lnTo>
                    <a:pt x="1095756" y="0"/>
                  </a:lnTo>
                  <a:lnTo>
                    <a:pt x="1088136" y="0"/>
                  </a:lnTo>
                  <a:lnTo>
                    <a:pt x="1085088" y="3048"/>
                  </a:lnTo>
                  <a:lnTo>
                    <a:pt x="1085088" y="53340"/>
                  </a:lnTo>
                  <a:lnTo>
                    <a:pt x="1088136" y="56388"/>
                  </a:lnTo>
                  <a:lnTo>
                    <a:pt x="1095756" y="56388"/>
                  </a:lnTo>
                  <a:lnTo>
                    <a:pt x="1098804" y="53340"/>
                  </a:lnTo>
                  <a:lnTo>
                    <a:pt x="1098804" y="3048"/>
                  </a:lnTo>
                  <a:close/>
                </a:path>
                <a:path w="2184400" h="4994275">
                  <a:moveTo>
                    <a:pt x="1315212" y="4556760"/>
                  </a:moveTo>
                  <a:lnTo>
                    <a:pt x="1312164" y="4553712"/>
                  </a:lnTo>
                  <a:lnTo>
                    <a:pt x="1304544" y="4553712"/>
                  </a:lnTo>
                  <a:lnTo>
                    <a:pt x="1301496" y="4556760"/>
                  </a:lnTo>
                  <a:lnTo>
                    <a:pt x="1301496" y="4591812"/>
                  </a:lnTo>
                  <a:lnTo>
                    <a:pt x="1304544" y="4594860"/>
                  </a:lnTo>
                  <a:lnTo>
                    <a:pt x="1312164" y="4594860"/>
                  </a:lnTo>
                  <a:lnTo>
                    <a:pt x="1315212" y="4591812"/>
                  </a:lnTo>
                  <a:lnTo>
                    <a:pt x="1315212" y="4556760"/>
                  </a:lnTo>
                  <a:close/>
                </a:path>
                <a:path w="2184400" h="4994275">
                  <a:moveTo>
                    <a:pt x="1315212" y="4474464"/>
                  </a:moveTo>
                  <a:lnTo>
                    <a:pt x="1312164" y="4471416"/>
                  </a:lnTo>
                  <a:lnTo>
                    <a:pt x="1304544" y="4471416"/>
                  </a:lnTo>
                  <a:lnTo>
                    <a:pt x="1301496" y="4474464"/>
                  </a:lnTo>
                  <a:lnTo>
                    <a:pt x="1301496" y="4523232"/>
                  </a:lnTo>
                  <a:lnTo>
                    <a:pt x="1304544" y="4526280"/>
                  </a:lnTo>
                  <a:lnTo>
                    <a:pt x="1312164" y="4526280"/>
                  </a:lnTo>
                  <a:lnTo>
                    <a:pt x="1315212" y="4523232"/>
                  </a:lnTo>
                  <a:lnTo>
                    <a:pt x="1315212" y="4474464"/>
                  </a:lnTo>
                  <a:close/>
                </a:path>
                <a:path w="2184400" h="4994275">
                  <a:moveTo>
                    <a:pt x="1315212" y="4392168"/>
                  </a:moveTo>
                  <a:lnTo>
                    <a:pt x="1312164" y="4389120"/>
                  </a:lnTo>
                  <a:lnTo>
                    <a:pt x="1304544" y="4389120"/>
                  </a:lnTo>
                  <a:lnTo>
                    <a:pt x="1301496" y="4392168"/>
                  </a:lnTo>
                  <a:lnTo>
                    <a:pt x="1301496" y="4440936"/>
                  </a:lnTo>
                  <a:lnTo>
                    <a:pt x="1304544" y="4443984"/>
                  </a:lnTo>
                  <a:lnTo>
                    <a:pt x="1312164" y="4443984"/>
                  </a:lnTo>
                  <a:lnTo>
                    <a:pt x="1315212" y="4440936"/>
                  </a:lnTo>
                  <a:lnTo>
                    <a:pt x="1315212" y="4392168"/>
                  </a:lnTo>
                  <a:close/>
                </a:path>
                <a:path w="2184400" h="4994275">
                  <a:moveTo>
                    <a:pt x="1315212" y="4308348"/>
                  </a:moveTo>
                  <a:lnTo>
                    <a:pt x="1312164" y="4305300"/>
                  </a:lnTo>
                  <a:lnTo>
                    <a:pt x="1304544" y="4305300"/>
                  </a:lnTo>
                  <a:lnTo>
                    <a:pt x="1301496" y="4308348"/>
                  </a:lnTo>
                  <a:lnTo>
                    <a:pt x="1301496" y="4358640"/>
                  </a:lnTo>
                  <a:lnTo>
                    <a:pt x="1304544" y="4361688"/>
                  </a:lnTo>
                  <a:lnTo>
                    <a:pt x="1312164" y="4361688"/>
                  </a:lnTo>
                  <a:lnTo>
                    <a:pt x="1315212" y="4358640"/>
                  </a:lnTo>
                  <a:lnTo>
                    <a:pt x="1315212" y="4308348"/>
                  </a:lnTo>
                  <a:close/>
                </a:path>
                <a:path w="2184400" h="4994275">
                  <a:moveTo>
                    <a:pt x="1315212" y="4226052"/>
                  </a:moveTo>
                  <a:lnTo>
                    <a:pt x="1312164" y="4223004"/>
                  </a:lnTo>
                  <a:lnTo>
                    <a:pt x="1304544" y="4223004"/>
                  </a:lnTo>
                  <a:lnTo>
                    <a:pt x="1301496" y="4226052"/>
                  </a:lnTo>
                  <a:lnTo>
                    <a:pt x="1301496" y="4274820"/>
                  </a:lnTo>
                  <a:lnTo>
                    <a:pt x="1304544" y="4277868"/>
                  </a:lnTo>
                  <a:lnTo>
                    <a:pt x="1312164" y="4277868"/>
                  </a:lnTo>
                  <a:lnTo>
                    <a:pt x="1315212" y="4274820"/>
                  </a:lnTo>
                  <a:lnTo>
                    <a:pt x="1315212" y="4226052"/>
                  </a:lnTo>
                  <a:close/>
                </a:path>
                <a:path w="2184400" h="4994275">
                  <a:moveTo>
                    <a:pt x="1315212" y="4143756"/>
                  </a:moveTo>
                  <a:lnTo>
                    <a:pt x="1312164" y="4140708"/>
                  </a:lnTo>
                  <a:lnTo>
                    <a:pt x="1304544" y="4140708"/>
                  </a:lnTo>
                  <a:lnTo>
                    <a:pt x="1301496" y="4143756"/>
                  </a:lnTo>
                  <a:lnTo>
                    <a:pt x="1301496" y="4192524"/>
                  </a:lnTo>
                  <a:lnTo>
                    <a:pt x="1304544" y="4195572"/>
                  </a:lnTo>
                  <a:lnTo>
                    <a:pt x="1312164" y="4195572"/>
                  </a:lnTo>
                  <a:lnTo>
                    <a:pt x="1315212" y="4192524"/>
                  </a:lnTo>
                  <a:lnTo>
                    <a:pt x="1315212" y="4143756"/>
                  </a:lnTo>
                  <a:close/>
                </a:path>
                <a:path w="2184400" h="4994275">
                  <a:moveTo>
                    <a:pt x="1315212" y="4059936"/>
                  </a:moveTo>
                  <a:lnTo>
                    <a:pt x="1312164" y="4056888"/>
                  </a:lnTo>
                  <a:lnTo>
                    <a:pt x="1304544" y="4056888"/>
                  </a:lnTo>
                  <a:lnTo>
                    <a:pt x="1301496" y="4059936"/>
                  </a:lnTo>
                  <a:lnTo>
                    <a:pt x="1301496" y="4110228"/>
                  </a:lnTo>
                  <a:lnTo>
                    <a:pt x="1304544" y="4113276"/>
                  </a:lnTo>
                  <a:lnTo>
                    <a:pt x="1312164" y="4113276"/>
                  </a:lnTo>
                  <a:lnTo>
                    <a:pt x="1315212" y="4110228"/>
                  </a:lnTo>
                  <a:lnTo>
                    <a:pt x="1315212" y="4059936"/>
                  </a:lnTo>
                  <a:close/>
                </a:path>
                <a:path w="2184400" h="4994275">
                  <a:moveTo>
                    <a:pt x="1315212" y="3977640"/>
                  </a:moveTo>
                  <a:lnTo>
                    <a:pt x="1312164" y="3974592"/>
                  </a:lnTo>
                  <a:lnTo>
                    <a:pt x="1304544" y="3974592"/>
                  </a:lnTo>
                  <a:lnTo>
                    <a:pt x="1301496" y="3977640"/>
                  </a:lnTo>
                  <a:lnTo>
                    <a:pt x="1301496" y="4026408"/>
                  </a:lnTo>
                  <a:lnTo>
                    <a:pt x="1304544" y="4029456"/>
                  </a:lnTo>
                  <a:lnTo>
                    <a:pt x="1312164" y="4029456"/>
                  </a:lnTo>
                  <a:lnTo>
                    <a:pt x="1315212" y="4026408"/>
                  </a:lnTo>
                  <a:lnTo>
                    <a:pt x="1315212" y="3977640"/>
                  </a:lnTo>
                  <a:close/>
                </a:path>
                <a:path w="2184400" h="4994275">
                  <a:moveTo>
                    <a:pt x="1315212" y="3895344"/>
                  </a:moveTo>
                  <a:lnTo>
                    <a:pt x="1312164" y="3892296"/>
                  </a:lnTo>
                  <a:lnTo>
                    <a:pt x="1304544" y="3892296"/>
                  </a:lnTo>
                  <a:lnTo>
                    <a:pt x="1301496" y="3895344"/>
                  </a:lnTo>
                  <a:lnTo>
                    <a:pt x="1301496" y="3944112"/>
                  </a:lnTo>
                  <a:lnTo>
                    <a:pt x="1304544" y="3947160"/>
                  </a:lnTo>
                  <a:lnTo>
                    <a:pt x="1312164" y="3947160"/>
                  </a:lnTo>
                  <a:lnTo>
                    <a:pt x="1315212" y="3944112"/>
                  </a:lnTo>
                  <a:lnTo>
                    <a:pt x="1315212" y="3895344"/>
                  </a:lnTo>
                  <a:close/>
                </a:path>
                <a:path w="2184400" h="4994275">
                  <a:moveTo>
                    <a:pt x="1315212" y="3811524"/>
                  </a:moveTo>
                  <a:lnTo>
                    <a:pt x="1312164" y="3808476"/>
                  </a:lnTo>
                  <a:lnTo>
                    <a:pt x="1304544" y="3808476"/>
                  </a:lnTo>
                  <a:lnTo>
                    <a:pt x="1301496" y="3811524"/>
                  </a:lnTo>
                  <a:lnTo>
                    <a:pt x="1301496" y="3861816"/>
                  </a:lnTo>
                  <a:lnTo>
                    <a:pt x="1304544" y="3864864"/>
                  </a:lnTo>
                  <a:lnTo>
                    <a:pt x="1312164" y="3864864"/>
                  </a:lnTo>
                  <a:lnTo>
                    <a:pt x="1315212" y="3861816"/>
                  </a:lnTo>
                  <a:lnTo>
                    <a:pt x="1315212" y="3811524"/>
                  </a:lnTo>
                  <a:close/>
                </a:path>
                <a:path w="2184400" h="4994275">
                  <a:moveTo>
                    <a:pt x="1315212" y="3729228"/>
                  </a:moveTo>
                  <a:lnTo>
                    <a:pt x="1312164" y="3726180"/>
                  </a:lnTo>
                  <a:lnTo>
                    <a:pt x="1304544" y="3726180"/>
                  </a:lnTo>
                  <a:lnTo>
                    <a:pt x="1301496" y="3729228"/>
                  </a:lnTo>
                  <a:lnTo>
                    <a:pt x="1301496" y="3777996"/>
                  </a:lnTo>
                  <a:lnTo>
                    <a:pt x="1304544" y="3781044"/>
                  </a:lnTo>
                  <a:lnTo>
                    <a:pt x="1312164" y="3781044"/>
                  </a:lnTo>
                  <a:lnTo>
                    <a:pt x="1315212" y="3777996"/>
                  </a:lnTo>
                  <a:lnTo>
                    <a:pt x="1315212" y="3729228"/>
                  </a:lnTo>
                  <a:close/>
                </a:path>
                <a:path w="2184400" h="4994275">
                  <a:moveTo>
                    <a:pt x="1315212" y="3646932"/>
                  </a:moveTo>
                  <a:lnTo>
                    <a:pt x="1312164" y="3643884"/>
                  </a:lnTo>
                  <a:lnTo>
                    <a:pt x="1304544" y="3643884"/>
                  </a:lnTo>
                  <a:lnTo>
                    <a:pt x="1301496" y="3646932"/>
                  </a:lnTo>
                  <a:lnTo>
                    <a:pt x="1301496" y="3695700"/>
                  </a:lnTo>
                  <a:lnTo>
                    <a:pt x="1304544" y="3698748"/>
                  </a:lnTo>
                  <a:lnTo>
                    <a:pt x="1312164" y="3698748"/>
                  </a:lnTo>
                  <a:lnTo>
                    <a:pt x="1315212" y="3695700"/>
                  </a:lnTo>
                  <a:lnTo>
                    <a:pt x="1315212" y="3646932"/>
                  </a:lnTo>
                  <a:close/>
                </a:path>
                <a:path w="2184400" h="4994275">
                  <a:moveTo>
                    <a:pt x="1315212" y="3563112"/>
                  </a:moveTo>
                  <a:lnTo>
                    <a:pt x="1312164" y="3560064"/>
                  </a:lnTo>
                  <a:lnTo>
                    <a:pt x="1304544" y="3560064"/>
                  </a:lnTo>
                  <a:lnTo>
                    <a:pt x="1301496" y="3563112"/>
                  </a:lnTo>
                  <a:lnTo>
                    <a:pt x="1301496" y="3613404"/>
                  </a:lnTo>
                  <a:lnTo>
                    <a:pt x="1304544" y="3616452"/>
                  </a:lnTo>
                  <a:lnTo>
                    <a:pt x="1312164" y="3616452"/>
                  </a:lnTo>
                  <a:lnTo>
                    <a:pt x="1315212" y="3613404"/>
                  </a:lnTo>
                  <a:lnTo>
                    <a:pt x="1315212" y="3563112"/>
                  </a:lnTo>
                  <a:close/>
                </a:path>
                <a:path w="2184400" h="4994275">
                  <a:moveTo>
                    <a:pt x="1315212" y="3480816"/>
                  </a:moveTo>
                  <a:lnTo>
                    <a:pt x="1312164" y="3477768"/>
                  </a:lnTo>
                  <a:lnTo>
                    <a:pt x="1304544" y="3477768"/>
                  </a:lnTo>
                  <a:lnTo>
                    <a:pt x="1301496" y="3480816"/>
                  </a:lnTo>
                  <a:lnTo>
                    <a:pt x="1301496" y="3529584"/>
                  </a:lnTo>
                  <a:lnTo>
                    <a:pt x="1304544" y="3532632"/>
                  </a:lnTo>
                  <a:lnTo>
                    <a:pt x="1312164" y="3532632"/>
                  </a:lnTo>
                  <a:lnTo>
                    <a:pt x="1315212" y="3529584"/>
                  </a:lnTo>
                  <a:lnTo>
                    <a:pt x="1315212" y="3480816"/>
                  </a:lnTo>
                  <a:close/>
                </a:path>
                <a:path w="2184400" h="4994275">
                  <a:moveTo>
                    <a:pt x="1315212" y="3398520"/>
                  </a:moveTo>
                  <a:lnTo>
                    <a:pt x="1312164" y="3395472"/>
                  </a:lnTo>
                  <a:lnTo>
                    <a:pt x="1304544" y="3395472"/>
                  </a:lnTo>
                  <a:lnTo>
                    <a:pt x="1301496" y="3398520"/>
                  </a:lnTo>
                  <a:lnTo>
                    <a:pt x="1301496" y="3447288"/>
                  </a:lnTo>
                  <a:lnTo>
                    <a:pt x="1304544" y="3450336"/>
                  </a:lnTo>
                  <a:lnTo>
                    <a:pt x="1312164" y="3450336"/>
                  </a:lnTo>
                  <a:lnTo>
                    <a:pt x="1315212" y="3447288"/>
                  </a:lnTo>
                  <a:lnTo>
                    <a:pt x="1315212" y="3398520"/>
                  </a:lnTo>
                  <a:close/>
                </a:path>
                <a:path w="2184400" h="4994275">
                  <a:moveTo>
                    <a:pt x="1315212" y="3316224"/>
                  </a:moveTo>
                  <a:lnTo>
                    <a:pt x="1312164" y="3311652"/>
                  </a:lnTo>
                  <a:lnTo>
                    <a:pt x="1304544" y="3311652"/>
                  </a:lnTo>
                  <a:lnTo>
                    <a:pt x="1301496" y="3316224"/>
                  </a:lnTo>
                  <a:lnTo>
                    <a:pt x="1301496" y="3364992"/>
                  </a:lnTo>
                  <a:lnTo>
                    <a:pt x="1304544" y="3368040"/>
                  </a:lnTo>
                  <a:lnTo>
                    <a:pt x="1312164" y="3368040"/>
                  </a:lnTo>
                  <a:lnTo>
                    <a:pt x="1315212" y="3364992"/>
                  </a:lnTo>
                  <a:lnTo>
                    <a:pt x="1315212" y="3316224"/>
                  </a:lnTo>
                  <a:close/>
                </a:path>
                <a:path w="2184400" h="4994275">
                  <a:moveTo>
                    <a:pt x="1315212" y="3232404"/>
                  </a:moveTo>
                  <a:lnTo>
                    <a:pt x="1312164" y="3229356"/>
                  </a:lnTo>
                  <a:lnTo>
                    <a:pt x="1304544" y="3229356"/>
                  </a:lnTo>
                  <a:lnTo>
                    <a:pt x="1301496" y="3232404"/>
                  </a:lnTo>
                  <a:lnTo>
                    <a:pt x="1301496" y="3281172"/>
                  </a:lnTo>
                  <a:lnTo>
                    <a:pt x="1304544" y="3284220"/>
                  </a:lnTo>
                  <a:lnTo>
                    <a:pt x="1312164" y="3284220"/>
                  </a:lnTo>
                  <a:lnTo>
                    <a:pt x="1315212" y="3281172"/>
                  </a:lnTo>
                  <a:lnTo>
                    <a:pt x="1315212" y="3232404"/>
                  </a:lnTo>
                  <a:close/>
                </a:path>
                <a:path w="2184400" h="4994275">
                  <a:moveTo>
                    <a:pt x="1315212" y="3150108"/>
                  </a:moveTo>
                  <a:lnTo>
                    <a:pt x="1312164" y="3147060"/>
                  </a:lnTo>
                  <a:lnTo>
                    <a:pt x="1304544" y="3147060"/>
                  </a:lnTo>
                  <a:lnTo>
                    <a:pt x="1301496" y="3150108"/>
                  </a:lnTo>
                  <a:lnTo>
                    <a:pt x="1301496" y="3198876"/>
                  </a:lnTo>
                  <a:lnTo>
                    <a:pt x="1304544" y="3201924"/>
                  </a:lnTo>
                  <a:lnTo>
                    <a:pt x="1312164" y="3201924"/>
                  </a:lnTo>
                  <a:lnTo>
                    <a:pt x="1315212" y="3198876"/>
                  </a:lnTo>
                  <a:lnTo>
                    <a:pt x="1315212" y="3150108"/>
                  </a:lnTo>
                  <a:close/>
                </a:path>
                <a:path w="2184400" h="4994275">
                  <a:moveTo>
                    <a:pt x="1315212" y="3067812"/>
                  </a:moveTo>
                  <a:lnTo>
                    <a:pt x="1312164" y="3063240"/>
                  </a:lnTo>
                  <a:lnTo>
                    <a:pt x="1304544" y="3063240"/>
                  </a:lnTo>
                  <a:lnTo>
                    <a:pt x="1301496" y="3067812"/>
                  </a:lnTo>
                  <a:lnTo>
                    <a:pt x="1301496" y="3116580"/>
                  </a:lnTo>
                  <a:lnTo>
                    <a:pt x="1304544" y="3119628"/>
                  </a:lnTo>
                  <a:lnTo>
                    <a:pt x="1312164" y="3119628"/>
                  </a:lnTo>
                  <a:lnTo>
                    <a:pt x="1315212" y="3116580"/>
                  </a:lnTo>
                  <a:lnTo>
                    <a:pt x="1315212" y="3067812"/>
                  </a:lnTo>
                  <a:close/>
                </a:path>
                <a:path w="2184400" h="4994275">
                  <a:moveTo>
                    <a:pt x="1315212" y="2983992"/>
                  </a:moveTo>
                  <a:lnTo>
                    <a:pt x="1312164" y="2980944"/>
                  </a:lnTo>
                  <a:lnTo>
                    <a:pt x="1304544" y="2980944"/>
                  </a:lnTo>
                  <a:lnTo>
                    <a:pt x="1301496" y="2983992"/>
                  </a:lnTo>
                  <a:lnTo>
                    <a:pt x="1301496" y="3032760"/>
                  </a:lnTo>
                  <a:lnTo>
                    <a:pt x="1304544" y="3035808"/>
                  </a:lnTo>
                  <a:lnTo>
                    <a:pt x="1312164" y="3035808"/>
                  </a:lnTo>
                  <a:lnTo>
                    <a:pt x="1315212" y="3032760"/>
                  </a:lnTo>
                  <a:lnTo>
                    <a:pt x="1315212" y="2983992"/>
                  </a:lnTo>
                  <a:close/>
                </a:path>
                <a:path w="2184400" h="4994275">
                  <a:moveTo>
                    <a:pt x="1315212" y="2901696"/>
                  </a:moveTo>
                  <a:lnTo>
                    <a:pt x="1312164" y="2898648"/>
                  </a:lnTo>
                  <a:lnTo>
                    <a:pt x="1304544" y="2898648"/>
                  </a:lnTo>
                  <a:lnTo>
                    <a:pt x="1301496" y="2901696"/>
                  </a:lnTo>
                  <a:lnTo>
                    <a:pt x="1301496" y="2950464"/>
                  </a:lnTo>
                  <a:lnTo>
                    <a:pt x="1304544" y="2953512"/>
                  </a:lnTo>
                  <a:lnTo>
                    <a:pt x="1312164" y="2953512"/>
                  </a:lnTo>
                  <a:lnTo>
                    <a:pt x="1315212" y="2950464"/>
                  </a:lnTo>
                  <a:lnTo>
                    <a:pt x="1315212" y="2901696"/>
                  </a:lnTo>
                  <a:close/>
                </a:path>
                <a:path w="2184400" h="4994275">
                  <a:moveTo>
                    <a:pt x="1315212" y="2819400"/>
                  </a:moveTo>
                  <a:lnTo>
                    <a:pt x="1312164" y="2816364"/>
                  </a:lnTo>
                  <a:lnTo>
                    <a:pt x="1304544" y="2816364"/>
                  </a:lnTo>
                  <a:lnTo>
                    <a:pt x="1301496" y="2819400"/>
                  </a:lnTo>
                  <a:lnTo>
                    <a:pt x="1301496" y="2868168"/>
                  </a:lnTo>
                  <a:lnTo>
                    <a:pt x="1304544" y="2871216"/>
                  </a:lnTo>
                  <a:lnTo>
                    <a:pt x="1312164" y="2871216"/>
                  </a:lnTo>
                  <a:lnTo>
                    <a:pt x="1315212" y="2868168"/>
                  </a:lnTo>
                  <a:lnTo>
                    <a:pt x="1315212" y="2819400"/>
                  </a:lnTo>
                  <a:close/>
                </a:path>
                <a:path w="2184400" h="4994275">
                  <a:moveTo>
                    <a:pt x="1315212" y="2735580"/>
                  </a:moveTo>
                  <a:lnTo>
                    <a:pt x="1312164" y="2732532"/>
                  </a:lnTo>
                  <a:lnTo>
                    <a:pt x="1304544" y="2732532"/>
                  </a:lnTo>
                  <a:lnTo>
                    <a:pt x="1301496" y="2735580"/>
                  </a:lnTo>
                  <a:lnTo>
                    <a:pt x="1301496" y="2784348"/>
                  </a:lnTo>
                  <a:lnTo>
                    <a:pt x="1304544" y="2787396"/>
                  </a:lnTo>
                  <a:lnTo>
                    <a:pt x="1312164" y="2787396"/>
                  </a:lnTo>
                  <a:lnTo>
                    <a:pt x="1315212" y="2784348"/>
                  </a:lnTo>
                  <a:lnTo>
                    <a:pt x="1315212" y="2735580"/>
                  </a:lnTo>
                  <a:close/>
                </a:path>
                <a:path w="2184400" h="4994275">
                  <a:moveTo>
                    <a:pt x="1315212" y="2653284"/>
                  </a:moveTo>
                  <a:lnTo>
                    <a:pt x="1312164" y="2650236"/>
                  </a:lnTo>
                  <a:lnTo>
                    <a:pt x="1304544" y="2650236"/>
                  </a:lnTo>
                  <a:lnTo>
                    <a:pt x="1301496" y="2653284"/>
                  </a:lnTo>
                  <a:lnTo>
                    <a:pt x="1301496" y="2702052"/>
                  </a:lnTo>
                  <a:lnTo>
                    <a:pt x="1304544" y="2705100"/>
                  </a:lnTo>
                  <a:lnTo>
                    <a:pt x="1312164" y="2705100"/>
                  </a:lnTo>
                  <a:lnTo>
                    <a:pt x="1315212" y="2702052"/>
                  </a:lnTo>
                  <a:lnTo>
                    <a:pt x="1315212" y="2653284"/>
                  </a:lnTo>
                  <a:close/>
                </a:path>
                <a:path w="2184400" h="4994275">
                  <a:moveTo>
                    <a:pt x="1315212" y="2570988"/>
                  </a:moveTo>
                  <a:lnTo>
                    <a:pt x="1312164" y="2567940"/>
                  </a:lnTo>
                  <a:lnTo>
                    <a:pt x="1304544" y="2567940"/>
                  </a:lnTo>
                  <a:lnTo>
                    <a:pt x="1301496" y="2570988"/>
                  </a:lnTo>
                  <a:lnTo>
                    <a:pt x="1301496" y="2619756"/>
                  </a:lnTo>
                  <a:lnTo>
                    <a:pt x="1304544" y="2622804"/>
                  </a:lnTo>
                  <a:lnTo>
                    <a:pt x="1312164" y="2622804"/>
                  </a:lnTo>
                  <a:lnTo>
                    <a:pt x="1315212" y="2619756"/>
                  </a:lnTo>
                  <a:lnTo>
                    <a:pt x="1315212" y="2570988"/>
                  </a:lnTo>
                  <a:close/>
                </a:path>
                <a:path w="2184400" h="4994275">
                  <a:moveTo>
                    <a:pt x="1315212" y="2487168"/>
                  </a:moveTo>
                  <a:lnTo>
                    <a:pt x="1312164" y="2484120"/>
                  </a:lnTo>
                  <a:lnTo>
                    <a:pt x="1304544" y="2484120"/>
                  </a:lnTo>
                  <a:lnTo>
                    <a:pt x="1301496" y="2487168"/>
                  </a:lnTo>
                  <a:lnTo>
                    <a:pt x="1301496" y="2535936"/>
                  </a:lnTo>
                  <a:lnTo>
                    <a:pt x="1304544" y="2538984"/>
                  </a:lnTo>
                  <a:lnTo>
                    <a:pt x="1312164" y="2538984"/>
                  </a:lnTo>
                  <a:lnTo>
                    <a:pt x="1315212" y="2535936"/>
                  </a:lnTo>
                  <a:lnTo>
                    <a:pt x="1315212" y="2487168"/>
                  </a:lnTo>
                  <a:close/>
                </a:path>
                <a:path w="2184400" h="4994275">
                  <a:moveTo>
                    <a:pt x="1315212" y="2404872"/>
                  </a:moveTo>
                  <a:lnTo>
                    <a:pt x="1312164" y="2401824"/>
                  </a:lnTo>
                  <a:lnTo>
                    <a:pt x="1304544" y="2401824"/>
                  </a:lnTo>
                  <a:lnTo>
                    <a:pt x="1301496" y="2404872"/>
                  </a:lnTo>
                  <a:lnTo>
                    <a:pt x="1301496" y="2453640"/>
                  </a:lnTo>
                  <a:lnTo>
                    <a:pt x="1304544" y="2456688"/>
                  </a:lnTo>
                  <a:lnTo>
                    <a:pt x="1312164" y="2456688"/>
                  </a:lnTo>
                  <a:lnTo>
                    <a:pt x="1315212" y="2453640"/>
                  </a:lnTo>
                  <a:lnTo>
                    <a:pt x="1315212" y="2404872"/>
                  </a:lnTo>
                  <a:close/>
                </a:path>
                <a:path w="2184400" h="4994275">
                  <a:moveTo>
                    <a:pt x="1315212" y="2322576"/>
                  </a:moveTo>
                  <a:lnTo>
                    <a:pt x="1312164" y="2319528"/>
                  </a:lnTo>
                  <a:lnTo>
                    <a:pt x="1304544" y="2319528"/>
                  </a:lnTo>
                  <a:lnTo>
                    <a:pt x="1301496" y="2322576"/>
                  </a:lnTo>
                  <a:lnTo>
                    <a:pt x="1301496" y="2371344"/>
                  </a:lnTo>
                  <a:lnTo>
                    <a:pt x="1304544" y="2374392"/>
                  </a:lnTo>
                  <a:lnTo>
                    <a:pt x="1312164" y="2374392"/>
                  </a:lnTo>
                  <a:lnTo>
                    <a:pt x="1315212" y="2371344"/>
                  </a:lnTo>
                  <a:lnTo>
                    <a:pt x="1315212" y="2322576"/>
                  </a:lnTo>
                  <a:close/>
                </a:path>
                <a:path w="2184400" h="4994275">
                  <a:moveTo>
                    <a:pt x="1315212" y="2238756"/>
                  </a:moveTo>
                  <a:lnTo>
                    <a:pt x="1312164" y="2235708"/>
                  </a:lnTo>
                  <a:lnTo>
                    <a:pt x="1304544" y="2235708"/>
                  </a:lnTo>
                  <a:lnTo>
                    <a:pt x="1301496" y="2238756"/>
                  </a:lnTo>
                  <a:lnTo>
                    <a:pt x="1301496" y="2287524"/>
                  </a:lnTo>
                  <a:lnTo>
                    <a:pt x="1304544" y="2290572"/>
                  </a:lnTo>
                  <a:lnTo>
                    <a:pt x="1312164" y="2290572"/>
                  </a:lnTo>
                  <a:lnTo>
                    <a:pt x="1315212" y="2287524"/>
                  </a:lnTo>
                  <a:lnTo>
                    <a:pt x="1315212" y="2238756"/>
                  </a:lnTo>
                  <a:close/>
                </a:path>
                <a:path w="2184400" h="4994275">
                  <a:moveTo>
                    <a:pt x="1315212" y="2156460"/>
                  </a:moveTo>
                  <a:lnTo>
                    <a:pt x="1312164" y="2153412"/>
                  </a:lnTo>
                  <a:lnTo>
                    <a:pt x="1304544" y="2153412"/>
                  </a:lnTo>
                  <a:lnTo>
                    <a:pt x="1301496" y="2156460"/>
                  </a:lnTo>
                  <a:lnTo>
                    <a:pt x="1301496" y="2205228"/>
                  </a:lnTo>
                  <a:lnTo>
                    <a:pt x="1304544" y="2208276"/>
                  </a:lnTo>
                  <a:lnTo>
                    <a:pt x="1312164" y="2208276"/>
                  </a:lnTo>
                  <a:lnTo>
                    <a:pt x="1315212" y="2205228"/>
                  </a:lnTo>
                  <a:lnTo>
                    <a:pt x="1315212" y="2156460"/>
                  </a:lnTo>
                  <a:close/>
                </a:path>
                <a:path w="2184400" h="4994275">
                  <a:moveTo>
                    <a:pt x="1315212" y="2074164"/>
                  </a:moveTo>
                  <a:lnTo>
                    <a:pt x="1312164" y="2071116"/>
                  </a:lnTo>
                  <a:lnTo>
                    <a:pt x="1304544" y="2071116"/>
                  </a:lnTo>
                  <a:lnTo>
                    <a:pt x="1301496" y="2074164"/>
                  </a:lnTo>
                  <a:lnTo>
                    <a:pt x="1301496" y="2122932"/>
                  </a:lnTo>
                  <a:lnTo>
                    <a:pt x="1304544" y="2125980"/>
                  </a:lnTo>
                  <a:lnTo>
                    <a:pt x="1312164" y="2125980"/>
                  </a:lnTo>
                  <a:lnTo>
                    <a:pt x="1315212" y="2122932"/>
                  </a:lnTo>
                  <a:lnTo>
                    <a:pt x="1315212" y="2074164"/>
                  </a:lnTo>
                  <a:close/>
                </a:path>
                <a:path w="2184400" h="4994275">
                  <a:moveTo>
                    <a:pt x="1315212" y="1990344"/>
                  </a:moveTo>
                  <a:lnTo>
                    <a:pt x="1312164" y="1987296"/>
                  </a:lnTo>
                  <a:lnTo>
                    <a:pt x="1304544" y="1987296"/>
                  </a:lnTo>
                  <a:lnTo>
                    <a:pt x="1301496" y="1990344"/>
                  </a:lnTo>
                  <a:lnTo>
                    <a:pt x="1301496" y="2039112"/>
                  </a:lnTo>
                  <a:lnTo>
                    <a:pt x="1304544" y="2042160"/>
                  </a:lnTo>
                  <a:lnTo>
                    <a:pt x="1312164" y="2042160"/>
                  </a:lnTo>
                  <a:lnTo>
                    <a:pt x="1315212" y="2039112"/>
                  </a:lnTo>
                  <a:lnTo>
                    <a:pt x="1315212" y="1990344"/>
                  </a:lnTo>
                  <a:close/>
                </a:path>
                <a:path w="2184400" h="4994275">
                  <a:moveTo>
                    <a:pt x="1315212" y="1908048"/>
                  </a:moveTo>
                  <a:lnTo>
                    <a:pt x="1312164" y="1905000"/>
                  </a:lnTo>
                  <a:lnTo>
                    <a:pt x="1304544" y="1905000"/>
                  </a:lnTo>
                  <a:lnTo>
                    <a:pt x="1301496" y="1908048"/>
                  </a:lnTo>
                  <a:lnTo>
                    <a:pt x="1301496" y="1956816"/>
                  </a:lnTo>
                  <a:lnTo>
                    <a:pt x="1304544" y="1959864"/>
                  </a:lnTo>
                  <a:lnTo>
                    <a:pt x="1312164" y="1959864"/>
                  </a:lnTo>
                  <a:lnTo>
                    <a:pt x="1315212" y="1956816"/>
                  </a:lnTo>
                  <a:lnTo>
                    <a:pt x="1315212" y="1908048"/>
                  </a:lnTo>
                  <a:close/>
                </a:path>
                <a:path w="2184400" h="4994275">
                  <a:moveTo>
                    <a:pt x="1315212" y="1825752"/>
                  </a:moveTo>
                  <a:lnTo>
                    <a:pt x="1312164" y="1822704"/>
                  </a:lnTo>
                  <a:lnTo>
                    <a:pt x="1304544" y="1822704"/>
                  </a:lnTo>
                  <a:lnTo>
                    <a:pt x="1301496" y="1825752"/>
                  </a:lnTo>
                  <a:lnTo>
                    <a:pt x="1301496" y="1874520"/>
                  </a:lnTo>
                  <a:lnTo>
                    <a:pt x="1304544" y="1877568"/>
                  </a:lnTo>
                  <a:lnTo>
                    <a:pt x="1312164" y="1877568"/>
                  </a:lnTo>
                  <a:lnTo>
                    <a:pt x="1315212" y="1874520"/>
                  </a:lnTo>
                  <a:lnTo>
                    <a:pt x="1315212" y="1825752"/>
                  </a:lnTo>
                  <a:close/>
                </a:path>
                <a:path w="2184400" h="4994275">
                  <a:moveTo>
                    <a:pt x="1315212" y="1741932"/>
                  </a:moveTo>
                  <a:lnTo>
                    <a:pt x="1312164" y="1738884"/>
                  </a:lnTo>
                  <a:lnTo>
                    <a:pt x="1304544" y="1738884"/>
                  </a:lnTo>
                  <a:lnTo>
                    <a:pt x="1301496" y="1741932"/>
                  </a:lnTo>
                  <a:lnTo>
                    <a:pt x="1301496" y="1790700"/>
                  </a:lnTo>
                  <a:lnTo>
                    <a:pt x="1304544" y="1793748"/>
                  </a:lnTo>
                  <a:lnTo>
                    <a:pt x="1312164" y="1793748"/>
                  </a:lnTo>
                  <a:lnTo>
                    <a:pt x="1315212" y="1790700"/>
                  </a:lnTo>
                  <a:lnTo>
                    <a:pt x="1315212" y="1741932"/>
                  </a:lnTo>
                  <a:close/>
                </a:path>
                <a:path w="2184400" h="4994275">
                  <a:moveTo>
                    <a:pt x="1315212" y="1659636"/>
                  </a:moveTo>
                  <a:lnTo>
                    <a:pt x="1312164" y="1656588"/>
                  </a:lnTo>
                  <a:lnTo>
                    <a:pt x="1304544" y="1656588"/>
                  </a:lnTo>
                  <a:lnTo>
                    <a:pt x="1301496" y="1659636"/>
                  </a:lnTo>
                  <a:lnTo>
                    <a:pt x="1301496" y="1708404"/>
                  </a:lnTo>
                  <a:lnTo>
                    <a:pt x="1304544" y="1711452"/>
                  </a:lnTo>
                  <a:lnTo>
                    <a:pt x="1312164" y="1711452"/>
                  </a:lnTo>
                  <a:lnTo>
                    <a:pt x="1315212" y="1708404"/>
                  </a:lnTo>
                  <a:lnTo>
                    <a:pt x="1315212" y="1659636"/>
                  </a:lnTo>
                  <a:close/>
                </a:path>
                <a:path w="2184400" h="4994275">
                  <a:moveTo>
                    <a:pt x="1315212" y="1577340"/>
                  </a:moveTo>
                  <a:lnTo>
                    <a:pt x="1312164" y="1574292"/>
                  </a:lnTo>
                  <a:lnTo>
                    <a:pt x="1304544" y="1574292"/>
                  </a:lnTo>
                  <a:lnTo>
                    <a:pt x="1301496" y="1577340"/>
                  </a:lnTo>
                  <a:lnTo>
                    <a:pt x="1301496" y="1626108"/>
                  </a:lnTo>
                  <a:lnTo>
                    <a:pt x="1304544" y="1629156"/>
                  </a:lnTo>
                  <a:lnTo>
                    <a:pt x="1312164" y="1629156"/>
                  </a:lnTo>
                  <a:lnTo>
                    <a:pt x="1315212" y="1626108"/>
                  </a:lnTo>
                  <a:lnTo>
                    <a:pt x="1315212" y="1577340"/>
                  </a:lnTo>
                  <a:close/>
                </a:path>
                <a:path w="2184400" h="4994275">
                  <a:moveTo>
                    <a:pt x="1315212" y="1493520"/>
                  </a:moveTo>
                  <a:lnTo>
                    <a:pt x="1312164" y="1490472"/>
                  </a:lnTo>
                  <a:lnTo>
                    <a:pt x="1304544" y="1490472"/>
                  </a:lnTo>
                  <a:lnTo>
                    <a:pt x="1301496" y="1493520"/>
                  </a:lnTo>
                  <a:lnTo>
                    <a:pt x="1301496" y="1542288"/>
                  </a:lnTo>
                  <a:lnTo>
                    <a:pt x="1304544" y="1545336"/>
                  </a:lnTo>
                  <a:lnTo>
                    <a:pt x="1312164" y="1545336"/>
                  </a:lnTo>
                  <a:lnTo>
                    <a:pt x="1315212" y="1542288"/>
                  </a:lnTo>
                  <a:lnTo>
                    <a:pt x="1315212" y="1493520"/>
                  </a:lnTo>
                  <a:close/>
                </a:path>
                <a:path w="2184400" h="4994275">
                  <a:moveTo>
                    <a:pt x="1315212" y="1411224"/>
                  </a:moveTo>
                  <a:lnTo>
                    <a:pt x="1312164" y="1408176"/>
                  </a:lnTo>
                  <a:lnTo>
                    <a:pt x="1304544" y="1408176"/>
                  </a:lnTo>
                  <a:lnTo>
                    <a:pt x="1301496" y="1411224"/>
                  </a:lnTo>
                  <a:lnTo>
                    <a:pt x="1301496" y="1459992"/>
                  </a:lnTo>
                  <a:lnTo>
                    <a:pt x="1304544" y="1463040"/>
                  </a:lnTo>
                  <a:lnTo>
                    <a:pt x="1312164" y="1463040"/>
                  </a:lnTo>
                  <a:lnTo>
                    <a:pt x="1315212" y="1459992"/>
                  </a:lnTo>
                  <a:lnTo>
                    <a:pt x="1315212" y="1411224"/>
                  </a:lnTo>
                  <a:close/>
                </a:path>
                <a:path w="2184400" h="4994275">
                  <a:moveTo>
                    <a:pt x="1315212" y="1328928"/>
                  </a:moveTo>
                  <a:lnTo>
                    <a:pt x="1312164" y="1325880"/>
                  </a:lnTo>
                  <a:lnTo>
                    <a:pt x="1304544" y="1325880"/>
                  </a:lnTo>
                  <a:lnTo>
                    <a:pt x="1301496" y="1328928"/>
                  </a:lnTo>
                  <a:lnTo>
                    <a:pt x="1301496" y="1377696"/>
                  </a:lnTo>
                  <a:lnTo>
                    <a:pt x="1304544" y="1380744"/>
                  </a:lnTo>
                  <a:lnTo>
                    <a:pt x="1312164" y="1380744"/>
                  </a:lnTo>
                  <a:lnTo>
                    <a:pt x="1315212" y="1377696"/>
                  </a:lnTo>
                  <a:lnTo>
                    <a:pt x="1315212" y="1328928"/>
                  </a:lnTo>
                  <a:close/>
                </a:path>
                <a:path w="2184400" h="4994275">
                  <a:moveTo>
                    <a:pt x="1315212" y="1245108"/>
                  </a:moveTo>
                  <a:lnTo>
                    <a:pt x="1312164" y="1242060"/>
                  </a:lnTo>
                  <a:lnTo>
                    <a:pt x="1304544" y="1242060"/>
                  </a:lnTo>
                  <a:lnTo>
                    <a:pt x="1301496" y="1245108"/>
                  </a:lnTo>
                  <a:lnTo>
                    <a:pt x="1301496" y="1293876"/>
                  </a:lnTo>
                  <a:lnTo>
                    <a:pt x="1304544" y="1298448"/>
                  </a:lnTo>
                  <a:lnTo>
                    <a:pt x="1312164" y="1298448"/>
                  </a:lnTo>
                  <a:lnTo>
                    <a:pt x="1315212" y="1293876"/>
                  </a:lnTo>
                  <a:lnTo>
                    <a:pt x="1315212" y="1245108"/>
                  </a:lnTo>
                  <a:close/>
                </a:path>
                <a:path w="2184400" h="4994275">
                  <a:moveTo>
                    <a:pt x="1315212" y="1162812"/>
                  </a:moveTo>
                  <a:lnTo>
                    <a:pt x="1312164" y="1159764"/>
                  </a:lnTo>
                  <a:lnTo>
                    <a:pt x="1304544" y="1159764"/>
                  </a:lnTo>
                  <a:lnTo>
                    <a:pt x="1301496" y="1162812"/>
                  </a:lnTo>
                  <a:lnTo>
                    <a:pt x="1301496" y="1211580"/>
                  </a:lnTo>
                  <a:lnTo>
                    <a:pt x="1304544" y="1214628"/>
                  </a:lnTo>
                  <a:lnTo>
                    <a:pt x="1312164" y="1214628"/>
                  </a:lnTo>
                  <a:lnTo>
                    <a:pt x="1315212" y="1211580"/>
                  </a:lnTo>
                  <a:lnTo>
                    <a:pt x="1315212" y="1162812"/>
                  </a:lnTo>
                  <a:close/>
                </a:path>
                <a:path w="2184400" h="4994275">
                  <a:moveTo>
                    <a:pt x="1315212" y="1080516"/>
                  </a:moveTo>
                  <a:lnTo>
                    <a:pt x="1312164" y="1077468"/>
                  </a:lnTo>
                  <a:lnTo>
                    <a:pt x="1304544" y="1077468"/>
                  </a:lnTo>
                  <a:lnTo>
                    <a:pt x="1301496" y="1080516"/>
                  </a:lnTo>
                  <a:lnTo>
                    <a:pt x="1301496" y="1129284"/>
                  </a:lnTo>
                  <a:lnTo>
                    <a:pt x="1304544" y="1132332"/>
                  </a:lnTo>
                  <a:lnTo>
                    <a:pt x="1312164" y="1132332"/>
                  </a:lnTo>
                  <a:lnTo>
                    <a:pt x="1315212" y="1129284"/>
                  </a:lnTo>
                  <a:lnTo>
                    <a:pt x="1315212" y="1080516"/>
                  </a:lnTo>
                  <a:close/>
                </a:path>
                <a:path w="2184400" h="4994275">
                  <a:moveTo>
                    <a:pt x="1315212" y="996696"/>
                  </a:moveTo>
                  <a:lnTo>
                    <a:pt x="1312164" y="993648"/>
                  </a:lnTo>
                  <a:lnTo>
                    <a:pt x="1304544" y="993648"/>
                  </a:lnTo>
                  <a:lnTo>
                    <a:pt x="1301496" y="996696"/>
                  </a:lnTo>
                  <a:lnTo>
                    <a:pt x="1301496" y="1045464"/>
                  </a:lnTo>
                  <a:lnTo>
                    <a:pt x="1304544" y="1050036"/>
                  </a:lnTo>
                  <a:lnTo>
                    <a:pt x="1312164" y="1050036"/>
                  </a:lnTo>
                  <a:lnTo>
                    <a:pt x="1315212" y="1045464"/>
                  </a:lnTo>
                  <a:lnTo>
                    <a:pt x="1315212" y="996696"/>
                  </a:lnTo>
                  <a:close/>
                </a:path>
                <a:path w="2184400" h="4994275">
                  <a:moveTo>
                    <a:pt x="1315212" y="914400"/>
                  </a:moveTo>
                  <a:lnTo>
                    <a:pt x="1312164" y="911352"/>
                  </a:lnTo>
                  <a:lnTo>
                    <a:pt x="1304544" y="911352"/>
                  </a:lnTo>
                  <a:lnTo>
                    <a:pt x="1301496" y="914400"/>
                  </a:lnTo>
                  <a:lnTo>
                    <a:pt x="1301496" y="963168"/>
                  </a:lnTo>
                  <a:lnTo>
                    <a:pt x="1304544" y="966216"/>
                  </a:lnTo>
                  <a:lnTo>
                    <a:pt x="1312164" y="966216"/>
                  </a:lnTo>
                  <a:lnTo>
                    <a:pt x="1315212" y="963168"/>
                  </a:lnTo>
                  <a:lnTo>
                    <a:pt x="1315212" y="914400"/>
                  </a:lnTo>
                  <a:close/>
                </a:path>
                <a:path w="2184400" h="4994275">
                  <a:moveTo>
                    <a:pt x="1315212" y="832104"/>
                  </a:moveTo>
                  <a:lnTo>
                    <a:pt x="1312164" y="829056"/>
                  </a:lnTo>
                  <a:lnTo>
                    <a:pt x="1304544" y="829056"/>
                  </a:lnTo>
                  <a:lnTo>
                    <a:pt x="1301496" y="832104"/>
                  </a:lnTo>
                  <a:lnTo>
                    <a:pt x="1301496" y="880872"/>
                  </a:lnTo>
                  <a:lnTo>
                    <a:pt x="1304544" y="883920"/>
                  </a:lnTo>
                  <a:lnTo>
                    <a:pt x="1312164" y="883920"/>
                  </a:lnTo>
                  <a:lnTo>
                    <a:pt x="1315212" y="880872"/>
                  </a:lnTo>
                  <a:lnTo>
                    <a:pt x="1315212" y="832104"/>
                  </a:lnTo>
                  <a:close/>
                </a:path>
                <a:path w="2184400" h="4994275">
                  <a:moveTo>
                    <a:pt x="1315212" y="748284"/>
                  </a:moveTo>
                  <a:lnTo>
                    <a:pt x="1312164" y="745236"/>
                  </a:lnTo>
                  <a:lnTo>
                    <a:pt x="1304544" y="745236"/>
                  </a:lnTo>
                  <a:lnTo>
                    <a:pt x="1301496" y="748284"/>
                  </a:lnTo>
                  <a:lnTo>
                    <a:pt x="1301496" y="798576"/>
                  </a:lnTo>
                  <a:lnTo>
                    <a:pt x="1304544" y="801624"/>
                  </a:lnTo>
                  <a:lnTo>
                    <a:pt x="1312164" y="801624"/>
                  </a:lnTo>
                  <a:lnTo>
                    <a:pt x="1315212" y="798576"/>
                  </a:lnTo>
                  <a:lnTo>
                    <a:pt x="1315212" y="748284"/>
                  </a:lnTo>
                  <a:close/>
                </a:path>
                <a:path w="2184400" h="4994275">
                  <a:moveTo>
                    <a:pt x="1315212" y="665988"/>
                  </a:moveTo>
                  <a:lnTo>
                    <a:pt x="1312164" y="662940"/>
                  </a:lnTo>
                  <a:lnTo>
                    <a:pt x="1304544" y="662940"/>
                  </a:lnTo>
                  <a:lnTo>
                    <a:pt x="1301496" y="665988"/>
                  </a:lnTo>
                  <a:lnTo>
                    <a:pt x="1301496" y="714756"/>
                  </a:lnTo>
                  <a:lnTo>
                    <a:pt x="1304544" y="717804"/>
                  </a:lnTo>
                  <a:lnTo>
                    <a:pt x="1312164" y="717804"/>
                  </a:lnTo>
                  <a:lnTo>
                    <a:pt x="1315212" y="714756"/>
                  </a:lnTo>
                  <a:lnTo>
                    <a:pt x="1315212" y="665988"/>
                  </a:lnTo>
                  <a:close/>
                </a:path>
                <a:path w="2184400" h="4994275">
                  <a:moveTo>
                    <a:pt x="1315212" y="583692"/>
                  </a:moveTo>
                  <a:lnTo>
                    <a:pt x="1312164" y="580644"/>
                  </a:lnTo>
                  <a:lnTo>
                    <a:pt x="1304544" y="580644"/>
                  </a:lnTo>
                  <a:lnTo>
                    <a:pt x="1301496" y="583692"/>
                  </a:lnTo>
                  <a:lnTo>
                    <a:pt x="1301496" y="632460"/>
                  </a:lnTo>
                  <a:lnTo>
                    <a:pt x="1304544" y="635508"/>
                  </a:lnTo>
                  <a:lnTo>
                    <a:pt x="1312164" y="635508"/>
                  </a:lnTo>
                  <a:lnTo>
                    <a:pt x="1315212" y="632460"/>
                  </a:lnTo>
                  <a:lnTo>
                    <a:pt x="1315212" y="583692"/>
                  </a:lnTo>
                  <a:close/>
                </a:path>
                <a:path w="2184400" h="4994275">
                  <a:moveTo>
                    <a:pt x="1315212" y="499872"/>
                  </a:moveTo>
                  <a:lnTo>
                    <a:pt x="1312164" y="496824"/>
                  </a:lnTo>
                  <a:lnTo>
                    <a:pt x="1304544" y="496824"/>
                  </a:lnTo>
                  <a:lnTo>
                    <a:pt x="1301496" y="499872"/>
                  </a:lnTo>
                  <a:lnTo>
                    <a:pt x="1301496" y="550164"/>
                  </a:lnTo>
                  <a:lnTo>
                    <a:pt x="1304544" y="553212"/>
                  </a:lnTo>
                  <a:lnTo>
                    <a:pt x="1312164" y="553212"/>
                  </a:lnTo>
                  <a:lnTo>
                    <a:pt x="1315212" y="550164"/>
                  </a:lnTo>
                  <a:lnTo>
                    <a:pt x="1315212" y="499872"/>
                  </a:lnTo>
                  <a:close/>
                </a:path>
                <a:path w="2184400" h="4994275">
                  <a:moveTo>
                    <a:pt x="1315212" y="417576"/>
                  </a:moveTo>
                  <a:lnTo>
                    <a:pt x="1312164" y="414528"/>
                  </a:lnTo>
                  <a:lnTo>
                    <a:pt x="1304544" y="414528"/>
                  </a:lnTo>
                  <a:lnTo>
                    <a:pt x="1301496" y="417576"/>
                  </a:lnTo>
                  <a:lnTo>
                    <a:pt x="1301496" y="466344"/>
                  </a:lnTo>
                  <a:lnTo>
                    <a:pt x="1304544" y="469392"/>
                  </a:lnTo>
                  <a:lnTo>
                    <a:pt x="1312164" y="469392"/>
                  </a:lnTo>
                  <a:lnTo>
                    <a:pt x="1315212" y="466344"/>
                  </a:lnTo>
                  <a:lnTo>
                    <a:pt x="1315212" y="417576"/>
                  </a:lnTo>
                  <a:close/>
                </a:path>
                <a:path w="2184400" h="4994275">
                  <a:moveTo>
                    <a:pt x="1315212" y="335280"/>
                  </a:moveTo>
                  <a:lnTo>
                    <a:pt x="1312164" y="332232"/>
                  </a:lnTo>
                  <a:lnTo>
                    <a:pt x="1304544" y="332232"/>
                  </a:lnTo>
                  <a:lnTo>
                    <a:pt x="1301496" y="335280"/>
                  </a:lnTo>
                  <a:lnTo>
                    <a:pt x="1301496" y="384048"/>
                  </a:lnTo>
                  <a:lnTo>
                    <a:pt x="1304544" y="387096"/>
                  </a:lnTo>
                  <a:lnTo>
                    <a:pt x="1312164" y="387096"/>
                  </a:lnTo>
                  <a:lnTo>
                    <a:pt x="1315212" y="384048"/>
                  </a:lnTo>
                  <a:lnTo>
                    <a:pt x="1315212" y="335280"/>
                  </a:lnTo>
                  <a:close/>
                </a:path>
                <a:path w="2184400" h="4994275">
                  <a:moveTo>
                    <a:pt x="1315212" y="251460"/>
                  </a:moveTo>
                  <a:lnTo>
                    <a:pt x="1312164" y="248412"/>
                  </a:lnTo>
                  <a:lnTo>
                    <a:pt x="1304544" y="248412"/>
                  </a:lnTo>
                  <a:lnTo>
                    <a:pt x="1301496" y="251460"/>
                  </a:lnTo>
                  <a:lnTo>
                    <a:pt x="1301496" y="301752"/>
                  </a:lnTo>
                  <a:lnTo>
                    <a:pt x="1304544" y="304800"/>
                  </a:lnTo>
                  <a:lnTo>
                    <a:pt x="1312164" y="304800"/>
                  </a:lnTo>
                  <a:lnTo>
                    <a:pt x="1315212" y="301752"/>
                  </a:lnTo>
                  <a:lnTo>
                    <a:pt x="1315212" y="251460"/>
                  </a:lnTo>
                  <a:close/>
                </a:path>
                <a:path w="2184400" h="4994275">
                  <a:moveTo>
                    <a:pt x="1315212" y="169164"/>
                  </a:moveTo>
                  <a:lnTo>
                    <a:pt x="1312164" y="166116"/>
                  </a:lnTo>
                  <a:lnTo>
                    <a:pt x="1304544" y="166116"/>
                  </a:lnTo>
                  <a:lnTo>
                    <a:pt x="1301496" y="169164"/>
                  </a:lnTo>
                  <a:lnTo>
                    <a:pt x="1301496" y="217932"/>
                  </a:lnTo>
                  <a:lnTo>
                    <a:pt x="1304544" y="220980"/>
                  </a:lnTo>
                  <a:lnTo>
                    <a:pt x="1312164" y="220980"/>
                  </a:lnTo>
                  <a:lnTo>
                    <a:pt x="1315212" y="217932"/>
                  </a:lnTo>
                  <a:lnTo>
                    <a:pt x="1315212" y="169164"/>
                  </a:lnTo>
                  <a:close/>
                </a:path>
                <a:path w="2184400" h="4994275">
                  <a:moveTo>
                    <a:pt x="1315212" y="86868"/>
                  </a:moveTo>
                  <a:lnTo>
                    <a:pt x="1312164" y="83820"/>
                  </a:lnTo>
                  <a:lnTo>
                    <a:pt x="1304544" y="83820"/>
                  </a:lnTo>
                  <a:lnTo>
                    <a:pt x="1301496" y="86868"/>
                  </a:lnTo>
                  <a:lnTo>
                    <a:pt x="1301496" y="135636"/>
                  </a:lnTo>
                  <a:lnTo>
                    <a:pt x="1304544" y="138684"/>
                  </a:lnTo>
                  <a:lnTo>
                    <a:pt x="1312164" y="138684"/>
                  </a:lnTo>
                  <a:lnTo>
                    <a:pt x="1315212" y="135636"/>
                  </a:lnTo>
                  <a:lnTo>
                    <a:pt x="1315212" y="86868"/>
                  </a:lnTo>
                  <a:close/>
                </a:path>
                <a:path w="2184400" h="4994275">
                  <a:moveTo>
                    <a:pt x="1315212" y="3048"/>
                  </a:moveTo>
                  <a:lnTo>
                    <a:pt x="1312164" y="0"/>
                  </a:lnTo>
                  <a:lnTo>
                    <a:pt x="1304544" y="0"/>
                  </a:lnTo>
                  <a:lnTo>
                    <a:pt x="1301496" y="3048"/>
                  </a:lnTo>
                  <a:lnTo>
                    <a:pt x="1301496" y="53340"/>
                  </a:lnTo>
                  <a:lnTo>
                    <a:pt x="1304544" y="56388"/>
                  </a:lnTo>
                  <a:lnTo>
                    <a:pt x="1312164" y="56388"/>
                  </a:lnTo>
                  <a:lnTo>
                    <a:pt x="1315212" y="53340"/>
                  </a:lnTo>
                  <a:lnTo>
                    <a:pt x="1315212" y="3048"/>
                  </a:lnTo>
                  <a:close/>
                </a:path>
                <a:path w="2184400" h="4994275">
                  <a:moveTo>
                    <a:pt x="1533144" y="4940808"/>
                  </a:moveTo>
                  <a:lnTo>
                    <a:pt x="1530096" y="4937760"/>
                  </a:lnTo>
                  <a:lnTo>
                    <a:pt x="1522476" y="4937760"/>
                  </a:lnTo>
                  <a:lnTo>
                    <a:pt x="1519428" y="4940808"/>
                  </a:lnTo>
                  <a:lnTo>
                    <a:pt x="1519428" y="4989576"/>
                  </a:lnTo>
                  <a:lnTo>
                    <a:pt x="1522476" y="4994148"/>
                  </a:lnTo>
                  <a:lnTo>
                    <a:pt x="1530096" y="4994148"/>
                  </a:lnTo>
                  <a:lnTo>
                    <a:pt x="1533144" y="4989576"/>
                  </a:lnTo>
                  <a:lnTo>
                    <a:pt x="1533144" y="4940808"/>
                  </a:lnTo>
                  <a:close/>
                </a:path>
                <a:path w="2184400" h="4994275">
                  <a:moveTo>
                    <a:pt x="1533144" y="4858512"/>
                  </a:moveTo>
                  <a:lnTo>
                    <a:pt x="1530096" y="4855464"/>
                  </a:lnTo>
                  <a:lnTo>
                    <a:pt x="1522476" y="4855464"/>
                  </a:lnTo>
                  <a:lnTo>
                    <a:pt x="1519428" y="4858512"/>
                  </a:lnTo>
                  <a:lnTo>
                    <a:pt x="1519428" y="4907280"/>
                  </a:lnTo>
                  <a:lnTo>
                    <a:pt x="1522476" y="4910328"/>
                  </a:lnTo>
                  <a:lnTo>
                    <a:pt x="1530096" y="4910328"/>
                  </a:lnTo>
                  <a:lnTo>
                    <a:pt x="1533144" y="4907280"/>
                  </a:lnTo>
                  <a:lnTo>
                    <a:pt x="1533144" y="4858512"/>
                  </a:lnTo>
                  <a:close/>
                </a:path>
                <a:path w="2184400" h="4994275">
                  <a:moveTo>
                    <a:pt x="1533144" y="4776216"/>
                  </a:moveTo>
                  <a:lnTo>
                    <a:pt x="1530096" y="4773168"/>
                  </a:lnTo>
                  <a:lnTo>
                    <a:pt x="1522476" y="4773168"/>
                  </a:lnTo>
                  <a:lnTo>
                    <a:pt x="1519428" y="4776216"/>
                  </a:lnTo>
                  <a:lnTo>
                    <a:pt x="1519428" y="4824984"/>
                  </a:lnTo>
                  <a:lnTo>
                    <a:pt x="1522476" y="4828032"/>
                  </a:lnTo>
                  <a:lnTo>
                    <a:pt x="1530096" y="4828032"/>
                  </a:lnTo>
                  <a:lnTo>
                    <a:pt x="1533144" y="4824984"/>
                  </a:lnTo>
                  <a:lnTo>
                    <a:pt x="1533144" y="4776216"/>
                  </a:lnTo>
                  <a:close/>
                </a:path>
                <a:path w="2184400" h="4994275">
                  <a:moveTo>
                    <a:pt x="1533144" y="4692396"/>
                  </a:moveTo>
                  <a:lnTo>
                    <a:pt x="1530096" y="4689348"/>
                  </a:lnTo>
                  <a:lnTo>
                    <a:pt x="1522476" y="4689348"/>
                  </a:lnTo>
                  <a:lnTo>
                    <a:pt x="1519428" y="4692396"/>
                  </a:lnTo>
                  <a:lnTo>
                    <a:pt x="1519428" y="4742688"/>
                  </a:lnTo>
                  <a:lnTo>
                    <a:pt x="1522476" y="4745736"/>
                  </a:lnTo>
                  <a:lnTo>
                    <a:pt x="1530096" y="4745736"/>
                  </a:lnTo>
                  <a:lnTo>
                    <a:pt x="1533144" y="4742688"/>
                  </a:lnTo>
                  <a:lnTo>
                    <a:pt x="1533144" y="4692396"/>
                  </a:lnTo>
                  <a:close/>
                </a:path>
                <a:path w="2184400" h="4994275">
                  <a:moveTo>
                    <a:pt x="1533144" y="4610100"/>
                  </a:moveTo>
                  <a:lnTo>
                    <a:pt x="1530096" y="4607052"/>
                  </a:lnTo>
                  <a:lnTo>
                    <a:pt x="1522476" y="4607052"/>
                  </a:lnTo>
                  <a:lnTo>
                    <a:pt x="1519428" y="4610100"/>
                  </a:lnTo>
                  <a:lnTo>
                    <a:pt x="1519428" y="4658868"/>
                  </a:lnTo>
                  <a:lnTo>
                    <a:pt x="1522476" y="4661916"/>
                  </a:lnTo>
                  <a:lnTo>
                    <a:pt x="1530096" y="4661916"/>
                  </a:lnTo>
                  <a:lnTo>
                    <a:pt x="1533144" y="4658868"/>
                  </a:lnTo>
                  <a:lnTo>
                    <a:pt x="1533144" y="4610100"/>
                  </a:lnTo>
                  <a:close/>
                </a:path>
                <a:path w="2184400" h="4994275">
                  <a:moveTo>
                    <a:pt x="1533144" y="4527804"/>
                  </a:moveTo>
                  <a:lnTo>
                    <a:pt x="1530096" y="4524756"/>
                  </a:lnTo>
                  <a:lnTo>
                    <a:pt x="1522476" y="4524756"/>
                  </a:lnTo>
                  <a:lnTo>
                    <a:pt x="1519428" y="4527804"/>
                  </a:lnTo>
                  <a:lnTo>
                    <a:pt x="1519428" y="4576572"/>
                  </a:lnTo>
                  <a:lnTo>
                    <a:pt x="1522476" y="4579620"/>
                  </a:lnTo>
                  <a:lnTo>
                    <a:pt x="1530096" y="4579620"/>
                  </a:lnTo>
                  <a:lnTo>
                    <a:pt x="1533144" y="4576572"/>
                  </a:lnTo>
                  <a:lnTo>
                    <a:pt x="1533144" y="4527804"/>
                  </a:lnTo>
                  <a:close/>
                </a:path>
                <a:path w="2184400" h="4994275">
                  <a:moveTo>
                    <a:pt x="1533144" y="4443984"/>
                  </a:moveTo>
                  <a:lnTo>
                    <a:pt x="1530096" y="4440936"/>
                  </a:lnTo>
                  <a:lnTo>
                    <a:pt x="1522476" y="4440936"/>
                  </a:lnTo>
                  <a:lnTo>
                    <a:pt x="1519428" y="4443984"/>
                  </a:lnTo>
                  <a:lnTo>
                    <a:pt x="1519428" y="4494276"/>
                  </a:lnTo>
                  <a:lnTo>
                    <a:pt x="1522476" y="4497324"/>
                  </a:lnTo>
                  <a:lnTo>
                    <a:pt x="1530096" y="4497324"/>
                  </a:lnTo>
                  <a:lnTo>
                    <a:pt x="1533144" y="4494276"/>
                  </a:lnTo>
                  <a:lnTo>
                    <a:pt x="1533144" y="4443984"/>
                  </a:lnTo>
                  <a:close/>
                </a:path>
                <a:path w="2184400" h="4994275">
                  <a:moveTo>
                    <a:pt x="1533144" y="4361688"/>
                  </a:moveTo>
                  <a:lnTo>
                    <a:pt x="1530096" y="4358640"/>
                  </a:lnTo>
                  <a:lnTo>
                    <a:pt x="1522476" y="4358640"/>
                  </a:lnTo>
                  <a:lnTo>
                    <a:pt x="1519428" y="4361688"/>
                  </a:lnTo>
                  <a:lnTo>
                    <a:pt x="1519428" y="4410456"/>
                  </a:lnTo>
                  <a:lnTo>
                    <a:pt x="1522476" y="4413504"/>
                  </a:lnTo>
                  <a:lnTo>
                    <a:pt x="1530096" y="4413504"/>
                  </a:lnTo>
                  <a:lnTo>
                    <a:pt x="1533144" y="4410456"/>
                  </a:lnTo>
                  <a:lnTo>
                    <a:pt x="1533144" y="4361688"/>
                  </a:lnTo>
                  <a:close/>
                </a:path>
                <a:path w="2184400" h="4994275">
                  <a:moveTo>
                    <a:pt x="1533144" y="4279392"/>
                  </a:moveTo>
                  <a:lnTo>
                    <a:pt x="1530096" y="4276344"/>
                  </a:lnTo>
                  <a:lnTo>
                    <a:pt x="1522476" y="4276344"/>
                  </a:lnTo>
                  <a:lnTo>
                    <a:pt x="1519428" y="4279392"/>
                  </a:lnTo>
                  <a:lnTo>
                    <a:pt x="1519428" y="4328160"/>
                  </a:lnTo>
                  <a:lnTo>
                    <a:pt x="1522476" y="4331208"/>
                  </a:lnTo>
                  <a:lnTo>
                    <a:pt x="1530096" y="4331208"/>
                  </a:lnTo>
                  <a:lnTo>
                    <a:pt x="1533144" y="4328160"/>
                  </a:lnTo>
                  <a:lnTo>
                    <a:pt x="1533144" y="4279392"/>
                  </a:lnTo>
                  <a:close/>
                </a:path>
                <a:path w="2184400" h="4994275">
                  <a:moveTo>
                    <a:pt x="1533144" y="4195572"/>
                  </a:moveTo>
                  <a:lnTo>
                    <a:pt x="1530096" y="4192524"/>
                  </a:lnTo>
                  <a:lnTo>
                    <a:pt x="1522476" y="4192524"/>
                  </a:lnTo>
                  <a:lnTo>
                    <a:pt x="1519428" y="4195572"/>
                  </a:lnTo>
                  <a:lnTo>
                    <a:pt x="1519428" y="4245864"/>
                  </a:lnTo>
                  <a:lnTo>
                    <a:pt x="1522476" y="4248912"/>
                  </a:lnTo>
                  <a:lnTo>
                    <a:pt x="1530096" y="4248912"/>
                  </a:lnTo>
                  <a:lnTo>
                    <a:pt x="1533144" y="4245864"/>
                  </a:lnTo>
                  <a:lnTo>
                    <a:pt x="1533144" y="4195572"/>
                  </a:lnTo>
                  <a:close/>
                </a:path>
                <a:path w="2184400" h="4994275">
                  <a:moveTo>
                    <a:pt x="1533144" y="4113276"/>
                  </a:moveTo>
                  <a:lnTo>
                    <a:pt x="1530096" y="4110228"/>
                  </a:lnTo>
                  <a:lnTo>
                    <a:pt x="1522476" y="4110228"/>
                  </a:lnTo>
                  <a:lnTo>
                    <a:pt x="1519428" y="4113276"/>
                  </a:lnTo>
                  <a:lnTo>
                    <a:pt x="1519428" y="4162044"/>
                  </a:lnTo>
                  <a:lnTo>
                    <a:pt x="1522476" y="4165092"/>
                  </a:lnTo>
                  <a:lnTo>
                    <a:pt x="1530096" y="4165092"/>
                  </a:lnTo>
                  <a:lnTo>
                    <a:pt x="1533144" y="4162044"/>
                  </a:lnTo>
                  <a:lnTo>
                    <a:pt x="1533144" y="4113276"/>
                  </a:lnTo>
                  <a:close/>
                </a:path>
                <a:path w="2184400" h="4994275">
                  <a:moveTo>
                    <a:pt x="1533144" y="4030980"/>
                  </a:moveTo>
                  <a:lnTo>
                    <a:pt x="1530096" y="4027932"/>
                  </a:lnTo>
                  <a:lnTo>
                    <a:pt x="1522476" y="4027932"/>
                  </a:lnTo>
                  <a:lnTo>
                    <a:pt x="1519428" y="4030980"/>
                  </a:lnTo>
                  <a:lnTo>
                    <a:pt x="1519428" y="4079748"/>
                  </a:lnTo>
                  <a:lnTo>
                    <a:pt x="1522476" y="4082796"/>
                  </a:lnTo>
                  <a:lnTo>
                    <a:pt x="1530096" y="4082796"/>
                  </a:lnTo>
                  <a:lnTo>
                    <a:pt x="1533144" y="4079748"/>
                  </a:lnTo>
                  <a:lnTo>
                    <a:pt x="1533144" y="4030980"/>
                  </a:lnTo>
                  <a:close/>
                </a:path>
                <a:path w="2184400" h="4994275">
                  <a:moveTo>
                    <a:pt x="1533144" y="3947160"/>
                  </a:moveTo>
                  <a:lnTo>
                    <a:pt x="1530096" y="3944112"/>
                  </a:lnTo>
                  <a:lnTo>
                    <a:pt x="1522476" y="3944112"/>
                  </a:lnTo>
                  <a:lnTo>
                    <a:pt x="1519428" y="3947160"/>
                  </a:lnTo>
                  <a:lnTo>
                    <a:pt x="1519428" y="3997452"/>
                  </a:lnTo>
                  <a:lnTo>
                    <a:pt x="1522476" y="4000500"/>
                  </a:lnTo>
                  <a:lnTo>
                    <a:pt x="1530096" y="4000500"/>
                  </a:lnTo>
                  <a:lnTo>
                    <a:pt x="1533144" y="3997452"/>
                  </a:lnTo>
                  <a:lnTo>
                    <a:pt x="1533144" y="3947160"/>
                  </a:lnTo>
                  <a:close/>
                </a:path>
                <a:path w="2184400" h="4994275">
                  <a:moveTo>
                    <a:pt x="1533144" y="3864864"/>
                  </a:moveTo>
                  <a:lnTo>
                    <a:pt x="1530096" y="3861816"/>
                  </a:lnTo>
                  <a:lnTo>
                    <a:pt x="1522476" y="3861816"/>
                  </a:lnTo>
                  <a:lnTo>
                    <a:pt x="1519428" y="3864864"/>
                  </a:lnTo>
                  <a:lnTo>
                    <a:pt x="1519428" y="3913632"/>
                  </a:lnTo>
                  <a:lnTo>
                    <a:pt x="1522476" y="3916680"/>
                  </a:lnTo>
                  <a:lnTo>
                    <a:pt x="1530096" y="3916680"/>
                  </a:lnTo>
                  <a:lnTo>
                    <a:pt x="1533144" y="3913632"/>
                  </a:lnTo>
                  <a:lnTo>
                    <a:pt x="1533144" y="3864864"/>
                  </a:lnTo>
                  <a:close/>
                </a:path>
                <a:path w="2184400" h="4994275">
                  <a:moveTo>
                    <a:pt x="1533144" y="3782568"/>
                  </a:moveTo>
                  <a:lnTo>
                    <a:pt x="1530096" y="3779520"/>
                  </a:lnTo>
                  <a:lnTo>
                    <a:pt x="1522476" y="3779520"/>
                  </a:lnTo>
                  <a:lnTo>
                    <a:pt x="1519428" y="3782568"/>
                  </a:lnTo>
                  <a:lnTo>
                    <a:pt x="1519428" y="3831336"/>
                  </a:lnTo>
                  <a:lnTo>
                    <a:pt x="1522476" y="3834384"/>
                  </a:lnTo>
                  <a:lnTo>
                    <a:pt x="1530096" y="3834384"/>
                  </a:lnTo>
                  <a:lnTo>
                    <a:pt x="1533144" y="3831336"/>
                  </a:lnTo>
                  <a:lnTo>
                    <a:pt x="1533144" y="3782568"/>
                  </a:lnTo>
                  <a:close/>
                </a:path>
                <a:path w="2184400" h="4994275">
                  <a:moveTo>
                    <a:pt x="1533144" y="3698748"/>
                  </a:moveTo>
                  <a:lnTo>
                    <a:pt x="1530096" y="3695700"/>
                  </a:lnTo>
                  <a:lnTo>
                    <a:pt x="1522476" y="3695700"/>
                  </a:lnTo>
                  <a:lnTo>
                    <a:pt x="1519428" y="3698748"/>
                  </a:lnTo>
                  <a:lnTo>
                    <a:pt x="1519428" y="3749040"/>
                  </a:lnTo>
                  <a:lnTo>
                    <a:pt x="1522476" y="3752088"/>
                  </a:lnTo>
                  <a:lnTo>
                    <a:pt x="1530096" y="3752088"/>
                  </a:lnTo>
                  <a:lnTo>
                    <a:pt x="1533144" y="3749040"/>
                  </a:lnTo>
                  <a:lnTo>
                    <a:pt x="1533144" y="3698748"/>
                  </a:lnTo>
                  <a:close/>
                </a:path>
                <a:path w="2184400" h="4994275">
                  <a:moveTo>
                    <a:pt x="1533144" y="3616452"/>
                  </a:moveTo>
                  <a:lnTo>
                    <a:pt x="1530096" y="3613404"/>
                  </a:lnTo>
                  <a:lnTo>
                    <a:pt x="1522476" y="3613404"/>
                  </a:lnTo>
                  <a:lnTo>
                    <a:pt x="1519428" y="3616452"/>
                  </a:lnTo>
                  <a:lnTo>
                    <a:pt x="1519428" y="3665220"/>
                  </a:lnTo>
                  <a:lnTo>
                    <a:pt x="1522476" y="3668268"/>
                  </a:lnTo>
                  <a:lnTo>
                    <a:pt x="1530096" y="3668268"/>
                  </a:lnTo>
                  <a:lnTo>
                    <a:pt x="1533144" y="3665220"/>
                  </a:lnTo>
                  <a:lnTo>
                    <a:pt x="1533144" y="3616452"/>
                  </a:lnTo>
                  <a:close/>
                </a:path>
                <a:path w="2184400" h="4994275">
                  <a:moveTo>
                    <a:pt x="1533144" y="3534156"/>
                  </a:moveTo>
                  <a:lnTo>
                    <a:pt x="1530096" y="3531108"/>
                  </a:lnTo>
                  <a:lnTo>
                    <a:pt x="1522476" y="3531108"/>
                  </a:lnTo>
                  <a:lnTo>
                    <a:pt x="1519428" y="3534156"/>
                  </a:lnTo>
                  <a:lnTo>
                    <a:pt x="1519428" y="3582924"/>
                  </a:lnTo>
                  <a:lnTo>
                    <a:pt x="1522476" y="3585972"/>
                  </a:lnTo>
                  <a:lnTo>
                    <a:pt x="1530096" y="3585972"/>
                  </a:lnTo>
                  <a:lnTo>
                    <a:pt x="1533144" y="3582924"/>
                  </a:lnTo>
                  <a:lnTo>
                    <a:pt x="1533144" y="3534156"/>
                  </a:lnTo>
                  <a:close/>
                </a:path>
                <a:path w="2184400" h="4994275">
                  <a:moveTo>
                    <a:pt x="1533144" y="3450336"/>
                  </a:moveTo>
                  <a:lnTo>
                    <a:pt x="1530096" y="3447288"/>
                  </a:lnTo>
                  <a:lnTo>
                    <a:pt x="1522476" y="3447288"/>
                  </a:lnTo>
                  <a:lnTo>
                    <a:pt x="1519428" y="3450336"/>
                  </a:lnTo>
                  <a:lnTo>
                    <a:pt x="1519428" y="3500628"/>
                  </a:lnTo>
                  <a:lnTo>
                    <a:pt x="1522476" y="3503676"/>
                  </a:lnTo>
                  <a:lnTo>
                    <a:pt x="1530096" y="3503676"/>
                  </a:lnTo>
                  <a:lnTo>
                    <a:pt x="1533144" y="3500628"/>
                  </a:lnTo>
                  <a:lnTo>
                    <a:pt x="1533144" y="3450336"/>
                  </a:lnTo>
                  <a:close/>
                </a:path>
                <a:path w="2184400" h="4994275">
                  <a:moveTo>
                    <a:pt x="1533144" y="3368040"/>
                  </a:moveTo>
                  <a:lnTo>
                    <a:pt x="1530096" y="3364992"/>
                  </a:lnTo>
                  <a:lnTo>
                    <a:pt x="1522476" y="3364992"/>
                  </a:lnTo>
                  <a:lnTo>
                    <a:pt x="1519428" y="3368040"/>
                  </a:lnTo>
                  <a:lnTo>
                    <a:pt x="1519428" y="3416808"/>
                  </a:lnTo>
                  <a:lnTo>
                    <a:pt x="1522476" y="3419856"/>
                  </a:lnTo>
                  <a:lnTo>
                    <a:pt x="1530096" y="3419856"/>
                  </a:lnTo>
                  <a:lnTo>
                    <a:pt x="1533144" y="3416808"/>
                  </a:lnTo>
                  <a:lnTo>
                    <a:pt x="1533144" y="3368040"/>
                  </a:lnTo>
                  <a:close/>
                </a:path>
                <a:path w="2184400" h="4994275">
                  <a:moveTo>
                    <a:pt x="1533144" y="3285744"/>
                  </a:moveTo>
                  <a:lnTo>
                    <a:pt x="1530096" y="3282696"/>
                  </a:lnTo>
                  <a:lnTo>
                    <a:pt x="1522476" y="3282696"/>
                  </a:lnTo>
                  <a:lnTo>
                    <a:pt x="1519428" y="3285744"/>
                  </a:lnTo>
                  <a:lnTo>
                    <a:pt x="1519428" y="3334512"/>
                  </a:lnTo>
                  <a:lnTo>
                    <a:pt x="1522476" y="3337560"/>
                  </a:lnTo>
                  <a:lnTo>
                    <a:pt x="1530096" y="3337560"/>
                  </a:lnTo>
                  <a:lnTo>
                    <a:pt x="1533144" y="3334512"/>
                  </a:lnTo>
                  <a:lnTo>
                    <a:pt x="1533144" y="3285744"/>
                  </a:lnTo>
                  <a:close/>
                </a:path>
                <a:path w="2184400" h="4994275">
                  <a:moveTo>
                    <a:pt x="1533144" y="3201924"/>
                  </a:moveTo>
                  <a:lnTo>
                    <a:pt x="1530096" y="3198876"/>
                  </a:lnTo>
                  <a:lnTo>
                    <a:pt x="1522476" y="3198876"/>
                  </a:lnTo>
                  <a:lnTo>
                    <a:pt x="1519428" y="3201924"/>
                  </a:lnTo>
                  <a:lnTo>
                    <a:pt x="1519428" y="3252216"/>
                  </a:lnTo>
                  <a:lnTo>
                    <a:pt x="1522476" y="3255264"/>
                  </a:lnTo>
                  <a:lnTo>
                    <a:pt x="1530096" y="3255264"/>
                  </a:lnTo>
                  <a:lnTo>
                    <a:pt x="1533144" y="3252216"/>
                  </a:lnTo>
                  <a:lnTo>
                    <a:pt x="1533144" y="3201924"/>
                  </a:lnTo>
                  <a:close/>
                </a:path>
                <a:path w="2184400" h="4994275">
                  <a:moveTo>
                    <a:pt x="1533144" y="3119628"/>
                  </a:moveTo>
                  <a:lnTo>
                    <a:pt x="1530096" y="3116580"/>
                  </a:lnTo>
                  <a:lnTo>
                    <a:pt x="1522476" y="3116580"/>
                  </a:lnTo>
                  <a:lnTo>
                    <a:pt x="1519428" y="3119628"/>
                  </a:lnTo>
                  <a:lnTo>
                    <a:pt x="1519428" y="3168396"/>
                  </a:lnTo>
                  <a:lnTo>
                    <a:pt x="1522476" y="3171444"/>
                  </a:lnTo>
                  <a:lnTo>
                    <a:pt x="1530096" y="3171444"/>
                  </a:lnTo>
                  <a:lnTo>
                    <a:pt x="1533144" y="3168396"/>
                  </a:lnTo>
                  <a:lnTo>
                    <a:pt x="1533144" y="3119628"/>
                  </a:lnTo>
                  <a:close/>
                </a:path>
                <a:path w="2184400" h="4994275">
                  <a:moveTo>
                    <a:pt x="1533144" y="3037332"/>
                  </a:moveTo>
                  <a:lnTo>
                    <a:pt x="1530096" y="3034284"/>
                  </a:lnTo>
                  <a:lnTo>
                    <a:pt x="1522476" y="3034284"/>
                  </a:lnTo>
                  <a:lnTo>
                    <a:pt x="1519428" y="3037332"/>
                  </a:lnTo>
                  <a:lnTo>
                    <a:pt x="1519428" y="3086100"/>
                  </a:lnTo>
                  <a:lnTo>
                    <a:pt x="1522476" y="3089148"/>
                  </a:lnTo>
                  <a:lnTo>
                    <a:pt x="1530096" y="3089148"/>
                  </a:lnTo>
                  <a:lnTo>
                    <a:pt x="1533144" y="3086100"/>
                  </a:lnTo>
                  <a:lnTo>
                    <a:pt x="1533144" y="3037332"/>
                  </a:lnTo>
                  <a:close/>
                </a:path>
                <a:path w="2184400" h="4994275">
                  <a:moveTo>
                    <a:pt x="1533144" y="2953512"/>
                  </a:moveTo>
                  <a:lnTo>
                    <a:pt x="1530096" y="2950464"/>
                  </a:lnTo>
                  <a:lnTo>
                    <a:pt x="1522476" y="2950464"/>
                  </a:lnTo>
                  <a:lnTo>
                    <a:pt x="1519428" y="2953512"/>
                  </a:lnTo>
                  <a:lnTo>
                    <a:pt x="1519428" y="3003804"/>
                  </a:lnTo>
                  <a:lnTo>
                    <a:pt x="1522476" y="3006852"/>
                  </a:lnTo>
                  <a:lnTo>
                    <a:pt x="1530096" y="3006852"/>
                  </a:lnTo>
                  <a:lnTo>
                    <a:pt x="1533144" y="3003804"/>
                  </a:lnTo>
                  <a:lnTo>
                    <a:pt x="1533144" y="2953512"/>
                  </a:lnTo>
                  <a:close/>
                </a:path>
                <a:path w="2184400" h="4994275">
                  <a:moveTo>
                    <a:pt x="1533144" y="2871216"/>
                  </a:moveTo>
                  <a:lnTo>
                    <a:pt x="1530096" y="2868168"/>
                  </a:lnTo>
                  <a:lnTo>
                    <a:pt x="1522476" y="2868168"/>
                  </a:lnTo>
                  <a:lnTo>
                    <a:pt x="1519428" y="2871216"/>
                  </a:lnTo>
                  <a:lnTo>
                    <a:pt x="1519428" y="2919984"/>
                  </a:lnTo>
                  <a:lnTo>
                    <a:pt x="1522476" y="2923032"/>
                  </a:lnTo>
                  <a:lnTo>
                    <a:pt x="1530096" y="2923032"/>
                  </a:lnTo>
                  <a:lnTo>
                    <a:pt x="1533144" y="2919984"/>
                  </a:lnTo>
                  <a:lnTo>
                    <a:pt x="1533144" y="2871216"/>
                  </a:lnTo>
                  <a:close/>
                </a:path>
                <a:path w="2184400" h="4994275">
                  <a:moveTo>
                    <a:pt x="1533144" y="2788920"/>
                  </a:moveTo>
                  <a:lnTo>
                    <a:pt x="1530096" y="2785872"/>
                  </a:lnTo>
                  <a:lnTo>
                    <a:pt x="1522476" y="2785872"/>
                  </a:lnTo>
                  <a:lnTo>
                    <a:pt x="1519428" y="2788920"/>
                  </a:lnTo>
                  <a:lnTo>
                    <a:pt x="1519428" y="2837688"/>
                  </a:lnTo>
                  <a:lnTo>
                    <a:pt x="1522476" y="2840736"/>
                  </a:lnTo>
                  <a:lnTo>
                    <a:pt x="1530096" y="2840736"/>
                  </a:lnTo>
                  <a:lnTo>
                    <a:pt x="1533144" y="2837688"/>
                  </a:lnTo>
                  <a:lnTo>
                    <a:pt x="1533144" y="2788920"/>
                  </a:lnTo>
                  <a:close/>
                </a:path>
                <a:path w="2184400" h="4994275">
                  <a:moveTo>
                    <a:pt x="1533144" y="2705100"/>
                  </a:moveTo>
                  <a:lnTo>
                    <a:pt x="1530096" y="2702052"/>
                  </a:lnTo>
                  <a:lnTo>
                    <a:pt x="1522476" y="2702052"/>
                  </a:lnTo>
                  <a:lnTo>
                    <a:pt x="1519428" y="2705100"/>
                  </a:lnTo>
                  <a:lnTo>
                    <a:pt x="1519428" y="2755392"/>
                  </a:lnTo>
                  <a:lnTo>
                    <a:pt x="1522476" y="2758440"/>
                  </a:lnTo>
                  <a:lnTo>
                    <a:pt x="1530096" y="2758440"/>
                  </a:lnTo>
                  <a:lnTo>
                    <a:pt x="1533144" y="2755392"/>
                  </a:lnTo>
                  <a:lnTo>
                    <a:pt x="1533144" y="2705100"/>
                  </a:lnTo>
                  <a:close/>
                </a:path>
                <a:path w="2184400" h="4994275">
                  <a:moveTo>
                    <a:pt x="1533144" y="2622804"/>
                  </a:moveTo>
                  <a:lnTo>
                    <a:pt x="1530096" y="2619756"/>
                  </a:lnTo>
                  <a:lnTo>
                    <a:pt x="1522476" y="2619756"/>
                  </a:lnTo>
                  <a:lnTo>
                    <a:pt x="1519428" y="2622804"/>
                  </a:lnTo>
                  <a:lnTo>
                    <a:pt x="1519428" y="2671572"/>
                  </a:lnTo>
                  <a:lnTo>
                    <a:pt x="1522476" y="2674620"/>
                  </a:lnTo>
                  <a:lnTo>
                    <a:pt x="1530096" y="2674620"/>
                  </a:lnTo>
                  <a:lnTo>
                    <a:pt x="1533144" y="2671572"/>
                  </a:lnTo>
                  <a:lnTo>
                    <a:pt x="1533144" y="2622804"/>
                  </a:lnTo>
                  <a:close/>
                </a:path>
                <a:path w="2184400" h="4994275">
                  <a:moveTo>
                    <a:pt x="1533144" y="2540508"/>
                  </a:moveTo>
                  <a:lnTo>
                    <a:pt x="1530096" y="2537460"/>
                  </a:lnTo>
                  <a:lnTo>
                    <a:pt x="1522476" y="2537460"/>
                  </a:lnTo>
                  <a:lnTo>
                    <a:pt x="1519428" y="2540508"/>
                  </a:lnTo>
                  <a:lnTo>
                    <a:pt x="1519428" y="2589276"/>
                  </a:lnTo>
                  <a:lnTo>
                    <a:pt x="1522476" y="2592324"/>
                  </a:lnTo>
                  <a:lnTo>
                    <a:pt x="1530096" y="2592324"/>
                  </a:lnTo>
                  <a:lnTo>
                    <a:pt x="1533144" y="2589276"/>
                  </a:lnTo>
                  <a:lnTo>
                    <a:pt x="1533144" y="2540508"/>
                  </a:lnTo>
                  <a:close/>
                </a:path>
                <a:path w="2184400" h="4994275">
                  <a:moveTo>
                    <a:pt x="1533144" y="2456688"/>
                  </a:moveTo>
                  <a:lnTo>
                    <a:pt x="1530096" y="2453640"/>
                  </a:lnTo>
                  <a:lnTo>
                    <a:pt x="1522476" y="2453640"/>
                  </a:lnTo>
                  <a:lnTo>
                    <a:pt x="1519428" y="2456688"/>
                  </a:lnTo>
                  <a:lnTo>
                    <a:pt x="1519428" y="2506980"/>
                  </a:lnTo>
                  <a:lnTo>
                    <a:pt x="1522476" y="2510028"/>
                  </a:lnTo>
                  <a:lnTo>
                    <a:pt x="1530096" y="2510028"/>
                  </a:lnTo>
                  <a:lnTo>
                    <a:pt x="1533144" y="2506980"/>
                  </a:lnTo>
                  <a:lnTo>
                    <a:pt x="1533144" y="2456688"/>
                  </a:lnTo>
                  <a:close/>
                </a:path>
                <a:path w="2184400" h="4994275">
                  <a:moveTo>
                    <a:pt x="1533144" y="2374392"/>
                  </a:moveTo>
                  <a:lnTo>
                    <a:pt x="1530096" y="2371344"/>
                  </a:lnTo>
                  <a:lnTo>
                    <a:pt x="1522476" y="2371344"/>
                  </a:lnTo>
                  <a:lnTo>
                    <a:pt x="1519428" y="2374392"/>
                  </a:lnTo>
                  <a:lnTo>
                    <a:pt x="1519428" y="2423160"/>
                  </a:lnTo>
                  <a:lnTo>
                    <a:pt x="1522476" y="2426208"/>
                  </a:lnTo>
                  <a:lnTo>
                    <a:pt x="1530096" y="2426208"/>
                  </a:lnTo>
                  <a:lnTo>
                    <a:pt x="1533144" y="2423160"/>
                  </a:lnTo>
                  <a:lnTo>
                    <a:pt x="1533144" y="2374392"/>
                  </a:lnTo>
                  <a:close/>
                </a:path>
                <a:path w="2184400" h="4994275">
                  <a:moveTo>
                    <a:pt x="1533144" y="2292096"/>
                  </a:moveTo>
                  <a:lnTo>
                    <a:pt x="1530096" y="2289048"/>
                  </a:lnTo>
                  <a:lnTo>
                    <a:pt x="1522476" y="2289048"/>
                  </a:lnTo>
                  <a:lnTo>
                    <a:pt x="1519428" y="2292096"/>
                  </a:lnTo>
                  <a:lnTo>
                    <a:pt x="1519428" y="2340864"/>
                  </a:lnTo>
                  <a:lnTo>
                    <a:pt x="1522476" y="2343912"/>
                  </a:lnTo>
                  <a:lnTo>
                    <a:pt x="1530096" y="2343912"/>
                  </a:lnTo>
                  <a:lnTo>
                    <a:pt x="1533144" y="2340864"/>
                  </a:lnTo>
                  <a:lnTo>
                    <a:pt x="1533144" y="2292096"/>
                  </a:lnTo>
                  <a:close/>
                </a:path>
                <a:path w="2184400" h="4994275">
                  <a:moveTo>
                    <a:pt x="1533144" y="2209800"/>
                  </a:moveTo>
                  <a:lnTo>
                    <a:pt x="1530096" y="2205228"/>
                  </a:lnTo>
                  <a:lnTo>
                    <a:pt x="1522476" y="2205228"/>
                  </a:lnTo>
                  <a:lnTo>
                    <a:pt x="1519428" y="2209800"/>
                  </a:lnTo>
                  <a:lnTo>
                    <a:pt x="1519428" y="2258568"/>
                  </a:lnTo>
                  <a:lnTo>
                    <a:pt x="1522476" y="2261616"/>
                  </a:lnTo>
                  <a:lnTo>
                    <a:pt x="1530096" y="2261616"/>
                  </a:lnTo>
                  <a:lnTo>
                    <a:pt x="1533144" y="2258568"/>
                  </a:lnTo>
                  <a:lnTo>
                    <a:pt x="1533144" y="2209800"/>
                  </a:lnTo>
                  <a:close/>
                </a:path>
                <a:path w="2184400" h="4994275">
                  <a:moveTo>
                    <a:pt x="1533144" y="2125980"/>
                  </a:moveTo>
                  <a:lnTo>
                    <a:pt x="1530096" y="2122932"/>
                  </a:lnTo>
                  <a:lnTo>
                    <a:pt x="1522476" y="2122932"/>
                  </a:lnTo>
                  <a:lnTo>
                    <a:pt x="1519428" y="2125980"/>
                  </a:lnTo>
                  <a:lnTo>
                    <a:pt x="1519428" y="2174748"/>
                  </a:lnTo>
                  <a:lnTo>
                    <a:pt x="1522476" y="2177796"/>
                  </a:lnTo>
                  <a:lnTo>
                    <a:pt x="1530096" y="2177796"/>
                  </a:lnTo>
                  <a:lnTo>
                    <a:pt x="1533144" y="2174748"/>
                  </a:lnTo>
                  <a:lnTo>
                    <a:pt x="1533144" y="2125980"/>
                  </a:lnTo>
                  <a:close/>
                </a:path>
                <a:path w="2184400" h="4994275">
                  <a:moveTo>
                    <a:pt x="1533144" y="2043684"/>
                  </a:moveTo>
                  <a:lnTo>
                    <a:pt x="1530096" y="2040636"/>
                  </a:lnTo>
                  <a:lnTo>
                    <a:pt x="1522476" y="2040636"/>
                  </a:lnTo>
                  <a:lnTo>
                    <a:pt x="1519428" y="2043684"/>
                  </a:lnTo>
                  <a:lnTo>
                    <a:pt x="1519428" y="2092452"/>
                  </a:lnTo>
                  <a:lnTo>
                    <a:pt x="1522476" y="2095500"/>
                  </a:lnTo>
                  <a:lnTo>
                    <a:pt x="1530096" y="2095500"/>
                  </a:lnTo>
                  <a:lnTo>
                    <a:pt x="1533144" y="2092452"/>
                  </a:lnTo>
                  <a:lnTo>
                    <a:pt x="1533144" y="2043684"/>
                  </a:lnTo>
                  <a:close/>
                </a:path>
                <a:path w="2184400" h="4994275">
                  <a:moveTo>
                    <a:pt x="1533144" y="1961388"/>
                  </a:moveTo>
                  <a:lnTo>
                    <a:pt x="1530096" y="1956816"/>
                  </a:lnTo>
                  <a:lnTo>
                    <a:pt x="1522476" y="1956816"/>
                  </a:lnTo>
                  <a:lnTo>
                    <a:pt x="1519428" y="1961388"/>
                  </a:lnTo>
                  <a:lnTo>
                    <a:pt x="1519428" y="2010156"/>
                  </a:lnTo>
                  <a:lnTo>
                    <a:pt x="1522476" y="2013204"/>
                  </a:lnTo>
                  <a:lnTo>
                    <a:pt x="1530096" y="2013204"/>
                  </a:lnTo>
                  <a:lnTo>
                    <a:pt x="1533144" y="2010156"/>
                  </a:lnTo>
                  <a:lnTo>
                    <a:pt x="1533144" y="1961388"/>
                  </a:lnTo>
                  <a:close/>
                </a:path>
                <a:path w="2184400" h="4994275">
                  <a:moveTo>
                    <a:pt x="1533144" y="1877568"/>
                  </a:moveTo>
                  <a:lnTo>
                    <a:pt x="1530096" y="1874520"/>
                  </a:lnTo>
                  <a:lnTo>
                    <a:pt x="1522476" y="1874520"/>
                  </a:lnTo>
                  <a:lnTo>
                    <a:pt x="1519428" y="1877568"/>
                  </a:lnTo>
                  <a:lnTo>
                    <a:pt x="1519428" y="1926336"/>
                  </a:lnTo>
                  <a:lnTo>
                    <a:pt x="1522476" y="1929384"/>
                  </a:lnTo>
                  <a:lnTo>
                    <a:pt x="1530096" y="1929384"/>
                  </a:lnTo>
                  <a:lnTo>
                    <a:pt x="1533144" y="1926336"/>
                  </a:lnTo>
                  <a:lnTo>
                    <a:pt x="1533144" y="1877568"/>
                  </a:lnTo>
                  <a:close/>
                </a:path>
                <a:path w="2184400" h="4994275">
                  <a:moveTo>
                    <a:pt x="1533144" y="1795272"/>
                  </a:moveTo>
                  <a:lnTo>
                    <a:pt x="1530096" y="1792224"/>
                  </a:lnTo>
                  <a:lnTo>
                    <a:pt x="1522476" y="1792224"/>
                  </a:lnTo>
                  <a:lnTo>
                    <a:pt x="1519428" y="1795272"/>
                  </a:lnTo>
                  <a:lnTo>
                    <a:pt x="1519428" y="1844040"/>
                  </a:lnTo>
                  <a:lnTo>
                    <a:pt x="1522476" y="1847088"/>
                  </a:lnTo>
                  <a:lnTo>
                    <a:pt x="1530096" y="1847088"/>
                  </a:lnTo>
                  <a:lnTo>
                    <a:pt x="1533144" y="1844040"/>
                  </a:lnTo>
                  <a:lnTo>
                    <a:pt x="1533144" y="1795272"/>
                  </a:lnTo>
                  <a:close/>
                </a:path>
                <a:path w="2184400" h="4994275">
                  <a:moveTo>
                    <a:pt x="1533144" y="1712976"/>
                  </a:moveTo>
                  <a:lnTo>
                    <a:pt x="1530096" y="1709928"/>
                  </a:lnTo>
                  <a:lnTo>
                    <a:pt x="1522476" y="1709928"/>
                  </a:lnTo>
                  <a:lnTo>
                    <a:pt x="1519428" y="1712976"/>
                  </a:lnTo>
                  <a:lnTo>
                    <a:pt x="1519428" y="1761744"/>
                  </a:lnTo>
                  <a:lnTo>
                    <a:pt x="1522476" y="1764792"/>
                  </a:lnTo>
                  <a:lnTo>
                    <a:pt x="1530096" y="1764792"/>
                  </a:lnTo>
                  <a:lnTo>
                    <a:pt x="1533144" y="1761744"/>
                  </a:lnTo>
                  <a:lnTo>
                    <a:pt x="1533144" y="1712976"/>
                  </a:lnTo>
                  <a:close/>
                </a:path>
                <a:path w="2184400" h="4994275">
                  <a:moveTo>
                    <a:pt x="1533144" y="1629156"/>
                  </a:moveTo>
                  <a:lnTo>
                    <a:pt x="1530096" y="1626108"/>
                  </a:lnTo>
                  <a:lnTo>
                    <a:pt x="1522476" y="1626108"/>
                  </a:lnTo>
                  <a:lnTo>
                    <a:pt x="1519428" y="1629156"/>
                  </a:lnTo>
                  <a:lnTo>
                    <a:pt x="1519428" y="1677924"/>
                  </a:lnTo>
                  <a:lnTo>
                    <a:pt x="1522476" y="1680972"/>
                  </a:lnTo>
                  <a:lnTo>
                    <a:pt x="1530096" y="1680972"/>
                  </a:lnTo>
                  <a:lnTo>
                    <a:pt x="1533144" y="1677924"/>
                  </a:lnTo>
                  <a:lnTo>
                    <a:pt x="1533144" y="1629156"/>
                  </a:lnTo>
                  <a:close/>
                </a:path>
                <a:path w="2184400" h="4994275">
                  <a:moveTo>
                    <a:pt x="1533144" y="1546860"/>
                  </a:moveTo>
                  <a:lnTo>
                    <a:pt x="1530096" y="1543812"/>
                  </a:lnTo>
                  <a:lnTo>
                    <a:pt x="1522476" y="1543812"/>
                  </a:lnTo>
                  <a:lnTo>
                    <a:pt x="1519428" y="1546860"/>
                  </a:lnTo>
                  <a:lnTo>
                    <a:pt x="1519428" y="1595628"/>
                  </a:lnTo>
                  <a:lnTo>
                    <a:pt x="1522476" y="1598676"/>
                  </a:lnTo>
                  <a:lnTo>
                    <a:pt x="1530096" y="1598676"/>
                  </a:lnTo>
                  <a:lnTo>
                    <a:pt x="1533144" y="1595628"/>
                  </a:lnTo>
                  <a:lnTo>
                    <a:pt x="1533144" y="1546860"/>
                  </a:lnTo>
                  <a:close/>
                </a:path>
                <a:path w="2184400" h="4994275">
                  <a:moveTo>
                    <a:pt x="1533144" y="1464564"/>
                  </a:moveTo>
                  <a:lnTo>
                    <a:pt x="1530096" y="1461516"/>
                  </a:lnTo>
                  <a:lnTo>
                    <a:pt x="1522476" y="1461516"/>
                  </a:lnTo>
                  <a:lnTo>
                    <a:pt x="1519428" y="1464564"/>
                  </a:lnTo>
                  <a:lnTo>
                    <a:pt x="1519428" y="1513332"/>
                  </a:lnTo>
                  <a:lnTo>
                    <a:pt x="1522476" y="1516380"/>
                  </a:lnTo>
                  <a:lnTo>
                    <a:pt x="1530096" y="1516380"/>
                  </a:lnTo>
                  <a:lnTo>
                    <a:pt x="1533144" y="1513332"/>
                  </a:lnTo>
                  <a:lnTo>
                    <a:pt x="1533144" y="1464564"/>
                  </a:lnTo>
                  <a:close/>
                </a:path>
                <a:path w="2184400" h="4994275">
                  <a:moveTo>
                    <a:pt x="1533144" y="1380744"/>
                  </a:moveTo>
                  <a:lnTo>
                    <a:pt x="1530096" y="1377696"/>
                  </a:lnTo>
                  <a:lnTo>
                    <a:pt x="1522476" y="1377696"/>
                  </a:lnTo>
                  <a:lnTo>
                    <a:pt x="1519428" y="1380744"/>
                  </a:lnTo>
                  <a:lnTo>
                    <a:pt x="1519428" y="1429512"/>
                  </a:lnTo>
                  <a:lnTo>
                    <a:pt x="1522476" y="1432560"/>
                  </a:lnTo>
                  <a:lnTo>
                    <a:pt x="1530096" y="1432560"/>
                  </a:lnTo>
                  <a:lnTo>
                    <a:pt x="1533144" y="1429512"/>
                  </a:lnTo>
                  <a:lnTo>
                    <a:pt x="1533144" y="1380744"/>
                  </a:lnTo>
                  <a:close/>
                </a:path>
                <a:path w="2184400" h="4994275">
                  <a:moveTo>
                    <a:pt x="1533144" y="1298448"/>
                  </a:moveTo>
                  <a:lnTo>
                    <a:pt x="1530096" y="1295400"/>
                  </a:lnTo>
                  <a:lnTo>
                    <a:pt x="1522476" y="1295400"/>
                  </a:lnTo>
                  <a:lnTo>
                    <a:pt x="1519428" y="1298448"/>
                  </a:lnTo>
                  <a:lnTo>
                    <a:pt x="1519428" y="1347216"/>
                  </a:lnTo>
                  <a:lnTo>
                    <a:pt x="1522476" y="1350264"/>
                  </a:lnTo>
                  <a:lnTo>
                    <a:pt x="1530096" y="1350264"/>
                  </a:lnTo>
                  <a:lnTo>
                    <a:pt x="1533144" y="1347216"/>
                  </a:lnTo>
                  <a:lnTo>
                    <a:pt x="1533144" y="1298448"/>
                  </a:lnTo>
                  <a:close/>
                </a:path>
                <a:path w="2184400" h="4994275">
                  <a:moveTo>
                    <a:pt x="1533144" y="1216152"/>
                  </a:moveTo>
                  <a:lnTo>
                    <a:pt x="1530096" y="1213104"/>
                  </a:lnTo>
                  <a:lnTo>
                    <a:pt x="1522476" y="1213104"/>
                  </a:lnTo>
                  <a:lnTo>
                    <a:pt x="1519428" y="1216152"/>
                  </a:lnTo>
                  <a:lnTo>
                    <a:pt x="1519428" y="1264920"/>
                  </a:lnTo>
                  <a:lnTo>
                    <a:pt x="1522476" y="1267968"/>
                  </a:lnTo>
                  <a:lnTo>
                    <a:pt x="1530096" y="1267968"/>
                  </a:lnTo>
                  <a:lnTo>
                    <a:pt x="1533144" y="1264920"/>
                  </a:lnTo>
                  <a:lnTo>
                    <a:pt x="1533144" y="1216152"/>
                  </a:lnTo>
                  <a:close/>
                </a:path>
                <a:path w="2184400" h="4994275">
                  <a:moveTo>
                    <a:pt x="1533144" y="1132332"/>
                  </a:moveTo>
                  <a:lnTo>
                    <a:pt x="1530096" y="1129284"/>
                  </a:lnTo>
                  <a:lnTo>
                    <a:pt x="1522476" y="1129284"/>
                  </a:lnTo>
                  <a:lnTo>
                    <a:pt x="1519428" y="1132332"/>
                  </a:lnTo>
                  <a:lnTo>
                    <a:pt x="1519428" y="1181100"/>
                  </a:lnTo>
                  <a:lnTo>
                    <a:pt x="1522476" y="1184148"/>
                  </a:lnTo>
                  <a:lnTo>
                    <a:pt x="1530096" y="1184148"/>
                  </a:lnTo>
                  <a:lnTo>
                    <a:pt x="1533144" y="1181100"/>
                  </a:lnTo>
                  <a:lnTo>
                    <a:pt x="1533144" y="1132332"/>
                  </a:lnTo>
                  <a:close/>
                </a:path>
                <a:path w="2184400" h="4994275">
                  <a:moveTo>
                    <a:pt x="1533144" y="1050036"/>
                  </a:moveTo>
                  <a:lnTo>
                    <a:pt x="1530096" y="1046988"/>
                  </a:lnTo>
                  <a:lnTo>
                    <a:pt x="1522476" y="1046988"/>
                  </a:lnTo>
                  <a:lnTo>
                    <a:pt x="1519428" y="1050036"/>
                  </a:lnTo>
                  <a:lnTo>
                    <a:pt x="1519428" y="1098804"/>
                  </a:lnTo>
                  <a:lnTo>
                    <a:pt x="1522476" y="1101852"/>
                  </a:lnTo>
                  <a:lnTo>
                    <a:pt x="1530096" y="1101852"/>
                  </a:lnTo>
                  <a:lnTo>
                    <a:pt x="1533144" y="1098804"/>
                  </a:lnTo>
                  <a:lnTo>
                    <a:pt x="1533144" y="1050036"/>
                  </a:lnTo>
                  <a:close/>
                </a:path>
                <a:path w="2184400" h="4994275">
                  <a:moveTo>
                    <a:pt x="1533144" y="967740"/>
                  </a:moveTo>
                  <a:lnTo>
                    <a:pt x="1530096" y="964692"/>
                  </a:lnTo>
                  <a:lnTo>
                    <a:pt x="1522476" y="964692"/>
                  </a:lnTo>
                  <a:lnTo>
                    <a:pt x="1519428" y="967740"/>
                  </a:lnTo>
                  <a:lnTo>
                    <a:pt x="1519428" y="1016508"/>
                  </a:lnTo>
                  <a:lnTo>
                    <a:pt x="1522476" y="1019556"/>
                  </a:lnTo>
                  <a:lnTo>
                    <a:pt x="1530096" y="1019556"/>
                  </a:lnTo>
                  <a:lnTo>
                    <a:pt x="1533144" y="1016508"/>
                  </a:lnTo>
                  <a:lnTo>
                    <a:pt x="1533144" y="967740"/>
                  </a:lnTo>
                  <a:close/>
                </a:path>
                <a:path w="2184400" h="4994275">
                  <a:moveTo>
                    <a:pt x="1533144" y="883920"/>
                  </a:moveTo>
                  <a:lnTo>
                    <a:pt x="1530096" y="880872"/>
                  </a:lnTo>
                  <a:lnTo>
                    <a:pt x="1522476" y="880872"/>
                  </a:lnTo>
                  <a:lnTo>
                    <a:pt x="1519428" y="883920"/>
                  </a:lnTo>
                  <a:lnTo>
                    <a:pt x="1519428" y="932688"/>
                  </a:lnTo>
                  <a:lnTo>
                    <a:pt x="1522476" y="935736"/>
                  </a:lnTo>
                  <a:lnTo>
                    <a:pt x="1530096" y="935736"/>
                  </a:lnTo>
                  <a:lnTo>
                    <a:pt x="1533144" y="932688"/>
                  </a:lnTo>
                  <a:lnTo>
                    <a:pt x="1533144" y="883920"/>
                  </a:lnTo>
                  <a:close/>
                </a:path>
                <a:path w="2184400" h="4994275">
                  <a:moveTo>
                    <a:pt x="1533144" y="801624"/>
                  </a:moveTo>
                  <a:lnTo>
                    <a:pt x="1530096" y="798576"/>
                  </a:lnTo>
                  <a:lnTo>
                    <a:pt x="1522476" y="798576"/>
                  </a:lnTo>
                  <a:lnTo>
                    <a:pt x="1519428" y="801624"/>
                  </a:lnTo>
                  <a:lnTo>
                    <a:pt x="1519428" y="850392"/>
                  </a:lnTo>
                  <a:lnTo>
                    <a:pt x="1522476" y="853440"/>
                  </a:lnTo>
                  <a:lnTo>
                    <a:pt x="1530096" y="853440"/>
                  </a:lnTo>
                  <a:lnTo>
                    <a:pt x="1533144" y="850392"/>
                  </a:lnTo>
                  <a:lnTo>
                    <a:pt x="1533144" y="801624"/>
                  </a:lnTo>
                  <a:close/>
                </a:path>
                <a:path w="2184400" h="4994275">
                  <a:moveTo>
                    <a:pt x="1533144" y="719328"/>
                  </a:moveTo>
                  <a:lnTo>
                    <a:pt x="1530096" y="716280"/>
                  </a:lnTo>
                  <a:lnTo>
                    <a:pt x="1522476" y="716280"/>
                  </a:lnTo>
                  <a:lnTo>
                    <a:pt x="1519428" y="719328"/>
                  </a:lnTo>
                  <a:lnTo>
                    <a:pt x="1519428" y="768096"/>
                  </a:lnTo>
                  <a:lnTo>
                    <a:pt x="1522476" y="771144"/>
                  </a:lnTo>
                  <a:lnTo>
                    <a:pt x="1530096" y="771144"/>
                  </a:lnTo>
                  <a:lnTo>
                    <a:pt x="1533144" y="768096"/>
                  </a:lnTo>
                  <a:lnTo>
                    <a:pt x="1533144" y="719328"/>
                  </a:lnTo>
                  <a:close/>
                </a:path>
                <a:path w="2184400" h="4994275">
                  <a:moveTo>
                    <a:pt x="1533144" y="635508"/>
                  </a:moveTo>
                  <a:lnTo>
                    <a:pt x="1530096" y="632460"/>
                  </a:lnTo>
                  <a:lnTo>
                    <a:pt x="1522476" y="632460"/>
                  </a:lnTo>
                  <a:lnTo>
                    <a:pt x="1519428" y="635508"/>
                  </a:lnTo>
                  <a:lnTo>
                    <a:pt x="1519428" y="684276"/>
                  </a:lnTo>
                  <a:lnTo>
                    <a:pt x="1522476" y="687324"/>
                  </a:lnTo>
                  <a:lnTo>
                    <a:pt x="1530096" y="687324"/>
                  </a:lnTo>
                  <a:lnTo>
                    <a:pt x="1533144" y="684276"/>
                  </a:lnTo>
                  <a:lnTo>
                    <a:pt x="1533144" y="635508"/>
                  </a:lnTo>
                  <a:close/>
                </a:path>
                <a:path w="2184400" h="4994275">
                  <a:moveTo>
                    <a:pt x="1533144" y="553212"/>
                  </a:moveTo>
                  <a:lnTo>
                    <a:pt x="1530096" y="550164"/>
                  </a:lnTo>
                  <a:lnTo>
                    <a:pt x="1522476" y="550164"/>
                  </a:lnTo>
                  <a:lnTo>
                    <a:pt x="1519428" y="553212"/>
                  </a:lnTo>
                  <a:lnTo>
                    <a:pt x="1519428" y="601980"/>
                  </a:lnTo>
                  <a:lnTo>
                    <a:pt x="1522476" y="605028"/>
                  </a:lnTo>
                  <a:lnTo>
                    <a:pt x="1530096" y="605028"/>
                  </a:lnTo>
                  <a:lnTo>
                    <a:pt x="1533144" y="601980"/>
                  </a:lnTo>
                  <a:lnTo>
                    <a:pt x="1533144" y="553212"/>
                  </a:lnTo>
                  <a:close/>
                </a:path>
                <a:path w="2184400" h="4994275">
                  <a:moveTo>
                    <a:pt x="1533144" y="470916"/>
                  </a:moveTo>
                  <a:lnTo>
                    <a:pt x="1530096" y="467868"/>
                  </a:lnTo>
                  <a:lnTo>
                    <a:pt x="1522476" y="467868"/>
                  </a:lnTo>
                  <a:lnTo>
                    <a:pt x="1519428" y="470916"/>
                  </a:lnTo>
                  <a:lnTo>
                    <a:pt x="1519428" y="519684"/>
                  </a:lnTo>
                  <a:lnTo>
                    <a:pt x="1522476" y="522732"/>
                  </a:lnTo>
                  <a:lnTo>
                    <a:pt x="1530096" y="522732"/>
                  </a:lnTo>
                  <a:lnTo>
                    <a:pt x="1533144" y="519684"/>
                  </a:lnTo>
                  <a:lnTo>
                    <a:pt x="1533144" y="470916"/>
                  </a:lnTo>
                  <a:close/>
                </a:path>
                <a:path w="2184400" h="4994275">
                  <a:moveTo>
                    <a:pt x="1533144" y="387096"/>
                  </a:moveTo>
                  <a:lnTo>
                    <a:pt x="1530096" y="384048"/>
                  </a:lnTo>
                  <a:lnTo>
                    <a:pt x="1522476" y="384048"/>
                  </a:lnTo>
                  <a:lnTo>
                    <a:pt x="1519428" y="387096"/>
                  </a:lnTo>
                  <a:lnTo>
                    <a:pt x="1519428" y="435864"/>
                  </a:lnTo>
                  <a:lnTo>
                    <a:pt x="1522476" y="438912"/>
                  </a:lnTo>
                  <a:lnTo>
                    <a:pt x="1530096" y="438912"/>
                  </a:lnTo>
                  <a:lnTo>
                    <a:pt x="1533144" y="435864"/>
                  </a:lnTo>
                  <a:lnTo>
                    <a:pt x="1533144" y="387096"/>
                  </a:lnTo>
                  <a:close/>
                </a:path>
                <a:path w="2184400" h="4994275">
                  <a:moveTo>
                    <a:pt x="1533144" y="304800"/>
                  </a:moveTo>
                  <a:lnTo>
                    <a:pt x="1530096" y="301752"/>
                  </a:lnTo>
                  <a:lnTo>
                    <a:pt x="1522476" y="301752"/>
                  </a:lnTo>
                  <a:lnTo>
                    <a:pt x="1519428" y="304800"/>
                  </a:lnTo>
                  <a:lnTo>
                    <a:pt x="1519428" y="353568"/>
                  </a:lnTo>
                  <a:lnTo>
                    <a:pt x="1522476" y="356616"/>
                  </a:lnTo>
                  <a:lnTo>
                    <a:pt x="1530096" y="356616"/>
                  </a:lnTo>
                  <a:lnTo>
                    <a:pt x="1533144" y="353568"/>
                  </a:lnTo>
                  <a:lnTo>
                    <a:pt x="1533144" y="304800"/>
                  </a:lnTo>
                  <a:close/>
                </a:path>
                <a:path w="2184400" h="4994275">
                  <a:moveTo>
                    <a:pt x="1533144" y="222504"/>
                  </a:moveTo>
                  <a:lnTo>
                    <a:pt x="1530096" y="219456"/>
                  </a:lnTo>
                  <a:lnTo>
                    <a:pt x="1522476" y="219456"/>
                  </a:lnTo>
                  <a:lnTo>
                    <a:pt x="1519428" y="222504"/>
                  </a:lnTo>
                  <a:lnTo>
                    <a:pt x="1519428" y="271272"/>
                  </a:lnTo>
                  <a:lnTo>
                    <a:pt x="1522476" y="274320"/>
                  </a:lnTo>
                  <a:lnTo>
                    <a:pt x="1530096" y="274320"/>
                  </a:lnTo>
                  <a:lnTo>
                    <a:pt x="1533144" y="271272"/>
                  </a:lnTo>
                  <a:lnTo>
                    <a:pt x="1533144" y="222504"/>
                  </a:lnTo>
                  <a:close/>
                </a:path>
                <a:path w="2184400" h="4994275">
                  <a:moveTo>
                    <a:pt x="1533144" y="138684"/>
                  </a:moveTo>
                  <a:lnTo>
                    <a:pt x="1530096" y="135636"/>
                  </a:lnTo>
                  <a:lnTo>
                    <a:pt x="1522476" y="135636"/>
                  </a:lnTo>
                  <a:lnTo>
                    <a:pt x="1519428" y="138684"/>
                  </a:lnTo>
                  <a:lnTo>
                    <a:pt x="1519428" y="187452"/>
                  </a:lnTo>
                  <a:lnTo>
                    <a:pt x="1522476" y="192024"/>
                  </a:lnTo>
                  <a:lnTo>
                    <a:pt x="1530096" y="192024"/>
                  </a:lnTo>
                  <a:lnTo>
                    <a:pt x="1533144" y="187452"/>
                  </a:lnTo>
                  <a:lnTo>
                    <a:pt x="1533144" y="138684"/>
                  </a:lnTo>
                  <a:close/>
                </a:path>
                <a:path w="2184400" h="4994275">
                  <a:moveTo>
                    <a:pt x="1749552" y="4940808"/>
                  </a:moveTo>
                  <a:lnTo>
                    <a:pt x="1746504" y="4937760"/>
                  </a:lnTo>
                  <a:lnTo>
                    <a:pt x="1738884" y="4937760"/>
                  </a:lnTo>
                  <a:lnTo>
                    <a:pt x="1735836" y="4940808"/>
                  </a:lnTo>
                  <a:lnTo>
                    <a:pt x="1735836" y="4989576"/>
                  </a:lnTo>
                  <a:lnTo>
                    <a:pt x="1738884" y="4994148"/>
                  </a:lnTo>
                  <a:lnTo>
                    <a:pt x="1746504" y="4994148"/>
                  </a:lnTo>
                  <a:lnTo>
                    <a:pt x="1749552" y="4989576"/>
                  </a:lnTo>
                  <a:lnTo>
                    <a:pt x="1749552" y="4940808"/>
                  </a:lnTo>
                  <a:close/>
                </a:path>
                <a:path w="2184400" h="4994275">
                  <a:moveTo>
                    <a:pt x="1749552" y="4858512"/>
                  </a:moveTo>
                  <a:lnTo>
                    <a:pt x="1746504" y="4855464"/>
                  </a:lnTo>
                  <a:lnTo>
                    <a:pt x="1738884" y="4855464"/>
                  </a:lnTo>
                  <a:lnTo>
                    <a:pt x="1735836" y="4858512"/>
                  </a:lnTo>
                  <a:lnTo>
                    <a:pt x="1735836" y="4907280"/>
                  </a:lnTo>
                  <a:lnTo>
                    <a:pt x="1738884" y="4910328"/>
                  </a:lnTo>
                  <a:lnTo>
                    <a:pt x="1746504" y="4910328"/>
                  </a:lnTo>
                  <a:lnTo>
                    <a:pt x="1749552" y="4907280"/>
                  </a:lnTo>
                  <a:lnTo>
                    <a:pt x="1749552" y="4858512"/>
                  </a:lnTo>
                  <a:close/>
                </a:path>
                <a:path w="2184400" h="4994275">
                  <a:moveTo>
                    <a:pt x="1749552" y="4776216"/>
                  </a:moveTo>
                  <a:lnTo>
                    <a:pt x="1746504" y="4773168"/>
                  </a:lnTo>
                  <a:lnTo>
                    <a:pt x="1738884" y="4773168"/>
                  </a:lnTo>
                  <a:lnTo>
                    <a:pt x="1735836" y="4776216"/>
                  </a:lnTo>
                  <a:lnTo>
                    <a:pt x="1735836" y="4824984"/>
                  </a:lnTo>
                  <a:lnTo>
                    <a:pt x="1738884" y="4828032"/>
                  </a:lnTo>
                  <a:lnTo>
                    <a:pt x="1746504" y="4828032"/>
                  </a:lnTo>
                  <a:lnTo>
                    <a:pt x="1749552" y="4824984"/>
                  </a:lnTo>
                  <a:lnTo>
                    <a:pt x="1749552" y="4776216"/>
                  </a:lnTo>
                  <a:close/>
                </a:path>
                <a:path w="2184400" h="4994275">
                  <a:moveTo>
                    <a:pt x="1749552" y="4692396"/>
                  </a:moveTo>
                  <a:lnTo>
                    <a:pt x="1746504" y="4689348"/>
                  </a:lnTo>
                  <a:lnTo>
                    <a:pt x="1738884" y="4689348"/>
                  </a:lnTo>
                  <a:lnTo>
                    <a:pt x="1735836" y="4692396"/>
                  </a:lnTo>
                  <a:lnTo>
                    <a:pt x="1735836" y="4742688"/>
                  </a:lnTo>
                  <a:lnTo>
                    <a:pt x="1738884" y="4745736"/>
                  </a:lnTo>
                  <a:lnTo>
                    <a:pt x="1746504" y="4745736"/>
                  </a:lnTo>
                  <a:lnTo>
                    <a:pt x="1749552" y="4742688"/>
                  </a:lnTo>
                  <a:lnTo>
                    <a:pt x="1749552" y="4692396"/>
                  </a:lnTo>
                  <a:close/>
                </a:path>
                <a:path w="2184400" h="4994275">
                  <a:moveTo>
                    <a:pt x="1749552" y="4610100"/>
                  </a:moveTo>
                  <a:lnTo>
                    <a:pt x="1746504" y="4607052"/>
                  </a:lnTo>
                  <a:lnTo>
                    <a:pt x="1738884" y="4607052"/>
                  </a:lnTo>
                  <a:lnTo>
                    <a:pt x="1735836" y="4610100"/>
                  </a:lnTo>
                  <a:lnTo>
                    <a:pt x="1735836" y="4658868"/>
                  </a:lnTo>
                  <a:lnTo>
                    <a:pt x="1738884" y="4661916"/>
                  </a:lnTo>
                  <a:lnTo>
                    <a:pt x="1746504" y="4661916"/>
                  </a:lnTo>
                  <a:lnTo>
                    <a:pt x="1749552" y="4658868"/>
                  </a:lnTo>
                  <a:lnTo>
                    <a:pt x="1749552" y="4610100"/>
                  </a:lnTo>
                  <a:close/>
                </a:path>
                <a:path w="2184400" h="4994275">
                  <a:moveTo>
                    <a:pt x="1749552" y="4527804"/>
                  </a:moveTo>
                  <a:lnTo>
                    <a:pt x="1746504" y="4524756"/>
                  </a:lnTo>
                  <a:lnTo>
                    <a:pt x="1738884" y="4524756"/>
                  </a:lnTo>
                  <a:lnTo>
                    <a:pt x="1735836" y="4527804"/>
                  </a:lnTo>
                  <a:lnTo>
                    <a:pt x="1735836" y="4576572"/>
                  </a:lnTo>
                  <a:lnTo>
                    <a:pt x="1738884" y="4579620"/>
                  </a:lnTo>
                  <a:lnTo>
                    <a:pt x="1746504" y="4579620"/>
                  </a:lnTo>
                  <a:lnTo>
                    <a:pt x="1749552" y="4576572"/>
                  </a:lnTo>
                  <a:lnTo>
                    <a:pt x="1749552" y="4527804"/>
                  </a:lnTo>
                  <a:close/>
                </a:path>
                <a:path w="2184400" h="4994275">
                  <a:moveTo>
                    <a:pt x="1749552" y="4443984"/>
                  </a:moveTo>
                  <a:lnTo>
                    <a:pt x="1746504" y="4440936"/>
                  </a:lnTo>
                  <a:lnTo>
                    <a:pt x="1738884" y="4440936"/>
                  </a:lnTo>
                  <a:lnTo>
                    <a:pt x="1735836" y="4443984"/>
                  </a:lnTo>
                  <a:lnTo>
                    <a:pt x="1735836" y="4494276"/>
                  </a:lnTo>
                  <a:lnTo>
                    <a:pt x="1738884" y="4497324"/>
                  </a:lnTo>
                  <a:lnTo>
                    <a:pt x="1746504" y="4497324"/>
                  </a:lnTo>
                  <a:lnTo>
                    <a:pt x="1749552" y="4494276"/>
                  </a:lnTo>
                  <a:lnTo>
                    <a:pt x="1749552" y="4443984"/>
                  </a:lnTo>
                  <a:close/>
                </a:path>
                <a:path w="2184400" h="4994275">
                  <a:moveTo>
                    <a:pt x="1749552" y="4361688"/>
                  </a:moveTo>
                  <a:lnTo>
                    <a:pt x="1746504" y="4358640"/>
                  </a:lnTo>
                  <a:lnTo>
                    <a:pt x="1738884" y="4358640"/>
                  </a:lnTo>
                  <a:lnTo>
                    <a:pt x="1735836" y="4361688"/>
                  </a:lnTo>
                  <a:lnTo>
                    <a:pt x="1735836" y="4410456"/>
                  </a:lnTo>
                  <a:lnTo>
                    <a:pt x="1738884" y="4413504"/>
                  </a:lnTo>
                  <a:lnTo>
                    <a:pt x="1746504" y="4413504"/>
                  </a:lnTo>
                  <a:lnTo>
                    <a:pt x="1749552" y="4410456"/>
                  </a:lnTo>
                  <a:lnTo>
                    <a:pt x="1749552" y="4361688"/>
                  </a:lnTo>
                  <a:close/>
                </a:path>
                <a:path w="2184400" h="4994275">
                  <a:moveTo>
                    <a:pt x="1749552" y="4279392"/>
                  </a:moveTo>
                  <a:lnTo>
                    <a:pt x="1746504" y="4276344"/>
                  </a:lnTo>
                  <a:lnTo>
                    <a:pt x="1738884" y="4276344"/>
                  </a:lnTo>
                  <a:lnTo>
                    <a:pt x="1735836" y="4279392"/>
                  </a:lnTo>
                  <a:lnTo>
                    <a:pt x="1735836" y="4328160"/>
                  </a:lnTo>
                  <a:lnTo>
                    <a:pt x="1738884" y="4331208"/>
                  </a:lnTo>
                  <a:lnTo>
                    <a:pt x="1746504" y="4331208"/>
                  </a:lnTo>
                  <a:lnTo>
                    <a:pt x="1749552" y="4328160"/>
                  </a:lnTo>
                  <a:lnTo>
                    <a:pt x="1749552" y="4279392"/>
                  </a:lnTo>
                  <a:close/>
                </a:path>
                <a:path w="2184400" h="4994275">
                  <a:moveTo>
                    <a:pt x="1749552" y="4195572"/>
                  </a:moveTo>
                  <a:lnTo>
                    <a:pt x="1746504" y="4192524"/>
                  </a:lnTo>
                  <a:lnTo>
                    <a:pt x="1738884" y="4192524"/>
                  </a:lnTo>
                  <a:lnTo>
                    <a:pt x="1735836" y="4195572"/>
                  </a:lnTo>
                  <a:lnTo>
                    <a:pt x="1735836" y="4245864"/>
                  </a:lnTo>
                  <a:lnTo>
                    <a:pt x="1738884" y="4248912"/>
                  </a:lnTo>
                  <a:lnTo>
                    <a:pt x="1746504" y="4248912"/>
                  </a:lnTo>
                  <a:lnTo>
                    <a:pt x="1749552" y="4245864"/>
                  </a:lnTo>
                  <a:lnTo>
                    <a:pt x="1749552" y="4195572"/>
                  </a:lnTo>
                  <a:close/>
                </a:path>
                <a:path w="2184400" h="4994275">
                  <a:moveTo>
                    <a:pt x="1749552" y="4113276"/>
                  </a:moveTo>
                  <a:lnTo>
                    <a:pt x="1746504" y="4110228"/>
                  </a:lnTo>
                  <a:lnTo>
                    <a:pt x="1738884" y="4110228"/>
                  </a:lnTo>
                  <a:lnTo>
                    <a:pt x="1735836" y="4113276"/>
                  </a:lnTo>
                  <a:lnTo>
                    <a:pt x="1735836" y="4162044"/>
                  </a:lnTo>
                  <a:lnTo>
                    <a:pt x="1738884" y="4165092"/>
                  </a:lnTo>
                  <a:lnTo>
                    <a:pt x="1746504" y="4165092"/>
                  </a:lnTo>
                  <a:lnTo>
                    <a:pt x="1749552" y="4162044"/>
                  </a:lnTo>
                  <a:lnTo>
                    <a:pt x="1749552" y="4113276"/>
                  </a:lnTo>
                  <a:close/>
                </a:path>
                <a:path w="2184400" h="4994275">
                  <a:moveTo>
                    <a:pt x="1749552" y="4030980"/>
                  </a:moveTo>
                  <a:lnTo>
                    <a:pt x="1746504" y="4027932"/>
                  </a:lnTo>
                  <a:lnTo>
                    <a:pt x="1738884" y="4027932"/>
                  </a:lnTo>
                  <a:lnTo>
                    <a:pt x="1735836" y="4030980"/>
                  </a:lnTo>
                  <a:lnTo>
                    <a:pt x="1735836" y="4079748"/>
                  </a:lnTo>
                  <a:lnTo>
                    <a:pt x="1738884" y="4082796"/>
                  </a:lnTo>
                  <a:lnTo>
                    <a:pt x="1746504" y="4082796"/>
                  </a:lnTo>
                  <a:lnTo>
                    <a:pt x="1749552" y="4079748"/>
                  </a:lnTo>
                  <a:lnTo>
                    <a:pt x="1749552" y="4030980"/>
                  </a:lnTo>
                  <a:close/>
                </a:path>
                <a:path w="2184400" h="4994275">
                  <a:moveTo>
                    <a:pt x="1749552" y="3947160"/>
                  </a:moveTo>
                  <a:lnTo>
                    <a:pt x="1746504" y="3944112"/>
                  </a:lnTo>
                  <a:lnTo>
                    <a:pt x="1738884" y="3944112"/>
                  </a:lnTo>
                  <a:lnTo>
                    <a:pt x="1735836" y="3947160"/>
                  </a:lnTo>
                  <a:lnTo>
                    <a:pt x="1735836" y="3997452"/>
                  </a:lnTo>
                  <a:lnTo>
                    <a:pt x="1738884" y="4000500"/>
                  </a:lnTo>
                  <a:lnTo>
                    <a:pt x="1746504" y="4000500"/>
                  </a:lnTo>
                  <a:lnTo>
                    <a:pt x="1749552" y="3997452"/>
                  </a:lnTo>
                  <a:lnTo>
                    <a:pt x="1749552" y="3947160"/>
                  </a:lnTo>
                  <a:close/>
                </a:path>
                <a:path w="2184400" h="4994275">
                  <a:moveTo>
                    <a:pt x="1749552" y="3864864"/>
                  </a:moveTo>
                  <a:lnTo>
                    <a:pt x="1746504" y="3861816"/>
                  </a:lnTo>
                  <a:lnTo>
                    <a:pt x="1738884" y="3861816"/>
                  </a:lnTo>
                  <a:lnTo>
                    <a:pt x="1735836" y="3864864"/>
                  </a:lnTo>
                  <a:lnTo>
                    <a:pt x="1735836" y="3913632"/>
                  </a:lnTo>
                  <a:lnTo>
                    <a:pt x="1738884" y="3916680"/>
                  </a:lnTo>
                  <a:lnTo>
                    <a:pt x="1746504" y="3916680"/>
                  </a:lnTo>
                  <a:lnTo>
                    <a:pt x="1749552" y="3913632"/>
                  </a:lnTo>
                  <a:lnTo>
                    <a:pt x="1749552" y="3864864"/>
                  </a:lnTo>
                  <a:close/>
                </a:path>
                <a:path w="2184400" h="4994275">
                  <a:moveTo>
                    <a:pt x="1749552" y="3782568"/>
                  </a:moveTo>
                  <a:lnTo>
                    <a:pt x="1746504" y="3779520"/>
                  </a:lnTo>
                  <a:lnTo>
                    <a:pt x="1738884" y="3779520"/>
                  </a:lnTo>
                  <a:lnTo>
                    <a:pt x="1735836" y="3782568"/>
                  </a:lnTo>
                  <a:lnTo>
                    <a:pt x="1735836" y="3831336"/>
                  </a:lnTo>
                  <a:lnTo>
                    <a:pt x="1738884" y="3834384"/>
                  </a:lnTo>
                  <a:lnTo>
                    <a:pt x="1746504" y="3834384"/>
                  </a:lnTo>
                  <a:lnTo>
                    <a:pt x="1749552" y="3831336"/>
                  </a:lnTo>
                  <a:lnTo>
                    <a:pt x="1749552" y="3782568"/>
                  </a:lnTo>
                  <a:close/>
                </a:path>
                <a:path w="2184400" h="4994275">
                  <a:moveTo>
                    <a:pt x="1749552" y="3698748"/>
                  </a:moveTo>
                  <a:lnTo>
                    <a:pt x="1746504" y="3695700"/>
                  </a:lnTo>
                  <a:lnTo>
                    <a:pt x="1738884" y="3695700"/>
                  </a:lnTo>
                  <a:lnTo>
                    <a:pt x="1735836" y="3698748"/>
                  </a:lnTo>
                  <a:lnTo>
                    <a:pt x="1735836" y="3749040"/>
                  </a:lnTo>
                  <a:lnTo>
                    <a:pt x="1738884" y="3752088"/>
                  </a:lnTo>
                  <a:lnTo>
                    <a:pt x="1746504" y="3752088"/>
                  </a:lnTo>
                  <a:lnTo>
                    <a:pt x="1749552" y="3749040"/>
                  </a:lnTo>
                  <a:lnTo>
                    <a:pt x="1749552" y="3698748"/>
                  </a:lnTo>
                  <a:close/>
                </a:path>
                <a:path w="2184400" h="4994275">
                  <a:moveTo>
                    <a:pt x="1749552" y="3616452"/>
                  </a:moveTo>
                  <a:lnTo>
                    <a:pt x="1746504" y="3613404"/>
                  </a:lnTo>
                  <a:lnTo>
                    <a:pt x="1738884" y="3613404"/>
                  </a:lnTo>
                  <a:lnTo>
                    <a:pt x="1735836" y="3616452"/>
                  </a:lnTo>
                  <a:lnTo>
                    <a:pt x="1735836" y="3665220"/>
                  </a:lnTo>
                  <a:lnTo>
                    <a:pt x="1738884" y="3668268"/>
                  </a:lnTo>
                  <a:lnTo>
                    <a:pt x="1746504" y="3668268"/>
                  </a:lnTo>
                  <a:lnTo>
                    <a:pt x="1749552" y="3665220"/>
                  </a:lnTo>
                  <a:lnTo>
                    <a:pt x="1749552" y="3616452"/>
                  </a:lnTo>
                  <a:close/>
                </a:path>
                <a:path w="2184400" h="4994275">
                  <a:moveTo>
                    <a:pt x="1749552" y="3534156"/>
                  </a:moveTo>
                  <a:lnTo>
                    <a:pt x="1746504" y="3531108"/>
                  </a:lnTo>
                  <a:lnTo>
                    <a:pt x="1738884" y="3531108"/>
                  </a:lnTo>
                  <a:lnTo>
                    <a:pt x="1735836" y="3534156"/>
                  </a:lnTo>
                  <a:lnTo>
                    <a:pt x="1735836" y="3582924"/>
                  </a:lnTo>
                  <a:lnTo>
                    <a:pt x="1738884" y="3585972"/>
                  </a:lnTo>
                  <a:lnTo>
                    <a:pt x="1746504" y="3585972"/>
                  </a:lnTo>
                  <a:lnTo>
                    <a:pt x="1749552" y="3582924"/>
                  </a:lnTo>
                  <a:lnTo>
                    <a:pt x="1749552" y="3534156"/>
                  </a:lnTo>
                  <a:close/>
                </a:path>
                <a:path w="2184400" h="4994275">
                  <a:moveTo>
                    <a:pt x="1749552" y="3450336"/>
                  </a:moveTo>
                  <a:lnTo>
                    <a:pt x="1746504" y="3447288"/>
                  </a:lnTo>
                  <a:lnTo>
                    <a:pt x="1738884" y="3447288"/>
                  </a:lnTo>
                  <a:lnTo>
                    <a:pt x="1735836" y="3450336"/>
                  </a:lnTo>
                  <a:lnTo>
                    <a:pt x="1735836" y="3500628"/>
                  </a:lnTo>
                  <a:lnTo>
                    <a:pt x="1738884" y="3503676"/>
                  </a:lnTo>
                  <a:lnTo>
                    <a:pt x="1746504" y="3503676"/>
                  </a:lnTo>
                  <a:lnTo>
                    <a:pt x="1749552" y="3500628"/>
                  </a:lnTo>
                  <a:lnTo>
                    <a:pt x="1749552" y="3450336"/>
                  </a:lnTo>
                  <a:close/>
                </a:path>
                <a:path w="2184400" h="4994275">
                  <a:moveTo>
                    <a:pt x="1749552" y="3368040"/>
                  </a:moveTo>
                  <a:lnTo>
                    <a:pt x="1746504" y="3364992"/>
                  </a:lnTo>
                  <a:lnTo>
                    <a:pt x="1738884" y="3364992"/>
                  </a:lnTo>
                  <a:lnTo>
                    <a:pt x="1735836" y="3368040"/>
                  </a:lnTo>
                  <a:lnTo>
                    <a:pt x="1735836" y="3416808"/>
                  </a:lnTo>
                  <a:lnTo>
                    <a:pt x="1738884" y="3419856"/>
                  </a:lnTo>
                  <a:lnTo>
                    <a:pt x="1746504" y="3419856"/>
                  </a:lnTo>
                  <a:lnTo>
                    <a:pt x="1749552" y="3416808"/>
                  </a:lnTo>
                  <a:lnTo>
                    <a:pt x="1749552" y="3368040"/>
                  </a:lnTo>
                  <a:close/>
                </a:path>
                <a:path w="2184400" h="4994275">
                  <a:moveTo>
                    <a:pt x="1749552" y="3285744"/>
                  </a:moveTo>
                  <a:lnTo>
                    <a:pt x="1746504" y="3282696"/>
                  </a:lnTo>
                  <a:lnTo>
                    <a:pt x="1738884" y="3282696"/>
                  </a:lnTo>
                  <a:lnTo>
                    <a:pt x="1735836" y="3285744"/>
                  </a:lnTo>
                  <a:lnTo>
                    <a:pt x="1735836" y="3334512"/>
                  </a:lnTo>
                  <a:lnTo>
                    <a:pt x="1738884" y="3337560"/>
                  </a:lnTo>
                  <a:lnTo>
                    <a:pt x="1746504" y="3337560"/>
                  </a:lnTo>
                  <a:lnTo>
                    <a:pt x="1749552" y="3334512"/>
                  </a:lnTo>
                  <a:lnTo>
                    <a:pt x="1749552" y="3285744"/>
                  </a:lnTo>
                  <a:close/>
                </a:path>
                <a:path w="2184400" h="4994275">
                  <a:moveTo>
                    <a:pt x="1749552" y="3201924"/>
                  </a:moveTo>
                  <a:lnTo>
                    <a:pt x="1746504" y="3198876"/>
                  </a:lnTo>
                  <a:lnTo>
                    <a:pt x="1738884" y="3198876"/>
                  </a:lnTo>
                  <a:lnTo>
                    <a:pt x="1735836" y="3201924"/>
                  </a:lnTo>
                  <a:lnTo>
                    <a:pt x="1735836" y="3252216"/>
                  </a:lnTo>
                  <a:lnTo>
                    <a:pt x="1738884" y="3255264"/>
                  </a:lnTo>
                  <a:lnTo>
                    <a:pt x="1746504" y="3255264"/>
                  </a:lnTo>
                  <a:lnTo>
                    <a:pt x="1749552" y="3252216"/>
                  </a:lnTo>
                  <a:lnTo>
                    <a:pt x="1749552" y="3201924"/>
                  </a:lnTo>
                  <a:close/>
                </a:path>
                <a:path w="2184400" h="4994275">
                  <a:moveTo>
                    <a:pt x="1749552" y="3119628"/>
                  </a:moveTo>
                  <a:lnTo>
                    <a:pt x="1746504" y="3116580"/>
                  </a:lnTo>
                  <a:lnTo>
                    <a:pt x="1738884" y="3116580"/>
                  </a:lnTo>
                  <a:lnTo>
                    <a:pt x="1735836" y="3119628"/>
                  </a:lnTo>
                  <a:lnTo>
                    <a:pt x="1735836" y="3168396"/>
                  </a:lnTo>
                  <a:lnTo>
                    <a:pt x="1738884" y="3171444"/>
                  </a:lnTo>
                  <a:lnTo>
                    <a:pt x="1746504" y="3171444"/>
                  </a:lnTo>
                  <a:lnTo>
                    <a:pt x="1749552" y="3168396"/>
                  </a:lnTo>
                  <a:lnTo>
                    <a:pt x="1749552" y="3119628"/>
                  </a:lnTo>
                  <a:close/>
                </a:path>
                <a:path w="2184400" h="4994275">
                  <a:moveTo>
                    <a:pt x="1749552" y="3037332"/>
                  </a:moveTo>
                  <a:lnTo>
                    <a:pt x="1746504" y="3034284"/>
                  </a:lnTo>
                  <a:lnTo>
                    <a:pt x="1738884" y="3034284"/>
                  </a:lnTo>
                  <a:lnTo>
                    <a:pt x="1735836" y="3037332"/>
                  </a:lnTo>
                  <a:lnTo>
                    <a:pt x="1735836" y="3086100"/>
                  </a:lnTo>
                  <a:lnTo>
                    <a:pt x="1738884" y="3089148"/>
                  </a:lnTo>
                  <a:lnTo>
                    <a:pt x="1746504" y="3089148"/>
                  </a:lnTo>
                  <a:lnTo>
                    <a:pt x="1749552" y="3086100"/>
                  </a:lnTo>
                  <a:lnTo>
                    <a:pt x="1749552" y="3037332"/>
                  </a:lnTo>
                  <a:close/>
                </a:path>
                <a:path w="2184400" h="4994275">
                  <a:moveTo>
                    <a:pt x="1749552" y="2953512"/>
                  </a:moveTo>
                  <a:lnTo>
                    <a:pt x="1746504" y="2950464"/>
                  </a:lnTo>
                  <a:lnTo>
                    <a:pt x="1738884" y="2950464"/>
                  </a:lnTo>
                  <a:lnTo>
                    <a:pt x="1735836" y="2953512"/>
                  </a:lnTo>
                  <a:lnTo>
                    <a:pt x="1735836" y="3003804"/>
                  </a:lnTo>
                  <a:lnTo>
                    <a:pt x="1738884" y="3006852"/>
                  </a:lnTo>
                  <a:lnTo>
                    <a:pt x="1746504" y="3006852"/>
                  </a:lnTo>
                  <a:lnTo>
                    <a:pt x="1749552" y="3003804"/>
                  </a:lnTo>
                  <a:lnTo>
                    <a:pt x="1749552" y="2953512"/>
                  </a:lnTo>
                  <a:close/>
                </a:path>
                <a:path w="2184400" h="4994275">
                  <a:moveTo>
                    <a:pt x="1749552" y="2871216"/>
                  </a:moveTo>
                  <a:lnTo>
                    <a:pt x="1746504" y="2868168"/>
                  </a:lnTo>
                  <a:lnTo>
                    <a:pt x="1738884" y="2868168"/>
                  </a:lnTo>
                  <a:lnTo>
                    <a:pt x="1735836" y="2871216"/>
                  </a:lnTo>
                  <a:lnTo>
                    <a:pt x="1735836" y="2919984"/>
                  </a:lnTo>
                  <a:lnTo>
                    <a:pt x="1738884" y="2923032"/>
                  </a:lnTo>
                  <a:lnTo>
                    <a:pt x="1746504" y="2923032"/>
                  </a:lnTo>
                  <a:lnTo>
                    <a:pt x="1749552" y="2919984"/>
                  </a:lnTo>
                  <a:lnTo>
                    <a:pt x="1749552" y="2871216"/>
                  </a:lnTo>
                  <a:close/>
                </a:path>
                <a:path w="2184400" h="4994275">
                  <a:moveTo>
                    <a:pt x="1749552" y="2788920"/>
                  </a:moveTo>
                  <a:lnTo>
                    <a:pt x="1746504" y="2785872"/>
                  </a:lnTo>
                  <a:lnTo>
                    <a:pt x="1738884" y="2785872"/>
                  </a:lnTo>
                  <a:lnTo>
                    <a:pt x="1735836" y="2788920"/>
                  </a:lnTo>
                  <a:lnTo>
                    <a:pt x="1735836" y="2837688"/>
                  </a:lnTo>
                  <a:lnTo>
                    <a:pt x="1738884" y="2840736"/>
                  </a:lnTo>
                  <a:lnTo>
                    <a:pt x="1746504" y="2840736"/>
                  </a:lnTo>
                  <a:lnTo>
                    <a:pt x="1749552" y="2837688"/>
                  </a:lnTo>
                  <a:lnTo>
                    <a:pt x="1749552" y="2788920"/>
                  </a:lnTo>
                  <a:close/>
                </a:path>
                <a:path w="2184400" h="4994275">
                  <a:moveTo>
                    <a:pt x="1749552" y="2705100"/>
                  </a:moveTo>
                  <a:lnTo>
                    <a:pt x="1746504" y="2702052"/>
                  </a:lnTo>
                  <a:lnTo>
                    <a:pt x="1738884" y="2702052"/>
                  </a:lnTo>
                  <a:lnTo>
                    <a:pt x="1735836" y="2705100"/>
                  </a:lnTo>
                  <a:lnTo>
                    <a:pt x="1735836" y="2755392"/>
                  </a:lnTo>
                  <a:lnTo>
                    <a:pt x="1738884" y="2758440"/>
                  </a:lnTo>
                  <a:lnTo>
                    <a:pt x="1746504" y="2758440"/>
                  </a:lnTo>
                  <a:lnTo>
                    <a:pt x="1749552" y="2755392"/>
                  </a:lnTo>
                  <a:lnTo>
                    <a:pt x="1749552" y="2705100"/>
                  </a:lnTo>
                  <a:close/>
                </a:path>
                <a:path w="2184400" h="4994275">
                  <a:moveTo>
                    <a:pt x="1749552" y="2622804"/>
                  </a:moveTo>
                  <a:lnTo>
                    <a:pt x="1746504" y="2619756"/>
                  </a:lnTo>
                  <a:lnTo>
                    <a:pt x="1738884" y="2619756"/>
                  </a:lnTo>
                  <a:lnTo>
                    <a:pt x="1735836" y="2622804"/>
                  </a:lnTo>
                  <a:lnTo>
                    <a:pt x="1735836" y="2671572"/>
                  </a:lnTo>
                  <a:lnTo>
                    <a:pt x="1738884" y="2674620"/>
                  </a:lnTo>
                  <a:lnTo>
                    <a:pt x="1746504" y="2674620"/>
                  </a:lnTo>
                  <a:lnTo>
                    <a:pt x="1749552" y="2671572"/>
                  </a:lnTo>
                  <a:lnTo>
                    <a:pt x="1749552" y="2622804"/>
                  </a:lnTo>
                  <a:close/>
                </a:path>
                <a:path w="2184400" h="4994275">
                  <a:moveTo>
                    <a:pt x="1749552" y="2540508"/>
                  </a:moveTo>
                  <a:lnTo>
                    <a:pt x="1746504" y="2537460"/>
                  </a:lnTo>
                  <a:lnTo>
                    <a:pt x="1738884" y="2537460"/>
                  </a:lnTo>
                  <a:lnTo>
                    <a:pt x="1735836" y="2540508"/>
                  </a:lnTo>
                  <a:lnTo>
                    <a:pt x="1735836" y="2589276"/>
                  </a:lnTo>
                  <a:lnTo>
                    <a:pt x="1738884" y="2592324"/>
                  </a:lnTo>
                  <a:lnTo>
                    <a:pt x="1746504" y="2592324"/>
                  </a:lnTo>
                  <a:lnTo>
                    <a:pt x="1749552" y="2589276"/>
                  </a:lnTo>
                  <a:lnTo>
                    <a:pt x="1749552" y="2540508"/>
                  </a:lnTo>
                  <a:close/>
                </a:path>
                <a:path w="2184400" h="4994275">
                  <a:moveTo>
                    <a:pt x="1749552" y="2456688"/>
                  </a:moveTo>
                  <a:lnTo>
                    <a:pt x="1746504" y="2453640"/>
                  </a:lnTo>
                  <a:lnTo>
                    <a:pt x="1738884" y="2453640"/>
                  </a:lnTo>
                  <a:lnTo>
                    <a:pt x="1735836" y="2456688"/>
                  </a:lnTo>
                  <a:lnTo>
                    <a:pt x="1735836" y="2506980"/>
                  </a:lnTo>
                  <a:lnTo>
                    <a:pt x="1738884" y="2510028"/>
                  </a:lnTo>
                  <a:lnTo>
                    <a:pt x="1746504" y="2510028"/>
                  </a:lnTo>
                  <a:lnTo>
                    <a:pt x="1749552" y="2506980"/>
                  </a:lnTo>
                  <a:lnTo>
                    <a:pt x="1749552" y="2456688"/>
                  </a:lnTo>
                  <a:close/>
                </a:path>
                <a:path w="2184400" h="4994275">
                  <a:moveTo>
                    <a:pt x="1749552" y="2374392"/>
                  </a:moveTo>
                  <a:lnTo>
                    <a:pt x="1746504" y="2371344"/>
                  </a:lnTo>
                  <a:lnTo>
                    <a:pt x="1738884" y="2371344"/>
                  </a:lnTo>
                  <a:lnTo>
                    <a:pt x="1735836" y="2374392"/>
                  </a:lnTo>
                  <a:lnTo>
                    <a:pt x="1735836" y="2423160"/>
                  </a:lnTo>
                  <a:lnTo>
                    <a:pt x="1738884" y="2426208"/>
                  </a:lnTo>
                  <a:lnTo>
                    <a:pt x="1746504" y="2426208"/>
                  </a:lnTo>
                  <a:lnTo>
                    <a:pt x="1749552" y="2423160"/>
                  </a:lnTo>
                  <a:lnTo>
                    <a:pt x="1749552" y="2374392"/>
                  </a:lnTo>
                  <a:close/>
                </a:path>
                <a:path w="2184400" h="4994275">
                  <a:moveTo>
                    <a:pt x="1749552" y="2292096"/>
                  </a:moveTo>
                  <a:lnTo>
                    <a:pt x="1746504" y="2289048"/>
                  </a:lnTo>
                  <a:lnTo>
                    <a:pt x="1738884" y="2289048"/>
                  </a:lnTo>
                  <a:lnTo>
                    <a:pt x="1735836" y="2292096"/>
                  </a:lnTo>
                  <a:lnTo>
                    <a:pt x="1735836" y="2340864"/>
                  </a:lnTo>
                  <a:lnTo>
                    <a:pt x="1738884" y="2343912"/>
                  </a:lnTo>
                  <a:lnTo>
                    <a:pt x="1746504" y="2343912"/>
                  </a:lnTo>
                  <a:lnTo>
                    <a:pt x="1749552" y="2340864"/>
                  </a:lnTo>
                  <a:lnTo>
                    <a:pt x="1749552" y="2292096"/>
                  </a:lnTo>
                  <a:close/>
                </a:path>
                <a:path w="2184400" h="4994275">
                  <a:moveTo>
                    <a:pt x="1749552" y="2209800"/>
                  </a:moveTo>
                  <a:lnTo>
                    <a:pt x="1746504" y="2205228"/>
                  </a:lnTo>
                  <a:lnTo>
                    <a:pt x="1738884" y="2205228"/>
                  </a:lnTo>
                  <a:lnTo>
                    <a:pt x="1735836" y="2209800"/>
                  </a:lnTo>
                  <a:lnTo>
                    <a:pt x="1735836" y="2258568"/>
                  </a:lnTo>
                  <a:lnTo>
                    <a:pt x="1738884" y="2261616"/>
                  </a:lnTo>
                  <a:lnTo>
                    <a:pt x="1746504" y="2261616"/>
                  </a:lnTo>
                  <a:lnTo>
                    <a:pt x="1749552" y="2258568"/>
                  </a:lnTo>
                  <a:lnTo>
                    <a:pt x="1749552" y="2209800"/>
                  </a:lnTo>
                  <a:close/>
                </a:path>
                <a:path w="2184400" h="4994275">
                  <a:moveTo>
                    <a:pt x="1749552" y="2125980"/>
                  </a:moveTo>
                  <a:lnTo>
                    <a:pt x="1746504" y="2122932"/>
                  </a:lnTo>
                  <a:lnTo>
                    <a:pt x="1738884" y="2122932"/>
                  </a:lnTo>
                  <a:lnTo>
                    <a:pt x="1735836" y="2125980"/>
                  </a:lnTo>
                  <a:lnTo>
                    <a:pt x="1735836" y="2174748"/>
                  </a:lnTo>
                  <a:lnTo>
                    <a:pt x="1738884" y="2177796"/>
                  </a:lnTo>
                  <a:lnTo>
                    <a:pt x="1746504" y="2177796"/>
                  </a:lnTo>
                  <a:lnTo>
                    <a:pt x="1749552" y="2174748"/>
                  </a:lnTo>
                  <a:lnTo>
                    <a:pt x="1749552" y="2125980"/>
                  </a:lnTo>
                  <a:close/>
                </a:path>
                <a:path w="2184400" h="4994275">
                  <a:moveTo>
                    <a:pt x="1749552" y="2043684"/>
                  </a:moveTo>
                  <a:lnTo>
                    <a:pt x="1746504" y="2040636"/>
                  </a:lnTo>
                  <a:lnTo>
                    <a:pt x="1738884" y="2040636"/>
                  </a:lnTo>
                  <a:lnTo>
                    <a:pt x="1735836" y="2043684"/>
                  </a:lnTo>
                  <a:lnTo>
                    <a:pt x="1735836" y="2092452"/>
                  </a:lnTo>
                  <a:lnTo>
                    <a:pt x="1738884" y="2095500"/>
                  </a:lnTo>
                  <a:lnTo>
                    <a:pt x="1746504" y="2095500"/>
                  </a:lnTo>
                  <a:lnTo>
                    <a:pt x="1749552" y="2092452"/>
                  </a:lnTo>
                  <a:lnTo>
                    <a:pt x="1749552" y="2043684"/>
                  </a:lnTo>
                  <a:close/>
                </a:path>
                <a:path w="2184400" h="4994275">
                  <a:moveTo>
                    <a:pt x="1749552" y="1961388"/>
                  </a:moveTo>
                  <a:lnTo>
                    <a:pt x="1746504" y="1956816"/>
                  </a:lnTo>
                  <a:lnTo>
                    <a:pt x="1738884" y="1956816"/>
                  </a:lnTo>
                  <a:lnTo>
                    <a:pt x="1735836" y="1961388"/>
                  </a:lnTo>
                  <a:lnTo>
                    <a:pt x="1735836" y="2010156"/>
                  </a:lnTo>
                  <a:lnTo>
                    <a:pt x="1738884" y="2013204"/>
                  </a:lnTo>
                  <a:lnTo>
                    <a:pt x="1746504" y="2013204"/>
                  </a:lnTo>
                  <a:lnTo>
                    <a:pt x="1749552" y="2010156"/>
                  </a:lnTo>
                  <a:lnTo>
                    <a:pt x="1749552" y="1961388"/>
                  </a:lnTo>
                  <a:close/>
                </a:path>
                <a:path w="2184400" h="4994275">
                  <a:moveTo>
                    <a:pt x="1749552" y="1877568"/>
                  </a:moveTo>
                  <a:lnTo>
                    <a:pt x="1746504" y="1874520"/>
                  </a:lnTo>
                  <a:lnTo>
                    <a:pt x="1738884" y="1874520"/>
                  </a:lnTo>
                  <a:lnTo>
                    <a:pt x="1735836" y="1877568"/>
                  </a:lnTo>
                  <a:lnTo>
                    <a:pt x="1735836" y="1926336"/>
                  </a:lnTo>
                  <a:lnTo>
                    <a:pt x="1738884" y="1929384"/>
                  </a:lnTo>
                  <a:lnTo>
                    <a:pt x="1746504" y="1929384"/>
                  </a:lnTo>
                  <a:lnTo>
                    <a:pt x="1749552" y="1926336"/>
                  </a:lnTo>
                  <a:lnTo>
                    <a:pt x="1749552" y="1877568"/>
                  </a:lnTo>
                  <a:close/>
                </a:path>
                <a:path w="2184400" h="4994275">
                  <a:moveTo>
                    <a:pt x="1749552" y="1795272"/>
                  </a:moveTo>
                  <a:lnTo>
                    <a:pt x="1746504" y="1792224"/>
                  </a:lnTo>
                  <a:lnTo>
                    <a:pt x="1738884" y="1792224"/>
                  </a:lnTo>
                  <a:lnTo>
                    <a:pt x="1735836" y="1795272"/>
                  </a:lnTo>
                  <a:lnTo>
                    <a:pt x="1735836" y="1844040"/>
                  </a:lnTo>
                  <a:lnTo>
                    <a:pt x="1738884" y="1847088"/>
                  </a:lnTo>
                  <a:lnTo>
                    <a:pt x="1746504" y="1847088"/>
                  </a:lnTo>
                  <a:lnTo>
                    <a:pt x="1749552" y="1844040"/>
                  </a:lnTo>
                  <a:lnTo>
                    <a:pt x="1749552" y="1795272"/>
                  </a:lnTo>
                  <a:close/>
                </a:path>
                <a:path w="2184400" h="4994275">
                  <a:moveTo>
                    <a:pt x="1749552" y="1712976"/>
                  </a:moveTo>
                  <a:lnTo>
                    <a:pt x="1746504" y="1709928"/>
                  </a:lnTo>
                  <a:lnTo>
                    <a:pt x="1738884" y="1709928"/>
                  </a:lnTo>
                  <a:lnTo>
                    <a:pt x="1735836" y="1712976"/>
                  </a:lnTo>
                  <a:lnTo>
                    <a:pt x="1735836" y="1761744"/>
                  </a:lnTo>
                  <a:lnTo>
                    <a:pt x="1738884" y="1764792"/>
                  </a:lnTo>
                  <a:lnTo>
                    <a:pt x="1746504" y="1764792"/>
                  </a:lnTo>
                  <a:lnTo>
                    <a:pt x="1749552" y="1761744"/>
                  </a:lnTo>
                  <a:lnTo>
                    <a:pt x="1749552" y="1712976"/>
                  </a:lnTo>
                  <a:close/>
                </a:path>
                <a:path w="2184400" h="4994275">
                  <a:moveTo>
                    <a:pt x="1749552" y="1629156"/>
                  </a:moveTo>
                  <a:lnTo>
                    <a:pt x="1746504" y="1626108"/>
                  </a:lnTo>
                  <a:lnTo>
                    <a:pt x="1738884" y="1626108"/>
                  </a:lnTo>
                  <a:lnTo>
                    <a:pt x="1735836" y="1629156"/>
                  </a:lnTo>
                  <a:lnTo>
                    <a:pt x="1735836" y="1677924"/>
                  </a:lnTo>
                  <a:lnTo>
                    <a:pt x="1738884" y="1680972"/>
                  </a:lnTo>
                  <a:lnTo>
                    <a:pt x="1746504" y="1680972"/>
                  </a:lnTo>
                  <a:lnTo>
                    <a:pt x="1749552" y="1677924"/>
                  </a:lnTo>
                  <a:lnTo>
                    <a:pt x="1749552" y="1629156"/>
                  </a:lnTo>
                  <a:close/>
                </a:path>
                <a:path w="2184400" h="4994275">
                  <a:moveTo>
                    <a:pt x="1749552" y="1546860"/>
                  </a:moveTo>
                  <a:lnTo>
                    <a:pt x="1746504" y="1543812"/>
                  </a:lnTo>
                  <a:lnTo>
                    <a:pt x="1738884" y="1543812"/>
                  </a:lnTo>
                  <a:lnTo>
                    <a:pt x="1735836" y="1546860"/>
                  </a:lnTo>
                  <a:lnTo>
                    <a:pt x="1735836" y="1595628"/>
                  </a:lnTo>
                  <a:lnTo>
                    <a:pt x="1738884" y="1598676"/>
                  </a:lnTo>
                  <a:lnTo>
                    <a:pt x="1746504" y="1598676"/>
                  </a:lnTo>
                  <a:lnTo>
                    <a:pt x="1749552" y="1595628"/>
                  </a:lnTo>
                  <a:lnTo>
                    <a:pt x="1749552" y="1546860"/>
                  </a:lnTo>
                  <a:close/>
                </a:path>
                <a:path w="2184400" h="4994275">
                  <a:moveTo>
                    <a:pt x="1749552" y="1464564"/>
                  </a:moveTo>
                  <a:lnTo>
                    <a:pt x="1746504" y="1461516"/>
                  </a:lnTo>
                  <a:lnTo>
                    <a:pt x="1738884" y="1461516"/>
                  </a:lnTo>
                  <a:lnTo>
                    <a:pt x="1735836" y="1464564"/>
                  </a:lnTo>
                  <a:lnTo>
                    <a:pt x="1735836" y="1513332"/>
                  </a:lnTo>
                  <a:lnTo>
                    <a:pt x="1738884" y="1516380"/>
                  </a:lnTo>
                  <a:lnTo>
                    <a:pt x="1746504" y="1516380"/>
                  </a:lnTo>
                  <a:lnTo>
                    <a:pt x="1749552" y="1513332"/>
                  </a:lnTo>
                  <a:lnTo>
                    <a:pt x="1749552" y="1464564"/>
                  </a:lnTo>
                  <a:close/>
                </a:path>
                <a:path w="2184400" h="4994275">
                  <a:moveTo>
                    <a:pt x="1749552" y="1380744"/>
                  </a:moveTo>
                  <a:lnTo>
                    <a:pt x="1746504" y="1377696"/>
                  </a:lnTo>
                  <a:lnTo>
                    <a:pt x="1738884" y="1377696"/>
                  </a:lnTo>
                  <a:lnTo>
                    <a:pt x="1735836" y="1380744"/>
                  </a:lnTo>
                  <a:lnTo>
                    <a:pt x="1735836" y="1429512"/>
                  </a:lnTo>
                  <a:lnTo>
                    <a:pt x="1738884" y="1432560"/>
                  </a:lnTo>
                  <a:lnTo>
                    <a:pt x="1746504" y="1432560"/>
                  </a:lnTo>
                  <a:lnTo>
                    <a:pt x="1749552" y="1429512"/>
                  </a:lnTo>
                  <a:lnTo>
                    <a:pt x="1749552" y="1380744"/>
                  </a:lnTo>
                  <a:close/>
                </a:path>
                <a:path w="2184400" h="4994275">
                  <a:moveTo>
                    <a:pt x="1749552" y="1298448"/>
                  </a:moveTo>
                  <a:lnTo>
                    <a:pt x="1746504" y="1295400"/>
                  </a:lnTo>
                  <a:lnTo>
                    <a:pt x="1738884" y="1295400"/>
                  </a:lnTo>
                  <a:lnTo>
                    <a:pt x="1735836" y="1298448"/>
                  </a:lnTo>
                  <a:lnTo>
                    <a:pt x="1735836" y="1347216"/>
                  </a:lnTo>
                  <a:lnTo>
                    <a:pt x="1738884" y="1350264"/>
                  </a:lnTo>
                  <a:lnTo>
                    <a:pt x="1746504" y="1350264"/>
                  </a:lnTo>
                  <a:lnTo>
                    <a:pt x="1749552" y="1347216"/>
                  </a:lnTo>
                  <a:lnTo>
                    <a:pt x="1749552" y="1298448"/>
                  </a:lnTo>
                  <a:close/>
                </a:path>
                <a:path w="2184400" h="4994275">
                  <a:moveTo>
                    <a:pt x="1749552" y="1216152"/>
                  </a:moveTo>
                  <a:lnTo>
                    <a:pt x="1746504" y="1213104"/>
                  </a:lnTo>
                  <a:lnTo>
                    <a:pt x="1738884" y="1213104"/>
                  </a:lnTo>
                  <a:lnTo>
                    <a:pt x="1735836" y="1216152"/>
                  </a:lnTo>
                  <a:lnTo>
                    <a:pt x="1735836" y="1264920"/>
                  </a:lnTo>
                  <a:lnTo>
                    <a:pt x="1738884" y="1267968"/>
                  </a:lnTo>
                  <a:lnTo>
                    <a:pt x="1746504" y="1267968"/>
                  </a:lnTo>
                  <a:lnTo>
                    <a:pt x="1749552" y="1264920"/>
                  </a:lnTo>
                  <a:lnTo>
                    <a:pt x="1749552" y="1216152"/>
                  </a:lnTo>
                  <a:close/>
                </a:path>
                <a:path w="2184400" h="4994275">
                  <a:moveTo>
                    <a:pt x="1749552" y="1132332"/>
                  </a:moveTo>
                  <a:lnTo>
                    <a:pt x="1746504" y="1129284"/>
                  </a:lnTo>
                  <a:lnTo>
                    <a:pt x="1738884" y="1129284"/>
                  </a:lnTo>
                  <a:lnTo>
                    <a:pt x="1735836" y="1132332"/>
                  </a:lnTo>
                  <a:lnTo>
                    <a:pt x="1735836" y="1181100"/>
                  </a:lnTo>
                  <a:lnTo>
                    <a:pt x="1738884" y="1184148"/>
                  </a:lnTo>
                  <a:lnTo>
                    <a:pt x="1746504" y="1184148"/>
                  </a:lnTo>
                  <a:lnTo>
                    <a:pt x="1749552" y="1181100"/>
                  </a:lnTo>
                  <a:lnTo>
                    <a:pt x="1749552" y="1132332"/>
                  </a:lnTo>
                  <a:close/>
                </a:path>
                <a:path w="2184400" h="4994275">
                  <a:moveTo>
                    <a:pt x="1749552" y="1050036"/>
                  </a:moveTo>
                  <a:lnTo>
                    <a:pt x="1746504" y="1046988"/>
                  </a:lnTo>
                  <a:lnTo>
                    <a:pt x="1738884" y="1046988"/>
                  </a:lnTo>
                  <a:lnTo>
                    <a:pt x="1735836" y="1050036"/>
                  </a:lnTo>
                  <a:lnTo>
                    <a:pt x="1735836" y="1098804"/>
                  </a:lnTo>
                  <a:lnTo>
                    <a:pt x="1738884" y="1101852"/>
                  </a:lnTo>
                  <a:lnTo>
                    <a:pt x="1746504" y="1101852"/>
                  </a:lnTo>
                  <a:lnTo>
                    <a:pt x="1749552" y="1098804"/>
                  </a:lnTo>
                  <a:lnTo>
                    <a:pt x="1749552" y="1050036"/>
                  </a:lnTo>
                  <a:close/>
                </a:path>
                <a:path w="2184400" h="4994275">
                  <a:moveTo>
                    <a:pt x="1749552" y="967740"/>
                  </a:moveTo>
                  <a:lnTo>
                    <a:pt x="1746504" y="964692"/>
                  </a:lnTo>
                  <a:lnTo>
                    <a:pt x="1738884" y="964692"/>
                  </a:lnTo>
                  <a:lnTo>
                    <a:pt x="1735836" y="967740"/>
                  </a:lnTo>
                  <a:lnTo>
                    <a:pt x="1735836" y="1016508"/>
                  </a:lnTo>
                  <a:lnTo>
                    <a:pt x="1738884" y="1019556"/>
                  </a:lnTo>
                  <a:lnTo>
                    <a:pt x="1746504" y="1019556"/>
                  </a:lnTo>
                  <a:lnTo>
                    <a:pt x="1749552" y="1016508"/>
                  </a:lnTo>
                  <a:lnTo>
                    <a:pt x="1749552" y="967740"/>
                  </a:lnTo>
                  <a:close/>
                </a:path>
                <a:path w="2184400" h="4994275">
                  <a:moveTo>
                    <a:pt x="1749552" y="883920"/>
                  </a:moveTo>
                  <a:lnTo>
                    <a:pt x="1746504" y="880872"/>
                  </a:lnTo>
                  <a:lnTo>
                    <a:pt x="1738884" y="880872"/>
                  </a:lnTo>
                  <a:lnTo>
                    <a:pt x="1735836" y="883920"/>
                  </a:lnTo>
                  <a:lnTo>
                    <a:pt x="1735836" y="932688"/>
                  </a:lnTo>
                  <a:lnTo>
                    <a:pt x="1738884" y="935736"/>
                  </a:lnTo>
                  <a:lnTo>
                    <a:pt x="1746504" y="935736"/>
                  </a:lnTo>
                  <a:lnTo>
                    <a:pt x="1749552" y="932688"/>
                  </a:lnTo>
                  <a:lnTo>
                    <a:pt x="1749552" y="883920"/>
                  </a:lnTo>
                  <a:close/>
                </a:path>
                <a:path w="2184400" h="4994275">
                  <a:moveTo>
                    <a:pt x="1749552" y="801624"/>
                  </a:moveTo>
                  <a:lnTo>
                    <a:pt x="1746504" y="798576"/>
                  </a:lnTo>
                  <a:lnTo>
                    <a:pt x="1738884" y="798576"/>
                  </a:lnTo>
                  <a:lnTo>
                    <a:pt x="1735836" y="801624"/>
                  </a:lnTo>
                  <a:lnTo>
                    <a:pt x="1735836" y="850392"/>
                  </a:lnTo>
                  <a:lnTo>
                    <a:pt x="1738884" y="853440"/>
                  </a:lnTo>
                  <a:lnTo>
                    <a:pt x="1746504" y="853440"/>
                  </a:lnTo>
                  <a:lnTo>
                    <a:pt x="1749552" y="850392"/>
                  </a:lnTo>
                  <a:lnTo>
                    <a:pt x="1749552" y="801624"/>
                  </a:lnTo>
                  <a:close/>
                </a:path>
                <a:path w="2184400" h="4994275">
                  <a:moveTo>
                    <a:pt x="1749552" y="719328"/>
                  </a:moveTo>
                  <a:lnTo>
                    <a:pt x="1746504" y="716280"/>
                  </a:lnTo>
                  <a:lnTo>
                    <a:pt x="1738884" y="716280"/>
                  </a:lnTo>
                  <a:lnTo>
                    <a:pt x="1735836" y="719328"/>
                  </a:lnTo>
                  <a:lnTo>
                    <a:pt x="1735836" y="768096"/>
                  </a:lnTo>
                  <a:lnTo>
                    <a:pt x="1738884" y="771144"/>
                  </a:lnTo>
                  <a:lnTo>
                    <a:pt x="1746504" y="771144"/>
                  </a:lnTo>
                  <a:lnTo>
                    <a:pt x="1749552" y="768096"/>
                  </a:lnTo>
                  <a:lnTo>
                    <a:pt x="1749552" y="719328"/>
                  </a:lnTo>
                  <a:close/>
                </a:path>
                <a:path w="2184400" h="4994275">
                  <a:moveTo>
                    <a:pt x="1749552" y="635508"/>
                  </a:moveTo>
                  <a:lnTo>
                    <a:pt x="1746504" y="632460"/>
                  </a:lnTo>
                  <a:lnTo>
                    <a:pt x="1738884" y="632460"/>
                  </a:lnTo>
                  <a:lnTo>
                    <a:pt x="1735836" y="635508"/>
                  </a:lnTo>
                  <a:lnTo>
                    <a:pt x="1735836" y="684276"/>
                  </a:lnTo>
                  <a:lnTo>
                    <a:pt x="1738884" y="687324"/>
                  </a:lnTo>
                  <a:lnTo>
                    <a:pt x="1746504" y="687324"/>
                  </a:lnTo>
                  <a:lnTo>
                    <a:pt x="1749552" y="684276"/>
                  </a:lnTo>
                  <a:lnTo>
                    <a:pt x="1749552" y="635508"/>
                  </a:lnTo>
                  <a:close/>
                </a:path>
                <a:path w="2184400" h="4994275">
                  <a:moveTo>
                    <a:pt x="1749552" y="553212"/>
                  </a:moveTo>
                  <a:lnTo>
                    <a:pt x="1746504" y="550164"/>
                  </a:lnTo>
                  <a:lnTo>
                    <a:pt x="1738884" y="550164"/>
                  </a:lnTo>
                  <a:lnTo>
                    <a:pt x="1735836" y="553212"/>
                  </a:lnTo>
                  <a:lnTo>
                    <a:pt x="1735836" y="601980"/>
                  </a:lnTo>
                  <a:lnTo>
                    <a:pt x="1738884" y="605028"/>
                  </a:lnTo>
                  <a:lnTo>
                    <a:pt x="1746504" y="605028"/>
                  </a:lnTo>
                  <a:lnTo>
                    <a:pt x="1749552" y="601980"/>
                  </a:lnTo>
                  <a:lnTo>
                    <a:pt x="1749552" y="553212"/>
                  </a:lnTo>
                  <a:close/>
                </a:path>
                <a:path w="2184400" h="4994275">
                  <a:moveTo>
                    <a:pt x="1749552" y="470916"/>
                  </a:moveTo>
                  <a:lnTo>
                    <a:pt x="1746504" y="467868"/>
                  </a:lnTo>
                  <a:lnTo>
                    <a:pt x="1738884" y="467868"/>
                  </a:lnTo>
                  <a:lnTo>
                    <a:pt x="1735836" y="470916"/>
                  </a:lnTo>
                  <a:lnTo>
                    <a:pt x="1735836" y="519684"/>
                  </a:lnTo>
                  <a:lnTo>
                    <a:pt x="1738884" y="522732"/>
                  </a:lnTo>
                  <a:lnTo>
                    <a:pt x="1746504" y="522732"/>
                  </a:lnTo>
                  <a:lnTo>
                    <a:pt x="1749552" y="519684"/>
                  </a:lnTo>
                  <a:lnTo>
                    <a:pt x="1749552" y="470916"/>
                  </a:lnTo>
                  <a:close/>
                </a:path>
                <a:path w="2184400" h="4994275">
                  <a:moveTo>
                    <a:pt x="1749552" y="387096"/>
                  </a:moveTo>
                  <a:lnTo>
                    <a:pt x="1746504" y="384048"/>
                  </a:lnTo>
                  <a:lnTo>
                    <a:pt x="1738884" y="384048"/>
                  </a:lnTo>
                  <a:lnTo>
                    <a:pt x="1735836" y="387096"/>
                  </a:lnTo>
                  <a:lnTo>
                    <a:pt x="1735836" y="435864"/>
                  </a:lnTo>
                  <a:lnTo>
                    <a:pt x="1738884" y="438912"/>
                  </a:lnTo>
                  <a:lnTo>
                    <a:pt x="1746504" y="438912"/>
                  </a:lnTo>
                  <a:lnTo>
                    <a:pt x="1749552" y="435864"/>
                  </a:lnTo>
                  <a:lnTo>
                    <a:pt x="1749552" y="387096"/>
                  </a:lnTo>
                  <a:close/>
                </a:path>
                <a:path w="2184400" h="4994275">
                  <a:moveTo>
                    <a:pt x="1749552" y="304800"/>
                  </a:moveTo>
                  <a:lnTo>
                    <a:pt x="1746504" y="301752"/>
                  </a:lnTo>
                  <a:lnTo>
                    <a:pt x="1738884" y="301752"/>
                  </a:lnTo>
                  <a:lnTo>
                    <a:pt x="1735836" y="304800"/>
                  </a:lnTo>
                  <a:lnTo>
                    <a:pt x="1735836" y="353568"/>
                  </a:lnTo>
                  <a:lnTo>
                    <a:pt x="1738884" y="356616"/>
                  </a:lnTo>
                  <a:lnTo>
                    <a:pt x="1746504" y="356616"/>
                  </a:lnTo>
                  <a:lnTo>
                    <a:pt x="1749552" y="353568"/>
                  </a:lnTo>
                  <a:lnTo>
                    <a:pt x="1749552" y="304800"/>
                  </a:lnTo>
                  <a:close/>
                </a:path>
                <a:path w="2184400" h="4994275">
                  <a:moveTo>
                    <a:pt x="1749552" y="222504"/>
                  </a:moveTo>
                  <a:lnTo>
                    <a:pt x="1746504" y="219456"/>
                  </a:lnTo>
                  <a:lnTo>
                    <a:pt x="1738884" y="219456"/>
                  </a:lnTo>
                  <a:lnTo>
                    <a:pt x="1735836" y="222504"/>
                  </a:lnTo>
                  <a:lnTo>
                    <a:pt x="1735836" y="271272"/>
                  </a:lnTo>
                  <a:lnTo>
                    <a:pt x="1738884" y="274320"/>
                  </a:lnTo>
                  <a:lnTo>
                    <a:pt x="1746504" y="274320"/>
                  </a:lnTo>
                  <a:lnTo>
                    <a:pt x="1749552" y="271272"/>
                  </a:lnTo>
                  <a:lnTo>
                    <a:pt x="1749552" y="222504"/>
                  </a:lnTo>
                  <a:close/>
                </a:path>
                <a:path w="2184400" h="4994275">
                  <a:moveTo>
                    <a:pt x="1749552" y="138684"/>
                  </a:moveTo>
                  <a:lnTo>
                    <a:pt x="1746504" y="135636"/>
                  </a:lnTo>
                  <a:lnTo>
                    <a:pt x="1738884" y="135636"/>
                  </a:lnTo>
                  <a:lnTo>
                    <a:pt x="1735836" y="138684"/>
                  </a:lnTo>
                  <a:lnTo>
                    <a:pt x="1735836" y="187452"/>
                  </a:lnTo>
                  <a:lnTo>
                    <a:pt x="1738884" y="192024"/>
                  </a:lnTo>
                  <a:lnTo>
                    <a:pt x="1746504" y="192024"/>
                  </a:lnTo>
                  <a:lnTo>
                    <a:pt x="1749552" y="187452"/>
                  </a:lnTo>
                  <a:lnTo>
                    <a:pt x="1749552" y="138684"/>
                  </a:lnTo>
                  <a:close/>
                </a:path>
                <a:path w="2184400" h="4994275">
                  <a:moveTo>
                    <a:pt x="1967484" y="4527804"/>
                  </a:moveTo>
                  <a:lnTo>
                    <a:pt x="1964436" y="4524756"/>
                  </a:lnTo>
                  <a:lnTo>
                    <a:pt x="1956816" y="4524756"/>
                  </a:lnTo>
                  <a:lnTo>
                    <a:pt x="1953768" y="4527804"/>
                  </a:lnTo>
                  <a:lnTo>
                    <a:pt x="1953768" y="4576572"/>
                  </a:lnTo>
                  <a:lnTo>
                    <a:pt x="1956816" y="4579620"/>
                  </a:lnTo>
                  <a:lnTo>
                    <a:pt x="1964436" y="4579620"/>
                  </a:lnTo>
                  <a:lnTo>
                    <a:pt x="1967484" y="4576572"/>
                  </a:lnTo>
                  <a:lnTo>
                    <a:pt x="1967484" y="4527804"/>
                  </a:lnTo>
                  <a:close/>
                </a:path>
                <a:path w="2184400" h="4994275">
                  <a:moveTo>
                    <a:pt x="1967484" y="4443984"/>
                  </a:moveTo>
                  <a:lnTo>
                    <a:pt x="1964436" y="4440936"/>
                  </a:lnTo>
                  <a:lnTo>
                    <a:pt x="1956816" y="4440936"/>
                  </a:lnTo>
                  <a:lnTo>
                    <a:pt x="1953768" y="4443984"/>
                  </a:lnTo>
                  <a:lnTo>
                    <a:pt x="1953768" y="4494276"/>
                  </a:lnTo>
                  <a:lnTo>
                    <a:pt x="1956816" y="4497324"/>
                  </a:lnTo>
                  <a:lnTo>
                    <a:pt x="1964436" y="4497324"/>
                  </a:lnTo>
                  <a:lnTo>
                    <a:pt x="1967484" y="4494276"/>
                  </a:lnTo>
                  <a:lnTo>
                    <a:pt x="1967484" y="4443984"/>
                  </a:lnTo>
                  <a:close/>
                </a:path>
                <a:path w="2184400" h="4994275">
                  <a:moveTo>
                    <a:pt x="1967484" y="4361688"/>
                  </a:moveTo>
                  <a:lnTo>
                    <a:pt x="1964436" y="4358640"/>
                  </a:lnTo>
                  <a:lnTo>
                    <a:pt x="1956816" y="4358640"/>
                  </a:lnTo>
                  <a:lnTo>
                    <a:pt x="1953768" y="4361688"/>
                  </a:lnTo>
                  <a:lnTo>
                    <a:pt x="1953768" y="4410456"/>
                  </a:lnTo>
                  <a:lnTo>
                    <a:pt x="1956816" y="4413504"/>
                  </a:lnTo>
                  <a:lnTo>
                    <a:pt x="1964436" y="4413504"/>
                  </a:lnTo>
                  <a:lnTo>
                    <a:pt x="1967484" y="4410456"/>
                  </a:lnTo>
                  <a:lnTo>
                    <a:pt x="1967484" y="4361688"/>
                  </a:lnTo>
                  <a:close/>
                </a:path>
                <a:path w="2184400" h="4994275">
                  <a:moveTo>
                    <a:pt x="1967484" y="4279392"/>
                  </a:moveTo>
                  <a:lnTo>
                    <a:pt x="1964436" y="4276344"/>
                  </a:lnTo>
                  <a:lnTo>
                    <a:pt x="1956816" y="4276344"/>
                  </a:lnTo>
                  <a:lnTo>
                    <a:pt x="1953768" y="4279392"/>
                  </a:lnTo>
                  <a:lnTo>
                    <a:pt x="1953768" y="4328160"/>
                  </a:lnTo>
                  <a:lnTo>
                    <a:pt x="1956816" y="4331208"/>
                  </a:lnTo>
                  <a:lnTo>
                    <a:pt x="1964436" y="4331208"/>
                  </a:lnTo>
                  <a:lnTo>
                    <a:pt x="1967484" y="4328160"/>
                  </a:lnTo>
                  <a:lnTo>
                    <a:pt x="1967484" y="4279392"/>
                  </a:lnTo>
                  <a:close/>
                </a:path>
                <a:path w="2184400" h="4994275">
                  <a:moveTo>
                    <a:pt x="1967484" y="4195572"/>
                  </a:moveTo>
                  <a:lnTo>
                    <a:pt x="1964436" y="4192524"/>
                  </a:lnTo>
                  <a:lnTo>
                    <a:pt x="1956816" y="4192524"/>
                  </a:lnTo>
                  <a:lnTo>
                    <a:pt x="1953768" y="4195572"/>
                  </a:lnTo>
                  <a:lnTo>
                    <a:pt x="1953768" y="4245864"/>
                  </a:lnTo>
                  <a:lnTo>
                    <a:pt x="1956816" y="4248912"/>
                  </a:lnTo>
                  <a:lnTo>
                    <a:pt x="1964436" y="4248912"/>
                  </a:lnTo>
                  <a:lnTo>
                    <a:pt x="1967484" y="4245864"/>
                  </a:lnTo>
                  <a:lnTo>
                    <a:pt x="1967484" y="4195572"/>
                  </a:lnTo>
                  <a:close/>
                </a:path>
                <a:path w="2184400" h="4994275">
                  <a:moveTo>
                    <a:pt x="1967484" y="4113276"/>
                  </a:moveTo>
                  <a:lnTo>
                    <a:pt x="1964436" y="4110228"/>
                  </a:lnTo>
                  <a:lnTo>
                    <a:pt x="1956816" y="4110228"/>
                  </a:lnTo>
                  <a:lnTo>
                    <a:pt x="1953768" y="4113276"/>
                  </a:lnTo>
                  <a:lnTo>
                    <a:pt x="1953768" y="4162044"/>
                  </a:lnTo>
                  <a:lnTo>
                    <a:pt x="1956816" y="4165092"/>
                  </a:lnTo>
                  <a:lnTo>
                    <a:pt x="1964436" y="4165092"/>
                  </a:lnTo>
                  <a:lnTo>
                    <a:pt x="1967484" y="4162044"/>
                  </a:lnTo>
                  <a:lnTo>
                    <a:pt x="1967484" y="4113276"/>
                  </a:lnTo>
                  <a:close/>
                </a:path>
                <a:path w="2184400" h="4994275">
                  <a:moveTo>
                    <a:pt x="1967484" y="4030980"/>
                  </a:moveTo>
                  <a:lnTo>
                    <a:pt x="1964436" y="4027932"/>
                  </a:lnTo>
                  <a:lnTo>
                    <a:pt x="1956816" y="4027932"/>
                  </a:lnTo>
                  <a:lnTo>
                    <a:pt x="1953768" y="4030980"/>
                  </a:lnTo>
                  <a:lnTo>
                    <a:pt x="1953768" y="4079748"/>
                  </a:lnTo>
                  <a:lnTo>
                    <a:pt x="1956816" y="4082796"/>
                  </a:lnTo>
                  <a:lnTo>
                    <a:pt x="1964436" y="4082796"/>
                  </a:lnTo>
                  <a:lnTo>
                    <a:pt x="1967484" y="4079748"/>
                  </a:lnTo>
                  <a:lnTo>
                    <a:pt x="1967484" y="4030980"/>
                  </a:lnTo>
                  <a:close/>
                </a:path>
                <a:path w="2184400" h="4994275">
                  <a:moveTo>
                    <a:pt x="1967484" y="3947160"/>
                  </a:moveTo>
                  <a:lnTo>
                    <a:pt x="1964436" y="3944112"/>
                  </a:lnTo>
                  <a:lnTo>
                    <a:pt x="1956816" y="3944112"/>
                  </a:lnTo>
                  <a:lnTo>
                    <a:pt x="1953768" y="3947160"/>
                  </a:lnTo>
                  <a:lnTo>
                    <a:pt x="1953768" y="3997452"/>
                  </a:lnTo>
                  <a:lnTo>
                    <a:pt x="1956816" y="4000500"/>
                  </a:lnTo>
                  <a:lnTo>
                    <a:pt x="1964436" y="4000500"/>
                  </a:lnTo>
                  <a:lnTo>
                    <a:pt x="1967484" y="3997452"/>
                  </a:lnTo>
                  <a:lnTo>
                    <a:pt x="1967484" y="3947160"/>
                  </a:lnTo>
                  <a:close/>
                </a:path>
                <a:path w="2184400" h="4994275">
                  <a:moveTo>
                    <a:pt x="1967484" y="3864864"/>
                  </a:moveTo>
                  <a:lnTo>
                    <a:pt x="1964436" y="3861816"/>
                  </a:lnTo>
                  <a:lnTo>
                    <a:pt x="1956816" y="3861816"/>
                  </a:lnTo>
                  <a:lnTo>
                    <a:pt x="1953768" y="3864864"/>
                  </a:lnTo>
                  <a:lnTo>
                    <a:pt x="1953768" y="3913632"/>
                  </a:lnTo>
                  <a:lnTo>
                    <a:pt x="1956816" y="3916680"/>
                  </a:lnTo>
                  <a:lnTo>
                    <a:pt x="1964436" y="3916680"/>
                  </a:lnTo>
                  <a:lnTo>
                    <a:pt x="1967484" y="3913632"/>
                  </a:lnTo>
                  <a:lnTo>
                    <a:pt x="1967484" y="3864864"/>
                  </a:lnTo>
                  <a:close/>
                </a:path>
                <a:path w="2184400" h="4994275">
                  <a:moveTo>
                    <a:pt x="1967484" y="3782568"/>
                  </a:moveTo>
                  <a:lnTo>
                    <a:pt x="1964436" y="3779520"/>
                  </a:lnTo>
                  <a:lnTo>
                    <a:pt x="1956816" y="3779520"/>
                  </a:lnTo>
                  <a:lnTo>
                    <a:pt x="1953768" y="3782568"/>
                  </a:lnTo>
                  <a:lnTo>
                    <a:pt x="1953768" y="3831336"/>
                  </a:lnTo>
                  <a:lnTo>
                    <a:pt x="1956816" y="3834384"/>
                  </a:lnTo>
                  <a:lnTo>
                    <a:pt x="1964436" y="3834384"/>
                  </a:lnTo>
                  <a:lnTo>
                    <a:pt x="1967484" y="3831336"/>
                  </a:lnTo>
                  <a:lnTo>
                    <a:pt x="1967484" y="3782568"/>
                  </a:lnTo>
                  <a:close/>
                </a:path>
                <a:path w="2184400" h="4994275">
                  <a:moveTo>
                    <a:pt x="1967484" y="3698748"/>
                  </a:moveTo>
                  <a:lnTo>
                    <a:pt x="1964436" y="3695700"/>
                  </a:lnTo>
                  <a:lnTo>
                    <a:pt x="1956816" y="3695700"/>
                  </a:lnTo>
                  <a:lnTo>
                    <a:pt x="1953768" y="3698748"/>
                  </a:lnTo>
                  <a:lnTo>
                    <a:pt x="1953768" y="3749040"/>
                  </a:lnTo>
                  <a:lnTo>
                    <a:pt x="1956816" y="3752088"/>
                  </a:lnTo>
                  <a:lnTo>
                    <a:pt x="1964436" y="3752088"/>
                  </a:lnTo>
                  <a:lnTo>
                    <a:pt x="1967484" y="3749040"/>
                  </a:lnTo>
                  <a:lnTo>
                    <a:pt x="1967484" y="3698748"/>
                  </a:lnTo>
                  <a:close/>
                </a:path>
                <a:path w="2184400" h="4994275">
                  <a:moveTo>
                    <a:pt x="1967484" y="3616452"/>
                  </a:moveTo>
                  <a:lnTo>
                    <a:pt x="1964436" y="3613404"/>
                  </a:lnTo>
                  <a:lnTo>
                    <a:pt x="1956816" y="3613404"/>
                  </a:lnTo>
                  <a:lnTo>
                    <a:pt x="1953768" y="3616452"/>
                  </a:lnTo>
                  <a:lnTo>
                    <a:pt x="1953768" y="3665220"/>
                  </a:lnTo>
                  <a:lnTo>
                    <a:pt x="1956816" y="3668268"/>
                  </a:lnTo>
                  <a:lnTo>
                    <a:pt x="1964436" y="3668268"/>
                  </a:lnTo>
                  <a:lnTo>
                    <a:pt x="1967484" y="3665220"/>
                  </a:lnTo>
                  <a:lnTo>
                    <a:pt x="1967484" y="3616452"/>
                  </a:lnTo>
                  <a:close/>
                </a:path>
                <a:path w="2184400" h="4994275">
                  <a:moveTo>
                    <a:pt x="1967484" y="3534156"/>
                  </a:moveTo>
                  <a:lnTo>
                    <a:pt x="1964436" y="3531108"/>
                  </a:lnTo>
                  <a:lnTo>
                    <a:pt x="1956816" y="3531108"/>
                  </a:lnTo>
                  <a:lnTo>
                    <a:pt x="1953768" y="3534156"/>
                  </a:lnTo>
                  <a:lnTo>
                    <a:pt x="1953768" y="3582924"/>
                  </a:lnTo>
                  <a:lnTo>
                    <a:pt x="1956816" y="3585972"/>
                  </a:lnTo>
                  <a:lnTo>
                    <a:pt x="1964436" y="3585972"/>
                  </a:lnTo>
                  <a:lnTo>
                    <a:pt x="1967484" y="3582924"/>
                  </a:lnTo>
                  <a:lnTo>
                    <a:pt x="1967484" y="3534156"/>
                  </a:lnTo>
                  <a:close/>
                </a:path>
                <a:path w="2184400" h="4994275">
                  <a:moveTo>
                    <a:pt x="1967484" y="3450336"/>
                  </a:moveTo>
                  <a:lnTo>
                    <a:pt x="1964436" y="3447288"/>
                  </a:lnTo>
                  <a:lnTo>
                    <a:pt x="1956816" y="3447288"/>
                  </a:lnTo>
                  <a:lnTo>
                    <a:pt x="1953768" y="3450336"/>
                  </a:lnTo>
                  <a:lnTo>
                    <a:pt x="1953768" y="3500628"/>
                  </a:lnTo>
                  <a:lnTo>
                    <a:pt x="1956816" y="3503676"/>
                  </a:lnTo>
                  <a:lnTo>
                    <a:pt x="1964436" y="3503676"/>
                  </a:lnTo>
                  <a:lnTo>
                    <a:pt x="1967484" y="3500628"/>
                  </a:lnTo>
                  <a:lnTo>
                    <a:pt x="1967484" y="3450336"/>
                  </a:lnTo>
                  <a:close/>
                </a:path>
                <a:path w="2184400" h="4994275">
                  <a:moveTo>
                    <a:pt x="1967484" y="3368040"/>
                  </a:moveTo>
                  <a:lnTo>
                    <a:pt x="1964436" y="3364992"/>
                  </a:lnTo>
                  <a:lnTo>
                    <a:pt x="1956816" y="3364992"/>
                  </a:lnTo>
                  <a:lnTo>
                    <a:pt x="1953768" y="3368040"/>
                  </a:lnTo>
                  <a:lnTo>
                    <a:pt x="1953768" y="3416808"/>
                  </a:lnTo>
                  <a:lnTo>
                    <a:pt x="1956816" y="3419856"/>
                  </a:lnTo>
                  <a:lnTo>
                    <a:pt x="1964436" y="3419856"/>
                  </a:lnTo>
                  <a:lnTo>
                    <a:pt x="1967484" y="3416808"/>
                  </a:lnTo>
                  <a:lnTo>
                    <a:pt x="1967484" y="3368040"/>
                  </a:lnTo>
                  <a:close/>
                </a:path>
                <a:path w="2184400" h="4994275">
                  <a:moveTo>
                    <a:pt x="1967484" y="3285744"/>
                  </a:moveTo>
                  <a:lnTo>
                    <a:pt x="1964436" y="3282696"/>
                  </a:lnTo>
                  <a:lnTo>
                    <a:pt x="1956816" y="3282696"/>
                  </a:lnTo>
                  <a:lnTo>
                    <a:pt x="1953768" y="3285744"/>
                  </a:lnTo>
                  <a:lnTo>
                    <a:pt x="1953768" y="3334512"/>
                  </a:lnTo>
                  <a:lnTo>
                    <a:pt x="1956816" y="3337560"/>
                  </a:lnTo>
                  <a:lnTo>
                    <a:pt x="1964436" y="3337560"/>
                  </a:lnTo>
                  <a:lnTo>
                    <a:pt x="1967484" y="3334512"/>
                  </a:lnTo>
                  <a:lnTo>
                    <a:pt x="1967484" y="3285744"/>
                  </a:lnTo>
                  <a:close/>
                </a:path>
                <a:path w="2184400" h="4994275">
                  <a:moveTo>
                    <a:pt x="1967484" y="3201924"/>
                  </a:moveTo>
                  <a:lnTo>
                    <a:pt x="1964436" y="3198876"/>
                  </a:lnTo>
                  <a:lnTo>
                    <a:pt x="1956816" y="3198876"/>
                  </a:lnTo>
                  <a:lnTo>
                    <a:pt x="1953768" y="3201924"/>
                  </a:lnTo>
                  <a:lnTo>
                    <a:pt x="1953768" y="3252216"/>
                  </a:lnTo>
                  <a:lnTo>
                    <a:pt x="1956816" y="3255264"/>
                  </a:lnTo>
                  <a:lnTo>
                    <a:pt x="1964436" y="3255264"/>
                  </a:lnTo>
                  <a:lnTo>
                    <a:pt x="1967484" y="3252216"/>
                  </a:lnTo>
                  <a:lnTo>
                    <a:pt x="1967484" y="3201924"/>
                  </a:lnTo>
                  <a:close/>
                </a:path>
                <a:path w="2184400" h="4994275">
                  <a:moveTo>
                    <a:pt x="1967484" y="3119628"/>
                  </a:moveTo>
                  <a:lnTo>
                    <a:pt x="1964436" y="3116580"/>
                  </a:lnTo>
                  <a:lnTo>
                    <a:pt x="1956816" y="3116580"/>
                  </a:lnTo>
                  <a:lnTo>
                    <a:pt x="1953768" y="3119628"/>
                  </a:lnTo>
                  <a:lnTo>
                    <a:pt x="1953768" y="3168396"/>
                  </a:lnTo>
                  <a:lnTo>
                    <a:pt x="1956816" y="3171444"/>
                  </a:lnTo>
                  <a:lnTo>
                    <a:pt x="1964436" y="3171444"/>
                  </a:lnTo>
                  <a:lnTo>
                    <a:pt x="1967484" y="3168396"/>
                  </a:lnTo>
                  <a:lnTo>
                    <a:pt x="1967484" y="3119628"/>
                  </a:lnTo>
                  <a:close/>
                </a:path>
                <a:path w="2184400" h="4994275">
                  <a:moveTo>
                    <a:pt x="1967484" y="3037332"/>
                  </a:moveTo>
                  <a:lnTo>
                    <a:pt x="1964436" y="3034284"/>
                  </a:lnTo>
                  <a:lnTo>
                    <a:pt x="1956816" y="3034284"/>
                  </a:lnTo>
                  <a:lnTo>
                    <a:pt x="1953768" y="3037332"/>
                  </a:lnTo>
                  <a:lnTo>
                    <a:pt x="1953768" y="3086100"/>
                  </a:lnTo>
                  <a:lnTo>
                    <a:pt x="1956816" y="3089148"/>
                  </a:lnTo>
                  <a:lnTo>
                    <a:pt x="1964436" y="3089148"/>
                  </a:lnTo>
                  <a:lnTo>
                    <a:pt x="1967484" y="3086100"/>
                  </a:lnTo>
                  <a:lnTo>
                    <a:pt x="1967484" y="3037332"/>
                  </a:lnTo>
                  <a:close/>
                </a:path>
                <a:path w="2184400" h="4994275">
                  <a:moveTo>
                    <a:pt x="1967484" y="2953512"/>
                  </a:moveTo>
                  <a:lnTo>
                    <a:pt x="1964436" y="2950464"/>
                  </a:lnTo>
                  <a:lnTo>
                    <a:pt x="1956816" y="2950464"/>
                  </a:lnTo>
                  <a:lnTo>
                    <a:pt x="1953768" y="2953512"/>
                  </a:lnTo>
                  <a:lnTo>
                    <a:pt x="1953768" y="3003804"/>
                  </a:lnTo>
                  <a:lnTo>
                    <a:pt x="1956816" y="3006852"/>
                  </a:lnTo>
                  <a:lnTo>
                    <a:pt x="1964436" y="3006852"/>
                  </a:lnTo>
                  <a:lnTo>
                    <a:pt x="1967484" y="3003804"/>
                  </a:lnTo>
                  <a:lnTo>
                    <a:pt x="1967484" y="2953512"/>
                  </a:lnTo>
                  <a:close/>
                </a:path>
                <a:path w="2184400" h="4994275">
                  <a:moveTo>
                    <a:pt x="1967484" y="2871216"/>
                  </a:moveTo>
                  <a:lnTo>
                    <a:pt x="1964436" y="2868168"/>
                  </a:lnTo>
                  <a:lnTo>
                    <a:pt x="1956816" y="2868168"/>
                  </a:lnTo>
                  <a:lnTo>
                    <a:pt x="1953768" y="2871216"/>
                  </a:lnTo>
                  <a:lnTo>
                    <a:pt x="1953768" y="2919984"/>
                  </a:lnTo>
                  <a:lnTo>
                    <a:pt x="1956816" y="2923032"/>
                  </a:lnTo>
                  <a:lnTo>
                    <a:pt x="1964436" y="2923032"/>
                  </a:lnTo>
                  <a:lnTo>
                    <a:pt x="1967484" y="2919984"/>
                  </a:lnTo>
                  <a:lnTo>
                    <a:pt x="1967484" y="2871216"/>
                  </a:lnTo>
                  <a:close/>
                </a:path>
                <a:path w="2184400" h="4994275">
                  <a:moveTo>
                    <a:pt x="1967484" y="2788920"/>
                  </a:moveTo>
                  <a:lnTo>
                    <a:pt x="1964436" y="2785872"/>
                  </a:lnTo>
                  <a:lnTo>
                    <a:pt x="1956816" y="2785872"/>
                  </a:lnTo>
                  <a:lnTo>
                    <a:pt x="1953768" y="2788920"/>
                  </a:lnTo>
                  <a:lnTo>
                    <a:pt x="1953768" y="2837688"/>
                  </a:lnTo>
                  <a:lnTo>
                    <a:pt x="1956816" y="2840736"/>
                  </a:lnTo>
                  <a:lnTo>
                    <a:pt x="1964436" y="2840736"/>
                  </a:lnTo>
                  <a:lnTo>
                    <a:pt x="1967484" y="2837688"/>
                  </a:lnTo>
                  <a:lnTo>
                    <a:pt x="1967484" y="2788920"/>
                  </a:lnTo>
                  <a:close/>
                </a:path>
                <a:path w="2184400" h="4994275">
                  <a:moveTo>
                    <a:pt x="1967484" y="2705100"/>
                  </a:moveTo>
                  <a:lnTo>
                    <a:pt x="1964436" y="2702052"/>
                  </a:lnTo>
                  <a:lnTo>
                    <a:pt x="1956816" y="2702052"/>
                  </a:lnTo>
                  <a:lnTo>
                    <a:pt x="1953768" y="2705100"/>
                  </a:lnTo>
                  <a:lnTo>
                    <a:pt x="1953768" y="2755392"/>
                  </a:lnTo>
                  <a:lnTo>
                    <a:pt x="1956816" y="2758440"/>
                  </a:lnTo>
                  <a:lnTo>
                    <a:pt x="1964436" y="2758440"/>
                  </a:lnTo>
                  <a:lnTo>
                    <a:pt x="1967484" y="2755392"/>
                  </a:lnTo>
                  <a:lnTo>
                    <a:pt x="1967484" y="2705100"/>
                  </a:lnTo>
                  <a:close/>
                </a:path>
                <a:path w="2184400" h="4994275">
                  <a:moveTo>
                    <a:pt x="1967484" y="2622804"/>
                  </a:moveTo>
                  <a:lnTo>
                    <a:pt x="1964436" y="2619756"/>
                  </a:lnTo>
                  <a:lnTo>
                    <a:pt x="1956816" y="2619756"/>
                  </a:lnTo>
                  <a:lnTo>
                    <a:pt x="1953768" y="2622804"/>
                  </a:lnTo>
                  <a:lnTo>
                    <a:pt x="1953768" y="2671572"/>
                  </a:lnTo>
                  <a:lnTo>
                    <a:pt x="1956816" y="2674620"/>
                  </a:lnTo>
                  <a:lnTo>
                    <a:pt x="1964436" y="2674620"/>
                  </a:lnTo>
                  <a:lnTo>
                    <a:pt x="1967484" y="2671572"/>
                  </a:lnTo>
                  <a:lnTo>
                    <a:pt x="1967484" y="2622804"/>
                  </a:lnTo>
                  <a:close/>
                </a:path>
                <a:path w="2184400" h="4994275">
                  <a:moveTo>
                    <a:pt x="1967484" y="2540508"/>
                  </a:moveTo>
                  <a:lnTo>
                    <a:pt x="1964436" y="2537460"/>
                  </a:lnTo>
                  <a:lnTo>
                    <a:pt x="1956816" y="2537460"/>
                  </a:lnTo>
                  <a:lnTo>
                    <a:pt x="1953768" y="2540508"/>
                  </a:lnTo>
                  <a:lnTo>
                    <a:pt x="1953768" y="2589276"/>
                  </a:lnTo>
                  <a:lnTo>
                    <a:pt x="1956816" y="2592324"/>
                  </a:lnTo>
                  <a:lnTo>
                    <a:pt x="1964436" y="2592324"/>
                  </a:lnTo>
                  <a:lnTo>
                    <a:pt x="1967484" y="2589276"/>
                  </a:lnTo>
                  <a:lnTo>
                    <a:pt x="1967484" y="2540508"/>
                  </a:lnTo>
                  <a:close/>
                </a:path>
                <a:path w="2184400" h="4994275">
                  <a:moveTo>
                    <a:pt x="1967484" y="2456688"/>
                  </a:moveTo>
                  <a:lnTo>
                    <a:pt x="1964436" y="2453640"/>
                  </a:lnTo>
                  <a:lnTo>
                    <a:pt x="1956816" y="2453640"/>
                  </a:lnTo>
                  <a:lnTo>
                    <a:pt x="1953768" y="2456688"/>
                  </a:lnTo>
                  <a:lnTo>
                    <a:pt x="1953768" y="2506980"/>
                  </a:lnTo>
                  <a:lnTo>
                    <a:pt x="1956816" y="2510028"/>
                  </a:lnTo>
                  <a:lnTo>
                    <a:pt x="1964436" y="2510028"/>
                  </a:lnTo>
                  <a:lnTo>
                    <a:pt x="1967484" y="2506980"/>
                  </a:lnTo>
                  <a:lnTo>
                    <a:pt x="1967484" y="2456688"/>
                  </a:lnTo>
                  <a:close/>
                </a:path>
                <a:path w="2184400" h="4994275">
                  <a:moveTo>
                    <a:pt x="1967484" y="2374392"/>
                  </a:moveTo>
                  <a:lnTo>
                    <a:pt x="1964436" y="2371344"/>
                  </a:lnTo>
                  <a:lnTo>
                    <a:pt x="1956816" y="2371344"/>
                  </a:lnTo>
                  <a:lnTo>
                    <a:pt x="1953768" y="2374392"/>
                  </a:lnTo>
                  <a:lnTo>
                    <a:pt x="1953768" y="2423160"/>
                  </a:lnTo>
                  <a:lnTo>
                    <a:pt x="1956816" y="2426208"/>
                  </a:lnTo>
                  <a:lnTo>
                    <a:pt x="1964436" y="2426208"/>
                  </a:lnTo>
                  <a:lnTo>
                    <a:pt x="1967484" y="2423160"/>
                  </a:lnTo>
                  <a:lnTo>
                    <a:pt x="1967484" y="2374392"/>
                  </a:lnTo>
                  <a:close/>
                </a:path>
                <a:path w="2184400" h="4994275">
                  <a:moveTo>
                    <a:pt x="1967484" y="2292096"/>
                  </a:moveTo>
                  <a:lnTo>
                    <a:pt x="1964436" y="2289048"/>
                  </a:lnTo>
                  <a:lnTo>
                    <a:pt x="1956816" y="2289048"/>
                  </a:lnTo>
                  <a:lnTo>
                    <a:pt x="1953768" y="2292096"/>
                  </a:lnTo>
                  <a:lnTo>
                    <a:pt x="1953768" y="2340864"/>
                  </a:lnTo>
                  <a:lnTo>
                    <a:pt x="1956816" y="2343912"/>
                  </a:lnTo>
                  <a:lnTo>
                    <a:pt x="1964436" y="2343912"/>
                  </a:lnTo>
                  <a:lnTo>
                    <a:pt x="1967484" y="2340864"/>
                  </a:lnTo>
                  <a:lnTo>
                    <a:pt x="1967484" y="2292096"/>
                  </a:lnTo>
                  <a:close/>
                </a:path>
                <a:path w="2184400" h="4994275">
                  <a:moveTo>
                    <a:pt x="1967484" y="2209800"/>
                  </a:moveTo>
                  <a:lnTo>
                    <a:pt x="1964436" y="2205228"/>
                  </a:lnTo>
                  <a:lnTo>
                    <a:pt x="1956816" y="2205228"/>
                  </a:lnTo>
                  <a:lnTo>
                    <a:pt x="1953768" y="2209800"/>
                  </a:lnTo>
                  <a:lnTo>
                    <a:pt x="1953768" y="2258568"/>
                  </a:lnTo>
                  <a:lnTo>
                    <a:pt x="1956816" y="2261616"/>
                  </a:lnTo>
                  <a:lnTo>
                    <a:pt x="1964436" y="2261616"/>
                  </a:lnTo>
                  <a:lnTo>
                    <a:pt x="1967484" y="2258568"/>
                  </a:lnTo>
                  <a:lnTo>
                    <a:pt x="1967484" y="2209800"/>
                  </a:lnTo>
                  <a:close/>
                </a:path>
                <a:path w="2184400" h="4994275">
                  <a:moveTo>
                    <a:pt x="1967484" y="2125980"/>
                  </a:moveTo>
                  <a:lnTo>
                    <a:pt x="1964436" y="2122932"/>
                  </a:lnTo>
                  <a:lnTo>
                    <a:pt x="1956816" y="2122932"/>
                  </a:lnTo>
                  <a:lnTo>
                    <a:pt x="1953768" y="2125980"/>
                  </a:lnTo>
                  <a:lnTo>
                    <a:pt x="1953768" y="2174748"/>
                  </a:lnTo>
                  <a:lnTo>
                    <a:pt x="1956816" y="2177796"/>
                  </a:lnTo>
                  <a:lnTo>
                    <a:pt x="1964436" y="2177796"/>
                  </a:lnTo>
                  <a:lnTo>
                    <a:pt x="1967484" y="2174748"/>
                  </a:lnTo>
                  <a:lnTo>
                    <a:pt x="1967484" y="2125980"/>
                  </a:lnTo>
                  <a:close/>
                </a:path>
                <a:path w="2184400" h="4994275">
                  <a:moveTo>
                    <a:pt x="1967484" y="2043684"/>
                  </a:moveTo>
                  <a:lnTo>
                    <a:pt x="1964436" y="2040636"/>
                  </a:lnTo>
                  <a:lnTo>
                    <a:pt x="1956816" y="2040636"/>
                  </a:lnTo>
                  <a:lnTo>
                    <a:pt x="1953768" y="2043684"/>
                  </a:lnTo>
                  <a:lnTo>
                    <a:pt x="1953768" y="2092452"/>
                  </a:lnTo>
                  <a:lnTo>
                    <a:pt x="1956816" y="2095500"/>
                  </a:lnTo>
                  <a:lnTo>
                    <a:pt x="1964436" y="2095500"/>
                  </a:lnTo>
                  <a:lnTo>
                    <a:pt x="1967484" y="2092452"/>
                  </a:lnTo>
                  <a:lnTo>
                    <a:pt x="1967484" y="2043684"/>
                  </a:lnTo>
                  <a:close/>
                </a:path>
                <a:path w="2184400" h="4994275">
                  <a:moveTo>
                    <a:pt x="1967484" y="1961388"/>
                  </a:moveTo>
                  <a:lnTo>
                    <a:pt x="1964436" y="1956816"/>
                  </a:lnTo>
                  <a:lnTo>
                    <a:pt x="1956816" y="1956816"/>
                  </a:lnTo>
                  <a:lnTo>
                    <a:pt x="1953768" y="1961388"/>
                  </a:lnTo>
                  <a:lnTo>
                    <a:pt x="1953768" y="2010156"/>
                  </a:lnTo>
                  <a:lnTo>
                    <a:pt x="1956816" y="2013204"/>
                  </a:lnTo>
                  <a:lnTo>
                    <a:pt x="1964436" y="2013204"/>
                  </a:lnTo>
                  <a:lnTo>
                    <a:pt x="1967484" y="2010156"/>
                  </a:lnTo>
                  <a:lnTo>
                    <a:pt x="1967484" y="1961388"/>
                  </a:lnTo>
                  <a:close/>
                </a:path>
                <a:path w="2184400" h="4994275">
                  <a:moveTo>
                    <a:pt x="1967484" y="1877568"/>
                  </a:moveTo>
                  <a:lnTo>
                    <a:pt x="1964436" y="1874520"/>
                  </a:lnTo>
                  <a:lnTo>
                    <a:pt x="1956816" y="1874520"/>
                  </a:lnTo>
                  <a:lnTo>
                    <a:pt x="1953768" y="1877568"/>
                  </a:lnTo>
                  <a:lnTo>
                    <a:pt x="1953768" y="1926336"/>
                  </a:lnTo>
                  <a:lnTo>
                    <a:pt x="1956816" y="1929384"/>
                  </a:lnTo>
                  <a:lnTo>
                    <a:pt x="1964436" y="1929384"/>
                  </a:lnTo>
                  <a:lnTo>
                    <a:pt x="1967484" y="1926336"/>
                  </a:lnTo>
                  <a:lnTo>
                    <a:pt x="1967484" y="1877568"/>
                  </a:lnTo>
                  <a:close/>
                </a:path>
                <a:path w="2184400" h="4994275">
                  <a:moveTo>
                    <a:pt x="1967484" y="1795272"/>
                  </a:moveTo>
                  <a:lnTo>
                    <a:pt x="1964436" y="1792224"/>
                  </a:lnTo>
                  <a:lnTo>
                    <a:pt x="1956816" y="1792224"/>
                  </a:lnTo>
                  <a:lnTo>
                    <a:pt x="1953768" y="1795272"/>
                  </a:lnTo>
                  <a:lnTo>
                    <a:pt x="1953768" y="1844040"/>
                  </a:lnTo>
                  <a:lnTo>
                    <a:pt x="1956816" y="1847088"/>
                  </a:lnTo>
                  <a:lnTo>
                    <a:pt x="1964436" y="1847088"/>
                  </a:lnTo>
                  <a:lnTo>
                    <a:pt x="1967484" y="1844040"/>
                  </a:lnTo>
                  <a:lnTo>
                    <a:pt x="1967484" y="1795272"/>
                  </a:lnTo>
                  <a:close/>
                </a:path>
                <a:path w="2184400" h="4994275">
                  <a:moveTo>
                    <a:pt x="1967484" y="1712976"/>
                  </a:moveTo>
                  <a:lnTo>
                    <a:pt x="1964436" y="1709928"/>
                  </a:lnTo>
                  <a:lnTo>
                    <a:pt x="1956816" y="1709928"/>
                  </a:lnTo>
                  <a:lnTo>
                    <a:pt x="1953768" y="1712976"/>
                  </a:lnTo>
                  <a:lnTo>
                    <a:pt x="1953768" y="1761744"/>
                  </a:lnTo>
                  <a:lnTo>
                    <a:pt x="1956816" y="1764792"/>
                  </a:lnTo>
                  <a:lnTo>
                    <a:pt x="1964436" y="1764792"/>
                  </a:lnTo>
                  <a:lnTo>
                    <a:pt x="1967484" y="1761744"/>
                  </a:lnTo>
                  <a:lnTo>
                    <a:pt x="1967484" y="1712976"/>
                  </a:lnTo>
                  <a:close/>
                </a:path>
                <a:path w="2184400" h="4994275">
                  <a:moveTo>
                    <a:pt x="1967484" y="1629156"/>
                  </a:moveTo>
                  <a:lnTo>
                    <a:pt x="1964436" y="1626108"/>
                  </a:lnTo>
                  <a:lnTo>
                    <a:pt x="1956816" y="1626108"/>
                  </a:lnTo>
                  <a:lnTo>
                    <a:pt x="1953768" y="1629156"/>
                  </a:lnTo>
                  <a:lnTo>
                    <a:pt x="1953768" y="1677924"/>
                  </a:lnTo>
                  <a:lnTo>
                    <a:pt x="1956816" y="1680972"/>
                  </a:lnTo>
                  <a:lnTo>
                    <a:pt x="1964436" y="1680972"/>
                  </a:lnTo>
                  <a:lnTo>
                    <a:pt x="1967484" y="1677924"/>
                  </a:lnTo>
                  <a:lnTo>
                    <a:pt x="1967484" y="1629156"/>
                  </a:lnTo>
                  <a:close/>
                </a:path>
                <a:path w="2184400" h="4994275">
                  <a:moveTo>
                    <a:pt x="1967484" y="1546860"/>
                  </a:moveTo>
                  <a:lnTo>
                    <a:pt x="1964436" y="1543812"/>
                  </a:lnTo>
                  <a:lnTo>
                    <a:pt x="1956816" y="1543812"/>
                  </a:lnTo>
                  <a:lnTo>
                    <a:pt x="1953768" y="1546860"/>
                  </a:lnTo>
                  <a:lnTo>
                    <a:pt x="1953768" y="1595628"/>
                  </a:lnTo>
                  <a:lnTo>
                    <a:pt x="1956816" y="1598676"/>
                  </a:lnTo>
                  <a:lnTo>
                    <a:pt x="1964436" y="1598676"/>
                  </a:lnTo>
                  <a:lnTo>
                    <a:pt x="1967484" y="1595628"/>
                  </a:lnTo>
                  <a:lnTo>
                    <a:pt x="1967484" y="1546860"/>
                  </a:lnTo>
                  <a:close/>
                </a:path>
                <a:path w="2184400" h="4994275">
                  <a:moveTo>
                    <a:pt x="1967484" y="1464564"/>
                  </a:moveTo>
                  <a:lnTo>
                    <a:pt x="1964436" y="1461516"/>
                  </a:lnTo>
                  <a:lnTo>
                    <a:pt x="1956816" y="1461516"/>
                  </a:lnTo>
                  <a:lnTo>
                    <a:pt x="1953768" y="1464564"/>
                  </a:lnTo>
                  <a:lnTo>
                    <a:pt x="1953768" y="1513332"/>
                  </a:lnTo>
                  <a:lnTo>
                    <a:pt x="1956816" y="1516380"/>
                  </a:lnTo>
                  <a:lnTo>
                    <a:pt x="1964436" y="1516380"/>
                  </a:lnTo>
                  <a:lnTo>
                    <a:pt x="1967484" y="1513332"/>
                  </a:lnTo>
                  <a:lnTo>
                    <a:pt x="1967484" y="1464564"/>
                  </a:lnTo>
                  <a:close/>
                </a:path>
                <a:path w="2184400" h="4994275">
                  <a:moveTo>
                    <a:pt x="1967484" y="1380744"/>
                  </a:moveTo>
                  <a:lnTo>
                    <a:pt x="1964436" y="1377696"/>
                  </a:lnTo>
                  <a:lnTo>
                    <a:pt x="1956816" y="1377696"/>
                  </a:lnTo>
                  <a:lnTo>
                    <a:pt x="1953768" y="1380744"/>
                  </a:lnTo>
                  <a:lnTo>
                    <a:pt x="1953768" y="1429512"/>
                  </a:lnTo>
                  <a:lnTo>
                    <a:pt x="1956816" y="1432560"/>
                  </a:lnTo>
                  <a:lnTo>
                    <a:pt x="1964436" y="1432560"/>
                  </a:lnTo>
                  <a:lnTo>
                    <a:pt x="1967484" y="1429512"/>
                  </a:lnTo>
                  <a:lnTo>
                    <a:pt x="1967484" y="1380744"/>
                  </a:lnTo>
                  <a:close/>
                </a:path>
                <a:path w="2184400" h="4994275">
                  <a:moveTo>
                    <a:pt x="1967484" y="1298448"/>
                  </a:moveTo>
                  <a:lnTo>
                    <a:pt x="1964436" y="1295400"/>
                  </a:lnTo>
                  <a:lnTo>
                    <a:pt x="1956816" y="1295400"/>
                  </a:lnTo>
                  <a:lnTo>
                    <a:pt x="1953768" y="1298448"/>
                  </a:lnTo>
                  <a:lnTo>
                    <a:pt x="1953768" y="1347216"/>
                  </a:lnTo>
                  <a:lnTo>
                    <a:pt x="1956816" y="1350264"/>
                  </a:lnTo>
                  <a:lnTo>
                    <a:pt x="1964436" y="1350264"/>
                  </a:lnTo>
                  <a:lnTo>
                    <a:pt x="1967484" y="1347216"/>
                  </a:lnTo>
                  <a:lnTo>
                    <a:pt x="1967484" y="1298448"/>
                  </a:lnTo>
                  <a:close/>
                </a:path>
                <a:path w="2184400" h="4994275">
                  <a:moveTo>
                    <a:pt x="1967484" y="1216152"/>
                  </a:moveTo>
                  <a:lnTo>
                    <a:pt x="1964436" y="1213104"/>
                  </a:lnTo>
                  <a:lnTo>
                    <a:pt x="1956816" y="1213104"/>
                  </a:lnTo>
                  <a:lnTo>
                    <a:pt x="1953768" y="1216152"/>
                  </a:lnTo>
                  <a:lnTo>
                    <a:pt x="1953768" y="1264920"/>
                  </a:lnTo>
                  <a:lnTo>
                    <a:pt x="1956816" y="1267968"/>
                  </a:lnTo>
                  <a:lnTo>
                    <a:pt x="1964436" y="1267968"/>
                  </a:lnTo>
                  <a:lnTo>
                    <a:pt x="1967484" y="1264920"/>
                  </a:lnTo>
                  <a:lnTo>
                    <a:pt x="1967484" y="1216152"/>
                  </a:lnTo>
                  <a:close/>
                </a:path>
                <a:path w="2184400" h="4994275">
                  <a:moveTo>
                    <a:pt x="1967484" y="1132332"/>
                  </a:moveTo>
                  <a:lnTo>
                    <a:pt x="1964436" y="1129284"/>
                  </a:lnTo>
                  <a:lnTo>
                    <a:pt x="1956816" y="1129284"/>
                  </a:lnTo>
                  <a:lnTo>
                    <a:pt x="1953768" y="1132332"/>
                  </a:lnTo>
                  <a:lnTo>
                    <a:pt x="1953768" y="1181100"/>
                  </a:lnTo>
                  <a:lnTo>
                    <a:pt x="1956816" y="1184148"/>
                  </a:lnTo>
                  <a:lnTo>
                    <a:pt x="1964436" y="1184148"/>
                  </a:lnTo>
                  <a:lnTo>
                    <a:pt x="1967484" y="1181100"/>
                  </a:lnTo>
                  <a:lnTo>
                    <a:pt x="1967484" y="1132332"/>
                  </a:lnTo>
                  <a:close/>
                </a:path>
                <a:path w="2184400" h="4994275">
                  <a:moveTo>
                    <a:pt x="1967484" y="1050036"/>
                  </a:moveTo>
                  <a:lnTo>
                    <a:pt x="1964436" y="1046988"/>
                  </a:lnTo>
                  <a:lnTo>
                    <a:pt x="1956816" y="1046988"/>
                  </a:lnTo>
                  <a:lnTo>
                    <a:pt x="1953768" y="1050036"/>
                  </a:lnTo>
                  <a:lnTo>
                    <a:pt x="1953768" y="1098804"/>
                  </a:lnTo>
                  <a:lnTo>
                    <a:pt x="1956816" y="1101852"/>
                  </a:lnTo>
                  <a:lnTo>
                    <a:pt x="1964436" y="1101852"/>
                  </a:lnTo>
                  <a:lnTo>
                    <a:pt x="1967484" y="1098804"/>
                  </a:lnTo>
                  <a:lnTo>
                    <a:pt x="1967484" y="1050036"/>
                  </a:lnTo>
                  <a:close/>
                </a:path>
                <a:path w="2184400" h="4994275">
                  <a:moveTo>
                    <a:pt x="1967484" y="967740"/>
                  </a:moveTo>
                  <a:lnTo>
                    <a:pt x="1964436" y="964692"/>
                  </a:lnTo>
                  <a:lnTo>
                    <a:pt x="1956816" y="964692"/>
                  </a:lnTo>
                  <a:lnTo>
                    <a:pt x="1953768" y="967740"/>
                  </a:lnTo>
                  <a:lnTo>
                    <a:pt x="1953768" y="1016508"/>
                  </a:lnTo>
                  <a:lnTo>
                    <a:pt x="1956816" y="1019556"/>
                  </a:lnTo>
                  <a:lnTo>
                    <a:pt x="1964436" y="1019556"/>
                  </a:lnTo>
                  <a:lnTo>
                    <a:pt x="1967484" y="1016508"/>
                  </a:lnTo>
                  <a:lnTo>
                    <a:pt x="1967484" y="967740"/>
                  </a:lnTo>
                  <a:close/>
                </a:path>
                <a:path w="2184400" h="4994275">
                  <a:moveTo>
                    <a:pt x="1967484" y="883920"/>
                  </a:moveTo>
                  <a:lnTo>
                    <a:pt x="1964436" y="880872"/>
                  </a:lnTo>
                  <a:lnTo>
                    <a:pt x="1956816" y="880872"/>
                  </a:lnTo>
                  <a:lnTo>
                    <a:pt x="1953768" y="883920"/>
                  </a:lnTo>
                  <a:lnTo>
                    <a:pt x="1953768" y="932688"/>
                  </a:lnTo>
                  <a:lnTo>
                    <a:pt x="1956816" y="935736"/>
                  </a:lnTo>
                  <a:lnTo>
                    <a:pt x="1964436" y="935736"/>
                  </a:lnTo>
                  <a:lnTo>
                    <a:pt x="1967484" y="932688"/>
                  </a:lnTo>
                  <a:lnTo>
                    <a:pt x="1967484" y="883920"/>
                  </a:lnTo>
                  <a:close/>
                </a:path>
                <a:path w="2184400" h="4994275">
                  <a:moveTo>
                    <a:pt x="1967484" y="801624"/>
                  </a:moveTo>
                  <a:lnTo>
                    <a:pt x="1964436" y="798576"/>
                  </a:lnTo>
                  <a:lnTo>
                    <a:pt x="1956816" y="798576"/>
                  </a:lnTo>
                  <a:lnTo>
                    <a:pt x="1953768" y="801624"/>
                  </a:lnTo>
                  <a:lnTo>
                    <a:pt x="1953768" y="850392"/>
                  </a:lnTo>
                  <a:lnTo>
                    <a:pt x="1956816" y="853440"/>
                  </a:lnTo>
                  <a:lnTo>
                    <a:pt x="1964436" y="853440"/>
                  </a:lnTo>
                  <a:lnTo>
                    <a:pt x="1967484" y="850392"/>
                  </a:lnTo>
                  <a:lnTo>
                    <a:pt x="1967484" y="801624"/>
                  </a:lnTo>
                  <a:close/>
                </a:path>
                <a:path w="2184400" h="4994275">
                  <a:moveTo>
                    <a:pt x="1967484" y="719328"/>
                  </a:moveTo>
                  <a:lnTo>
                    <a:pt x="1964436" y="716280"/>
                  </a:lnTo>
                  <a:lnTo>
                    <a:pt x="1956816" y="716280"/>
                  </a:lnTo>
                  <a:lnTo>
                    <a:pt x="1953768" y="719328"/>
                  </a:lnTo>
                  <a:lnTo>
                    <a:pt x="1953768" y="768096"/>
                  </a:lnTo>
                  <a:lnTo>
                    <a:pt x="1956816" y="771144"/>
                  </a:lnTo>
                  <a:lnTo>
                    <a:pt x="1964436" y="771144"/>
                  </a:lnTo>
                  <a:lnTo>
                    <a:pt x="1967484" y="768096"/>
                  </a:lnTo>
                  <a:lnTo>
                    <a:pt x="1967484" y="719328"/>
                  </a:lnTo>
                  <a:close/>
                </a:path>
                <a:path w="2184400" h="4994275">
                  <a:moveTo>
                    <a:pt x="1967484" y="635508"/>
                  </a:moveTo>
                  <a:lnTo>
                    <a:pt x="1964436" y="632460"/>
                  </a:lnTo>
                  <a:lnTo>
                    <a:pt x="1956816" y="632460"/>
                  </a:lnTo>
                  <a:lnTo>
                    <a:pt x="1953768" y="635508"/>
                  </a:lnTo>
                  <a:lnTo>
                    <a:pt x="1953768" y="684276"/>
                  </a:lnTo>
                  <a:lnTo>
                    <a:pt x="1956816" y="687324"/>
                  </a:lnTo>
                  <a:lnTo>
                    <a:pt x="1964436" y="687324"/>
                  </a:lnTo>
                  <a:lnTo>
                    <a:pt x="1967484" y="684276"/>
                  </a:lnTo>
                  <a:lnTo>
                    <a:pt x="1967484" y="635508"/>
                  </a:lnTo>
                  <a:close/>
                </a:path>
                <a:path w="2184400" h="4994275">
                  <a:moveTo>
                    <a:pt x="1967484" y="553212"/>
                  </a:moveTo>
                  <a:lnTo>
                    <a:pt x="1964436" y="550164"/>
                  </a:lnTo>
                  <a:lnTo>
                    <a:pt x="1956816" y="550164"/>
                  </a:lnTo>
                  <a:lnTo>
                    <a:pt x="1953768" y="553212"/>
                  </a:lnTo>
                  <a:lnTo>
                    <a:pt x="1953768" y="601980"/>
                  </a:lnTo>
                  <a:lnTo>
                    <a:pt x="1956816" y="605028"/>
                  </a:lnTo>
                  <a:lnTo>
                    <a:pt x="1964436" y="605028"/>
                  </a:lnTo>
                  <a:lnTo>
                    <a:pt x="1967484" y="601980"/>
                  </a:lnTo>
                  <a:lnTo>
                    <a:pt x="1967484" y="553212"/>
                  </a:lnTo>
                  <a:close/>
                </a:path>
                <a:path w="2184400" h="4994275">
                  <a:moveTo>
                    <a:pt x="1967484" y="470916"/>
                  </a:moveTo>
                  <a:lnTo>
                    <a:pt x="1964436" y="467868"/>
                  </a:lnTo>
                  <a:lnTo>
                    <a:pt x="1956816" y="467868"/>
                  </a:lnTo>
                  <a:lnTo>
                    <a:pt x="1953768" y="470916"/>
                  </a:lnTo>
                  <a:lnTo>
                    <a:pt x="1953768" y="519684"/>
                  </a:lnTo>
                  <a:lnTo>
                    <a:pt x="1956816" y="522732"/>
                  </a:lnTo>
                  <a:lnTo>
                    <a:pt x="1964436" y="522732"/>
                  </a:lnTo>
                  <a:lnTo>
                    <a:pt x="1967484" y="519684"/>
                  </a:lnTo>
                  <a:lnTo>
                    <a:pt x="1967484" y="470916"/>
                  </a:lnTo>
                  <a:close/>
                </a:path>
                <a:path w="2184400" h="4994275">
                  <a:moveTo>
                    <a:pt x="1967484" y="387096"/>
                  </a:moveTo>
                  <a:lnTo>
                    <a:pt x="1964436" y="384048"/>
                  </a:lnTo>
                  <a:lnTo>
                    <a:pt x="1956816" y="384048"/>
                  </a:lnTo>
                  <a:lnTo>
                    <a:pt x="1953768" y="387096"/>
                  </a:lnTo>
                  <a:lnTo>
                    <a:pt x="1953768" y="435864"/>
                  </a:lnTo>
                  <a:lnTo>
                    <a:pt x="1956816" y="438912"/>
                  </a:lnTo>
                  <a:lnTo>
                    <a:pt x="1964436" y="438912"/>
                  </a:lnTo>
                  <a:lnTo>
                    <a:pt x="1967484" y="435864"/>
                  </a:lnTo>
                  <a:lnTo>
                    <a:pt x="1967484" y="387096"/>
                  </a:lnTo>
                  <a:close/>
                </a:path>
                <a:path w="2184400" h="4994275">
                  <a:moveTo>
                    <a:pt x="1967484" y="304800"/>
                  </a:moveTo>
                  <a:lnTo>
                    <a:pt x="1964436" y="301752"/>
                  </a:lnTo>
                  <a:lnTo>
                    <a:pt x="1956816" y="301752"/>
                  </a:lnTo>
                  <a:lnTo>
                    <a:pt x="1953768" y="304800"/>
                  </a:lnTo>
                  <a:lnTo>
                    <a:pt x="1953768" y="353568"/>
                  </a:lnTo>
                  <a:lnTo>
                    <a:pt x="1956816" y="356616"/>
                  </a:lnTo>
                  <a:lnTo>
                    <a:pt x="1964436" y="356616"/>
                  </a:lnTo>
                  <a:lnTo>
                    <a:pt x="1967484" y="353568"/>
                  </a:lnTo>
                  <a:lnTo>
                    <a:pt x="1967484" y="304800"/>
                  </a:lnTo>
                  <a:close/>
                </a:path>
                <a:path w="2184400" h="4994275">
                  <a:moveTo>
                    <a:pt x="1967484" y="222504"/>
                  </a:moveTo>
                  <a:lnTo>
                    <a:pt x="1964436" y="219456"/>
                  </a:lnTo>
                  <a:lnTo>
                    <a:pt x="1956816" y="219456"/>
                  </a:lnTo>
                  <a:lnTo>
                    <a:pt x="1953768" y="222504"/>
                  </a:lnTo>
                  <a:lnTo>
                    <a:pt x="1953768" y="271272"/>
                  </a:lnTo>
                  <a:lnTo>
                    <a:pt x="1956816" y="274320"/>
                  </a:lnTo>
                  <a:lnTo>
                    <a:pt x="1964436" y="274320"/>
                  </a:lnTo>
                  <a:lnTo>
                    <a:pt x="1967484" y="271272"/>
                  </a:lnTo>
                  <a:lnTo>
                    <a:pt x="1967484" y="222504"/>
                  </a:lnTo>
                  <a:close/>
                </a:path>
                <a:path w="2184400" h="4994275">
                  <a:moveTo>
                    <a:pt x="1967484" y="138684"/>
                  </a:moveTo>
                  <a:lnTo>
                    <a:pt x="1964436" y="135636"/>
                  </a:lnTo>
                  <a:lnTo>
                    <a:pt x="1956816" y="135636"/>
                  </a:lnTo>
                  <a:lnTo>
                    <a:pt x="1953768" y="138684"/>
                  </a:lnTo>
                  <a:lnTo>
                    <a:pt x="1953768" y="187452"/>
                  </a:lnTo>
                  <a:lnTo>
                    <a:pt x="1956816" y="192024"/>
                  </a:lnTo>
                  <a:lnTo>
                    <a:pt x="1964436" y="192024"/>
                  </a:lnTo>
                  <a:lnTo>
                    <a:pt x="1967484" y="187452"/>
                  </a:lnTo>
                  <a:lnTo>
                    <a:pt x="1967484" y="138684"/>
                  </a:lnTo>
                  <a:close/>
                </a:path>
                <a:path w="2184400" h="4994275">
                  <a:moveTo>
                    <a:pt x="2183892" y="4361688"/>
                  </a:moveTo>
                  <a:lnTo>
                    <a:pt x="2180844" y="4358640"/>
                  </a:lnTo>
                  <a:lnTo>
                    <a:pt x="2173224" y="4358640"/>
                  </a:lnTo>
                  <a:lnTo>
                    <a:pt x="2170176" y="4361688"/>
                  </a:lnTo>
                  <a:lnTo>
                    <a:pt x="2170176" y="4375404"/>
                  </a:lnTo>
                  <a:lnTo>
                    <a:pt x="2173224" y="4378452"/>
                  </a:lnTo>
                  <a:lnTo>
                    <a:pt x="2180844" y="4378452"/>
                  </a:lnTo>
                  <a:lnTo>
                    <a:pt x="2183892" y="4375404"/>
                  </a:lnTo>
                  <a:lnTo>
                    <a:pt x="2183892" y="4361688"/>
                  </a:lnTo>
                  <a:close/>
                </a:path>
                <a:path w="2184400" h="4994275">
                  <a:moveTo>
                    <a:pt x="2183892" y="4279392"/>
                  </a:moveTo>
                  <a:lnTo>
                    <a:pt x="2180844" y="4276344"/>
                  </a:lnTo>
                  <a:lnTo>
                    <a:pt x="2173224" y="4276344"/>
                  </a:lnTo>
                  <a:lnTo>
                    <a:pt x="2170176" y="4279392"/>
                  </a:lnTo>
                  <a:lnTo>
                    <a:pt x="2170176" y="4328160"/>
                  </a:lnTo>
                  <a:lnTo>
                    <a:pt x="2173224" y="4331208"/>
                  </a:lnTo>
                  <a:lnTo>
                    <a:pt x="2180844" y="4331208"/>
                  </a:lnTo>
                  <a:lnTo>
                    <a:pt x="2183892" y="4328160"/>
                  </a:lnTo>
                  <a:lnTo>
                    <a:pt x="2183892" y="4279392"/>
                  </a:lnTo>
                  <a:close/>
                </a:path>
                <a:path w="2184400" h="4994275">
                  <a:moveTo>
                    <a:pt x="2183892" y="4195572"/>
                  </a:moveTo>
                  <a:lnTo>
                    <a:pt x="2180844" y="4192524"/>
                  </a:lnTo>
                  <a:lnTo>
                    <a:pt x="2173224" y="4192524"/>
                  </a:lnTo>
                  <a:lnTo>
                    <a:pt x="2170176" y="4195572"/>
                  </a:lnTo>
                  <a:lnTo>
                    <a:pt x="2170176" y="4245864"/>
                  </a:lnTo>
                  <a:lnTo>
                    <a:pt x="2173224" y="4248912"/>
                  </a:lnTo>
                  <a:lnTo>
                    <a:pt x="2180844" y="4248912"/>
                  </a:lnTo>
                  <a:lnTo>
                    <a:pt x="2183892" y="4245864"/>
                  </a:lnTo>
                  <a:lnTo>
                    <a:pt x="2183892" y="4195572"/>
                  </a:lnTo>
                  <a:close/>
                </a:path>
                <a:path w="2184400" h="4994275">
                  <a:moveTo>
                    <a:pt x="2183892" y="4113276"/>
                  </a:moveTo>
                  <a:lnTo>
                    <a:pt x="2180844" y="4110228"/>
                  </a:lnTo>
                  <a:lnTo>
                    <a:pt x="2173224" y="4110228"/>
                  </a:lnTo>
                  <a:lnTo>
                    <a:pt x="2170176" y="4113276"/>
                  </a:lnTo>
                  <a:lnTo>
                    <a:pt x="2170176" y="4162044"/>
                  </a:lnTo>
                  <a:lnTo>
                    <a:pt x="2173224" y="4165092"/>
                  </a:lnTo>
                  <a:lnTo>
                    <a:pt x="2180844" y="4165092"/>
                  </a:lnTo>
                  <a:lnTo>
                    <a:pt x="2183892" y="4162044"/>
                  </a:lnTo>
                  <a:lnTo>
                    <a:pt x="2183892" y="4113276"/>
                  </a:lnTo>
                  <a:close/>
                </a:path>
                <a:path w="2184400" h="4994275">
                  <a:moveTo>
                    <a:pt x="2183892" y="4030980"/>
                  </a:moveTo>
                  <a:lnTo>
                    <a:pt x="2180844" y="4027932"/>
                  </a:lnTo>
                  <a:lnTo>
                    <a:pt x="2173224" y="4027932"/>
                  </a:lnTo>
                  <a:lnTo>
                    <a:pt x="2170176" y="4030980"/>
                  </a:lnTo>
                  <a:lnTo>
                    <a:pt x="2170176" y="4079748"/>
                  </a:lnTo>
                  <a:lnTo>
                    <a:pt x="2173224" y="4082796"/>
                  </a:lnTo>
                  <a:lnTo>
                    <a:pt x="2180844" y="4082796"/>
                  </a:lnTo>
                  <a:lnTo>
                    <a:pt x="2183892" y="4079748"/>
                  </a:lnTo>
                  <a:lnTo>
                    <a:pt x="2183892" y="4030980"/>
                  </a:lnTo>
                  <a:close/>
                </a:path>
                <a:path w="2184400" h="4994275">
                  <a:moveTo>
                    <a:pt x="2183892" y="3947160"/>
                  </a:moveTo>
                  <a:lnTo>
                    <a:pt x="2180844" y="3944112"/>
                  </a:lnTo>
                  <a:lnTo>
                    <a:pt x="2173224" y="3944112"/>
                  </a:lnTo>
                  <a:lnTo>
                    <a:pt x="2170176" y="3947160"/>
                  </a:lnTo>
                  <a:lnTo>
                    <a:pt x="2170176" y="3997452"/>
                  </a:lnTo>
                  <a:lnTo>
                    <a:pt x="2173224" y="4000500"/>
                  </a:lnTo>
                  <a:lnTo>
                    <a:pt x="2180844" y="4000500"/>
                  </a:lnTo>
                  <a:lnTo>
                    <a:pt x="2183892" y="3997452"/>
                  </a:lnTo>
                  <a:lnTo>
                    <a:pt x="2183892" y="3947160"/>
                  </a:lnTo>
                  <a:close/>
                </a:path>
                <a:path w="2184400" h="4994275">
                  <a:moveTo>
                    <a:pt x="2183892" y="3864864"/>
                  </a:moveTo>
                  <a:lnTo>
                    <a:pt x="2180844" y="3861816"/>
                  </a:lnTo>
                  <a:lnTo>
                    <a:pt x="2173224" y="3861816"/>
                  </a:lnTo>
                  <a:lnTo>
                    <a:pt x="2170176" y="3864864"/>
                  </a:lnTo>
                  <a:lnTo>
                    <a:pt x="2170176" y="3913632"/>
                  </a:lnTo>
                  <a:lnTo>
                    <a:pt x="2173224" y="3916680"/>
                  </a:lnTo>
                  <a:lnTo>
                    <a:pt x="2180844" y="3916680"/>
                  </a:lnTo>
                  <a:lnTo>
                    <a:pt x="2183892" y="3913632"/>
                  </a:lnTo>
                  <a:lnTo>
                    <a:pt x="2183892" y="3864864"/>
                  </a:lnTo>
                  <a:close/>
                </a:path>
                <a:path w="2184400" h="4994275">
                  <a:moveTo>
                    <a:pt x="2183892" y="3782568"/>
                  </a:moveTo>
                  <a:lnTo>
                    <a:pt x="2180844" y="3779520"/>
                  </a:lnTo>
                  <a:lnTo>
                    <a:pt x="2173224" y="3779520"/>
                  </a:lnTo>
                  <a:lnTo>
                    <a:pt x="2170176" y="3782568"/>
                  </a:lnTo>
                  <a:lnTo>
                    <a:pt x="2170176" y="3831336"/>
                  </a:lnTo>
                  <a:lnTo>
                    <a:pt x="2173224" y="3834384"/>
                  </a:lnTo>
                  <a:lnTo>
                    <a:pt x="2180844" y="3834384"/>
                  </a:lnTo>
                  <a:lnTo>
                    <a:pt x="2183892" y="3831336"/>
                  </a:lnTo>
                  <a:lnTo>
                    <a:pt x="2183892" y="3782568"/>
                  </a:lnTo>
                  <a:close/>
                </a:path>
                <a:path w="2184400" h="4994275">
                  <a:moveTo>
                    <a:pt x="2183892" y="3698748"/>
                  </a:moveTo>
                  <a:lnTo>
                    <a:pt x="2180844" y="3695700"/>
                  </a:lnTo>
                  <a:lnTo>
                    <a:pt x="2173224" y="3695700"/>
                  </a:lnTo>
                  <a:lnTo>
                    <a:pt x="2170176" y="3698748"/>
                  </a:lnTo>
                  <a:lnTo>
                    <a:pt x="2170176" y="3749040"/>
                  </a:lnTo>
                  <a:lnTo>
                    <a:pt x="2173224" y="3752088"/>
                  </a:lnTo>
                  <a:lnTo>
                    <a:pt x="2180844" y="3752088"/>
                  </a:lnTo>
                  <a:lnTo>
                    <a:pt x="2183892" y="3749040"/>
                  </a:lnTo>
                  <a:lnTo>
                    <a:pt x="2183892" y="3698748"/>
                  </a:lnTo>
                  <a:close/>
                </a:path>
                <a:path w="2184400" h="4994275">
                  <a:moveTo>
                    <a:pt x="2183892" y="3616452"/>
                  </a:moveTo>
                  <a:lnTo>
                    <a:pt x="2180844" y="3613404"/>
                  </a:lnTo>
                  <a:lnTo>
                    <a:pt x="2173224" y="3613404"/>
                  </a:lnTo>
                  <a:lnTo>
                    <a:pt x="2170176" y="3616452"/>
                  </a:lnTo>
                  <a:lnTo>
                    <a:pt x="2170176" y="3665220"/>
                  </a:lnTo>
                  <a:lnTo>
                    <a:pt x="2173224" y="3668268"/>
                  </a:lnTo>
                  <a:lnTo>
                    <a:pt x="2180844" y="3668268"/>
                  </a:lnTo>
                  <a:lnTo>
                    <a:pt x="2183892" y="3665220"/>
                  </a:lnTo>
                  <a:lnTo>
                    <a:pt x="2183892" y="3616452"/>
                  </a:lnTo>
                  <a:close/>
                </a:path>
                <a:path w="2184400" h="4994275">
                  <a:moveTo>
                    <a:pt x="2183892" y="3534156"/>
                  </a:moveTo>
                  <a:lnTo>
                    <a:pt x="2180844" y="3531108"/>
                  </a:lnTo>
                  <a:lnTo>
                    <a:pt x="2173224" y="3531108"/>
                  </a:lnTo>
                  <a:lnTo>
                    <a:pt x="2170176" y="3534156"/>
                  </a:lnTo>
                  <a:lnTo>
                    <a:pt x="2170176" y="3582924"/>
                  </a:lnTo>
                  <a:lnTo>
                    <a:pt x="2173224" y="3585972"/>
                  </a:lnTo>
                  <a:lnTo>
                    <a:pt x="2180844" y="3585972"/>
                  </a:lnTo>
                  <a:lnTo>
                    <a:pt x="2183892" y="3582924"/>
                  </a:lnTo>
                  <a:lnTo>
                    <a:pt x="2183892" y="3534156"/>
                  </a:lnTo>
                  <a:close/>
                </a:path>
                <a:path w="2184400" h="4994275">
                  <a:moveTo>
                    <a:pt x="2183892" y="3450336"/>
                  </a:moveTo>
                  <a:lnTo>
                    <a:pt x="2180844" y="3447288"/>
                  </a:lnTo>
                  <a:lnTo>
                    <a:pt x="2173224" y="3447288"/>
                  </a:lnTo>
                  <a:lnTo>
                    <a:pt x="2170176" y="3450336"/>
                  </a:lnTo>
                  <a:lnTo>
                    <a:pt x="2170176" y="3500628"/>
                  </a:lnTo>
                  <a:lnTo>
                    <a:pt x="2173224" y="3503676"/>
                  </a:lnTo>
                  <a:lnTo>
                    <a:pt x="2180844" y="3503676"/>
                  </a:lnTo>
                  <a:lnTo>
                    <a:pt x="2183892" y="3500628"/>
                  </a:lnTo>
                  <a:lnTo>
                    <a:pt x="2183892" y="3450336"/>
                  </a:lnTo>
                  <a:close/>
                </a:path>
                <a:path w="2184400" h="4994275">
                  <a:moveTo>
                    <a:pt x="2183892" y="3368040"/>
                  </a:moveTo>
                  <a:lnTo>
                    <a:pt x="2180844" y="3364992"/>
                  </a:lnTo>
                  <a:lnTo>
                    <a:pt x="2173224" y="3364992"/>
                  </a:lnTo>
                  <a:lnTo>
                    <a:pt x="2170176" y="3368040"/>
                  </a:lnTo>
                  <a:lnTo>
                    <a:pt x="2170176" y="3416808"/>
                  </a:lnTo>
                  <a:lnTo>
                    <a:pt x="2173224" y="3419856"/>
                  </a:lnTo>
                  <a:lnTo>
                    <a:pt x="2180844" y="3419856"/>
                  </a:lnTo>
                  <a:lnTo>
                    <a:pt x="2183892" y="3416808"/>
                  </a:lnTo>
                  <a:lnTo>
                    <a:pt x="2183892" y="3368040"/>
                  </a:lnTo>
                  <a:close/>
                </a:path>
                <a:path w="2184400" h="4994275">
                  <a:moveTo>
                    <a:pt x="2183892" y="3285744"/>
                  </a:moveTo>
                  <a:lnTo>
                    <a:pt x="2180844" y="3282696"/>
                  </a:lnTo>
                  <a:lnTo>
                    <a:pt x="2173224" y="3282696"/>
                  </a:lnTo>
                  <a:lnTo>
                    <a:pt x="2170176" y="3285744"/>
                  </a:lnTo>
                  <a:lnTo>
                    <a:pt x="2170176" y="3334512"/>
                  </a:lnTo>
                  <a:lnTo>
                    <a:pt x="2173224" y="3337560"/>
                  </a:lnTo>
                  <a:lnTo>
                    <a:pt x="2180844" y="3337560"/>
                  </a:lnTo>
                  <a:lnTo>
                    <a:pt x="2183892" y="3334512"/>
                  </a:lnTo>
                  <a:lnTo>
                    <a:pt x="2183892" y="3285744"/>
                  </a:lnTo>
                  <a:close/>
                </a:path>
                <a:path w="2184400" h="4994275">
                  <a:moveTo>
                    <a:pt x="2183892" y="3201924"/>
                  </a:moveTo>
                  <a:lnTo>
                    <a:pt x="2180844" y="3198876"/>
                  </a:lnTo>
                  <a:lnTo>
                    <a:pt x="2173224" y="3198876"/>
                  </a:lnTo>
                  <a:lnTo>
                    <a:pt x="2170176" y="3201924"/>
                  </a:lnTo>
                  <a:lnTo>
                    <a:pt x="2170176" y="3252216"/>
                  </a:lnTo>
                  <a:lnTo>
                    <a:pt x="2173224" y="3255264"/>
                  </a:lnTo>
                  <a:lnTo>
                    <a:pt x="2180844" y="3255264"/>
                  </a:lnTo>
                  <a:lnTo>
                    <a:pt x="2183892" y="3252216"/>
                  </a:lnTo>
                  <a:lnTo>
                    <a:pt x="2183892" y="3201924"/>
                  </a:lnTo>
                  <a:close/>
                </a:path>
                <a:path w="2184400" h="4994275">
                  <a:moveTo>
                    <a:pt x="2183892" y="3119628"/>
                  </a:moveTo>
                  <a:lnTo>
                    <a:pt x="2180844" y="3116580"/>
                  </a:lnTo>
                  <a:lnTo>
                    <a:pt x="2173224" y="3116580"/>
                  </a:lnTo>
                  <a:lnTo>
                    <a:pt x="2170176" y="3119628"/>
                  </a:lnTo>
                  <a:lnTo>
                    <a:pt x="2170176" y="3168396"/>
                  </a:lnTo>
                  <a:lnTo>
                    <a:pt x="2173224" y="3171444"/>
                  </a:lnTo>
                  <a:lnTo>
                    <a:pt x="2180844" y="3171444"/>
                  </a:lnTo>
                  <a:lnTo>
                    <a:pt x="2183892" y="3168396"/>
                  </a:lnTo>
                  <a:lnTo>
                    <a:pt x="2183892" y="3119628"/>
                  </a:lnTo>
                  <a:close/>
                </a:path>
                <a:path w="2184400" h="4994275">
                  <a:moveTo>
                    <a:pt x="2183892" y="3037332"/>
                  </a:moveTo>
                  <a:lnTo>
                    <a:pt x="2180844" y="3034284"/>
                  </a:lnTo>
                  <a:lnTo>
                    <a:pt x="2173224" y="3034284"/>
                  </a:lnTo>
                  <a:lnTo>
                    <a:pt x="2170176" y="3037332"/>
                  </a:lnTo>
                  <a:lnTo>
                    <a:pt x="2170176" y="3086100"/>
                  </a:lnTo>
                  <a:lnTo>
                    <a:pt x="2173224" y="3089148"/>
                  </a:lnTo>
                  <a:lnTo>
                    <a:pt x="2180844" y="3089148"/>
                  </a:lnTo>
                  <a:lnTo>
                    <a:pt x="2183892" y="3086100"/>
                  </a:lnTo>
                  <a:lnTo>
                    <a:pt x="2183892" y="3037332"/>
                  </a:lnTo>
                  <a:close/>
                </a:path>
                <a:path w="2184400" h="4994275">
                  <a:moveTo>
                    <a:pt x="2183892" y="2953512"/>
                  </a:moveTo>
                  <a:lnTo>
                    <a:pt x="2180844" y="2950464"/>
                  </a:lnTo>
                  <a:lnTo>
                    <a:pt x="2173224" y="2950464"/>
                  </a:lnTo>
                  <a:lnTo>
                    <a:pt x="2170176" y="2953512"/>
                  </a:lnTo>
                  <a:lnTo>
                    <a:pt x="2170176" y="3003804"/>
                  </a:lnTo>
                  <a:lnTo>
                    <a:pt x="2173224" y="3006852"/>
                  </a:lnTo>
                  <a:lnTo>
                    <a:pt x="2180844" y="3006852"/>
                  </a:lnTo>
                  <a:lnTo>
                    <a:pt x="2183892" y="3003804"/>
                  </a:lnTo>
                  <a:lnTo>
                    <a:pt x="2183892" y="2953512"/>
                  </a:lnTo>
                  <a:close/>
                </a:path>
                <a:path w="2184400" h="4994275">
                  <a:moveTo>
                    <a:pt x="2183892" y="2871216"/>
                  </a:moveTo>
                  <a:lnTo>
                    <a:pt x="2180844" y="2868168"/>
                  </a:lnTo>
                  <a:lnTo>
                    <a:pt x="2173224" y="2868168"/>
                  </a:lnTo>
                  <a:lnTo>
                    <a:pt x="2170176" y="2871216"/>
                  </a:lnTo>
                  <a:lnTo>
                    <a:pt x="2170176" y="2919984"/>
                  </a:lnTo>
                  <a:lnTo>
                    <a:pt x="2173224" y="2923032"/>
                  </a:lnTo>
                  <a:lnTo>
                    <a:pt x="2180844" y="2923032"/>
                  </a:lnTo>
                  <a:lnTo>
                    <a:pt x="2183892" y="2919984"/>
                  </a:lnTo>
                  <a:lnTo>
                    <a:pt x="2183892" y="2871216"/>
                  </a:lnTo>
                  <a:close/>
                </a:path>
                <a:path w="2184400" h="4994275">
                  <a:moveTo>
                    <a:pt x="2183892" y="2788920"/>
                  </a:moveTo>
                  <a:lnTo>
                    <a:pt x="2180844" y="2785872"/>
                  </a:lnTo>
                  <a:lnTo>
                    <a:pt x="2173224" y="2785872"/>
                  </a:lnTo>
                  <a:lnTo>
                    <a:pt x="2170176" y="2788920"/>
                  </a:lnTo>
                  <a:lnTo>
                    <a:pt x="2170176" y="2837688"/>
                  </a:lnTo>
                  <a:lnTo>
                    <a:pt x="2173224" y="2840736"/>
                  </a:lnTo>
                  <a:lnTo>
                    <a:pt x="2180844" y="2840736"/>
                  </a:lnTo>
                  <a:lnTo>
                    <a:pt x="2183892" y="2837688"/>
                  </a:lnTo>
                  <a:lnTo>
                    <a:pt x="2183892" y="2788920"/>
                  </a:lnTo>
                  <a:close/>
                </a:path>
                <a:path w="2184400" h="4994275">
                  <a:moveTo>
                    <a:pt x="2183892" y="2705100"/>
                  </a:moveTo>
                  <a:lnTo>
                    <a:pt x="2180844" y="2702052"/>
                  </a:lnTo>
                  <a:lnTo>
                    <a:pt x="2173224" y="2702052"/>
                  </a:lnTo>
                  <a:lnTo>
                    <a:pt x="2170176" y="2705100"/>
                  </a:lnTo>
                  <a:lnTo>
                    <a:pt x="2170176" y="2755392"/>
                  </a:lnTo>
                  <a:lnTo>
                    <a:pt x="2173224" y="2758440"/>
                  </a:lnTo>
                  <a:lnTo>
                    <a:pt x="2180844" y="2758440"/>
                  </a:lnTo>
                  <a:lnTo>
                    <a:pt x="2183892" y="2755392"/>
                  </a:lnTo>
                  <a:lnTo>
                    <a:pt x="2183892" y="2705100"/>
                  </a:lnTo>
                  <a:close/>
                </a:path>
                <a:path w="2184400" h="4994275">
                  <a:moveTo>
                    <a:pt x="2183892" y="2622804"/>
                  </a:moveTo>
                  <a:lnTo>
                    <a:pt x="2180844" y="2619756"/>
                  </a:lnTo>
                  <a:lnTo>
                    <a:pt x="2173224" y="2619756"/>
                  </a:lnTo>
                  <a:lnTo>
                    <a:pt x="2170176" y="2622804"/>
                  </a:lnTo>
                  <a:lnTo>
                    <a:pt x="2170176" y="2671572"/>
                  </a:lnTo>
                  <a:lnTo>
                    <a:pt x="2173224" y="2674620"/>
                  </a:lnTo>
                  <a:lnTo>
                    <a:pt x="2180844" y="2674620"/>
                  </a:lnTo>
                  <a:lnTo>
                    <a:pt x="2183892" y="2671572"/>
                  </a:lnTo>
                  <a:lnTo>
                    <a:pt x="2183892" y="2622804"/>
                  </a:lnTo>
                  <a:close/>
                </a:path>
                <a:path w="2184400" h="4994275">
                  <a:moveTo>
                    <a:pt x="2183892" y="2540508"/>
                  </a:moveTo>
                  <a:lnTo>
                    <a:pt x="2180844" y="2537460"/>
                  </a:lnTo>
                  <a:lnTo>
                    <a:pt x="2173224" y="2537460"/>
                  </a:lnTo>
                  <a:lnTo>
                    <a:pt x="2170176" y="2540508"/>
                  </a:lnTo>
                  <a:lnTo>
                    <a:pt x="2170176" y="2589276"/>
                  </a:lnTo>
                  <a:lnTo>
                    <a:pt x="2173224" y="2592324"/>
                  </a:lnTo>
                  <a:lnTo>
                    <a:pt x="2180844" y="2592324"/>
                  </a:lnTo>
                  <a:lnTo>
                    <a:pt x="2183892" y="2589276"/>
                  </a:lnTo>
                  <a:lnTo>
                    <a:pt x="2183892" y="2540508"/>
                  </a:lnTo>
                  <a:close/>
                </a:path>
                <a:path w="2184400" h="4994275">
                  <a:moveTo>
                    <a:pt x="2183892" y="2456688"/>
                  </a:moveTo>
                  <a:lnTo>
                    <a:pt x="2180844" y="2453640"/>
                  </a:lnTo>
                  <a:lnTo>
                    <a:pt x="2173224" y="2453640"/>
                  </a:lnTo>
                  <a:lnTo>
                    <a:pt x="2170176" y="2456688"/>
                  </a:lnTo>
                  <a:lnTo>
                    <a:pt x="2170176" y="2506980"/>
                  </a:lnTo>
                  <a:lnTo>
                    <a:pt x="2173224" y="2510028"/>
                  </a:lnTo>
                  <a:lnTo>
                    <a:pt x="2180844" y="2510028"/>
                  </a:lnTo>
                  <a:lnTo>
                    <a:pt x="2183892" y="2506980"/>
                  </a:lnTo>
                  <a:lnTo>
                    <a:pt x="2183892" y="2456688"/>
                  </a:lnTo>
                  <a:close/>
                </a:path>
                <a:path w="2184400" h="4994275">
                  <a:moveTo>
                    <a:pt x="2183892" y="2374392"/>
                  </a:moveTo>
                  <a:lnTo>
                    <a:pt x="2180844" y="2371344"/>
                  </a:lnTo>
                  <a:lnTo>
                    <a:pt x="2173224" y="2371344"/>
                  </a:lnTo>
                  <a:lnTo>
                    <a:pt x="2170176" y="2374392"/>
                  </a:lnTo>
                  <a:lnTo>
                    <a:pt x="2170176" y="2423160"/>
                  </a:lnTo>
                  <a:lnTo>
                    <a:pt x="2173224" y="2426208"/>
                  </a:lnTo>
                  <a:lnTo>
                    <a:pt x="2180844" y="2426208"/>
                  </a:lnTo>
                  <a:lnTo>
                    <a:pt x="2183892" y="2423160"/>
                  </a:lnTo>
                  <a:lnTo>
                    <a:pt x="2183892" y="2374392"/>
                  </a:lnTo>
                  <a:close/>
                </a:path>
                <a:path w="2184400" h="4994275">
                  <a:moveTo>
                    <a:pt x="2183892" y="2292096"/>
                  </a:moveTo>
                  <a:lnTo>
                    <a:pt x="2180844" y="2289048"/>
                  </a:lnTo>
                  <a:lnTo>
                    <a:pt x="2173224" y="2289048"/>
                  </a:lnTo>
                  <a:lnTo>
                    <a:pt x="2170176" y="2292096"/>
                  </a:lnTo>
                  <a:lnTo>
                    <a:pt x="2170176" y="2340864"/>
                  </a:lnTo>
                  <a:lnTo>
                    <a:pt x="2173224" y="2343912"/>
                  </a:lnTo>
                  <a:lnTo>
                    <a:pt x="2180844" y="2343912"/>
                  </a:lnTo>
                  <a:lnTo>
                    <a:pt x="2183892" y="2340864"/>
                  </a:lnTo>
                  <a:lnTo>
                    <a:pt x="2183892" y="2292096"/>
                  </a:lnTo>
                  <a:close/>
                </a:path>
                <a:path w="2184400" h="4994275">
                  <a:moveTo>
                    <a:pt x="2183892" y="2209800"/>
                  </a:moveTo>
                  <a:lnTo>
                    <a:pt x="2180844" y="2205228"/>
                  </a:lnTo>
                  <a:lnTo>
                    <a:pt x="2173224" y="2205228"/>
                  </a:lnTo>
                  <a:lnTo>
                    <a:pt x="2170176" y="2209800"/>
                  </a:lnTo>
                  <a:lnTo>
                    <a:pt x="2170176" y="2258568"/>
                  </a:lnTo>
                  <a:lnTo>
                    <a:pt x="2173224" y="2261616"/>
                  </a:lnTo>
                  <a:lnTo>
                    <a:pt x="2180844" y="2261616"/>
                  </a:lnTo>
                  <a:lnTo>
                    <a:pt x="2183892" y="2258568"/>
                  </a:lnTo>
                  <a:lnTo>
                    <a:pt x="2183892" y="2209800"/>
                  </a:lnTo>
                  <a:close/>
                </a:path>
                <a:path w="2184400" h="4994275">
                  <a:moveTo>
                    <a:pt x="2183892" y="2125980"/>
                  </a:moveTo>
                  <a:lnTo>
                    <a:pt x="2180844" y="2122932"/>
                  </a:lnTo>
                  <a:lnTo>
                    <a:pt x="2173224" y="2122932"/>
                  </a:lnTo>
                  <a:lnTo>
                    <a:pt x="2170176" y="2125980"/>
                  </a:lnTo>
                  <a:lnTo>
                    <a:pt x="2170176" y="2174748"/>
                  </a:lnTo>
                  <a:lnTo>
                    <a:pt x="2173224" y="2177796"/>
                  </a:lnTo>
                  <a:lnTo>
                    <a:pt x="2180844" y="2177796"/>
                  </a:lnTo>
                  <a:lnTo>
                    <a:pt x="2183892" y="2174748"/>
                  </a:lnTo>
                  <a:lnTo>
                    <a:pt x="2183892" y="2125980"/>
                  </a:lnTo>
                  <a:close/>
                </a:path>
                <a:path w="2184400" h="4994275">
                  <a:moveTo>
                    <a:pt x="2183892" y="2043684"/>
                  </a:moveTo>
                  <a:lnTo>
                    <a:pt x="2180844" y="2040636"/>
                  </a:lnTo>
                  <a:lnTo>
                    <a:pt x="2173224" y="2040636"/>
                  </a:lnTo>
                  <a:lnTo>
                    <a:pt x="2170176" y="2043684"/>
                  </a:lnTo>
                  <a:lnTo>
                    <a:pt x="2170176" y="2092452"/>
                  </a:lnTo>
                  <a:lnTo>
                    <a:pt x="2173224" y="2095500"/>
                  </a:lnTo>
                  <a:lnTo>
                    <a:pt x="2180844" y="2095500"/>
                  </a:lnTo>
                  <a:lnTo>
                    <a:pt x="2183892" y="2092452"/>
                  </a:lnTo>
                  <a:lnTo>
                    <a:pt x="2183892" y="2043684"/>
                  </a:lnTo>
                  <a:close/>
                </a:path>
                <a:path w="2184400" h="4994275">
                  <a:moveTo>
                    <a:pt x="2183892" y="1961388"/>
                  </a:moveTo>
                  <a:lnTo>
                    <a:pt x="2180844" y="1956816"/>
                  </a:lnTo>
                  <a:lnTo>
                    <a:pt x="2173224" y="1956816"/>
                  </a:lnTo>
                  <a:lnTo>
                    <a:pt x="2170176" y="1961388"/>
                  </a:lnTo>
                  <a:lnTo>
                    <a:pt x="2170176" y="2010156"/>
                  </a:lnTo>
                  <a:lnTo>
                    <a:pt x="2173224" y="2013204"/>
                  </a:lnTo>
                  <a:lnTo>
                    <a:pt x="2180844" y="2013204"/>
                  </a:lnTo>
                  <a:lnTo>
                    <a:pt x="2183892" y="2010156"/>
                  </a:lnTo>
                  <a:lnTo>
                    <a:pt x="2183892" y="1961388"/>
                  </a:lnTo>
                  <a:close/>
                </a:path>
                <a:path w="2184400" h="4994275">
                  <a:moveTo>
                    <a:pt x="2183892" y="1877568"/>
                  </a:moveTo>
                  <a:lnTo>
                    <a:pt x="2180844" y="1874520"/>
                  </a:lnTo>
                  <a:lnTo>
                    <a:pt x="2173224" y="1874520"/>
                  </a:lnTo>
                  <a:lnTo>
                    <a:pt x="2170176" y="1877568"/>
                  </a:lnTo>
                  <a:lnTo>
                    <a:pt x="2170176" y="1926336"/>
                  </a:lnTo>
                  <a:lnTo>
                    <a:pt x="2173224" y="1929384"/>
                  </a:lnTo>
                  <a:lnTo>
                    <a:pt x="2180844" y="1929384"/>
                  </a:lnTo>
                  <a:lnTo>
                    <a:pt x="2183892" y="1926336"/>
                  </a:lnTo>
                  <a:lnTo>
                    <a:pt x="2183892" y="1877568"/>
                  </a:lnTo>
                  <a:close/>
                </a:path>
                <a:path w="2184400" h="4994275">
                  <a:moveTo>
                    <a:pt x="2183892" y="1795272"/>
                  </a:moveTo>
                  <a:lnTo>
                    <a:pt x="2180844" y="1792224"/>
                  </a:lnTo>
                  <a:lnTo>
                    <a:pt x="2173224" y="1792224"/>
                  </a:lnTo>
                  <a:lnTo>
                    <a:pt x="2170176" y="1795272"/>
                  </a:lnTo>
                  <a:lnTo>
                    <a:pt x="2170176" y="1844040"/>
                  </a:lnTo>
                  <a:lnTo>
                    <a:pt x="2173224" y="1847088"/>
                  </a:lnTo>
                  <a:lnTo>
                    <a:pt x="2180844" y="1847088"/>
                  </a:lnTo>
                  <a:lnTo>
                    <a:pt x="2183892" y="1844040"/>
                  </a:lnTo>
                  <a:lnTo>
                    <a:pt x="2183892" y="1795272"/>
                  </a:lnTo>
                  <a:close/>
                </a:path>
                <a:path w="2184400" h="4994275">
                  <a:moveTo>
                    <a:pt x="2183892" y="1712976"/>
                  </a:moveTo>
                  <a:lnTo>
                    <a:pt x="2180844" y="1709928"/>
                  </a:lnTo>
                  <a:lnTo>
                    <a:pt x="2173224" y="1709928"/>
                  </a:lnTo>
                  <a:lnTo>
                    <a:pt x="2170176" y="1712976"/>
                  </a:lnTo>
                  <a:lnTo>
                    <a:pt x="2170176" y="1761744"/>
                  </a:lnTo>
                  <a:lnTo>
                    <a:pt x="2173224" y="1764792"/>
                  </a:lnTo>
                  <a:lnTo>
                    <a:pt x="2180844" y="1764792"/>
                  </a:lnTo>
                  <a:lnTo>
                    <a:pt x="2183892" y="1761744"/>
                  </a:lnTo>
                  <a:lnTo>
                    <a:pt x="2183892" y="1712976"/>
                  </a:lnTo>
                  <a:close/>
                </a:path>
                <a:path w="2184400" h="4994275">
                  <a:moveTo>
                    <a:pt x="2183892" y="1629156"/>
                  </a:moveTo>
                  <a:lnTo>
                    <a:pt x="2180844" y="1626108"/>
                  </a:lnTo>
                  <a:lnTo>
                    <a:pt x="2173224" y="1626108"/>
                  </a:lnTo>
                  <a:lnTo>
                    <a:pt x="2170176" y="1629156"/>
                  </a:lnTo>
                  <a:lnTo>
                    <a:pt x="2170176" y="1677924"/>
                  </a:lnTo>
                  <a:lnTo>
                    <a:pt x="2173224" y="1680972"/>
                  </a:lnTo>
                  <a:lnTo>
                    <a:pt x="2180844" y="1680972"/>
                  </a:lnTo>
                  <a:lnTo>
                    <a:pt x="2183892" y="1677924"/>
                  </a:lnTo>
                  <a:lnTo>
                    <a:pt x="2183892" y="1629156"/>
                  </a:lnTo>
                  <a:close/>
                </a:path>
                <a:path w="2184400" h="4994275">
                  <a:moveTo>
                    <a:pt x="2183892" y="1546860"/>
                  </a:moveTo>
                  <a:lnTo>
                    <a:pt x="2180844" y="1543812"/>
                  </a:lnTo>
                  <a:lnTo>
                    <a:pt x="2173224" y="1543812"/>
                  </a:lnTo>
                  <a:lnTo>
                    <a:pt x="2170176" y="1546860"/>
                  </a:lnTo>
                  <a:lnTo>
                    <a:pt x="2170176" y="1595628"/>
                  </a:lnTo>
                  <a:lnTo>
                    <a:pt x="2173224" y="1598676"/>
                  </a:lnTo>
                  <a:lnTo>
                    <a:pt x="2180844" y="1598676"/>
                  </a:lnTo>
                  <a:lnTo>
                    <a:pt x="2183892" y="1595628"/>
                  </a:lnTo>
                  <a:lnTo>
                    <a:pt x="2183892" y="1546860"/>
                  </a:lnTo>
                  <a:close/>
                </a:path>
                <a:path w="2184400" h="4994275">
                  <a:moveTo>
                    <a:pt x="2183892" y="1464564"/>
                  </a:moveTo>
                  <a:lnTo>
                    <a:pt x="2180844" y="1461516"/>
                  </a:lnTo>
                  <a:lnTo>
                    <a:pt x="2173224" y="1461516"/>
                  </a:lnTo>
                  <a:lnTo>
                    <a:pt x="2170176" y="1464564"/>
                  </a:lnTo>
                  <a:lnTo>
                    <a:pt x="2170176" y="1513332"/>
                  </a:lnTo>
                  <a:lnTo>
                    <a:pt x="2173224" y="1516380"/>
                  </a:lnTo>
                  <a:lnTo>
                    <a:pt x="2180844" y="1516380"/>
                  </a:lnTo>
                  <a:lnTo>
                    <a:pt x="2183892" y="1513332"/>
                  </a:lnTo>
                  <a:lnTo>
                    <a:pt x="2183892" y="1464564"/>
                  </a:lnTo>
                  <a:close/>
                </a:path>
                <a:path w="2184400" h="4994275">
                  <a:moveTo>
                    <a:pt x="2183892" y="1380744"/>
                  </a:moveTo>
                  <a:lnTo>
                    <a:pt x="2180844" y="1377696"/>
                  </a:lnTo>
                  <a:lnTo>
                    <a:pt x="2173224" y="1377696"/>
                  </a:lnTo>
                  <a:lnTo>
                    <a:pt x="2170176" y="1380744"/>
                  </a:lnTo>
                  <a:lnTo>
                    <a:pt x="2170176" y="1429512"/>
                  </a:lnTo>
                  <a:lnTo>
                    <a:pt x="2173224" y="1432560"/>
                  </a:lnTo>
                  <a:lnTo>
                    <a:pt x="2180844" y="1432560"/>
                  </a:lnTo>
                  <a:lnTo>
                    <a:pt x="2183892" y="1429512"/>
                  </a:lnTo>
                  <a:lnTo>
                    <a:pt x="2183892" y="1380744"/>
                  </a:lnTo>
                  <a:close/>
                </a:path>
                <a:path w="2184400" h="4994275">
                  <a:moveTo>
                    <a:pt x="2183892" y="1298448"/>
                  </a:moveTo>
                  <a:lnTo>
                    <a:pt x="2180844" y="1295400"/>
                  </a:lnTo>
                  <a:lnTo>
                    <a:pt x="2173224" y="1295400"/>
                  </a:lnTo>
                  <a:lnTo>
                    <a:pt x="2170176" y="1298448"/>
                  </a:lnTo>
                  <a:lnTo>
                    <a:pt x="2170176" y="1347216"/>
                  </a:lnTo>
                  <a:lnTo>
                    <a:pt x="2173224" y="1350264"/>
                  </a:lnTo>
                  <a:lnTo>
                    <a:pt x="2180844" y="1350264"/>
                  </a:lnTo>
                  <a:lnTo>
                    <a:pt x="2183892" y="1347216"/>
                  </a:lnTo>
                  <a:lnTo>
                    <a:pt x="2183892" y="1298448"/>
                  </a:lnTo>
                  <a:close/>
                </a:path>
                <a:path w="2184400" h="4994275">
                  <a:moveTo>
                    <a:pt x="2183892" y="1216152"/>
                  </a:moveTo>
                  <a:lnTo>
                    <a:pt x="2180844" y="1213104"/>
                  </a:lnTo>
                  <a:lnTo>
                    <a:pt x="2173224" y="1213104"/>
                  </a:lnTo>
                  <a:lnTo>
                    <a:pt x="2170176" y="1216152"/>
                  </a:lnTo>
                  <a:lnTo>
                    <a:pt x="2170176" y="1264920"/>
                  </a:lnTo>
                  <a:lnTo>
                    <a:pt x="2173224" y="1267968"/>
                  </a:lnTo>
                  <a:lnTo>
                    <a:pt x="2180844" y="1267968"/>
                  </a:lnTo>
                  <a:lnTo>
                    <a:pt x="2183892" y="1264920"/>
                  </a:lnTo>
                  <a:lnTo>
                    <a:pt x="2183892" y="1216152"/>
                  </a:lnTo>
                  <a:close/>
                </a:path>
                <a:path w="2184400" h="4994275">
                  <a:moveTo>
                    <a:pt x="2183892" y="1132332"/>
                  </a:moveTo>
                  <a:lnTo>
                    <a:pt x="2180844" y="1129284"/>
                  </a:lnTo>
                  <a:lnTo>
                    <a:pt x="2173224" y="1129284"/>
                  </a:lnTo>
                  <a:lnTo>
                    <a:pt x="2170176" y="1132332"/>
                  </a:lnTo>
                  <a:lnTo>
                    <a:pt x="2170176" y="1181100"/>
                  </a:lnTo>
                  <a:lnTo>
                    <a:pt x="2173224" y="1184148"/>
                  </a:lnTo>
                  <a:lnTo>
                    <a:pt x="2180844" y="1184148"/>
                  </a:lnTo>
                  <a:lnTo>
                    <a:pt x="2183892" y="1181100"/>
                  </a:lnTo>
                  <a:lnTo>
                    <a:pt x="2183892" y="1132332"/>
                  </a:lnTo>
                  <a:close/>
                </a:path>
                <a:path w="2184400" h="4994275">
                  <a:moveTo>
                    <a:pt x="2183892" y="1050036"/>
                  </a:moveTo>
                  <a:lnTo>
                    <a:pt x="2180844" y="1046988"/>
                  </a:lnTo>
                  <a:lnTo>
                    <a:pt x="2173224" y="1046988"/>
                  </a:lnTo>
                  <a:lnTo>
                    <a:pt x="2170176" y="1050036"/>
                  </a:lnTo>
                  <a:lnTo>
                    <a:pt x="2170176" y="1098804"/>
                  </a:lnTo>
                  <a:lnTo>
                    <a:pt x="2173224" y="1101852"/>
                  </a:lnTo>
                  <a:lnTo>
                    <a:pt x="2180844" y="1101852"/>
                  </a:lnTo>
                  <a:lnTo>
                    <a:pt x="2183892" y="1098804"/>
                  </a:lnTo>
                  <a:lnTo>
                    <a:pt x="2183892" y="1050036"/>
                  </a:lnTo>
                  <a:close/>
                </a:path>
                <a:path w="2184400" h="4994275">
                  <a:moveTo>
                    <a:pt x="2183892" y="967740"/>
                  </a:moveTo>
                  <a:lnTo>
                    <a:pt x="2180844" y="964692"/>
                  </a:lnTo>
                  <a:lnTo>
                    <a:pt x="2173224" y="964692"/>
                  </a:lnTo>
                  <a:lnTo>
                    <a:pt x="2170176" y="967740"/>
                  </a:lnTo>
                  <a:lnTo>
                    <a:pt x="2170176" y="1016508"/>
                  </a:lnTo>
                  <a:lnTo>
                    <a:pt x="2173224" y="1019556"/>
                  </a:lnTo>
                  <a:lnTo>
                    <a:pt x="2180844" y="1019556"/>
                  </a:lnTo>
                  <a:lnTo>
                    <a:pt x="2183892" y="1016508"/>
                  </a:lnTo>
                  <a:lnTo>
                    <a:pt x="2183892" y="967740"/>
                  </a:lnTo>
                  <a:close/>
                </a:path>
                <a:path w="2184400" h="4994275">
                  <a:moveTo>
                    <a:pt x="2183892" y="883920"/>
                  </a:moveTo>
                  <a:lnTo>
                    <a:pt x="2180844" y="880872"/>
                  </a:lnTo>
                  <a:lnTo>
                    <a:pt x="2173224" y="880872"/>
                  </a:lnTo>
                  <a:lnTo>
                    <a:pt x="2170176" y="883920"/>
                  </a:lnTo>
                  <a:lnTo>
                    <a:pt x="2170176" y="932688"/>
                  </a:lnTo>
                  <a:lnTo>
                    <a:pt x="2173224" y="935736"/>
                  </a:lnTo>
                  <a:lnTo>
                    <a:pt x="2180844" y="935736"/>
                  </a:lnTo>
                  <a:lnTo>
                    <a:pt x="2183892" y="932688"/>
                  </a:lnTo>
                  <a:lnTo>
                    <a:pt x="2183892" y="883920"/>
                  </a:lnTo>
                  <a:close/>
                </a:path>
                <a:path w="2184400" h="4994275">
                  <a:moveTo>
                    <a:pt x="2183892" y="801624"/>
                  </a:moveTo>
                  <a:lnTo>
                    <a:pt x="2180844" y="798576"/>
                  </a:lnTo>
                  <a:lnTo>
                    <a:pt x="2173224" y="798576"/>
                  </a:lnTo>
                  <a:lnTo>
                    <a:pt x="2170176" y="801624"/>
                  </a:lnTo>
                  <a:lnTo>
                    <a:pt x="2170176" y="850392"/>
                  </a:lnTo>
                  <a:lnTo>
                    <a:pt x="2173224" y="853440"/>
                  </a:lnTo>
                  <a:lnTo>
                    <a:pt x="2180844" y="853440"/>
                  </a:lnTo>
                  <a:lnTo>
                    <a:pt x="2183892" y="850392"/>
                  </a:lnTo>
                  <a:lnTo>
                    <a:pt x="2183892" y="801624"/>
                  </a:lnTo>
                  <a:close/>
                </a:path>
                <a:path w="2184400" h="4994275">
                  <a:moveTo>
                    <a:pt x="2183892" y="719328"/>
                  </a:moveTo>
                  <a:lnTo>
                    <a:pt x="2180844" y="716280"/>
                  </a:lnTo>
                  <a:lnTo>
                    <a:pt x="2173224" y="716280"/>
                  </a:lnTo>
                  <a:lnTo>
                    <a:pt x="2170176" y="719328"/>
                  </a:lnTo>
                  <a:lnTo>
                    <a:pt x="2170176" y="768096"/>
                  </a:lnTo>
                  <a:lnTo>
                    <a:pt x="2173224" y="771144"/>
                  </a:lnTo>
                  <a:lnTo>
                    <a:pt x="2180844" y="771144"/>
                  </a:lnTo>
                  <a:lnTo>
                    <a:pt x="2183892" y="768096"/>
                  </a:lnTo>
                  <a:lnTo>
                    <a:pt x="2183892" y="719328"/>
                  </a:lnTo>
                  <a:close/>
                </a:path>
                <a:path w="2184400" h="4994275">
                  <a:moveTo>
                    <a:pt x="2183892" y="635508"/>
                  </a:moveTo>
                  <a:lnTo>
                    <a:pt x="2180844" y="632460"/>
                  </a:lnTo>
                  <a:lnTo>
                    <a:pt x="2173224" y="632460"/>
                  </a:lnTo>
                  <a:lnTo>
                    <a:pt x="2170176" y="635508"/>
                  </a:lnTo>
                  <a:lnTo>
                    <a:pt x="2170176" y="684276"/>
                  </a:lnTo>
                  <a:lnTo>
                    <a:pt x="2173224" y="687324"/>
                  </a:lnTo>
                  <a:lnTo>
                    <a:pt x="2180844" y="687324"/>
                  </a:lnTo>
                  <a:lnTo>
                    <a:pt x="2183892" y="684276"/>
                  </a:lnTo>
                  <a:lnTo>
                    <a:pt x="2183892" y="635508"/>
                  </a:lnTo>
                  <a:close/>
                </a:path>
                <a:path w="2184400" h="4994275">
                  <a:moveTo>
                    <a:pt x="2183892" y="553212"/>
                  </a:moveTo>
                  <a:lnTo>
                    <a:pt x="2180844" y="550164"/>
                  </a:lnTo>
                  <a:lnTo>
                    <a:pt x="2173224" y="550164"/>
                  </a:lnTo>
                  <a:lnTo>
                    <a:pt x="2170176" y="553212"/>
                  </a:lnTo>
                  <a:lnTo>
                    <a:pt x="2170176" y="601980"/>
                  </a:lnTo>
                  <a:lnTo>
                    <a:pt x="2173224" y="605028"/>
                  </a:lnTo>
                  <a:lnTo>
                    <a:pt x="2180844" y="605028"/>
                  </a:lnTo>
                  <a:lnTo>
                    <a:pt x="2183892" y="601980"/>
                  </a:lnTo>
                  <a:lnTo>
                    <a:pt x="2183892" y="553212"/>
                  </a:lnTo>
                  <a:close/>
                </a:path>
                <a:path w="2184400" h="4994275">
                  <a:moveTo>
                    <a:pt x="2183892" y="470916"/>
                  </a:moveTo>
                  <a:lnTo>
                    <a:pt x="2180844" y="467868"/>
                  </a:lnTo>
                  <a:lnTo>
                    <a:pt x="2173224" y="467868"/>
                  </a:lnTo>
                  <a:lnTo>
                    <a:pt x="2170176" y="470916"/>
                  </a:lnTo>
                  <a:lnTo>
                    <a:pt x="2170176" y="519684"/>
                  </a:lnTo>
                  <a:lnTo>
                    <a:pt x="2173224" y="522732"/>
                  </a:lnTo>
                  <a:lnTo>
                    <a:pt x="2180844" y="522732"/>
                  </a:lnTo>
                  <a:lnTo>
                    <a:pt x="2183892" y="519684"/>
                  </a:lnTo>
                  <a:lnTo>
                    <a:pt x="2183892" y="470916"/>
                  </a:lnTo>
                  <a:close/>
                </a:path>
                <a:path w="2184400" h="4994275">
                  <a:moveTo>
                    <a:pt x="2183892" y="387096"/>
                  </a:moveTo>
                  <a:lnTo>
                    <a:pt x="2180844" y="384048"/>
                  </a:lnTo>
                  <a:lnTo>
                    <a:pt x="2173224" y="384048"/>
                  </a:lnTo>
                  <a:lnTo>
                    <a:pt x="2170176" y="387096"/>
                  </a:lnTo>
                  <a:lnTo>
                    <a:pt x="2170176" y="435864"/>
                  </a:lnTo>
                  <a:lnTo>
                    <a:pt x="2173224" y="438912"/>
                  </a:lnTo>
                  <a:lnTo>
                    <a:pt x="2180844" y="438912"/>
                  </a:lnTo>
                  <a:lnTo>
                    <a:pt x="2183892" y="435864"/>
                  </a:lnTo>
                  <a:lnTo>
                    <a:pt x="2183892" y="387096"/>
                  </a:lnTo>
                  <a:close/>
                </a:path>
                <a:path w="2184400" h="4994275">
                  <a:moveTo>
                    <a:pt x="2183892" y="304800"/>
                  </a:moveTo>
                  <a:lnTo>
                    <a:pt x="2180844" y="301752"/>
                  </a:lnTo>
                  <a:lnTo>
                    <a:pt x="2173224" y="301752"/>
                  </a:lnTo>
                  <a:lnTo>
                    <a:pt x="2170176" y="304800"/>
                  </a:lnTo>
                  <a:lnTo>
                    <a:pt x="2170176" y="353568"/>
                  </a:lnTo>
                  <a:lnTo>
                    <a:pt x="2173224" y="356616"/>
                  </a:lnTo>
                  <a:lnTo>
                    <a:pt x="2180844" y="356616"/>
                  </a:lnTo>
                  <a:lnTo>
                    <a:pt x="2183892" y="353568"/>
                  </a:lnTo>
                  <a:lnTo>
                    <a:pt x="2183892" y="304800"/>
                  </a:lnTo>
                  <a:close/>
                </a:path>
                <a:path w="2184400" h="4994275">
                  <a:moveTo>
                    <a:pt x="2183892" y="222504"/>
                  </a:moveTo>
                  <a:lnTo>
                    <a:pt x="2180844" y="219456"/>
                  </a:lnTo>
                  <a:lnTo>
                    <a:pt x="2173224" y="219456"/>
                  </a:lnTo>
                  <a:lnTo>
                    <a:pt x="2170176" y="222504"/>
                  </a:lnTo>
                  <a:lnTo>
                    <a:pt x="2170176" y="271272"/>
                  </a:lnTo>
                  <a:lnTo>
                    <a:pt x="2173224" y="274320"/>
                  </a:lnTo>
                  <a:lnTo>
                    <a:pt x="2180844" y="274320"/>
                  </a:lnTo>
                  <a:lnTo>
                    <a:pt x="2183892" y="271272"/>
                  </a:lnTo>
                  <a:lnTo>
                    <a:pt x="2183892" y="222504"/>
                  </a:lnTo>
                  <a:close/>
                </a:path>
                <a:path w="2184400" h="4994275">
                  <a:moveTo>
                    <a:pt x="2183892" y="138684"/>
                  </a:moveTo>
                  <a:lnTo>
                    <a:pt x="2180844" y="135636"/>
                  </a:lnTo>
                  <a:lnTo>
                    <a:pt x="2173224" y="135636"/>
                  </a:lnTo>
                  <a:lnTo>
                    <a:pt x="2170176" y="138684"/>
                  </a:lnTo>
                  <a:lnTo>
                    <a:pt x="2170176" y="187452"/>
                  </a:lnTo>
                  <a:lnTo>
                    <a:pt x="2173224" y="192024"/>
                  </a:lnTo>
                  <a:lnTo>
                    <a:pt x="2180844" y="192024"/>
                  </a:lnTo>
                  <a:lnTo>
                    <a:pt x="2183892" y="187452"/>
                  </a:lnTo>
                  <a:lnTo>
                    <a:pt x="2183892" y="138684"/>
                  </a:lnTo>
                  <a:close/>
                </a:path>
              </a:pathLst>
            </a:custGeom>
            <a:solidFill>
              <a:srgbClr val="9A9A9A"/>
            </a:solidFill>
          </p:spPr>
          <p:txBody>
            <a:bodyPr wrap="square" lIns="0" tIns="0" rIns="0" bIns="0" rtlCol="0"/>
            <a:lstStyle/>
            <a:p>
              <a:endParaRPr/>
            </a:p>
          </p:txBody>
        </p:sp>
        <p:sp>
          <p:nvSpPr>
            <p:cNvPr id="53" name="object 53"/>
            <p:cNvSpPr/>
            <p:nvPr/>
          </p:nvSpPr>
          <p:spPr>
            <a:xfrm>
              <a:off x="5274564" y="553211"/>
              <a:ext cx="2714625" cy="5476240"/>
            </a:xfrm>
            <a:custGeom>
              <a:avLst/>
              <a:gdLst/>
              <a:ahLst/>
              <a:cxnLst/>
              <a:rect l="l" t="t" r="r" b="b"/>
              <a:pathLst>
                <a:path w="2714625" h="5476240">
                  <a:moveTo>
                    <a:pt x="0" y="2359151"/>
                  </a:moveTo>
                  <a:lnTo>
                    <a:pt x="2714243" y="2359151"/>
                  </a:lnTo>
                </a:path>
                <a:path w="2714625" h="5476240">
                  <a:moveTo>
                    <a:pt x="0" y="1545335"/>
                  </a:moveTo>
                  <a:lnTo>
                    <a:pt x="2714243" y="1545335"/>
                  </a:lnTo>
                </a:path>
                <a:path w="2714625" h="5476240">
                  <a:moveTo>
                    <a:pt x="0" y="1952243"/>
                  </a:moveTo>
                  <a:lnTo>
                    <a:pt x="2714243" y="1952243"/>
                  </a:lnTo>
                </a:path>
                <a:path w="2714625" h="5476240">
                  <a:moveTo>
                    <a:pt x="0" y="1138427"/>
                  </a:moveTo>
                  <a:lnTo>
                    <a:pt x="2714243" y="1138427"/>
                  </a:lnTo>
                </a:path>
                <a:path w="2714625" h="5476240">
                  <a:moveTo>
                    <a:pt x="0" y="0"/>
                  </a:moveTo>
                  <a:lnTo>
                    <a:pt x="0" y="5475731"/>
                  </a:lnTo>
                </a:path>
                <a:path w="2714625" h="5476240">
                  <a:moveTo>
                    <a:pt x="0" y="326135"/>
                  </a:moveTo>
                  <a:lnTo>
                    <a:pt x="2714243" y="326135"/>
                  </a:lnTo>
                </a:path>
              </a:pathLst>
            </a:custGeom>
            <a:ln w="13715">
              <a:solidFill>
                <a:srgbClr val="666666"/>
              </a:solidFill>
            </a:ln>
          </p:spPr>
          <p:txBody>
            <a:bodyPr wrap="square" lIns="0" tIns="0" rIns="0" bIns="0" rtlCol="0"/>
            <a:lstStyle/>
            <a:p>
              <a:endParaRPr/>
            </a:p>
          </p:txBody>
        </p:sp>
        <p:sp>
          <p:nvSpPr>
            <p:cNvPr id="54" name="object 54"/>
            <p:cNvSpPr/>
            <p:nvPr/>
          </p:nvSpPr>
          <p:spPr>
            <a:xfrm>
              <a:off x="5484876" y="736091"/>
              <a:ext cx="13970" cy="4361815"/>
            </a:xfrm>
            <a:custGeom>
              <a:avLst/>
              <a:gdLst/>
              <a:ahLst/>
              <a:cxnLst/>
              <a:rect l="l" t="t" r="r" b="b"/>
              <a:pathLst>
                <a:path w="13970" h="4361815">
                  <a:moveTo>
                    <a:pt x="10668" y="0"/>
                  </a:moveTo>
                  <a:lnTo>
                    <a:pt x="3048" y="0"/>
                  </a:lnTo>
                  <a:lnTo>
                    <a:pt x="0" y="3048"/>
                  </a:lnTo>
                  <a:lnTo>
                    <a:pt x="0" y="53340"/>
                  </a:lnTo>
                  <a:lnTo>
                    <a:pt x="3048" y="56387"/>
                  </a:lnTo>
                  <a:lnTo>
                    <a:pt x="10668" y="56387"/>
                  </a:lnTo>
                  <a:lnTo>
                    <a:pt x="13715" y="53340"/>
                  </a:lnTo>
                  <a:lnTo>
                    <a:pt x="13715" y="3048"/>
                  </a:lnTo>
                  <a:lnTo>
                    <a:pt x="10668" y="0"/>
                  </a:lnTo>
                  <a:close/>
                </a:path>
                <a:path w="13970" h="4361815">
                  <a:moveTo>
                    <a:pt x="10668" y="83820"/>
                  </a:moveTo>
                  <a:lnTo>
                    <a:pt x="3048" y="83820"/>
                  </a:lnTo>
                  <a:lnTo>
                    <a:pt x="0" y="86868"/>
                  </a:lnTo>
                  <a:lnTo>
                    <a:pt x="0" y="135636"/>
                  </a:lnTo>
                  <a:lnTo>
                    <a:pt x="3048" y="138684"/>
                  </a:lnTo>
                  <a:lnTo>
                    <a:pt x="10668" y="138684"/>
                  </a:lnTo>
                  <a:lnTo>
                    <a:pt x="13715" y="135636"/>
                  </a:lnTo>
                  <a:lnTo>
                    <a:pt x="13715" y="86868"/>
                  </a:lnTo>
                  <a:lnTo>
                    <a:pt x="10668" y="83820"/>
                  </a:lnTo>
                  <a:close/>
                </a:path>
                <a:path w="13970" h="4361815">
                  <a:moveTo>
                    <a:pt x="10668" y="166116"/>
                  </a:moveTo>
                  <a:lnTo>
                    <a:pt x="3048" y="166116"/>
                  </a:lnTo>
                  <a:lnTo>
                    <a:pt x="0" y="169163"/>
                  </a:lnTo>
                  <a:lnTo>
                    <a:pt x="0" y="217932"/>
                  </a:lnTo>
                  <a:lnTo>
                    <a:pt x="3048" y="220980"/>
                  </a:lnTo>
                  <a:lnTo>
                    <a:pt x="10668" y="220980"/>
                  </a:lnTo>
                  <a:lnTo>
                    <a:pt x="13715" y="217932"/>
                  </a:lnTo>
                  <a:lnTo>
                    <a:pt x="13715" y="169163"/>
                  </a:lnTo>
                  <a:lnTo>
                    <a:pt x="10668" y="166116"/>
                  </a:lnTo>
                  <a:close/>
                </a:path>
                <a:path w="13970" h="4361815">
                  <a:moveTo>
                    <a:pt x="10668" y="248412"/>
                  </a:moveTo>
                  <a:lnTo>
                    <a:pt x="3048" y="248412"/>
                  </a:lnTo>
                  <a:lnTo>
                    <a:pt x="0" y="251460"/>
                  </a:lnTo>
                  <a:lnTo>
                    <a:pt x="0" y="301752"/>
                  </a:lnTo>
                  <a:lnTo>
                    <a:pt x="3048" y="304800"/>
                  </a:lnTo>
                  <a:lnTo>
                    <a:pt x="10668" y="304800"/>
                  </a:lnTo>
                  <a:lnTo>
                    <a:pt x="13715" y="301752"/>
                  </a:lnTo>
                  <a:lnTo>
                    <a:pt x="13715" y="251460"/>
                  </a:lnTo>
                  <a:lnTo>
                    <a:pt x="10668" y="248412"/>
                  </a:lnTo>
                  <a:close/>
                </a:path>
                <a:path w="13970" h="4361815">
                  <a:moveTo>
                    <a:pt x="10668" y="332232"/>
                  </a:moveTo>
                  <a:lnTo>
                    <a:pt x="3048" y="332232"/>
                  </a:lnTo>
                  <a:lnTo>
                    <a:pt x="0" y="335280"/>
                  </a:lnTo>
                  <a:lnTo>
                    <a:pt x="0" y="384048"/>
                  </a:lnTo>
                  <a:lnTo>
                    <a:pt x="3048" y="387096"/>
                  </a:lnTo>
                  <a:lnTo>
                    <a:pt x="10668" y="387096"/>
                  </a:lnTo>
                  <a:lnTo>
                    <a:pt x="13715" y="384048"/>
                  </a:lnTo>
                  <a:lnTo>
                    <a:pt x="13715" y="335280"/>
                  </a:lnTo>
                  <a:lnTo>
                    <a:pt x="10668" y="332232"/>
                  </a:lnTo>
                  <a:close/>
                </a:path>
                <a:path w="13970" h="4361815">
                  <a:moveTo>
                    <a:pt x="10668" y="414528"/>
                  </a:moveTo>
                  <a:lnTo>
                    <a:pt x="3048" y="414528"/>
                  </a:lnTo>
                  <a:lnTo>
                    <a:pt x="0" y="417575"/>
                  </a:lnTo>
                  <a:lnTo>
                    <a:pt x="0" y="466344"/>
                  </a:lnTo>
                  <a:lnTo>
                    <a:pt x="3048" y="469392"/>
                  </a:lnTo>
                  <a:lnTo>
                    <a:pt x="10668" y="469392"/>
                  </a:lnTo>
                  <a:lnTo>
                    <a:pt x="13715" y="466344"/>
                  </a:lnTo>
                  <a:lnTo>
                    <a:pt x="13715" y="417575"/>
                  </a:lnTo>
                  <a:lnTo>
                    <a:pt x="10668" y="414528"/>
                  </a:lnTo>
                  <a:close/>
                </a:path>
                <a:path w="13970" h="4361815">
                  <a:moveTo>
                    <a:pt x="10668" y="496824"/>
                  </a:moveTo>
                  <a:lnTo>
                    <a:pt x="3048" y="496824"/>
                  </a:lnTo>
                  <a:lnTo>
                    <a:pt x="0" y="499872"/>
                  </a:lnTo>
                  <a:lnTo>
                    <a:pt x="0" y="550163"/>
                  </a:lnTo>
                  <a:lnTo>
                    <a:pt x="3048" y="553212"/>
                  </a:lnTo>
                  <a:lnTo>
                    <a:pt x="10668" y="553212"/>
                  </a:lnTo>
                  <a:lnTo>
                    <a:pt x="13715" y="550163"/>
                  </a:lnTo>
                  <a:lnTo>
                    <a:pt x="13715" y="499872"/>
                  </a:lnTo>
                  <a:lnTo>
                    <a:pt x="10668" y="496824"/>
                  </a:lnTo>
                  <a:close/>
                </a:path>
                <a:path w="13970" h="4361815">
                  <a:moveTo>
                    <a:pt x="10668" y="580644"/>
                  </a:moveTo>
                  <a:lnTo>
                    <a:pt x="3048" y="580644"/>
                  </a:lnTo>
                  <a:lnTo>
                    <a:pt x="0" y="583692"/>
                  </a:lnTo>
                  <a:lnTo>
                    <a:pt x="0" y="632460"/>
                  </a:lnTo>
                  <a:lnTo>
                    <a:pt x="3048" y="635508"/>
                  </a:lnTo>
                  <a:lnTo>
                    <a:pt x="10668" y="635508"/>
                  </a:lnTo>
                  <a:lnTo>
                    <a:pt x="13715" y="632460"/>
                  </a:lnTo>
                  <a:lnTo>
                    <a:pt x="13715" y="583692"/>
                  </a:lnTo>
                  <a:lnTo>
                    <a:pt x="10668" y="580644"/>
                  </a:lnTo>
                  <a:close/>
                </a:path>
                <a:path w="13970" h="4361815">
                  <a:moveTo>
                    <a:pt x="10668" y="662940"/>
                  </a:moveTo>
                  <a:lnTo>
                    <a:pt x="3048" y="662940"/>
                  </a:lnTo>
                  <a:lnTo>
                    <a:pt x="0" y="665988"/>
                  </a:lnTo>
                  <a:lnTo>
                    <a:pt x="0" y="714756"/>
                  </a:lnTo>
                  <a:lnTo>
                    <a:pt x="3048" y="717804"/>
                  </a:lnTo>
                  <a:lnTo>
                    <a:pt x="10668" y="717804"/>
                  </a:lnTo>
                  <a:lnTo>
                    <a:pt x="13715" y="714756"/>
                  </a:lnTo>
                  <a:lnTo>
                    <a:pt x="13715" y="665988"/>
                  </a:lnTo>
                  <a:lnTo>
                    <a:pt x="10668" y="662940"/>
                  </a:lnTo>
                  <a:close/>
                </a:path>
                <a:path w="13970" h="4361815">
                  <a:moveTo>
                    <a:pt x="10668" y="745236"/>
                  </a:moveTo>
                  <a:lnTo>
                    <a:pt x="3048" y="745236"/>
                  </a:lnTo>
                  <a:lnTo>
                    <a:pt x="0" y="748284"/>
                  </a:lnTo>
                  <a:lnTo>
                    <a:pt x="0" y="798576"/>
                  </a:lnTo>
                  <a:lnTo>
                    <a:pt x="3048" y="801624"/>
                  </a:lnTo>
                  <a:lnTo>
                    <a:pt x="10668" y="801624"/>
                  </a:lnTo>
                  <a:lnTo>
                    <a:pt x="13715" y="798576"/>
                  </a:lnTo>
                  <a:lnTo>
                    <a:pt x="13715" y="748284"/>
                  </a:lnTo>
                  <a:lnTo>
                    <a:pt x="10668" y="745236"/>
                  </a:lnTo>
                  <a:close/>
                </a:path>
                <a:path w="13970" h="4361815">
                  <a:moveTo>
                    <a:pt x="10668" y="829056"/>
                  </a:moveTo>
                  <a:lnTo>
                    <a:pt x="3048" y="829056"/>
                  </a:lnTo>
                  <a:lnTo>
                    <a:pt x="0" y="832104"/>
                  </a:lnTo>
                  <a:lnTo>
                    <a:pt x="0" y="880872"/>
                  </a:lnTo>
                  <a:lnTo>
                    <a:pt x="3048" y="883920"/>
                  </a:lnTo>
                  <a:lnTo>
                    <a:pt x="10668" y="883920"/>
                  </a:lnTo>
                  <a:lnTo>
                    <a:pt x="13715" y="880872"/>
                  </a:lnTo>
                  <a:lnTo>
                    <a:pt x="13715" y="832104"/>
                  </a:lnTo>
                  <a:lnTo>
                    <a:pt x="10668" y="829056"/>
                  </a:lnTo>
                  <a:close/>
                </a:path>
                <a:path w="13970" h="4361815">
                  <a:moveTo>
                    <a:pt x="10668" y="911352"/>
                  </a:moveTo>
                  <a:lnTo>
                    <a:pt x="3048" y="911352"/>
                  </a:lnTo>
                  <a:lnTo>
                    <a:pt x="0" y="914400"/>
                  </a:lnTo>
                  <a:lnTo>
                    <a:pt x="0" y="963168"/>
                  </a:lnTo>
                  <a:lnTo>
                    <a:pt x="3048" y="966216"/>
                  </a:lnTo>
                  <a:lnTo>
                    <a:pt x="10668" y="966216"/>
                  </a:lnTo>
                  <a:lnTo>
                    <a:pt x="13715" y="963168"/>
                  </a:lnTo>
                  <a:lnTo>
                    <a:pt x="13715" y="914400"/>
                  </a:lnTo>
                  <a:lnTo>
                    <a:pt x="10668" y="911352"/>
                  </a:lnTo>
                  <a:close/>
                </a:path>
                <a:path w="13970" h="4361815">
                  <a:moveTo>
                    <a:pt x="10668" y="993648"/>
                  </a:moveTo>
                  <a:lnTo>
                    <a:pt x="3048" y="993648"/>
                  </a:lnTo>
                  <a:lnTo>
                    <a:pt x="0" y="996696"/>
                  </a:lnTo>
                  <a:lnTo>
                    <a:pt x="0" y="1045463"/>
                  </a:lnTo>
                  <a:lnTo>
                    <a:pt x="3048" y="1050036"/>
                  </a:lnTo>
                  <a:lnTo>
                    <a:pt x="10668" y="1050036"/>
                  </a:lnTo>
                  <a:lnTo>
                    <a:pt x="13715" y="1045463"/>
                  </a:lnTo>
                  <a:lnTo>
                    <a:pt x="13715" y="996696"/>
                  </a:lnTo>
                  <a:lnTo>
                    <a:pt x="10668" y="993648"/>
                  </a:lnTo>
                  <a:close/>
                </a:path>
                <a:path w="13970" h="4361815">
                  <a:moveTo>
                    <a:pt x="10668" y="1077468"/>
                  </a:moveTo>
                  <a:lnTo>
                    <a:pt x="3048" y="1077468"/>
                  </a:lnTo>
                  <a:lnTo>
                    <a:pt x="0" y="1080516"/>
                  </a:lnTo>
                  <a:lnTo>
                    <a:pt x="0" y="1129284"/>
                  </a:lnTo>
                  <a:lnTo>
                    <a:pt x="3048" y="1132332"/>
                  </a:lnTo>
                  <a:lnTo>
                    <a:pt x="10668" y="1132332"/>
                  </a:lnTo>
                  <a:lnTo>
                    <a:pt x="13715" y="1129284"/>
                  </a:lnTo>
                  <a:lnTo>
                    <a:pt x="13715" y="1080516"/>
                  </a:lnTo>
                  <a:lnTo>
                    <a:pt x="10668" y="1077468"/>
                  </a:lnTo>
                  <a:close/>
                </a:path>
                <a:path w="13970" h="4361815">
                  <a:moveTo>
                    <a:pt x="10668" y="1159764"/>
                  </a:moveTo>
                  <a:lnTo>
                    <a:pt x="3048" y="1159764"/>
                  </a:lnTo>
                  <a:lnTo>
                    <a:pt x="0" y="1162812"/>
                  </a:lnTo>
                  <a:lnTo>
                    <a:pt x="0" y="1211580"/>
                  </a:lnTo>
                  <a:lnTo>
                    <a:pt x="3048" y="1214628"/>
                  </a:lnTo>
                  <a:lnTo>
                    <a:pt x="10668" y="1214628"/>
                  </a:lnTo>
                  <a:lnTo>
                    <a:pt x="13715" y="1211580"/>
                  </a:lnTo>
                  <a:lnTo>
                    <a:pt x="13715" y="1162812"/>
                  </a:lnTo>
                  <a:lnTo>
                    <a:pt x="10668" y="1159764"/>
                  </a:lnTo>
                  <a:close/>
                </a:path>
                <a:path w="13970" h="4361815">
                  <a:moveTo>
                    <a:pt x="10668" y="1242060"/>
                  </a:moveTo>
                  <a:lnTo>
                    <a:pt x="3048" y="1242060"/>
                  </a:lnTo>
                  <a:lnTo>
                    <a:pt x="0" y="1245108"/>
                  </a:lnTo>
                  <a:lnTo>
                    <a:pt x="0" y="1293876"/>
                  </a:lnTo>
                  <a:lnTo>
                    <a:pt x="3048" y="1298448"/>
                  </a:lnTo>
                  <a:lnTo>
                    <a:pt x="10668" y="1298448"/>
                  </a:lnTo>
                  <a:lnTo>
                    <a:pt x="13715" y="1293876"/>
                  </a:lnTo>
                  <a:lnTo>
                    <a:pt x="13715" y="1245108"/>
                  </a:lnTo>
                  <a:lnTo>
                    <a:pt x="10668" y="1242060"/>
                  </a:lnTo>
                  <a:close/>
                </a:path>
                <a:path w="13970" h="4361815">
                  <a:moveTo>
                    <a:pt x="10668" y="1325880"/>
                  </a:moveTo>
                  <a:lnTo>
                    <a:pt x="3048" y="1325880"/>
                  </a:lnTo>
                  <a:lnTo>
                    <a:pt x="0" y="1328928"/>
                  </a:lnTo>
                  <a:lnTo>
                    <a:pt x="0" y="1377696"/>
                  </a:lnTo>
                  <a:lnTo>
                    <a:pt x="3048" y="1380744"/>
                  </a:lnTo>
                  <a:lnTo>
                    <a:pt x="10668" y="1380744"/>
                  </a:lnTo>
                  <a:lnTo>
                    <a:pt x="13715" y="1377696"/>
                  </a:lnTo>
                  <a:lnTo>
                    <a:pt x="13715" y="1328928"/>
                  </a:lnTo>
                  <a:lnTo>
                    <a:pt x="10668" y="1325880"/>
                  </a:lnTo>
                  <a:close/>
                </a:path>
                <a:path w="13970" h="4361815">
                  <a:moveTo>
                    <a:pt x="10668" y="1408176"/>
                  </a:moveTo>
                  <a:lnTo>
                    <a:pt x="3048" y="1408176"/>
                  </a:lnTo>
                  <a:lnTo>
                    <a:pt x="0" y="1411224"/>
                  </a:lnTo>
                  <a:lnTo>
                    <a:pt x="0" y="1459992"/>
                  </a:lnTo>
                  <a:lnTo>
                    <a:pt x="3048" y="1463040"/>
                  </a:lnTo>
                  <a:lnTo>
                    <a:pt x="10668" y="1463040"/>
                  </a:lnTo>
                  <a:lnTo>
                    <a:pt x="13715" y="1459992"/>
                  </a:lnTo>
                  <a:lnTo>
                    <a:pt x="13715" y="1411224"/>
                  </a:lnTo>
                  <a:lnTo>
                    <a:pt x="10668" y="1408176"/>
                  </a:lnTo>
                  <a:close/>
                </a:path>
                <a:path w="13970" h="4361815">
                  <a:moveTo>
                    <a:pt x="10668" y="1490472"/>
                  </a:moveTo>
                  <a:lnTo>
                    <a:pt x="3048" y="1490472"/>
                  </a:lnTo>
                  <a:lnTo>
                    <a:pt x="0" y="1493520"/>
                  </a:lnTo>
                  <a:lnTo>
                    <a:pt x="0" y="1542288"/>
                  </a:lnTo>
                  <a:lnTo>
                    <a:pt x="3048" y="1545336"/>
                  </a:lnTo>
                  <a:lnTo>
                    <a:pt x="10668" y="1545336"/>
                  </a:lnTo>
                  <a:lnTo>
                    <a:pt x="13715" y="1542288"/>
                  </a:lnTo>
                  <a:lnTo>
                    <a:pt x="13715" y="1493520"/>
                  </a:lnTo>
                  <a:lnTo>
                    <a:pt x="10668" y="1490472"/>
                  </a:lnTo>
                  <a:close/>
                </a:path>
                <a:path w="13970" h="4361815">
                  <a:moveTo>
                    <a:pt x="10668" y="1574292"/>
                  </a:moveTo>
                  <a:lnTo>
                    <a:pt x="3048" y="1574292"/>
                  </a:lnTo>
                  <a:lnTo>
                    <a:pt x="0" y="1577340"/>
                  </a:lnTo>
                  <a:lnTo>
                    <a:pt x="0" y="1626108"/>
                  </a:lnTo>
                  <a:lnTo>
                    <a:pt x="3048" y="1629156"/>
                  </a:lnTo>
                  <a:lnTo>
                    <a:pt x="10668" y="1629156"/>
                  </a:lnTo>
                  <a:lnTo>
                    <a:pt x="13715" y="1626108"/>
                  </a:lnTo>
                  <a:lnTo>
                    <a:pt x="13715" y="1577340"/>
                  </a:lnTo>
                  <a:lnTo>
                    <a:pt x="10668" y="1574292"/>
                  </a:lnTo>
                  <a:close/>
                </a:path>
                <a:path w="13970" h="4361815">
                  <a:moveTo>
                    <a:pt x="10668" y="1656588"/>
                  </a:moveTo>
                  <a:lnTo>
                    <a:pt x="3048" y="1656588"/>
                  </a:lnTo>
                  <a:lnTo>
                    <a:pt x="0" y="1659636"/>
                  </a:lnTo>
                  <a:lnTo>
                    <a:pt x="0" y="1708404"/>
                  </a:lnTo>
                  <a:lnTo>
                    <a:pt x="3048" y="1711452"/>
                  </a:lnTo>
                  <a:lnTo>
                    <a:pt x="10668" y="1711452"/>
                  </a:lnTo>
                  <a:lnTo>
                    <a:pt x="13715" y="1708404"/>
                  </a:lnTo>
                  <a:lnTo>
                    <a:pt x="13715" y="1659636"/>
                  </a:lnTo>
                  <a:lnTo>
                    <a:pt x="10668" y="1656588"/>
                  </a:lnTo>
                  <a:close/>
                </a:path>
                <a:path w="13970" h="4361815">
                  <a:moveTo>
                    <a:pt x="10668" y="1738884"/>
                  </a:moveTo>
                  <a:lnTo>
                    <a:pt x="3048" y="1738884"/>
                  </a:lnTo>
                  <a:lnTo>
                    <a:pt x="0" y="1741932"/>
                  </a:lnTo>
                  <a:lnTo>
                    <a:pt x="0" y="1790700"/>
                  </a:lnTo>
                  <a:lnTo>
                    <a:pt x="3048" y="1793748"/>
                  </a:lnTo>
                  <a:lnTo>
                    <a:pt x="10668" y="1793748"/>
                  </a:lnTo>
                  <a:lnTo>
                    <a:pt x="13715" y="1790700"/>
                  </a:lnTo>
                  <a:lnTo>
                    <a:pt x="13715" y="1741932"/>
                  </a:lnTo>
                  <a:lnTo>
                    <a:pt x="10668" y="1738884"/>
                  </a:lnTo>
                  <a:close/>
                </a:path>
                <a:path w="13970" h="4361815">
                  <a:moveTo>
                    <a:pt x="10668" y="1822704"/>
                  </a:moveTo>
                  <a:lnTo>
                    <a:pt x="3048" y="1822704"/>
                  </a:lnTo>
                  <a:lnTo>
                    <a:pt x="0" y="1825752"/>
                  </a:lnTo>
                  <a:lnTo>
                    <a:pt x="0" y="1874520"/>
                  </a:lnTo>
                  <a:lnTo>
                    <a:pt x="3048" y="1877568"/>
                  </a:lnTo>
                  <a:lnTo>
                    <a:pt x="10668" y="1877568"/>
                  </a:lnTo>
                  <a:lnTo>
                    <a:pt x="13715" y="1874520"/>
                  </a:lnTo>
                  <a:lnTo>
                    <a:pt x="13715" y="1825752"/>
                  </a:lnTo>
                  <a:lnTo>
                    <a:pt x="10668" y="1822704"/>
                  </a:lnTo>
                  <a:close/>
                </a:path>
                <a:path w="13970" h="4361815">
                  <a:moveTo>
                    <a:pt x="10668" y="1905000"/>
                  </a:moveTo>
                  <a:lnTo>
                    <a:pt x="3048" y="1905000"/>
                  </a:lnTo>
                  <a:lnTo>
                    <a:pt x="0" y="1908048"/>
                  </a:lnTo>
                  <a:lnTo>
                    <a:pt x="0" y="1956816"/>
                  </a:lnTo>
                  <a:lnTo>
                    <a:pt x="3048" y="1959864"/>
                  </a:lnTo>
                  <a:lnTo>
                    <a:pt x="10668" y="1959864"/>
                  </a:lnTo>
                  <a:lnTo>
                    <a:pt x="13715" y="1956816"/>
                  </a:lnTo>
                  <a:lnTo>
                    <a:pt x="13715" y="1908048"/>
                  </a:lnTo>
                  <a:lnTo>
                    <a:pt x="10668" y="1905000"/>
                  </a:lnTo>
                  <a:close/>
                </a:path>
                <a:path w="13970" h="4361815">
                  <a:moveTo>
                    <a:pt x="10668" y="1987296"/>
                  </a:moveTo>
                  <a:lnTo>
                    <a:pt x="3048" y="1987296"/>
                  </a:lnTo>
                  <a:lnTo>
                    <a:pt x="0" y="1990344"/>
                  </a:lnTo>
                  <a:lnTo>
                    <a:pt x="0" y="2039112"/>
                  </a:lnTo>
                  <a:lnTo>
                    <a:pt x="3048" y="2042160"/>
                  </a:lnTo>
                  <a:lnTo>
                    <a:pt x="10668" y="2042160"/>
                  </a:lnTo>
                  <a:lnTo>
                    <a:pt x="13715" y="2039112"/>
                  </a:lnTo>
                  <a:lnTo>
                    <a:pt x="13715" y="1990344"/>
                  </a:lnTo>
                  <a:lnTo>
                    <a:pt x="10668" y="1987296"/>
                  </a:lnTo>
                  <a:close/>
                </a:path>
                <a:path w="13970" h="4361815">
                  <a:moveTo>
                    <a:pt x="10668" y="2071116"/>
                  </a:moveTo>
                  <a:lnTo>
                    <a:pt x="3048" y="2071116"/>
                  </a:lnTo>
                  <a:lnTo>
                    <a:pt x="0" y="2074164"/>
                  </a:lnTo>
                  <a:lnTo>
                    <a:pt x="0" y="2122932"/>
                  </a:lnTo>
                  <a:lnTo>
                    <a:pt x="3048" y="2125980"/>
                  </a:lnTo>
                  <a:lnTo>
                    <a:pt x="10668" y="2125980"/>
                  </a:lnTo>
                  <a:lnTo>
                    <a:pt x="13715" y="2122932"/>
                  </a:lnTo>
                  <a:lnTo>
                    <a:pt x="13715" y="2074164"/>
                  </a:lnTo>
                  <a:lnTo>
                    <a:pt x="10668" y="2071116"/>
                  </a:lnTo>
                  <a:close/>
                </a:path>
                <a:path w="13970" h="4361815">
                  <a:moveTo>
                    <a:pt x="10668" y="2153412"/>
                  </a:moveTo>
                  <a:lnTo>
                    <a:pt x="3048" y="2153412"/>
                  </a:lnTo>
                  <a:lnTo>
                    <a:pt x="0" y="2156460"/>
                  </a:lnTo>
                  <a:lnTo>
                    <a:pt x="0" y="2205228"/>
                  </a:lnTo>
                  <a:lnTo>
                    <a:pt x="3048" y="2208276"/>
                  </a:lnTo>
                  <a:lnTo>
                    <a:pt x="10668" y="2208276"/>
                  </a:lnTo>
                  <a:lnTo>
                    <a:pt x="13715" y="2205228"/>
                  </a:lnTo>
                  <a:lnTo>
                    <a:pt x="13715" y="2156460"/>
                  </a:lnTo>
                  <a:lnTo>
                    <a:pt x="10668" y="2153412"/>
                  </a:lnTo>
                  <a:close/>
                </a:path>
                <a:path w="13970" h="4361815">
                  <a:moveTo>
                    <a:pt x="10668" y="2235708"/>
                  </a:moveTo>
                  <a:lnTo>
                    <a:pt x="3048" y="2235708"/>
                  </a:lnTo>
                  <a:lnTo>
                    <a:pt x="0" y="2238756"/>
                  </a:lnTo>
                  <a:lnTo>
                    <a:pt x="0" y="2287524"/>
                  </a:lnTo>
                  <a:lnTo>
                    <a:pt x="3048" y="2290572"/>
                  </a:lnTo>
                  <a:lnTo>
                    <a:pt x="10668" y="2290572"/>
                  </a:lnTo>
                  <a:lnTo>
                    <a:pt x="13715" y="2287524"/>
                  </a:lnTo>
                  <a:lnTo>
                    <a:pt x="13715" y="2238756"/>
                  </a:lnTo>
                  <a:lnTo>
                    <a:pt x="10668" y="2235708"/>
                  </a:lnTo>
                  <a:close/>
                </a:path>
                <a:path w="13970" h="4361815">
                  <a:moveTo>
                    <a:pt x="10668" y="2319528"/>
                  </a:moveTo>
                  <a:lnTo>
                    <a:pt x="3048" y="2319528"/>
                  </a:lnTo>
                  <a:lnTo>
                    <a:pt x="0" y="2322576"/>
                  </a:lnTo>
                  <a:lnTo>
                    <a:pt x="0" y="2371344"/>
                  </a:lnTo>
                  <a:lnTo>
                    <a:pt x="3048" y="2374392"/>
                  </a:lnTo>
                  <a:lnTo>
                    <a:pt x="10668" y="2374392"/>
                  </a:lnTo>
                  <a:lnTo>
                    <a:pt x="13715" y="2371344"/>
                  </a:lnTo>
                  <a:lnTo>
                    <a:pt x="13715" y="2322576"/>
                  </a:lnTo>
                  <a:lnTo>
                    <a:pt x="10668" y="2319528"/>
                  </a:lnTo>
                  <a:close/>
                </a:path>
                <a:path w="13970" h="4361815">
                  <a:moveTo>
                    <a:pt x="10668" y="2401824"/>
                  </a:moveTo>
                  <a:lnTo>
                    <a:pt x="3048" y="2401824"/>
                  </a:lnTo>
                  <a:lnTo>
                    <a:pt x="0" y="2404872"/>
                  </a:lnTo>
                  <a:lnTo>
                    <a:pt x="0" y="2453640"/>
                  </a:lnTo>
                  <a:lnTo>
                    <a:pt x="3048" y="2456688"/>
                  </a:lnTo>
                  <a:lnTo>
                    <a:pt x="10668" y="2456688"/>
                  </a:lnTo>
                  <a:lnTo>
                    <a:pt x="13715" y="2453640"/>
                  </a:lnTo>
                  <a:lnTo>
                    <a:pt x="13715" y="2404872"/>
                  </a:lnTo>
                  <a:lnTo>
                    <a:pt x="10668" y="2401824"/>
                  </a:lnTo>
                  <a:close/>
                </a:path>
                <a:path w="13970" h="4361815">
                  <a:moveTo>
                    <a:pt x="10668" y="2484120"/>
                  </a:moveTo>
                  <a:lnTo>
                    <a:pt x="3048" y="2484120"/>
                  </a:lnTo>
                  <a:lnTo>
                    <a:pt x="0" y="2487168"/>
                  </a:lnTo>
                  <a:lnTo>
                    <a:pt x="0" y="2535936"/>
                  </a:lnTo>
                  <a:lnTo>
                    <a:pt x="3048" y="2538984"/>
                  </a:lnTo>
                  <a:lnTo>
                    <a:pt x="10668" y="2538984"/>
                  </a:lnTo>
                  <a:lnTo>
                    <a:pt x="13715" y="2535936"/>
                  </a:lnTo>
                  <a:lnTo>
                    <a:pt x="13715" y="2487168"/>
                  </a:lnTo>
                  <a:lnTo>
                    <a:pt x="10668" y="2484120"/>
                  </a:lnTo>
                  <a:close/>
                </a:path>
                <a:path w="13970" h="4361815">
                  <a:moveTo>
                    <a:pt x="10668" y="2567940"/>
                  </a:moveTo>
                  <a:lnTo>
                    <a:pt x="3048" y="2567940"/>
                  </a:lnTo>
                  <a:lnTo>
                    <a:pt x="0" y="2570988"/>
                  </a:lnTo>
                  <a:lnTo>
                    <a:pt x="0" y="2619756"/>
                  </a:lnTo>
                  <a:lnTo>
                    <a:pt x="3048" y="2622804"/>
                  </a:lnTo>
                  <a:lnTo>
                    <a:pt x="10668" y="2622804"/>
                  </a:lnTo>
                  <a:lnTo>
                    <a:pt x="13715" y="2619756"/>
                  </a:lnTo>
                  <a:lnTo>
                    <a:pt x="13715" y="2570988"/>
                  </a:lnTo>
                  <a:lnTo>
                    <a:pt x="10668" y="2567940"/>
                  </a:lnTo>
                  <a:close/>
                </a:path>
                <a:path w="13970" h="4361815">
                  <a:moveTo>
                    <a:pt x="10668" y="2650236"/>
                  </a:moveTo>
                  <a:lnTo>
                    <a:pt x="3048" y="2650236"/>
                  </a:lnTo>
                  <a:lnTo>
                    <a:pt x="0" y="2653284"/>
                  </a:lnTo>
                  <a:lnTo>
                    <a:pt x="0" y="2702052"/>
                  </a:lnTo>
                  <a:lnTo>
                    <a:pt x="3048" y="2705100"/>
                  </a:lnTo>
                  <a:lnTo>
                    <a:pt x="10668" y="2705100"/>
                  </a:lnTo>
                  <a:lnTo>
                    <a:pt x="13715" y="2702052"/>
                  </a:lnTo>
                  <a:lnTo>
                    <a:pt x="13715" y="2653284"/>
                  </a:lnTo>
                  <a:lnTo>
                    <a:pt x="10668" y="2650236"/>
                  </a:lnTo>
                  <a:close/>
                </a:path>
                <a:path w="13970" h="4361815">
                  <a:moveTo>
                    <a:pt x="10668" y="2732532"/>
                  </a:moveTo>
                  <a:lnTo>
                    <a:pt x="3048" y="2732532"/>
                  </a:lnTo>
                  <a:lnTo>
                    <a:pt x="0" y="2735580"/>
                  </a:lnTo>
                  <a:lnTo>
                    <a:pt x="0" y="2784348"/>
                  </a:lnTo>
                  <a:lnTo>
                    <a:pt x="3048" y="2787396"/>
                  </a:lnTo>
                  <a:lnTo>
                    <a:pt x="10668" y="2787396"/>
                  </a:lnTo>
                  <a:lnTo>
                    <a:pt x="13715" y="2784348"/>
                  </a:lnTo>
                  <a:lnTo>
                    <a:pt x="13715" y="2735580"/>
                  </a:lnTo>
                  <a:lnTo>
                    <a:pt x="10668" y="2732532"/>
                  </a:lnTo>
                  <a:close/>
                </a:path>
                <a:path w="13970" h="4361815">
                  <a:moveTo>
                    <a:pt x="10668" y="2816352"/>
                  </a:moveTo>
                  <a:lnTo>
                    <a:pt x="3048" y="2816352"/>
                  </a:lnTo>
                  <a:lnTo>
                    <a:pt x="0" y="2819400"/>
                  </a:lnTo>
                  <a:lnTo>
                    <a:pt x="0" y="2868168"/>
                  </a:lnTo>
                  <a:lnTo>
                    <a:pt x="3048" y="2871216"/>
                  </a:lnTo>
                  <a:lnTo>
                    <a:pt x="10668" y="2871216"/>
                  </a:lnTo>
                  <a:lnTo>
                    <a:pt x="13715" y="2868168"/>
                  </a:lnTo>
                  <a:lnTo>
                    <a:pt x="13715" y="2819400"/>
                  </a:lnTo>
                  <a:lnTo>
                    <a:pt x="10668" y="2816352"/>
                  </a:lnTo>
                  <a:close/>
                </a:path>
                <a:path w="13970" h="4361815">
                  <a:moveTo>
                    <a:pt x="10668" y="2898648"/>
                  </a:moveTo>
                  <a:lnTo>
                    <a:pt x="3048" y="2898648"/>
                  </a:lnTo>
                  <a:lnTo>
                    <a:pt x="0" y="2901696"/>
                  </a:lnTo>
                  <a:lnTo>
                    <a:pt x="0" y="2950464"/>
                  </a:lnTo>
                  <a:lnTo>
                    <a:pt x="3048" y="2953512"/>
                  </a:lnTo>
                  <a:lnTo>
                    <a:pt x="10668" y="2953512"/>
                  </a:lnTo>
                  <a:lnTo>
                    <a:pt x="13715" y="2950464"/>
                  </a:lnTo>
                  <a:lnTo>
                    <a:pt x="13715" y="2901696"/>
                  </a:lnTo>
                  <a:lnTo>
                    <a:pt x="10668" y="2898648"/>
                  </a:lnTo>
                  <a:close/>
                </a:path>
                <a:path w="13970" h="4361815">
                  <a:moveTo>
                    <a:pt x="10668" y="2980944"/>
                  </a:moveTo>
                  <a:lnTo>
                    <a:pt x="3048" y="2980944"/>
                  </a:lnTo>
                  <a:lnTo>
                    <a:pt x="0" y="2983992"/>
                  </a:lnTo>
                  <a:lnTo>
                    <a:pt x="0" y="3032760"/>
                  </a:lnTo>
                  <a:lnTo>
                    <a:pt x="3048" y="3035808"/>
                  </a:lnTo>
                  <a:lnTo>
                    <a:pt x="10668" y="3035808"/>
                  </a:lnTo>
                  <a:lnTo>
                    <a:pt x="13715" y="3032760"/>
                  </a:lnTo>
                  <a:lnTo>
                    <a:pt x="13715" y="2983992"/>
                  </a:lnTo>
                  <a:lnTo>
                    <a:pt x="10668" y="2980944"/>
                  </a:lnTo>
                  <a:close/>
                </a:path>
                <a:path w="13970" h="4361815">
                  <a:moveTo>
                    <a:pt x="10668" y="3063240"/>
                  </a:moveTo>
                  <a:lnTo>
                    <a:pt x="3048" y="3063240"/>
                  </a:lnTo>
                  <a:lnTo>
                    <a:pt x="0" y="3067812"/>
                  </a:lnTo>
                  <a:lnTo>
                    <a:pt x="0" y="3116580"/>
                  </a:lnTo>
                  <a:lnTo>
                    <a:pt x="3048" y="3119628"/>
                  </a:lnTo>
                  <a:lnTo>
                    <a:pt x="10668" y="3119628"/>
                  </a:lnTo>
                  <a:lnTo>
                    <a:pt x="13715" y="3116580"/>
                  </a:lnTo>
                  <a:lnTo>
                    <a:pt x="13715" y="3067812"/>
                  </a:lnTo>
                  <a:lnTo>
                    <a:pt x="10668" y="3063240"/>
                  </a:lnTo>
                  <a:close/>
                </a:path>
                <a:path w="13970" h="4361815">
                  <a:moveTo>
                    <a:pt x="10668" y="3147060"/>
                  </a:moveTo>
                  <a:lnTo>
                    <a:pt x="3048" y="3147060"/>
                  </a:lnTo>
                  <a:lnTo>
                    <a:pt x="0" y="3150108"/>
                  </a:lnTo>
                  <a:lnTo>
                    <a:pt x="0" y="3198876"/>
                  </a:lnTo>
                  <a:lnTo>
                    <a:pt x="3048" y="3201924"/>
                  </a:lnTo>
                  <a:lnTo>
                    <a:pt x="10668" y="3201924"/>
                  </a:lnTo>
                  <a:lnTo>
                    <a:pt x="13715" y="3198876"/>
                  </a:lnTo>
                  <a:lnTo>
                    <a:pt x="13715" y="3150108"/>
                  </a:lnTo>
                  <a:lnTo>
                    <a:pt x="10668" y="3147060"/>
                  </a:lnTo>
                  <a:close/>
                </a:path>
                <a:path w="13970" h="4361815">
                  <a:moveTo>
                    <a:pt x="10668" y="3229356"/>
                  </a:moveTo>
                  <a:lnTo>
                    <a:pt x="3048" y="3229356"/>
                  </a:lnTo>
                  <a:lnTo>
                    <a:pt x="0" y="3232404"/>
                  </a:lnTo>
                  <a:lnTo>
                    <a:pt x="0" y="3281172"/>
                  </a:lnTo>
                  <a:lnTo>
                    <a:pt x="3048" y="3284220"/>
                  </a:lnTo>
                  <a:lnTo>
                    <a:pt x="10668" y="3284220"/>
                  </a:lnTo>
                  <a:lnTo>
                    <a:pt x="13715" y="3281172"/>
                  </a:lnTo>
                  <a:lnTo>
                    <a:pt x="13715" y="3232404"/>
                  </a:lnTo>
                  <a:lnTo>
                    <a:pt x="10668" y="3229356"/>
                  </a:lnTo>
                  <a:close/>
                </a:path>
                <a:path w="13970" h="4361815">
                  <a:moveTo>
                    <a:pt x="10668" y="3311652"/>
                  </a:moveTo>
                  <a:lnTo>
                    <a:pt x="3048" y="3311652"/>
                  </a:lnTo>
                  <a:lnTo>
                    <a:pt x="0" y="3316224"/>
                  </a:lnTo>
                  <a:lnTo>
                    <a:pt x="0" y="3364992"/>
                  </a:lnTo>
                  <a:lnTo>
                    <a:pt x="3048" y="3368040"/>
                  </a:lnTo>
                  <a:lnTo>
                    <a:pt x="10668" y="3368040"/>
                  </a:lnTo>
                  <a:lnTo>
                    <a:pt x="13715" y="3364992"/>
                  </a:lnTo>
                  <a:lnTo>
                    <a:pt x="13715" y="3316224"/>
                  </a:lnTo>
                  <a:lnTo>
                    <a:pt x="10668" y="3311652"/>
                  </a:lnTo>
                  <a:close/>
                </a:path>
                <a:path w="13970" h="4361815">
                  <a:moveTo>
                    <a:pt x="10668" y="3395472"/>
                  </a:moveTo>
                  <a:lnTo>
                    <a:pt x="3048" y="3395472"/>
                  </a:lnTo>
                  <a:lnTo>
                    <a:pt x="0" y="3398520"/>
                  </a:lnTo>
                  <a:lnTo>
                    <a:pt x="0" y="3447288"/>
                  </a:lnTo>
                  <a:lnTo>
                    <a:pt x="3048" y="3450336"/>
                  </a:lnTo>
                  <a:lnTo>
                    <a:pt x="10668" y="3450336"/>
                  </a:lnTo>
                  <a:lnTo>
                    <a:pt x="13715" y="3447288"/>
                  </a:lnTo>
                  <a:lnTo>
                    <a:pt x="13715" y="3398520"/>
                  </a:lnTo>
                  <a:lnTo>
                    <a:pt x="10668" y="3395472"/>
                  </a:lnTo>
                  <a:close/>
                </a:path>
                <a:path w="13970" h="4361815">
                  <a:moveTo>
                    <a:pt x="10668" y="3477768"/>
                  </a:moveTo>
                  <a:lnTo>
                    <a:pt x="3048" y="3477768"/>
                  </a:lnTo>
                  <a:lnTo>
                    <a:pt x="0" y="3480816"/>
                  </a:lnTo>
                  <a:lnTo>
                    <a:pt x="0" y="3529584"/>
                  </a:lnTo>
                  <a:lnTo>
                    <a:pt x="3048" y="3532632"/>
                  </a:lnTo>
                  <a:lnTo>
                    <a:pt x="10668" y="3532632"/>
                  </a:lnTo>
                  <a:lnTo>
                    <a:pt x="13715" y="3529584"/>
                  </a:lnTo>
                  <a:lnTo>
                    <a:pt x="13715" y="3480816"/>
                  </a:lnTo>
                  <a:lnTo>
                    <a:pt x="10668" y="3477768"/>
                  </a:lnTo>
                  <a:close/>
                </a:path>
                <a:path w="13970" h="4361815">
                  <a:moveTo>
                    <a:pt x="10668" y="3560064"/>
                  </a:moveTo>
                  <a:lnTo>
                    <a:pt x="3048" y="3560064"/>
                  </a:lnTo>
                  <a:lnTo>
                    <a:pt x="0" y="3563112"/>
                  </a:lnTo>
                  <a:lnTo>
                    <a:pt x="0" y="3613404"/>
                  </a:lnTo>
                  <a:lnTo>
                    <a:pt x="3048" y="3616452"/>
                  </a:lnTo>
                  <a:lnTo>
                    <a:pt x="10668" y="3616452"/>
                  </a:lnTo>
                  <a:lnTo>
                    <a:pt x="13715" y="3613404"/>
                  </a:lnTo>
                  <a:lnTo>
                    <a:pt x="13715" y="3563112"/>
                  </a:lnTo>
                  <a:lnTo>
                    <a:pt x="10668" y="3560064"/>
                  </a:lnTo>
                  <a:close/>
                </a:path>
                <a:path w="13970" h="4361815">
                  <a:moveTo>
                    <a:pt x="10668" y="3643884"/>
                  </a:moveTo>
                  <a:lnTo>
                    <a:pt x="3048" y="3643884"/>
                  </a:lnTo>
                  <a:lnTo>
                    <a:pt x="0" y="3646932"/>
                  </a:lnTo>
                  <a:lnTo>
                    <a:pt x="0" y="3695700"/>
                  </a:lnTo>
                  <a:lnTo>
                    <a:pt x="3048" y="3698748"/>
                  </a:lnTo>
                  <a:lnTo>
                    <a:pt x="10668" y="3698748"/>
                  </a:lnTo>
                  <a:lnTo>
                    <a:pt x="13715" y="3695700"/>
                  </a:lnTo>
                  <a:lnTo>
                    <a:pt x="13715" y="3646932"/>
                  </a:lnTo>
                  <a:lnTo>
                    <a:pt x="10668" y="3643884"/>
                  </a:lnTo>
                  <a:close/>
                </a:path>
                <a:path w="13970" h="4361815">
                  <a:moveTo>
                    <a:pt x="10668" y="3726180"/>
                  </a:moveTo>
                  <a:lnTo>
                    <a:pt x="3048" y="3726180"/>
                  </a:lnTo>
                  <a:lnTo>
                    <a:pt x="0" y="3729228"/>
                  </a:lnTo>
                  <a:lnTo>
                    <a:pt x="0" y="3777996"/>
                  </a:lnTo>
                  <a:lnTo>
                    <a:pt x="3048" y="3781044"/>
                  </a:lnTo>
                  <a:lnTo>
                    <a:pt x="10668" y="3781044"/>
                  </a:lnTo>
                  <a:lnTo>
                    <a:pt x="13715" y="3777996"/>
                  </a:lnTo>
                  <a:lnTo>
                    <a:pt x="13715" y="3729228"/>
                  </a:lnTo>
                  <a:lnTo>
                    <a:pt x="10668" y="3726180"/>
                  </a:lnTo>
                  <a:close/>
                </a:path>
                <a:path w="13970" h="4361815">
                  <a:moveTo>
                    <a:pt x="10668" y="3808476"/>
                  </a:moveTo>
                  <a:lnTo>
                    <a:pt x="3048" y="3808476"/>
                  </a:lnTo>
                  <a:lnTo>
                    <a:pt x="0" y="3811524"/>
                  </a:lnTo>
                  <a:lnTo>
                    <a:pt x="0" y="3861816"/>
                  </a:lnTo>
                  <a:lnTo>
                    <a:pt x="3048" y="3864864"/>
                  </a:lnTo>
                  <a:lnTo>
                    <a:pt x="10668" y="3864864"/>
                  </a:lnTo>
                  <a:lnTo>
                    <a:pt x="13715" y="3861816"/>
                  </a:lnTo>
                  <a:lnTo>
                    <a:pt x="13715" y="3811524"/>
                  </a:lnTo>
                  <a:lnTo>
                    <a:pt x="10668" y="3808476"/>
                  </a:lnTo>
                  <a:close/>
                </a:path>
                <a:path w="13970" h="4361815">
                  <a:moveTo>
                    <a:pt x="10668" y="3892296"/>
                  </a:moveTo>
                  <a:lnTo>
                    <a:pt x="3048" y="3892296"/>
                  </a:lnTo>
                  <a:lnTo>
                    <a:pt x="0" y="3895344"/>
                  </a:lnTo>
                  <a:lnTo>
                    <a:pt x="0" y="3944112"/>
                  </a:lnTo>
                  <a:lnTo>
                    <a:pt x="3048" y="3947160"/>
                  </a:lnTo>
                  <a:lnTo>
                    <a:pt x="10668" y="3947160"/>
                  </a:lnTo>
                  <a:lnTo>
                    <a:pt x="13715" y="3944112"/>
                  </a:lnTo>
                  <a:lnTo>
                    <a:pt x="13715" y="3895344"/>
                  </a:lnTo>
                  <a:lnTo>
                    <a:pt x="10668" y="3892296"/>
                  </a:lnTo>
                  <a:close/>
                </a:path>
                <a:path w="13970" h="4361815">
                  <a:moveTo>
                    <a:pt x="10668" y="3974592"/>
                  </a:moveTo>
                  <a:lnTo>
                    <a:pt x="3048" y="3974592"/>
                  </a:lnTo>
                  <a:lnTo>
                    <a:pt x="0" y="3977640"/>
                  </a:lnTo>
                  <a:lnTo>
                    <a:pt x="0" y="4026408"/>
                  </a:lnTo>
                  <a:lnTo>
                    <a:pt x="3048" y="4029456"/>
                  </a:lnTo>
                  <a:lnTo>
                    <a:pt x="10668" y="4029456"/>
                  </a:lnTo>
                  <a:lnTo>
                    <a:pt x="13715" y="4026408"/>
                  </a:lnTo>
                  <a:lnTo>
                    <a:pt x="13715" y="3977640"/>
                  </a:lnTo>
                  <a:lnTo>
                    <a:pt x="10668" y="3974592"/>
                  </a:lnTo>
                  <a:close/>
                </a:path>
                <a:path w="13970" h="4361815">
                  <a:moveTo>
                    <a:pt x="10668" y="4056888"/>
                  </a:moveTo>
                  <a:lnTo>
                    <a:pt x="3048" y="4056888"/>
                  </a:lnTo>
                  <a:lnTo>
                    <a:pt x="0" y="4059936"/>
                  </a:lnTo>
                  <a:lnTo>
                    <a:pt x="0" y="4110228"/>
                  </a:lnTo>
                  <a:lnTo>
                    <a:pt x="3048" y="4113276"/>
                  </a:lnTo>
                  <a:lnTo>
                    <a:pt x="10668" y="4113276"/>
                  </a:lnTo>
                  <a:lnTo>
                    <a:pt x="13715" y="4110228"/>
                  </a:lnTo>
                  <a:lnTo>
                    <a:pt x="13715" y="4059936"/>
                  </a:lnTo>
                  <a:lnTo>
                    <a:pt x="10668" y="4056888"/>
                  </a:lnTo>
                  <a:close/>
                </a:path>
                <a:path w="13970" h="4361815">
                  <a:moveTo>
                    <a:pt x="10668" y="4140708"/>
                  </a:moveTo>
                  <a:lnTo>
                    <a:pt x="3048" y="4140708"/>
                  </a:lnTo>
                  <a:lnTo>
                    <a:pt x="0" y="4143756"/>
                  </a:lnTo>
                  <a:lnTo>
                    <a:pt x="0" y="4192524"/>
                  </a:lnTo>
                  <a:lnTo>
                    <a:pt x="3048" y="4195572"/>
                  </a:lnTo>
                  <a:lnTo>
                    <a:pt x="10668" y="4195572"/>
                  </a:lnTo>
                  <a:lnTo>
                    <a:pt x="13715" y="4192524"/>
                  </a:lnTo>
                  <a:lnTo>
                    <a:pt x="13715" y="4143756"/>
                  </a:lnTo>
                  <a:lnTo>
                    <a:pt x="10668" y="4140708"/>
                  </a:lnTo>
                  <a:close/>
                </a:path>
                <a:path w="13970" h="4361815">
                  <a:moveTo>
                    <a:pt x="10668" y="4223004"/>
                  </a:moveTo>
                  <a:lnTo>
                    <a:pt x="3048" y="4223004"/>
                  </a:lnTo>
                  <a:lnTo>
                    <a:pt x="0" y="4226052"/>
                  </a:lnTo>
                  <a:lnTo>
                    <a:pt x="0" y="4274820"/>
                  </a:lnTo>
                  <a:lnTo>
                    <a:pt x="3048" y="4277868"/>
                  </a:lnTo>
                  <a:lnTo>
                    <a:pt x="10668" y="4277868"/>
                  </a:lnTo>
                  <a:lnTo>
                    <a:pt x="13715" y="4274820"/>
                  </a:lnTo>
                  <a:lnTo>
                    <a:pt x="13715" y="4226052"/>
                  </a:lnTo>
                  <a:lnTo>
                    <a:pt x="10668" y="4223004"/>
                  </a:lnTo>
                  <a:close/>
                </a:path>
                <a:path w="13970" h="4361815">
                  <a:moveTo>
                    <a:pt x="10668" y="4305300"/>
                  </a:moveTo>
                  <a:lnTo>
                    <a:pt x="3048" y="4305300"/>
                  </a:lnTo>
                  <a:lnTo>
                    <a:pt x="0" y="4308348"/>
                  </a:lnTo>
                  <a:lnTo>
                    <a:pt x="0" y="4358640"/>
                  </a:lnTo>
                  <a:lnTo>
                    <a:pt x="3048" y="4361688"/>
                  </a:lnTo>
                  <a:lnTo>
                    <a:pt x="10668" y="4361688"/>
                  </a:lnTo>
                  <a:lnTo>
                    <a:pt x="13715" y="4358640"/>
                  </a:lnTo>
                  <a:lnTo>
                    <a:pt x="13715" y="4308348"/>
                  </a:lnTo>
                  <a:lnTo>
                    <a:pt x="10668" y="4305300"/>
                  </a:lnTo>
                  <a:close/>
                </a:path>
              </a:pathLst>
            </a:custGeom>
            <a:solidFill>
              <a:srgbClr val="9A9A9A"/>
            </a:solidFill>
          </p:spPr>
          <p:txBody>
            <a:bodyPr wrap="square" lIns="0" tIns="0" rIns="0" bIns="0" rtlCol="0"/>
            <a:lstStyle/>
            <a:p>
              <a:endParaRPr/>
            </a:p>
          </p:txBody>
        </p:sp>
        <p:sp>
          <p:nvSpPr>
            <p:cNvPr id="55" name="object 55"/>
            <p:cNvSpPr/>
            <p:nvPr/>
          </p:nvSpPr>
          <p:spPr>
            <a:xfrm>
              <a:off x="5274564" y="702563"/>
              <a:ext cx="2604770" cy="177165"/>
            </a:xfrm>
            <a:custGeom>
              <a:avLst/>
              <a:gdLst/>
              <a:ahLst/>
              <a:cxnLst/>
              <a:rect l="l" t="t" r="r" b="b"/>
              <a:pathLst>
                <a:path w="2604770" h="177165">
                  <a:moveTo>
                    <a:pt x="0" y="176783"/>
                  </a:moveTo>
                  <a:lnTo>
                    <a:pt x="0" y="0"/>
                  </a:lnTo>
                  <a:lnTo>
                    <a:pt x="434339" y="0"/>
                  </a:lnTo>
                  <a:lnTo>
                    <a:pt x="434339" y="176783"/>
                  </a:lnTo>
                </a:path>
                <a:path w="2604770" h="177165">
                  <a:moveTo>
                    <a:pt x="1303019" y="176783"/>
                  </a:moveTo>
                  <a:lnTo>
                    <a:pt x="1303019" y="0"/>
                  </a:lnTo>
                  <a:lnTo>
                    <a:pt x="1737359" y="0"/>
                  </a:lnTo>
                  <a:lnTo>
                    <a:pt x="1737359" y="176783"/>
                  </a:lnTo>
                </a:path>
                <a:path w="2604770" h="177165">
                  <a:moveTo>
                    <a:pt x="434339" y="173735"/>
                  </a:moveTo>
                  <a:lnTo>
                    <a:pt x="1303019" y="173735"/>
                  </a:lnTo>
                </a:path>
                <a:path w="2604770" h="177165">
                  <a:moveTo>
                    <a:pt x="1737359" y="173735"/>
                  </a:moveTo>
                  <a:lnTo>
                    <a:pt x="2604515" y="173735"/>
                  </a:lnTo>
                </a:path>
              </a:pathLst>
            </a:custGeom>
            <a:ln w="22859">
              <a:solidFill>
                <a:srgbClr val="800000"/>
              </a:solidFill>
            </a:ln>
          </p:spPr>
          <p:txBody>
            <a:bodyPr wrap="square" lIns="0" tIns="0" rIns="0" bIns="0" rtlCol="0"/>
            <a:lstStyle/>
            <a:p>
              <a:endParaRPr/>
            </a:p>
          </p:txBody>
        </p:sp>
        <p:sp>
          <p:nvSpPr>
            <p:cNvPr id="56" name="object 56"/>
            <p:cNvSpPr/>
            <p:nvPr/>
          </p:nvSpPr>
          <p:spPr>
            <a:xfrm>
              <a:off x="5492496" y="1286255"/>
              <a:ext cx="2496820" cy="0"/>
            </a:xfrm>
            <a:custGeom>
              <a:avLst/>
              <a:gdLst/>
              <a:ahLst/>
              <a:cxnLst/>
              <a:rect l="l" t="t" r="r" b="b"/>
              <a:pathLst>
                <a:path w="2496820">
                  <a:moveTo>
                    <a:pt x="0" y="0"/>
                  </a:moveTo>
                  <a:lnTo>
                    <a:pt x="2496311" y="0"/>
                  </a:lnTo>
                </a:path>
              </a:pathLst>
            </a:custGeom>
            <a:ln w="13715">
              <a:solidFill>
                <a:srgbClr val="666666"/>
              </a:solidFill>
            </a:ln>
          </p:spPr>
          <p:txBody>
            <a:bodyPr wrap="square" lIns="0" tIns="0" rIns="0" bIns="0" rtlCol="0"/>
            <a:lstStyle/>
            <a:p>
              <a:endParaRPr/>
            </a:p>
          </p:txBody>
        </p:sp>
        <p:sp>
          <p:nvSpPr>
            <p:cNvPr id="57" name="object 57"/>
            <p:cNvSpPr/>
            <p:nvPr/>
          </p:nvSpPr>
          <p:spPr>
            <a:xfrm>
              <a:off x="5274564" y="1109471"/>
              <a:ext cx="2632075" cy="1803400"/>
            </a:xfrm>
            <a:custGeom>
              <a:avLst/>
              <a:gdLst/>
              <a:ahLst/>
              <a:cxnLst/>
              <a:rect l="l" t="t" r="r" b="b"/>
              <a:pathLst>
                <a:path w="2632075" h="1803400">
                  <a:moveTo>
                    <a:pt x="217931" y="176783"/>
                  </a:moveTo>
                  <a:lnTo>
                    <a:pt x="217931" y="0"/>
                  </a:lnTo>
                  <a:lnTo>
                    <a:pt x="652271" y="0"/>
                  </a:lnTo>
                  <a:lnTo>
                    <a:pt x="652271" y="176783"/>
                  </a:lnTo>
                </a:path>
                <a:path w="2632075" h="1803400">
                  <a:moveTo>
                    <a:pt x="1519427" y="176783"/>
                  </a:moveTo>
                  <a:lnTo>
                    <a:pt x="1519427" y="0"/>
                  </a:lnTo>
                  <a:lnTo>
                    <a:pt x="1953767" y="0"/>
                  </a:lnTo>
                  <a:lnTo>
                    <a:pt x="1953767" y="176783"/>
                  </a:lnTo>
                </a:path>
                <a:path w="2632075" h="1803400">
                  <a:moveTo>
                    <a:pt x="652271" y="173735"/>
                  </a:moveTo>
                  <a:lnTo>
                    <a:pt x="1519427" y="173735"/>
                  </a:lnTo>
                </a:path>
                <a:path w="2632075" h="1803400">
                  <a:moveTo>
                    <a:pt x="1953767" y="173735"/>
                  </a:moveTo>
                  <a:lnTo>
                    <a:pt x="2604515" y="173735"/>
                  </a:lnTo>
                </a:path>
                <a:path w="2632075" h="1803400">
                  <a:moveTo>
                    <a:pt x="0" y="176783"/>
                  </a:moveTo>
                  <a:lnTo>
                    <a:pt x="217931" y="176783"/>
                  </a:lnTo>
                </a:path>
                <a:path w="2632075" h="1803400">
                  <a:moveTo>
                    <a:pt x="434339" y="582167"/>
                  </a:moveTo>
                  <a:lnTo>
                    <a:pt x="434339" y="406907"/>
                  </a:lnTo>
                  <a:lnTo>
                    <a:pt x="868679" y="406907"/>
                  </a:lnTo>
                  <a:lnTo>
                    <a:pt x="868679" y="582167"/>
                  </a:lnTo>
                </a:path>
                <a:path w="2632075" h="1803400">
                  <a:moveTo>
                    <a:pt x="1737359" y="582167"/>
                  </a:moveTo>
                  <a:lnTo>
                    <a:pt x="1737359" y="406907"/>
                  </a:lnTo>
                  <a:lnTo>
                    <a:pt x="2171699" y="406907"/>
                  </a:lnTo>
                  <a:lnTo>
                    <a:pt x="2171699" y="582167"/>
                  </a:lnTo>
                </a:path>
                <a:path w="2632075" h="1803400">
                  <a:moveTo>
                    <a:pt x="868679" y="580643"/>
                  </a:moveTo>
                  <a:lnTo>
                    <a:pt x="1737359" y="580643"/>
                  </a:lnTo>
                </a:path>
                <a:path w="2632075" h="1803400">
                  <a:moveTo>
                    <a:pt x="2171699" y="580643"/>
                  </a:moveTo>
                  <a:lnTo>
                    <a:pt x="2631947" y="580643"/>
                  </a:lnTo>
                </a:path>
                <a:path w="2632075" h="1803400">
                  <a:moveTo>
                    <a:pt x="0" y="582167"/>
                  </a:moveTo>
                  <a:lnTo>
                    <a:pt x="434339" y="582167"/>
                  </a:lnTo>
                </a:path>
                <a:path w="2632075" h="1803400">
                  <a:moveTo>
                    <a:pt x="652271" y="989075"/>
                  </a:moveTo>
                  <a:lnTo>
                    <a:pt x="652271" y="812291"/>
                  </a:lnTo>
                  <a:lnTo>
                    <a:pt x="1086611" y="812291"/>
                  </a:lnTo>
                  <a:lnTo>
                    <a:pt x="1086611" y="989075"/>
                  </a:lnTo>
                </a:path>
                <a:path w="2632075" h="1803400">
                  <a:moveTo>
                    <a:pt x="1953767" y="989075"/>
                  </a:moveTo>
                  <a:lnTo>
                    <a:pt x="1953767" y="812291"/>
                  </a:lnTo>
                  <a:lnTo>
                    <a:pt x="2388107" y="812291"/>
                  </a:lnTo>
                  <a:lnTo>
                    <a:pt x="2388107" y="989075"/>
                  </a:lnTo>
                </a:path>
                <a:path w="2632075" h="1803400">
                  <a:moveTo>
                    <a:pt x="1086611" y="986027"/>
                  </a:moveTo>
                  <a:lnTo>
                    <a:pt x="1953767" y="986027"/>
                  </a:lnTo>
                </a:path>
                <a:path w="2632075" h="1803400">
                  <a:moveTo>
                    <a:pt x="0" y="989075"/>
                  </a:moveTo>
                  <a:lnTo>
                    <a:pt x="652271" y="989075"/>
                  </a:lnTo>
                </a:path>
                <a:path w="2632075" h="1803400">
                  <a:moveTo>
                    <a:pt x="868679" y="1395983"/>
                  </a:moveTo>
                  <a:lnTo>
                    <a:pt x="868679" y="1219199"/>
                  </a:lnTo>
                  <a:lnTo>
                    <a:pt x="1303019" y="1219199"/>
                  </a:lnTo>
                  <a:lnTo>
                    <a:pt x="1303019" y="1395983"/>
                  </a:lnTo>
                </a:path>
                <a:path w="2632075" h="1803400">
                  <a:moveTo>
                    <a:pt x="1303019" y="1392935"/>
                  </a:moveTo>
                  <a:lnTo>
                    <a:pt x="2171699" y="1392935"/>
                  </a:lnTo>
                </a:path>
                <a:path w="2632075" h="1803400">
                  <a:moveTo>
                    <a:pt x="0" y="1395983"/>
                  </a:moveTo>
                  <a:lnTo>
                    <a:pt x="868679" y="1395983"/>
                  </a:lnTo>
                </a:path>
                <a:path w="2632075" h="1803400">
                  <a:moveTo>
                    <a:pt x="217931" y="1629155"/>
                  </a:moveTo>
                  <a:lnTo>
                    <a:pt x="217931" y="1802891"/>
                  </a:lnTo>
                </a:path>
                <a:path w="2632075" h="1803400">
                  <a:moveTo>
                    <a:pt x="1086611" y="1802891"/>
                  </a:moveTo>
                  <a:lnTo>
                    <a:pt x="1086611" y="1626107"/>
                  </a:lnTo>
                  <a:lnTo>
                    <a:pt x="1519427" y="1626107"/>
                  </a:lnTo>
                  <a:lnTo>
                    <a:pt x="1519427" y="1802891"/>
                  </a:lnTo>
                </a:path>
                <a:path w="2632075" h="1803400">
                  <a:moveTo>
                    <a:pt x="1519427" y="1799843"/>
                  </a:moveTo>
                  <a:lnTo>
                    <a:pt x="2388107" y="1799843"/>
                  </a:lnTo>
                </a:path>
                <a:path w="2632075" h="1803400">
                  <a:moveTo>
                    <a:pt x="217931" y="1802891"/>
                  </a:moveTo>
                  <a:lnTo>
                    <a:pt x="1086611" y="1802891"/>
                  </a:lnTo>
                </a:path>
                <a:path w="2632075" h="1803400">
                  <a:moveTo>
                    <a:pt x="0" y="1629155"/>
                  </a:moveTo>
                  <a:lnTo>
                    <a:pt x="217931" y="1629155"/>
                  </a:lnTo>
                </a:path>
                <a:path w="2632075" h="1803400">
                  <a:moveTo>
                    <a:pt x="2388107" y="1623059"/>
                  </a:moveTo>
                  <a:lnTo>
                    <a:pt x="2388107" y="1796795"/>
                  </a:lnTo>
                </a:path>
                <a:path w="2632075" h="1803400">
                  <a:moveTo>
                    <a:pt x="2388107" y="1623059"/>
                  </a:moveTo>
                  <a:lnTo>
                    <a:pt x="2604515" y="1623059"/>
                  </a:lnTo>
                </a:path>
                <a:path w="2632075" h="1803400">
                  <a:moveTo>
                    <a:pt x="2171699" y="1232915"/>
                  </a:moveTo>
                  <a:lnTo>
                    <a:pt x="2171699" y="1389887"/>
                  </a:lnTo>
                </a:path>
                <a:path w="2632075" h="1803400">
                  <a:moveTo>
                    <a:pt x="2171699" y="1222247"/>
                  </a:moveTo>
                  <a:lnTo>
                    <a:pt x="2604515" y="1222247"/>
                  </a:lnTo>
                </a:path>
              </a:pathLst>
            </a:custGeom>
            <a:ln w="22859">
              <a:solidFill>
                <a:srgbClr val="800000"/>
              </a:solidFill>
            </a:ln>
          </p:spPr>
          <p:txBody>
            <a:bodyPr wrap="square" lIns="0" tIns="0" rIns="0" bIns="0" rtlCol="0"/>
            <a:lstStyle/>
            <a:p>
              <a:endParaRPr/>
            </a:p>
          </p:txBody>
        </p:sp>
        <p:sp>
          <p:nvSpPr>
            <p:cNvPr id="58" name="object 58"/>
            <p:cNvSpPr/>
            <p:nvPr/>
          </p:nvSpPr>
          <p:spPr>
            <a:xfrm>
              <a:off x="5274564" y="3480815"/>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59" name="object 59"/>
            <p:cNvSpPr/>
            <p:nvPr/>
          </p:nvSpPr>
          <p:spPr>
            <a:xfrm>
              <a:off x="5274564" y="3264407"/>
              <a:ext cx="2604770" cy="433070"/>
            </a:xfrm>
            <a:custGeom>
              <a:avLst/>
              <a:gdLst/>
              <a:ahLst/>
              <a:cxnLst/>
              <a:rect l="l" t="t" r="r" b="b"/>
              <a:pathLst>
                <a:path w="2604770" h="433070">
                  <a:moveTo>
                    <a:pt x="0" y="216407"/>
                  </a:moveTo>
                  <a:lnTo>
                    <a:pt x="0" y="0"/>
                  </a:lnTo>
                  <a:lnTo>
                    <a:pt x="434339" y="0"/>
                  </a:lnTo>
                  <a:lnTo>
                    <a:pt x="434339" y="216407"/>
                  </a:lnTo>
                  <a:lnTo>
                    <a:pt x="652271" y="216407"/>
                  </a:lnTo>
                  <a:lnTo>
                    <a:pt x="652271" y="432815"/>
                  </a:lnTo>
                  <a:lnTo>
                    <a:pt x="1086611" y="432815"/>
                  </a:lnTo>
                  <a:lnTo>
                    <a:pt x="1086611" y="216407"/>
                  </a:lnTo>
                  <a:lnTo>
                    <a:pt x="1303019" y="216407"/>
                  </a:lnTo>
                  <a:lnTo>
                    <a:pt x="1303019" y="0"/>
                  </a:lnTo>
                  <a:lnTo>
                    <a:pt x="1737359" y="0"/>
                  </a:lnTo>
                  <a:lnTo>
                    <a:pt x="1737359" y="216407"/>
                  </a:lnTo>
                  <a:lnTo>
                    <a:pt x="1953767" y="216407"/>
                  </a:lnTo>
                  <a:lnTo>
                    <a:pt x="1953767" y="432815"/>
                  </a:lnTo>
                  <a:lnTo>
                    <a:pt x="2388107" y="432815"/>
                  </a:lnTo>
                  <a:lnTo>
                    <a:pt x="2388107" y="216407"/>
                  </a:lnTo>
                  <a:lnTo>
                    <a:pt x="2604515" y="216407"/>
                  </a:lnTo>
                </a:path>
              </a:pathLst>
            </a:custGeom>
            <a:ln w="22859">
              <a:solidFill>
                <a:srgbClr val="FF0000"/>
              </a:solidFill>
            </a:ln>
          </p:spPr>
          <p:txBody>
            <a:bodyPr wrap="square" lIns="0" tIns="0" rIns="0" bIns="0" rtlCol="0"/>
            <a:lstStyle/>
            <a:p>
              <a:endParaRPr/>
            </a:p>
          </p:txBody>
        </p:sp>
        <p:sp>
          <p:nvSpPr>
            <p:cNvPr id="60" name="object 60"/>
            <p:cNvSpPr/>
            <p:nvPr/>
          </p:nvSpPr>
          <p:spPr>
            <a:xfrm>
              <a:off x="4948428" y="1107947"/>
              <a:ext cx="118872" cy="137160"/>
            </a:xfrm>
            <a:prstGeom prst="rect">
              <a:avLst/>
            </a:prstGeom>
            <a:blipFill>
              <a:blip r:embed="rId2" cstate="print"/>
              <a:stretch>
                <a:fillRect/>
              </a:stretch>
            </a:blipFill>
          </p:spPr>
          <p:txBody>
            <a:bodyPr wrap="square" lIns="0" tIns="0" rIns="0" bIns="0" rtlCol="0"/>
            <a:lstStyle/>
            <a:p>
              <a:endParaRPr/>
            </a:p>
          </p:txBody>
        </p:sp>
        <p:sp>
          <p:nvSpPr>
            <p:cNvPr id="61" name="object 61"/>
            <p:cNvSpPr/>
            <p:nvPr/>
          </p:nvSpPr>
          <p:spPr>
            <a:xfrm>
              <a:off x="5061204" y="1216151"/>
              <a:ext cx="160020" cy="96012"/>
            </a:xfrm>
            <a:prstGeom prst="rect">
              <a:avLst/>
            </a:prstGeom>
            <a:blipFill>
              <a:blip r:embed="rId3" cstate="print"/>
              <a:stretch>
                <a:fillRect/>
              </a:stretch>
            </a:blipFill>
          </p:spPr>
          <p:txBody>
            <a:bodyPr wrap="square" lIns="0" tIns="0" rIns="0" bIns="0" rtlCol="0"/>
            <a:lstStyle/>
            <a:p>
              <a:endParaRPr/>
            </a:p>
          </p:txBody>
        </p:sp>
        <p:sp>
          <p:nvSpPr>
            <p:cNvPr id="62" name="object 62"/>
            <p:cNvSpPr/>
            <p:nvPr/>
          </p:nvSpPr>
          <p:spPr>
            <a:xfrm>
              <a:off x="4948428" y="1475231"/>
              <a:ext cx="118872" cy="137160"/>
            </a:xfrm>
            <a:prstGeom prst="rect">
              <a:avLst/>
            </a:prstGeom>
            <a:blipFill>
              <a:blip r:embed="rId2" cstate="print"/>
              <a:stretch>
                <a:fillRect/>
              </a:stretch>
            </a:blipFill>
          </p:spPr>
          <p:txBody>
            <a:bodyPr wrap="square" lIns="0" tIns="0" rIns="0" bIns="0" rtlCol="0"/>
            <a:lstStyle/>
            <a:p>
              <a:endParaRPr/>
            </a:p>
          </p:txBody>
        </p:sp>
        <p:sp>
          <p:nvSpPr>
            <p:cNvPr id="63" name="object 63"/>
            <p:cNvSpPr/>
            <p:nvPr/>
          </p:nvSpPr>
          <p:spPr>
            <a:xfrm>
              <a:off x="5061204" y="1581912"/>
              <a:ext cx="160020" cy="96012"/>
            </a:xfrm>
            <a:prstGeom prst="rect">
              <a:avLst/>
            </a:prstGeom>
            <a:blipFill>
              <a:blip r:embed="rId4" cstate="print"/>
              <a:stretch>
                <a:fillRect/>
              </a:stretch>
            </a:blipFill>
          </p:spPr>
          <p:txBody>
            <a:bodyPr wrap="square" lIns="0" tIns="0" rIns="0" bIns="0" rtlCol="0"/>
            <a:lstStyle/>
            <a:p>
              <a:endParaRPr/>
            </a:p>
          </p:txBody>
        </p:sp>
        <p:sp>
          <p:nvSpPr>
            <p:cNvPr id="64" name="object 64"/>
            <p:cNvSpPr/>
            <p:nvPr/>
          </p:nvSpPr>
          <p:spPr>
            <a:xfrm>
              <a:off x="4834128" y="5384292"/>
              <a:ext cx="152400" cy="164591"/>
            </a:xfrm>
            <a:prstGeom prst="rect">
              <a:avLst/>
            </a:prstGeom>
            <a:blipFill>
              <a:blip r:embed="rId5" cstate="print"/>
              <a:stretch>
                <a:fillRect/>
              </a:stretch>
            </a:blipFill>
          </p:spPr>
          <p:txBody>
            <a:bodyPr wrap="square" lIns="0" tIns="0" rIns="0" bIns="0" rtlCol="0"/>
            <a:lstStyle/>
            <a:p>
              <a:endParaRPr/>
            </a:p>
          </p:txBody>
        </p:sp>
        <p:sp>
          <p:nvSpPr>
            <p:cNvPr id="65" name="object 65"/>
            <p:cNvSpPr/>
            <p:nvPr/>
          </p:nvSpPr>
          <p:spPr>
            <a:xfrm>
              <a:off x="4974336" y="5515355"/>
              <a:ext cx="204215" cy="109728"/>
            </a:xfrm>
            <a:prstGeom prst="rect">
              <a:avLst/>
            </a:prstGeom>
            <a:blipFill>
              <a:blip r:embed="rId6" cstate="print"/>
              <a:stretch>
                <a:fillRect/>
              </a:stretch>
            </a:blipFill>
          </p:spPr>
          <p:txBody>
            <a:bodyPr wrap="square" lIns="0" tIns="0" rIns="0" bIns="0" rtlCol="0"/>
            <a:lstStyle/>
            <a:p>
              <a:endParaRPr/>
            </a:p>
          </p:txBody>
        </p:sp>
        <p:sp>
          <p:nvSpPr>
            <p:cNvPr id="66" name="object 66"/>
            <p:cNvSpPr/>
            <p:nvPr/>
          </p:nvSpPr>
          <p:spPr>
            <a:xfrm>
              <a:off x="7662672" y="2093975"/>
              <a:ext cx="216535" cy="411480"/>
            </a:xfrm>
            <a:custGeom>
              <a:avLst/>
              <a:gdLst/>
              <a:ahLst/>
              <a:cxnLst/>
              <a:rect l="l" t="t" r="r" b="b"/>
              <a:pathLst>
                <a:path w="216534" h="411480">
                  <a:moveTo>
                    <a:pt x="216407" y="237743"/>
                  </a:moveTo>
                  <a:lnTo>
                    <a:pt x="216407" y="411479"/>
                  </a:lnTo>
                </a:path>
                <a:path w="216534" h="411480">
                  <a:moveTo>
                    <a:pt x="0" y="0"/>
                  </a:moveTo>
                  <a:lnTo>
                    <a:pt x="216407" y="0"/>
                  </a:lnTo>
                </a:path>
              </a:pathLst>
            </a:custGeom>
            <a:ln w="22859">
              <a:solidFill>
                <a:srgbClr val="800000"/>
              </a:solidFill>
            </a:ln>
          </p:spPr>
          <p:txBody>
            <a:bodyPr wrap="square" lIns="0" tIns="0" rIns="0" bIns="0" rtlCol="0"/>
            <a:lstStyle/>
            <a:p>
              <a:endParaRPr/>
            </a:p>
          </p:txBody>
        </p:sp>
        <p:sp>
          <p:nvSpPr>
            <p:cNvPr id="67" name="object 67"/>
            <p:cNvSpPr/>
            <p:nvPr/>
          </p:nvSpPr>
          <p:spPr>
            <a:xfrm>
              <a:off x="5274564" y="3860291"/>
              <a:ext cx="2604770" cy="434340"/>
            </a:xfrm>
            <a:custGeom>
              <a:avLst/>
              <a:gdLst/>
              <a:ahLst/>
              <a:cxnLst/>
              <a:rect l="l" t="t" r="r" b="b"/>
              <a:pathLst>
                <a:path w="2604770" h="434339">
                  <a:moveTo>
                    <a:pt x="0" y="434339"/>
                  </a:moveTo>
                  <a:lnTo>
                    <a:pt x="217931" y="434339"/>
                  </a:lnTo>
                  <a:lnTo>
                    <a:pt x="217931" y="216407"/>
                  </a:lnTo>
                  <a:lnTo>
                    <a:pt x="434339" y="216407"/>
                  </a:lnTo>
                  <a:lnTo>
                    <a:pt x="434339" y="0"/>
                  </a:lnTo>
                  <a:lnTo>
                    <a:pt x="868679" y="0"/>
                  </a:lnTo>
                  <a:lnTo>
                    <a:pt x="868679" y="216407"/>
                  </a:lnTo>
                  <a:lnTo>
                    <a:pt x="1086611" y="216407"/>
                  </a:lnTo>
                  <a:lnTo>
                    <a:pt x="1086611" y="434339"/>
                  </a:lnTo>
                  <a:lnTo>
                    <a:pt x="1519427" y="434339"/>
                  </a:lnTo>
                  <a:lnTo>
                    <a:pt x="1519427" y="216407"/>
                  </a:lnTo>
                  <a:lnTo>
                    <a:pt x="1737359" y="216407"/>
                  </a:lnTo>
                  <a:lnTo>
                    <a:pt x="1737359" y="0"/>
                  </a:lnTo>
                  <a:lnTo>
                    <a:pt x="2171699" y="0"/>
                  </a:lnTo>
                  <a:lnTo>
                    <a:pt x="2171699" y="216407"/>
                  </a:lnTo>
                  <a:lnTo>
                    <a:pt x="2388107" y="216407"/>
                  </a:lnTo>
                  <a:lnTo>
                    <a:pt x="2388107" y="434339"/>
                  </a:lnTo>
                  <a:lnTo>
                    <a:pt x="2604515" y="434339"/>
                  </a:lnTo>
                </a:path>
              </a:pathLst>
            </a:custGeom>
            <a:ln w="22859">
              <a:solidFill>
                <a:srgbClr val="FF9900"/>
              </a:solidFill>
            </a:ln>
          </p:spPr>
          <p:txBody>
            <a:bodyPr wrap="square" lIns="0" tIns="0" rIns="0" bIns="0" rtlCol="0"/>
            <a:lstStyle/>
            <a:p>
              <a:endParaRPr/>
            </a:p>
          </p:txBody>
        </p:sp>
        <p:sp>
          <p:nvSpPr>
            <p:cNvPr id="68" name="object 68"/>
            <p:cNvSpPr/>
            <p:nvPr/>
          </p:nvSpPr>
          <p:spPr>
            <a:xfrm>
              <a:off x="5274564" y="4674107"/>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69" name="object 69"/>
            <p:cNvSpPr/>
            <p:nvPr/>
          </p:nvSpPr>
          <p:spPr>
            <a:xfrm>
              <a:off x="5274564" y="4456175"/>
              <a:ext cx="2604770" cy="434340"/>
            </a:xfrm>
            <a:custGeom>
              <a:avLst/>
              <a:gdLst/>
              <a:ahLst/>
              <a:cxnLst/>
              <a:rect l="l" t="t" r="r" b="b"/>
              <a:pathLst>
                <a:path w="2604770" h="434339">
                  <a:moveTo>
                    <a:pt x="0" y="217931"/>
                  </a:moveTo>
                  <a:lnTo>
                    <a:pt x="217931" y="217931"/>
                  </a:lnTo>
                  <a:lnTo>
                    <a:pt x="217931" y="434339"/>
                  </a:lnTo>
                  <a:lnTo>
                    <a:pt x="652271" y="434339"/>
                  </a:lnTo>
                  <a:lnTo>
                    <a:pt x="652271" y="217931"/>
                  </a:lnTo>
                  <a:lnTo>
                    <a:pt x="868679" y="217931"/>
                  </a:lnTo>
                  <a:lnTo>
                    <a:pt x="868679" y="0"/>
                  </a:lnTo>
                  <a:lnTo>
                    <a:pt x="1303019" y="0"/>
                  </a:lnTo>
                  <a:lnTo>
                    <a:pt x="1303019" y="217931"/>
                  </a:lnTo>
                  <a:lnTo>
                    <a:pt x="1519427" y="217931"/>
                  </a:lnTo>
                  <a:lnTo>
                    <a:pt x="1519427" y="434339"/>
                  </a:lnTo>
                  <a:lnTo>
                    <a:pt x="1953767" y="434339"/>
                  </a:lnTo>
                  <a:lnTo>
                    <a:pt x="1953767" y="217931"/>
                  </a:lnTo>
                  <a:lnTo>
                    <a:pt x="2171699" y="217931"/>
                  </a:lnTo>
                  <a:lnTo>
                    <a:pt x="2171699" y="0"/>
                  </a:lnTo>
                  <a:lnTo>
                    <a:pt x="2604515" y="0"/>
                  </a:lnTo>
                  <a:lnTo>
                    <a:pt x="2604515" y="217931"/>
                  </a:lnTo>
                </a:path>
              </a:pathLst>
            </a:custGeom>
            <a:ln w="22859">
              <a:solidFill>
                <a:srgbClr val="0000FF"/>
              </a:solidFill>
            </a:ln>
          </p:spPr>
          <p:txBody>
            <a:bodyPr wrap="square" lIns="0" tIns="0" rIns="0" bIns="0" rtlCol="0"/>
            <a:lstStyle/>
            <a:p>
              <a:endParaRPr/>
            </a:p>
          </p:txBody>
        </p:sp>
        <p:sp>
          <p:nvSpPr>
            <p:cNvPr id="70" name="object 70"/>
            <p:cNvSpPr/>
            <p:nvPr/>
          </p:nvSpPr>
          <p:spPr>
            <a:xfrm>
              <a:off x="5274564" y="5541263"/>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71" name="object 71"/>
            <p:cNvSpPr/>
            <p:nvPr/>
          </p:nvSpPr>
          <p:spPr>
            <a:xfrm>
              <a:off x="5274564" y="5106923"/>
              <a:ext cx="2604770" cy="867410"/>
            </a:xfrm>
            <a:custGeom>
              <a:avLst/>
              <a:gdLst/>
              <a:ahLst/>
              <a:cxnLst/>
              <a:rect l="l" t="t" r="r" b="b"/>
              <a:pathLst>
                <a:path w="2604770" h="867410">
                  <a:moveTo>
                    <a:pt x="434339" y="434339"/>
                  </a:moveTo>
                  <a:lnTo>
                    <a:pt x="434339" y="650747"/>
                  </a:lnTo>
                  <a:lnTo>
                    <a:pt x="652271" y="650747"/>
                  </a:lnTo>
                  <a:lnTo>
                    <a:pt x="652271" y="867155"/>
                  </a:lnTo>
                  <a:lnTo>
                    <a:pt x="868679" y="867155"/>
                  </a:lnTo>
                  <a:lnTo>
                    <a:pt x="868679" y="650747"/>
                  </a:lnTo>
                  <a:lnTo>
                    <a:pt x="1086611" y="650747"/>
                  </a:lnTo>
                  <a:lnTo>
                    <a:pt x="1086611" y="434339"/>
                  </a:lnTo>
                </a:path>
                <a:path w="2604770" h="867410">
                  <a:moveTo>
                    <a:pt x="1086611" y="434339"/>
                  </a:moveTo>
                  <a:lnTo>
                    <a:pt x="1086611" y="216407"/>
                  </a:lnTo>
                  <a:lnTo>
                    <a:pt x="1303019" y="216407"/>
                  </a:lnTo>
                  <a:lnTo>
                    <a:pt x="1303019" y="0"/>
                  </a:lnTo>
                  <a:lnTo>
                    <a:pt x="1519427" y="0"/>
                  </a:lnTo>
                  <a:lnTo>
                    <a:pt x="1519427" y="216407"/>
                  </a:lnTo>
                  <a:lnTo>
                    <a:pt x="1737359" y="216407"/>
                  </a:lnTo>
                  <a:lnTo>
                    <a:pt x="1737359" y="434339"/>
                  </a:lnTo>
                </a:path>
                <a:path w="2604770" h="867410">
                  <a:moveTo>
                    <a:pt x="434339" y="434339"/>
                  </a:moveTo>
                  <a:lnTo>
                    <a:pt x="434339" y="216407"/>
                  </a:lnTo>
                  <a:lnTo>
                    <a:pt x="217931" y="216407"/>
                  </a:lnTo>
                  <a:lnTo>
                    <a:pt x="217931" y="0"/>
                  </a:lnTo>
                  <a:lnTo>
                    <a:pt x="0" y="0"/>
                  </a:lnTo>
                  <a:lnTo>
                    <a:pt x="0" y="216407"/>
                  </a:lnTo>
                </a:path>
                <a:path w="2604770" h="867410">
                  <a:moveTo>
                    <a:pt x="1737359" y="434339"/>
                  </a:moveTo>
                  <a:lnTo>
                    <a:pt x="1737359" y="650747"/>
                  </a:lnTo>
                  <a:lnTo>
                    <a:pt x="1953767" y="650747"/>
                  </a:lnTo>
                  <a:lnTo>
                    <a:pt x="1953767" y="867155"/>
                  </a:lnTo>
                  <a:lnTo>
                    <a:pt x="2171699" y="867155"/>
                  </a:lnTo>
                  <a:lnTo>
                    <a:pt x="2171699" y="650747"/>
                  </a:lnTo>
                  <a:lnTo>
                    <a:pt x="2388107" y="650747"/>
                  </a:lnTo>
                  <a:lnTo>
                    <a:pt x="2388107" y="434339"/>
                  </a:lnTo>
                </a:path>
                <a:path w="2604770" h="867410">
                  <a:moveTo>
                    <a:pt x="2388107" y="434339"/>
                  </a:moveTo>
                  <a:lnTo>
                    <a:pt x="2388107" y="216407"/>
                  </a:lnTo>
                  <a:lnTo>
                    <a:pt x="2604515" y="216407"/>
                  </a:lnTo>
                  <a:lnTo>
                    <a:pt x="2604515" y="0"/>
                  </a:lnTo>
                </a:path>
              </a:pathLst>
            </a:custGeom>
            <a:ln w="22859">
              <a:solidFill>
                <a:srgbClr val="008000"/>
              </a:solidFill>
            </a:ln>
          </p:spPr>
          <p:txBody>
            <a:bodyPr wrap="square" lIns="0" tIns="0" rIns="0" bIns="0" rtlCol="0"/>
            <a:lstStyle/>
            <a:p>
              <a:endParaRPr/>
            </a:p>
          </p:txBody>
        </p:sp>
        <p:sp>
          <p:nvSpPr>
            <p:cNvPr id="72" name="object 72"/>
            <p:cNvSpPr/>
            <p:nvPr/>
          </p:nvSpPr>
          <p:spPr>
            <a:xfrm>
              <a:off x="4843272" y="3323844"/>
              <a:ext cx="152400" cy="164591"/>
            </a:xfrm>
            <a:prstGeom prst="rect">
              <a:avLst/>
            </a:prstGeom>
            <a:blipFill>
              <a:blip r:embed="rId5" cstate="print"/>
              <a:stretch>
                <a:fillRect/>
              </a:stretch>
            </a:blipFill>
          </p:spPr>
          <p:txBody>
            <a:bodyPr wrap="square" lIns="0" tIns="0" rIns="0" bIns="0" rtlCol="0"/>
            <a:lstStyle/>
            <a:p>
              <a:endParaRPr/>
            </a:p>
          </p:txBody>
        </p:sp>
        <p:sp>
          <p:nvSpPr>
            <p:cNvPr id="73" name="object 73"/>
            <p:cNvSpPr/>
            <p:nvPr/>
          </p:nvSpPr>
          <p:spPr>
            <a:xfrm>
              <a:off x="4983480" y="3456431"/>
              <a:ext cx="220979" cy="109727"/>
            </a:xfrm>
            <a:prstGeom prst="rect">
              <a:avLst/>
            </a:prstGeom>
            <a:blipFill>
              <a:blip r:embed="rId7" cstate="print"/>
              <a:stretch>
                <a:fillRect/>
              </a:stretch>
            </a:blipFill>
          </p:spPr>
          <p:txBody>
            <a:bodyPr wrap="square" lIns="0" tIns="0" rIns="0" bIns="0" rtlCol="0"/>
            <a:lstStyle/>
            <a:p>
              <a:endParaRPr/>
            </a:p>
          </p:txBody>
        </p:sp>
        <p:sp>
          <p:nvSpPr>
            <p:cNvPr id="74" name="object 74"/>
            <p:cNvSpPr/>
            <p:nvPr/>
          </p:nvSpPr>
          <p:spPr>
            <a:xfrm>
              <a:off x="4824984" y="4517136"/>
              <a:ext cx="152400" cy="164592"/>
            </a:xfrm>
            <a:prstGeom prst="rect">
              <a:avLst/>
            </a:prstGeom>
            <a:blipFill>
              <a:blip r:embed="rId5" cstate="print"/>
              <a:stretch>
                <a:fillRect/>
              </a:stretch>
            </a:blipFill>
          </p:spPr>
          <p:txBody>
            <a:bodyPr wrap="square" lIns="0" tIns="0" rIns="0" bIns="0" rtlCol="0"/>
            <a:lstStyle/>
            <a:p>
              <a:endParaRPr/>
            </a:p>
          </p:txBody>
        </p:sp>
        <p:sp>
          <p:nvSpPr>
            <p:cNvPr id="75" name="object 75"/>
            <p:cNvSpPr/>
            <p:nvPr/>
          </p:nvSpPr>
          <p:spPr>
            <a:xfrm>
              <a:off x="4983480" y="4646675"/>
              <a:ext cx="211836" cy="112775"/>
            </a:xfrm>
            <a:prstGeom prst="rect">
              <a:avLst/>
            </a:prstGeom>
            <a:blipFill>
              <a:blip r:embed="rId8" cstate="print"/>
              <a:stretch>
                <a:fillRect/>
              </a:stretch>
            </a:blipFill>
          </p:spPr>
          <p:txBody>
            <a:bodyPr wrap="square" lIns="0" tIns="0" rIns="0" bIns="0" rtlCol="0"/>
            <a:lstStyle/>
            <a:p>
              <a:endParaRPr/>
            </a:p>
          </p:txBody>
        </p:sp>
        <p:sp>
          <p:nvSpPr>
            <p:cNvPr id="76" name="object 76"/>
            <p:cNvSpPr/>
            <p:nvPr/>
          </p:nvSpPr>
          <p:spPr>
            <a:xfrm>
              <a:off x="4829556" y="3921251"/>
              <a:ext cx="152400" cy="164592"/>
            </a:xfrm>
            <a:prstGeom prst="rect">
              <a:avLst/>
            </a:prstGeom>
            <a:blipFill>
              <a:blip r:embed="rId5" cstate="print"/>
              <a:stretch>
                <a:fillRect/>
              </a:stretch>
            </a:blipFill>
          </p:spPr>
          <p:txBody>
            <a:bodyPr wrap="square" lIns="0" tIns="0" rIns="0" bIns="0" rtlCol="0"/>
            <a:lstStyle/>
            <a:p>
              <a:endParaRPr/>
            </a:p>
          </p:txBody>
        </p:sp>
        <p:sp>
          <p:nvSpPr>
            <p:cNvPr id="77" name="object 77"/>
            <p:cNvSpPr/>
            <p:nvPr/>
          </p:nvSpPr>
          <p:spPr>
            <a:xfrm>
              <a:off x="4978908" y="4052316"/>
              <a:ext cx="211836" cy="109728"/>
            </a:xfrm>
            <a:prstGeom prst="rect">
              <a:avLst/>
            </a:prstGeom>
            <a:blipFill>
              <a:blip r:embed="rId9" cstate="print"/>
              <a:stretch>
                <a:fillRect/>
              </a:stretch>
            </a:blipFill>
          </p:spPr>
          <p:txBody>
            <a:bodyPr wrap="square" lIns="0" tIns="0" rIns="0" bIns="0" rtlCol="0"/>
            <a:lstStyle/>
            <a:p>
              <a:endParaRPr/>
            </a:p>
          </p:txBody>
        </p:sp>
        <p:sp>
          <p:nvSpPr>
            <p:cNvPr id="78" name="object 78"/>
            <p:cNvSpPr/>
            <p:nvPr/>
          </p:nvSpPr>
          <p:spPr>
            <a:xfrm>
              <a:off x="7033260" y="3258311"/>
              <a:ext cx="1172210" cy="0"/>
            </a:xfrm>
            <a:custGeom>
              <a:avLst/>
              <a:gdLst/>
              <a:ahLst/>
              <a:cxnLst/>
              <a:rect l="l" t="t" r="r" b="b"/>
              <a:pathLst>
                <a:path w="1172209">
                  <a:moveTo>
                    <a:pt x="0" y="0"/>
                  </a:moveTo>
                  <a:lnTo>
                    <a:pt x="1171955" y="0"/>
                  </a:lnTo>
                </a:path>
              </a:pathLst>
            </a:custGeom>
            <a:ln w="13715">
              <a:solidFill>
                <a:srgbClr val="666666"/>
              </a:solidFill>
            </a:ln>
          </p:spPr>
          <p:txBody>
            <a:bodyPr wrap="square" lIns="0" tIns="0" rIns="0" bIns="0" rtlCol="0"/>
            <a:lstStyle/>
            <a:p>
              <a:endParaRPr/>
            </a:p>
          </p:txBody>
        </p:sp>
        <p:sp>
          <p:nvSpPr>
            <p:cNvPr id="79" name="object 79"/>
            <p:cNvSpPr/>
            <p:nvPr/>
          </p:nvSpPr>
          <p:spPr>
            <a:xfrm>
              <a:off x="8020811" y="3253740"/>
              <a:ext cx="347471" cy="233933"/>
            </a:xfrm>
            <a:prstGeom prst="rect">
              <a:avLst/>
            </a:prstGeom>
            <a:blipFill>
              <a:blip r:embed="rId10" cstate="print"/>
              <a:stretch>
                <a:fillRect/>
              </a:stretch>
            </a:blipFill>
          </p:spPr>
          <p:txBody>
            <a:bodyPr wrap="square" lIns="0" tIns="0" rIns="0" bIns="0" rtlCol="0"/>
            <a:lstStyle/>
            <a:p>
              <a:endParaRPr/>
            </a:p>
          </p:txBody>
        </p:sp>
        <p:sp>
          <p:nvSpPr>
            <p:cNvPr id="80" name="object 80"/>
            <p:cNvSpPr/>
            <p:nvPr/>
          </p:nvSpPr>
          <p:spPr>
            <a:xfrm>
              <a:off x="5850636" y="5145023"/>
              <a:ext cx="0" cy="346075"/>
            </a:xfrm>
            <a:custGeom>
              <a:avLst/>
              <a:gdLst/>
              <a:ahLst/>
              <a:cxnLst/>
              <a:rect l="l" t="t" r="r" b="b"/>
              <a:pathLst>
                <a:path h="346075">
                  <a:moveTo>
                    <a:pt x="0" y="0"/>
                  </a:moveTo>
                  <a:lnTo>
                    <a:pt x="0" y="345947"/>
                  </a:lnTo>
                </a:path>
              </a:pathLst>
            </a:custGeom>
            <a:ln w="13715">
              <a:solidFill>
                <a:srgbClr val="666666"/>
              </a:solidFill>
            </a:ln>
          </p:spPr>
          <p:txBody>
            <a:bodyPr wrap="square" lIns="0" tIns="0" rIns="0" bIns="0" rtlCol="0"/>
            <a:lstStyle/>
            <a:p>
              <a:endParaRPr/>
            </a:p>
          </p:txBody>
        </p:sp>
        <p:sp>
          <p:nvSpPr>
            <p:cNvPr id="81" name="object 81"/>
            <p:cNvSpPr/>
            <p:nvPr/>
          </p:nvSpPr>
          <p:spPr>
            <a:xfrm>
              <a:off x="5801868" y="5106923"/>
              <a:ext cx="97790" cy="424180"/>
            </a:xfrm>
            <a:custGeom>
              <a:avLst/>
              <a:gdLst/>
              <a:ahLst/>
              <a:cxnLst/>
              <a:rect l="l" t="t" r="r" b="b"/>
              <a:pathLst>
                <a:path w="97789" h="424179">
                  <a:moveTo>
                    <a:pt x="97536" y="374904"/>
                  </a:moveTo>
                  <a:lnTo>
                    <a:pt x="0" y="374904"/>
                  </a:lnTo>
                  <a:lnTo>
                    <a:pt x="48768" y="423672"/>
                  </a:lnTo>
                  <a:lnTo>
                    <a:pt x="97536" y="374904"/>
                  </a:lnTo>
                  <a:close/>
                </a:path>
                <a:path w="97789" h="424179">
                  <a:moveTo>
                    <a:pt x="97536" y="48768"/>
                  </a:moveTo>
                  <a:lnTo>
                    <a:pt x="48768" y="0"/>
                  </a:lnTo>
                  <a:lnTo>
                    <a:pt x="0" y="48768"/>
                  </a:lnTo>
                  <a:lnTo>
                    <a:pt x="97536" y="48768"/>
                  </a:lnTo>
                  <a:close/>
                </a:path>
              </a:pathLst>
            </a:custGeom>
            <a:solidFill>
              <a:srgbClr val="666666"/>
            </a:solidFill>
          </p:spPr>
          <p:txBody>
            <a:bodyPr wrap="square" lIns="0" tIns="0" rIns="0" bIns="0" rtlCol="0"/>
            <a:lstStyle/>
            <a:p>
              <a:endParaRPr/>
            </a:p>
          </p:txBody>
        </p:sp>
        <p:sp>
          <p:nvSpPr>
            <p:cNvPr id="82" name="object 82"/>
            <p:cNvSpPr/>
            <p:nvPr/>
          </p:nvSpPr>
          <p:spPr>
            <a:xfrm>
              <a:off x="5545836" y="5106923"/>
              <a:ext cx="347980" cy="0"/>
            </a:xfrm>
            <a:custGeom>
              <a:avLst/>
              <a:gdLst/>
              <a:ahLst/>
              <a:cxnLst/>
              <a:rect l="l" t="t" r="r" b="b"/>
              <a:pathLst>
                <a:path w="347979">
                  <a:moveTo>
                    <a:pt x="0" y="0"/>
                  </a:moveTo>
                  <a:lnTo>
                    <a:pt x="347471" y="0"/>
                  </a:lnTo>
                </a:path>
              </a:pathLst>
            </a:custGeom>
            <a:ln w="13715">
              <a:solidFill>
                <a:srgbClr val="666666"/>
              </a:solidFill>
            </a:ln>
          </p:spPr>
          <p:txBody>
            <a:bodyPr wrap="square" lIns="0" tIns="0" rIns="0" bIns="0" rtlCol="0"/>
            <a:lstStyle/>
            <a:p>
              <a:endParaRPr/>
            </a:p>
          </p:txBody>
        </p:sp>
      </p:grpSp>
      <p:grpSp>
        <p:nvGrpSpPr>
          <p:cNvPr id="83" name="object 83"/>
          <p:cNvGrpSpPr/>
          <p:nvPr/>
        </p:nvGrpSpPr>
        <p:grpSpPr>
          <a:xfrm>
            <a:off x="4920996" y="694944"/>
            <a:ext cx="264160" cy="204470"/>
            <a:chOff x="4920996" y="694944"/>
            <a:chExt cx="264160" cy="204470"/>
          </a:xfrm>
        </p:grpSpPr>
        <p:sp>
          <p:nvSpPr>
            <p:cNvPr id="84" name="object 84"/>
            <p:cNvSpPr/>
            <p:nvPr/>
          </p:nvSpPr>
          <p:spPr>
            <a:xfrm>
              <a:off x="4920996" y="694944"/>
              <a:ext cx="118872" cy="137160"/>
            </a:xfrm>
            <a:prstGeom prst="rect">
              <a:avLst/>
            </a:prstGeom>
            <a:blipFill>
              <a:blip r:embed="rId2" cstate="print"/>
              <a:stretch>
                <a:fillRect/>
              </a:stretch>
            </a:blipFill>
          </p:spPr>
          <p:txBody>
            <a:bodyPr wrap="square" lIns="0" tIns="0" rIns="0" bIns="0" rtlCol="0"/>
            <a:lstStyle/>
            <a:p>
              <a:endParaRPr/>
            </a:p>
          </p:txBody>
        </p:sp>
        <p:sp>
          <p:nvSpPr>
            <p:cNvPr id="85" name="object 85"/>
            <p:cNvSpPr/>
            <p:nvPr/>
          </p:nvSpPr>
          <p:spPr>
            <a:xfrm>
              <a:off x="5035296" y="803148"/>
              <a:ext cx="149351" cy="96012"/>
            </a:xfrm>
            <a:prstGeom prst="rect">
              <a:avLst/>
            </a:prstGeom>
            <a:blipFill>
              <a:blip r:embed="rId11" cstate="print"/>
              <a:stretch>
                <a:fillRect/>
              </a:stretch>
            </a:blipFill>
          </p:spPr>
          <p:txBody>
            <a:bodyPr wrap="square" lIns="0" tIns="0" rIns="0" bIns="0" rtlCol="0"/>
            <a:lstStyle/>
            <a:p>
              <a:endParaRPr/>
            </a:p>
          </p:txBody>
        </p:sp>
      </p:grpSp>
      <p:grpSp>
        <p:nvGrpSpPr>
          <p:cNvPr id="86" name="object 86"/>
          <p:cNvGrpSpPr/>
          <p:nvPr/>
        </p:nvGrpSpPr>
        <p:grpSpPr>
          <a:xfrm>
            <a:off x="4920996" y="2734055"/>
            <a:ext cx="274320" cy="204470"/>
            <a:chOff x="4920996" y="2734055"/>
            <a:chExt cx="274320" cy="204470"/>
          </a:xfrm>
        </p:grpSpPr>
        <p:sp>
          <p:nvSpPr>
            <p:cNvPr id="87" name="object 87"/>
            <p:cNvSpPr/>
            <p:nvPr/>
          </p:nvSpPr>
          <p:spPr>
            <a:xfrm>
              <a:off x="4920996" y="2734055"/>
              <a:ext cx="118872" cy="137160"/>
            </a:xfrm>
            <a:prstGeom prst="rect">
              <a:avLst/>
            </a:prstGeom>
            <a:blipFill>
              <a:blip r:embed="rId2" cstate="print"/>
              <a:stretch>
                <a:fillRect/>
              </a:stretch>
            </a:blipFill>
          </p:spPr>
          <p:txBody>
            <a:bodyPr wrap="square" lIns="0" tIns="0" rIns="0" bIns="0" rtlCol="0"/>
            <a:lstStyle/>
            <a:p>
              <a:endParaRPr/>
            </a:p>
          </p:txBody>
        </p:sp>
        <p:sp>
          <p:nvSpPr>
            <p:cNvPr id="88" name="object 88"/>
            <p:cNvSpPr/>
            <p:nvPr/>
          </p:nvSpPr>
          <p:spPr>
            <a:xfrm>
              <a:off x="5035296" y="2842259"/>
              <a:ext cx="160020" cy="96012"/>
            </a:xfrm>
            <a:prstGeom prst="rect">
              <a:avLst/>
            </a:prstGeom>
            <a:blipFill>
              <a:blip r:embed="rId12" cstate="print"/>
              <a:stretch>
                <a:fillRect/>
              </a:stretch>
            </a:blipFill>
          </p:spPr>
          <p:txBody>
            <a:bodyPr wrap="square" lIns="0" tIns="0" rIns="0" bIns="0" rtlCol="0"/>
            <a:lstStyle/>
            <a:p>
              <a:endParaRPr/>
            </a:p>
          </p:txBody>
        </p:sp>
      </p:grpSp>
      <p:grpSp>
        <p:nvGrpSpPr>
          <p:cNvPr id="89" name="object 89"/>
          <p:cNvGrpSpPr/>
          <p:nvPr/>
        </p:nvGrpSpPr>
        <p:grpSpPr>
          <a:xfrm>
            <a:off x="4920996" y="2321051"/>
            <a:ext cx="274320" cy="204470"/>
            <a:chOff x="4920996" y="2321051"/>
            <a:chExt cx="274320" cy="204470"/>
          </a:xfrm>
        </p:grpSpPr>
        <p:sp>
          <p:nvSpPr>
            <p:cNvPr id="90" name="object 90"/>
            <p:cNvSpPr/>
            <p:nvPr/>
          </p:nvSpPr>
          <p:spPr>
            <a:xfrm>
              <a:off x="4920996" y="2321051"/>
              <a:ext cx="118872" cy="137160"/>
            </a:xfrm>
            <a:prstGeom prst="rect">
              <a:avLst/>
            </a:prstGeom>
            <a:blipFill>
              <a:blip r:embed="rId2" cstate="print"/>
              <a:stretch>
                <a:fillRect/>
              </a:stretch>
            </a:blipFill>
          </p:spPr>
          <p:txBody>
            <a:bodyPr wrap="square" lIns="0" tIns="0" rIns="0" bIns="0" rtlCol="0"/>
            <a:lstStyle/>
            <a:p>
              <a:endParaRPr/>
            </a:p>
          </p:txBody>
        </p:sp>
        <p:sp>
          <p:nvSpPr>
            <p:cNvPr id="91" name="object 91"/>
            <p:cNvSpPr/>
            <p:nvPr/>
          </p:nvSpPr>
          <p:spPr>
            <a:xfrm>
              <a:off x="5035296" y="2429255"/>
              <a:ext cx="160020" cy="96012"/>
            </a:xfrm>
            <a:prstGeom prst="rect">
              <a:avLst/>
            </a:prstGeom>
            <a:blipFill>
              <a:blip r:embed="rId13" cstate="print"/>
              <a:stretch>
                <a:fillRect/>
              </a:stretch>
            </a:blipFill>
          </p:spPr>
          <p:txBody>
            <a:bodyPr wrap="square" lIns="0" tIns="0" rIns="0" bIns="0" rtlCol="0"/>
            <a:lstStyle/>
            <a:p>
              <a:endParaRPr/>
            </a:p>
          </p:txBody>
        </p:sp>
      </p:grpSp>
      <p:grpSp>
        <p:nvGrpSpPr>
          <p:cNvPr id="92" name="object 92"/>
          <p:cNvGrpSpPr/>
          <p:nvPr/>
        </p:nvGrpSpPr>
        <p:grpSpPr>
          <a:xfrm>
            <a:off x="4920996" y="1908048"/>
            <a:ext cx="269875" cy="204470"/>
            <a:chOff x="4920996" y="1908048"/>
            <a:chExt cx="269875" cy="204470"/>
          </a:xfrm>
        </p:grpSpPr>
        <p:sp>
          <p:nvSpPr>
            <p:cNvPr id="93" name="object 93"/>
            <p:cNvSpPr/>
            <p:nvPr/>
          </p:nvSpPr>
          <p:spPr>
            <a:xfrm>
              <a:off x="4920996" y="1908048"/>
              <a:ext cx="118872" cy="137160"/>
            </a:xfrm>
            <a:prstGeom prst="rect">
              <a:avLst/>
            </a:prstGeom>
            <a:blipFill>
              <a:blip r:embed="rId2" cstate="print"/>
              <a:stretch>
                <a:fillRect/>
              </a:stretch>
            </a:blipFill>
          </p:spPr>
          <p:txBody>
            <a:bodyPr wrap="square" lIns="0" tIns="0" rIns="0" bIns="0" rtlCol="0"/>
            <a:lstStyle/>
            <a:p>
              <a:endParaRPr/>
            </a:p>
          </p:txBody>
        </p:sp>
        <p:sp>
          <p:nvSpPr>
            <p:cNvPr id="94" name="object 94"/>
            <p:cNvSpPr/>
            <p:nvPr/>
          </p:nvSpPr>
          <p:spPr>
            <a:xfrm>
              <a:off x="5035296" y="2016252"/>
              <a:ext cx="155448" cy="96012"/>
            </a:xfrm>
            <a:prstGeom prst="rect">
              <a:avLst/>
            </a:prstGeom>
            <a:blipFill>
              <a:blip r:embed="rId14" cstate="print"/>
              <a:stretch>
                <a:fillRect/>
              </a:stretch>
            </a:blipFill>
          </p:spPr>
          <p:txBody>
            <a:bodyPr wrap="square" lIns="0" tIns="0" rIns="0" bIns="0" rtlCol="0"/>
            <a:lstStyle/>
            <a:p>
              <a:endParaRPr/>
            </a:p>
          </p:txBody>
        </p:sp>
      </p:grpSp>
      <p:sp>
        <p:nvSpPr>
          <p:cNvPr id="95" name="object 95"/>
          <p:cNvSpPr/>
          <p:nvPr/>
        </p:nvSpPr>
        <p:spPr>
          <a:xfrm>
            <a:off x="8424763" y="3374714"/>
            <a:ext cx="356870" cy="0"/>
          </a:xfrm>
          <a:custGeom>
            <a:avLst/>
            <a:gdLst/>
            <a:ahLst/>
            <a:cxnLst/>
            <a:rect l="l" t="t" r="r" b="b"/>
            <a:pathLst>
              <a:path w="356870">
                <a:moveTo>
                  <a:pt x="0" y="0"/>
                </a:moveTo>
                <a:lnTo>
                  <a:pt x="356814" y="0"/>
                </a:lnTo>
              </a:path>
            </a:pathLst>
          </a:custGeom>
          <a:ln w="9544">
            <a:solidFill>
              <a:srgbClr val="000000"/>
            </a:solidFill>
          </a:ln>
        </p:spPr>
        <p:txBody>
          <a:bodyPr wrap="square" lIns="0" tIns="0" rIns="0" bIns="0" rtlCol="0"/>
          <a:lstStyle/>
          <a:p>
            <a:endParaRPr/>
          </a:p>
        </p:txBody>
      </p:sp>
      <p:sp>
        <p:nvSpPr>
          <p:cNvPr id="96" name="object 96"/>
          <p:cNvSpPr txBox="1"/>
          <p:nvPr/>
        </p:nvSpPr>
        <p:spPr>
          <a:xfrm>
            <a:off x="8396896" y="3105073"/>
            <a:ext cx="403225" cy="562610"/>
          </a:xfrm>
          <a:prstGeom prst="rect">
            <a:avLst/>
          </a:prstGeom>
        </p:spPr>
        <p:txBody>
          <a:bodyPr vert="horz" wrap="square" lIns="0" tIns="12700" rIns="0" bIns="0" rtlCol="0">
            <a:spAutoFit/>
          </a:bodyPr>
          <a:lstStyle/>
          <a:p>
            <a:pPr algn="ctr">
              <a:lnSpc>
                <a:spcPts val="211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a:p>
            <a:pPr marL="16510" algn="ctr">
              <a:lnSpc>
                <a:spcPts val="2110"/>
              </a:lnSpc>
            </a:pPr>
            <a:r>
              <a:rPr sz="1800" dirty="0">
                <a:latin typeface="Times New Roman"/>
                <a:cs typeface="Times New Roman"/>
              </a:rPr>
              <a:t>2</a:t>
            </a:r>
            <a:endParaRPr sz="1800">
              <a:latin typeface="Times New Roman"/>
              <a:cs typeface="Times New Roman"/>
            </a:endParaRPr>
          </a:p>
        </p:txBody>
      </p:sp>
      <p:sp>
        <p:nvSpPr>
          <p:cNvPr id="97" name="object 97"/>
          <p:cNvSpPr txBox="1"/>
          <p:nvPr/>
        </p:nvSpPr>
        <p:spPr>
          <a:xfrm>
            <a:off x="5832424" y="5196090"/>
            <a:ext cx="378460" cy="300355"/>
          </a:xfrm>
          <a:prstGeom prst="rect">
            <a:avLst/>
          </a:prstGeom>
        </p:spPr>
        <p:txBody>
          <a:bodyPr vert="horz" wrap="square" lIns="0" tIns="12700" rIns="0" bIns="0" rtlCol="0">
            <a:spAutoFit/>
          </a:bodyPr>
          <a:lstStyle/>
          <a:p>
            <a:pPr marL="38100">
              <a:lnSpc>
                <a:spcPct val="10000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p:txBody>
      </p:sp>
      <p:sp>
        <p:nvSpPr>
          <p:cNvPr id="98" name="object 98"/>
          <p:cNvSpPr/>
          <p:nvPr/>
        </p:nvSpPr>
        <p:spPr>
          <a:xfrm>
            <a:off x="8417143" y="5433638"/>
            <a:ext cx="356870" cy="0"/>
          </a:xfrm>
          <a:custGeom>
            <a:avLst/>
            <a:gdLst/>
            <a:ahLst/>
            <a:cxnLst/>
            <a:rect l="l" t="t" r="r" b="b"/>
            <a:pathLst>
              <a:path w="356870">
                <a:moveTo>
                  <a:pt x="0" y="0"/>
                </a:moveTo>
                <a:lnTo>
                  <a:pt x="356814" y="0"/>
                </a:lnTo>
              </a:path>
            </a:pathLst>
          </a:custGeom>
          <a:ln w="9544">
            <a:solidFill>
              <a:srgbClr val="000000"/>
            </a:solidFill>
          </a:ln>
        </p:spPr>
        <p:txBody>
          <a:bodyPr wrap="square" lIns="0" tIns="0" rIns="0" bIns="0" rtlCol="0"/>
          <a:lstStyle/>
          <a:p>
            <a:endParaRPr/>
          </a:p>
        </p:txBody>
      </p:sp>
      <p:sp>
        <p:nvSpPr>
          <p:cNvPr id="99" name="object 99"/>
          <p:cNvSpPr txBox="1"/>
          <p:nvPr/>
        </p:nvSpPr>
        <p:spPr>
          <a:xfrm>
            <a:off x="8529408" y="5425911"/>
            <a:ext cx="14033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2</a:t>
            </a:r>
            <a:endParaRPr sz="1800">
              <a:latin typeface="Times New Roman"/>
              <a:cs typeface="Times New Roman"/>
            </a:endParaRPr>
          </a:p>
        </p:txBody>
      </p:sp>
      <p:sp>
        <p:nvSpPr>
          <p:cNvPr id="100" name="object 100"/>
          <p:cNvSpPr txBox="1"/>
          <p:nvPr/>
        </p:nvSpPr>
        <p:spPr>
          <a:xfrm>
            <a:off x="8401811" y="5163858"/>
            <a:ext cx="378460" cy="300355"/>
          </a:xfrm>
          <a:prstGeom prst="rect">
            <a:avLst/>
          </a:prstGeom>
        </p:spPr>
        <p:txBody>
          <a:bodyPr vert="horz" wrap="square" lIns="0" tIns="12700" rIns="0" bIns="0" rtlCol="0">
            <a:spAutoFit/>
          </a:bodyPr>
          <a:lstStyle/>
          <a:p>
            <a:pPr marL="38100">
              <a:lnSpc>
                <a:spcPct val="10000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p:txBody>
      </p:sp>
      <p:grpSp>
        <p:nvGrpSpPr>
          <p:cNvPr id="101" name="object 101"/>
          <p:cNvGrpSpPr/>
          <p:nvPr/>
        </p:nvGrpSpPr>
        <p:grpSpPr>
          <a:xfrm>
            <a:off x="5792723" y="3058667"/>
            <a:ext cx="2575560" cy="2489835"/>
            <a:chOff x="5792723" y="3058667"/>
            <a:chExt cx="2575560" cy="2489835"/>
          </a:xfrm>
        </p:grpSpPr>
        <p:sp>
          <p:nvSpPr>
            <p:cNvPr id="102" name="object 102"/>
            <p:cNvSpPr/>
            <p:nvPr/>
          </p:nvSpPr>
          <p:spPr>
            <a:xfrm>
              <a:off x="8014715" y="5312663"/>
              <a:ext cx="353567" cy="235457"/>
            </a:xfrm>
            <a:prstGeom prst="rect">
              <a:avLst/>
            </a:prstGeom>
            <a:blipFill>
              <a:blip r:embed="rId15" cstate="print"/>
              <a:stretch>
                <a:fillRect/>
              </a:stretch>
            </a:blipFill>
          </p:spPr>
          <p:txBody>
            <a:bodyPr wrap="square" lIns="0" tIns="0" rIns="0" bIns="0" rtlCol="0"/>
            <a:lstStyle/>
            <a:p>
              <a:endParaRPr/>
            </a:p>
          </p:txBody>
        </p:sp>
        <p:sp>
          <p:nvSpPr>
            <p:cNvPr id="103" name="object 103"/>
            <p:cNvSpPr/>
            <p:nvPr/>
          </p:nvSpPr>
          <p:spPr>
            <a:xfrm>
              <a:off x="7912607" y="5323331"/>
              <a:ext cx="292735" cy="0"/>
            </a:xfrm>
            <a:custGeom>
              <a:avLst/>
              <a:gdLst/>
              <a:ahLst/>
              <a:cxnLst/>
              <a:rect l="l" t="t" r="r" b="b"/>
              <a:pathLst>
                <a:path w="292734">
                  <a:moveTo>
                    <a:pt x="0" y="0"/>
                  </a:moveTo>
                  <a:lnTo>
                    <a:pt x="292607" y="0"/>
                  </a:lnTo>
                </a:path>
              </a:pathLst>
            </a:custGeom>
            <a:ln w="13715">
              <a:solidFill>
                <a:srgbClr val="666666"/>
              </a:solidFill>
            </a:ln>
          </p:spPr>
          <p:txBody>
            <a:bodyPr wrap="square" lIns="0" tIns="0" rIns="0" bIns="0" rtlCol="0"/>
            <a:lstStyle/>
            <a:p>
              <a:endParaRPr/>
            </a:p>
          </p:txBody>
        </p:sp>
        <p:sp>
          <p:nvSpPr>
            <p:cNvPr id="104" name="object 104"/>
            <p:cNvSpPr/>
            <p:nvPr/>
          </p:nvSpPr>
          <p:spPr>
            <a:xfrm>
              <a:off x="5792723" y="3058667"/>
              <a:ext cx="47244" cy="2357628"/>
            </a:xfrm>
            <a:prstGeom prst="rect">
              <a:avLst/>
            </a:prstGeom>
            <a:blipFill>
              <a:blip r:embed="rId16" cstate="print"/>
              <a:stretch>
                <a:fillRect/>
              </a:stretch>
            </a:blipFill>
          </p:spPr>
          <p:txBody>
            <a:bodyPr wrap="square" lIns="0" tIns="0" rIns="0" bIns="0" rtlCol="0"/>
            <a:lstStyle/>
            <a:p>
              <a:endParaRPr/>
            </a:p>
          </p:txBody>
        </p:sp>
      </p:grpSp>
      <p:grpSp>
        <p:nvGrpSpPr>
          <p:cNvPr id="105" name="object 105"/>
          <p:cNvGrpSpPr/>
          <p:nvPr/>
        </p:nvGrpSpPr>
        <p:grpSpPr>
          <a:xfrm>
            <a:off x="685800" y="4724400"/>
            <a:ext cx="2879090" cy="1644650"/>
            <a:chOff x="693293" y="4501896"/>
            <a:chExt cx="2879090" cy="1644650"/>
          </a:xfrm>
        </p:grpSpPr>
        <p:sp>
          <p:nvSpPr>
            <p:cNvPr id="106" name="object 106"/>
            <p:cNvSpPr/>
            <p:nvPr/>
          </p:nvSpPr>
          <p:spPr>
            <a:xfrm>
              <a:off x="2932175" y="4846320"/>
              <a:ext cx="506095" cy="802005"/>
            </a:xfrm>
            <a:custGeom>
              <a:avLst/>
              <a:gdLst/>
              <a:ahLst/>
              <a:cxnLst/>
              <a:rect l="l" t="t" r="r" b="b"/>
              <a:pathLst>
                <a:path w="506095" h="802004">
                  <a:moveTo>
                    <a:pt x="65531" y="289559"/>
                  </a:moveTo>
                  <a:lnTo>
                    <a:pt x="1523" y="263651"/>
                  </a:lnTo>
                </a:path>
                <a:path w="506095" h="802004">
                  <a:moveTo>
                    <a:pt x="1523" y="263651"/>
                  </a:moveTo>
                  <a:lnTo>
                    <a:pt x="115823" y="222503"/>
                  </a:lnTo>
                </a:path>
                <a:path w="506095" h="802004">
                  <a:moveTo>
                    <a:pt x="115823" y="222503"/>
                  </a:moveTo>
                  <a:lnTo>
                    <a:pt x="0" y="184403"/>
                  </a:lnTo>
                </a:path>
                <a:path w="506095" h="802004">
                  <a:moveTo>
                    <a:pt x="0" y="184403"/>
                  </a:moveTo>
                  <a:lnTo>
                    <a:pt x="115823" y="144779"/>
                  </a:lnTo>
                </a:path>
                <a:path w="506095" h="802004">
                  <a:moveTo>
                    <a:pt x="115823" y="144779"/>
                  </a:moveTo>
                  <a:lnTo>
                    <a:pt x="0" y="103631"/>
                  </a:lnTo>
                </a:path>
                <a:path w="506095" h="802004">
                  <a:moveTo>
                    <a:pt x="0" y="103631"/>
                  </a:moveTo>
                  <a:lnTo>
                    <a:pt x="115823" y="62483"/>
                  </a:lnTo>
                </a:path>
                <a:path w="506095" h="802004">
                  <a:moveTo>
                    <a:pt x="115823" y="62483"/>
                  </a:moveTo>
                  <a:lnTo>
                    <a:pt x="0" y="28955"/>
                  </a:lnTo>
                </a:path>
                <a:path w="506095" h="802004">
                  <a:moveTo>
                    <a:pt x="0" y="28955"/>
                  </a:moveTo>
                  <a:lnTo>
                    <a:pt x="65531" y="0"/>
                  </a:lnTo>
                </a:path>
                <a:path w="506095" h="802004">
                  <a:moveTo>
                    <a:pt x="65531" y="289559"/>
                  </a:moveTo>
                  <a:lnTo>
                    <a:pt x="65531" y="505967"/>
                  </a:lnTo>
                </a:path>
                <a:path w="506095" h="802004">
                  <a:moveTo>
                    <a:pt x="505967" y="758951"/>
                  </a:moveTo>
                  <a:lnTo>
                    <a:pt x="451103" y="801623"/>
                  </a:lnTo>
                </a:path>
                <a:path w="506095" h="802004">
                  <a:moveTo>
                    <a:pt x="451103" y="801623"/>
                  </a:moveTo>
                  <a:lnTo>
                    <a:pt x="472439" y="682751"/>
                  </a:lnTo>
                </a:path>
                <a:path w="506095" h="802004">
                  <a:moveTo>
                    <a:pt x="472439" y="682751"/>
                  </a:moveTo>
                  <a:lnTo>
                    <a:pt x="382523" y="763523"/>
                  </a:lnTo>
                </a:path>
                <a:path w="506095" h="802004">
                  <a:moveTo>
                    <a:pt x="382523" y="763523"/>
                  </a:moveTo>
                  <a:lnTo>
                    <a:pt x="405383" y="643127"/>
                  </a:lnTo>
                </a:path>
                <a:path w="506095" h="802004">
                  <a:moveTo>
                    <a:pt x="405383" y="643127"/>
                  </a:moveTo>
                  <a:lnTo>
                    <a:pt x="310895" y="722375"/>
                  </a:lnTo>
                </a:path>
                <a:path w="506095" h="802004">
                  <a:moveTo>
                    <a:pt x="310895" y="722375"/>
                  </a:moveTo>
                  <a:lnTo>
                    <a:pt x="335279" y="603503"/>
                  </a:lnTo>
                </a:path>
                <a:path w="506095" h="802004">
                  <a:moveTo>
                    <a:pt x="335279" y="603503"/>
                  </a:moveTo>
                  <a:lnTo>
                    <a:pt x="246887" y="685799"/>
                  </a:lnTo>
                </a:path>
              </a:pathLst>
            </a:custGeom>
            <a:ln w="15239">
              <a:solidFill>
                <a:srgbClr val="000000"/>
              </a:solidFill>
            </a:ln>
          </p:spPr>
          <p:txBody>
            <a:bodyPr wrap="square" lIns="0" tIns="0" rIns="0" bIns="0" rtlCol="0"/>
            <a:lstStyle/>
            <a:p>
              <a:endParaRPr/>
            </a:p>
          </p:txBody>
        </p:sp>
        <p:sp>
          <p:nvSpPr>
            <p:cNvPr id="107" name="object 107"/>
            <p:cNvSpPr/>
            <p:nvPr/>
          </p:nvSpPr>
          <p:spPr>
            <a:xfrm>
              <a:off x="3179063" y="5460491"/>
              <a:ext cx="7620" cy="71755"/>
            </a:xfrm>
            <a:custGeom>
              <a:avLst/>
              <a:gdLst/>
              <a:ahLst/>
              <a:cxnLst/>
              <a:rect l="l" t="t" r="r" b="b"/>
              <a:pathLst>
                <a:path w="7619" h="71754">
                  <a:moveTo>
                    <a:pt x="3809" y="-7619"/>
                  </a:moveTo>
                  <a:lnTo>
                    <a:pt x="3809" y="79247"/>
                  </a:lnTo>
                </a:path>
              </a:pathLst>
            </a:custGeom>
            <a:ln w="22859">
              <a:solidFill>
                <a:srgbClr val="000000"/>
              </a:solidFill>
            </a:ln>
          </p:spPr>
          <p:txBody>
            <a:bodyPr wrap="square" lIns="0" tIns="0" rIns="0" bIns="0" rtlCol="0"/>
            <a:lstStyle/>
            <a:p>
              <a:endParaRPr/>
            </a:p>
          </p:txBody>
        </p:sp>
        <p:sp>
          <p:nvSpPr>
            <p:cNvPr id="108" name="object 108"/>
            <p:cNvSpPr/>
            <p:nvPr/>
          </p:nvSpPr>
          <p:spPr>
            <a:xfrm>
              <a:off x="2049779" y="4738116"/>
              <a:ext cx="1515110" cy="1175385"/>
            </a:xfrm>
            <a:custGeom>
              <a:avLst/>
              <a:gdLst/>
              <a:ahLst/>
              <a:cxnLst/>
              <a:rect l="l" t="t" r="r" b="b"/>
              <a:pathLst>
                <a:path w="1515110" h="1175385">
                  <a:moveTo>
                    <a:pt x="947927" y="614171"/>
                  </a:moveTo>
                  <a:lnTo>
                    <a:pt x="1136903" y="722375"/>
                  </a:lnTo>
                </a:path>
                <a:path w="1515110" h="1175385">
                  <a:moveTo>
                    <a:pt x="757427" y="722375"/>
                  </a:moveTo>
                  <a:lnTo>
                    <a:pt x="947927" y="614171"/>
                  </a:lnTo>
                </a:path>
                <a:path w="1515110" h="1175385">
                  <a:moveTo>
                    <a:pt x="505967" y="867155"/>
                  </a:moveTo>
                  <a:lnTo>
                    <a:pt x="496823" y="798575"/>
                  </a:lnTo>
                </a:path>
                <a:path w="1515110" h="1175385">
                  <a:moveTo>
                    <a:pt x="496823" y="798575"/>
                  </a:moveTo>
                  <a:lnTo>
                    <a:pt x="589787" y="877823"/>
                  </a:lnTo>
                </a:path>
                <a:path w="1515110" h="1175385">
                  <a:moveTo>
                    <a:pt x="589787" y="877823"/>
                  </a:moveTo>
                  <a:lnTo>
                    <a:pt x="565403" y="758951"/>
                  </a:lnTo>
                </a:path>
                <a:path w="1515110" h="1175385">
                  <a:moveTo>
                    <a:pt x="565403" y="758951"/>
                  </a:moveTo>
                  <a:lnTo>
                    <a:pt x="656843" y="838199"/>
                  </a:lnTo>
                </a:path>
                <a:path w="1515110" h="1175385">
                  <a:moveTo>
                    <a:pt x="656843" y="838199"/>
                  </a:moveTo>
                  <a:lnTo>
                    <a:pt x="635507" y="717803"/>
                  </a:lnTo>
                </a:path>
                <a:path w="1515110" h="1175385">
                  <a:moveTo>
                    <a:pt x="635507" y="717803"/>
                  </a:moveTo>
                  <a:lnTo>
                    <a:pt x="728471" y="798575"/>
                  </a:lnTo>
                </a:path>
                <a:path w="1515110" h="1175385">
                  <a:moveTo>
                    <a:pt x="728471" y="798575"/>
                  </a:moveTo>
                  <a:lnTo>
                    <a:pt x="699515" y="681227"/>
                  </a:lnTo>
                </a:path>
                <a:path w="1515110" h="1175385">
                  <a:moveTo>
                    <a:pt x="699515" y="681227"/>
                  </a:moveTo>
                  <a:lnTo>
                    <a:pt x="757427" y="722375"/>
                  </a:lnTo>
                </a:path>
                <a:path w="1515110" h="1175385">
                  <a:moveTo>
                    <a:pt x="947927" y="108203"/>
                  </a:moveTo>
                  <a:lnTo>
                    <a:pt x="947927" y="0"/>
                  </a:lnTo>
                  <a:lnTo>
                    <a:pt x="3047" y="0"/>
                  </a:lnTo>
                </a:path>
                <a:path w="1515110" h="1175385">
                  <a:moveTo>
                    <a:pt x="380999" y="938783"/>
                  </a:moveTo>
                  <a:lnTo>
                    <a:pt x="505967" y="867155"/>
                  </a:lnTo>
                </a:path>
                <a:path w="1515110" h="1175385">
                  <a:moveTo>
                    <a:pt x="380999" y="940307"/>
                  </a:moveTo>
                  <a:lnTo>
                    <a:pt x="3047" y="940307"/>
                  </a:lnTo>
                </a:path>
                <a:path w="1515110" h="1175385">
                  <a:moveTo>
                    <a:pt x="1513331" y="940307"/>
                  </a:moveTo>
                  <a:lnTo>
                    <a:pt x="1388363" y="867155"/>
                  </a:lnTo>
                </a:path>
                <a:path w="1515110" h="1175385">
                  <a:moveTo>
                    <a:pt x="1514855" y="940307"/>
                  </a:moveTo>
                  <a:lnTo>
                    <a:pt x="1514855" y="1175003"/>
                  </a:lnTo>
                </a:path>
                <a:path w="1515110" h="1175385">
                  <a:moveTo>
                    <a:pt x="1510283" y="1175003"/>
                  </a:moveTo>
                  <a:lnTo>
                    <a:pt x="0" y="1175003"/>
                  </a:lnTo>
                </a:path>
              </a:pathLst>
            </a:custGeom>
            <a:ln w="15239">
              <a:solidFill>
                <a:srgbClr val="000000"/>
              </a:solidFill>
            </a:ln>
          </p:spPr>
          <p:txBody>
            <a:bodyPr wrap="square" lIns="0" tIns="0" rIns="0" bIns="0" rtlCol="0"/>
            <a:lstStyle/>
            <a:p>
              <a:endParaRPr/>
            </a:p>
          </p:txBody>
        </p:sp>
        <p:sp>
          <p:nvSpPr>
            <p:cNvPr id="109" name="object 109"/>
            <p:cNvSpPr/>
            <p:nvPr/>
          </p:nvSpPr>
          <p:spPr>
            <a:xfrm>
              <a:off x="1909572" y="4687824"/>
              <a:ext cx="102107" cy="109727"/>
            </a:xfrm>
            <a:prstGeom prst="rect">
              <a:avLst/>
            </a:prstGeom>
            <a:blipFill>
              <a:blip r:embed="rId17" cstate="print"/>
              <a:stretch>
                <a:fillRect/>
              </a:stretch>
            </a:blipFill>
          </p:spPr>
          <p:txBody>
            <a:bodyPr wrap="square" lIns="0" tIns="0" rIns="0" bIns="0" rtlCol="0"/>
            <a:lstStyle/>
            <a:p>
              <a:endParaRPr/>
            </a:p>
          </p:txBody>
        </p:sp>
        <p:sp>
          <p:nvSpPr>
            <p:cNvPr id="110" name="object 110"/>
            <p:cNvSpPr/>
            <p:nvPr/>
          </p:nvSpPr>
          <p:spPr>
            <a:xfrm>
              <a:off x="1895856" y="5861304"/>
              <a:ext cx="96012" cy="112775"/>
            </a:xfrm>
            <a:prstGeom prst="rect">
              <a:avLst/>
            </a:prstGeom>
            <a:blipFill>
              <a:blip r:embed="rId18" cstate="print"/>
              <a:stretch>
                <a:fillRect/>
              </a:stretch>
            </a:blipFill>
          </p:spPr>
          <p:txBody>
            <a:bodyPr wrap="square" lIns="0" tIns="0" rIns="0" bIns="0" rtlCol="0"/>
            <a:lstStyle/>
            <a:p>
              <a:endParaRPr/>
            </a:p>
          </p:txBody>
        </p:sp>
        <p:sp>
          <p:nvSpPr>
            <p:cNvPr id="111" name="object 111"/>
            <p:cNvSpPr/>
            <p:nvPr/>
          </p:nvSpPr>
          <p:spPr>
            <a:xfrm>
              <a:off x="1905000" y="5609844"/>
              <a:ext cx="82295" cy="109728"/>
            </a:xfrm>
            <a:prstGeom prst="rect">
              <a:avLst/>
            </a:prstGeom>
            <a:blipFill>
              <a:blip r:embed="rId19" cstate="print"/>
              <a:stretch>
                <a:fillRect/>
              </a:stretch>
            </a:blipFill>
          </p:spPr>
          <p:txBody>
            <a:bodyPr wrap="square" lIns="0" tIns="0" rIns="0" bIns="0" rtlCol="0"/>
            <a:lstStyle/>
            <a:p>
              <a:endParaRPr/>
            </a:p>
          </p:txBody>
        </p:sp>
        <p:sp>
          <p:nvSpPr>
            <p:cNvPr id="112" name="object 112"/>
            <p:cNvSpPr/>
            <p:nvPr/>
          </p:nvSpPr>
          <p:spPr>
            <a:xfrm>
              <a:off x="3112007" y="4922520"/>
              <a:ext cx="105156" cy="109727"/>
            </a:xfrm>
            <a:prstGeom prst="rect">
              <a:avLst/>
            </a:prstGeom>
            <a:blipFill>
              <a:blip r:embed="rId20" cstate="print"/>
              <a:stretch>
                <a:fillRect/>
              </a:stretch>
            </a:blipFill>
          </p:spPr>
          <p:txBody>
            <a:bodyPr wrap="square" lIns="0" tIns="0" rIns="0" bIns="0" rtlCol="0"/>
            <a:lstStyle/>
            <a:p>
              <a:endParaRPr/>
            </a:p>
          </p:txBody>
        </p:sp>
        <p:sp>
          <p:nvSpPr>
            <p:cNvPr id="113" name="object 113"/>
            <p:cNvSpPr/>
            <p:nvPr/>
          </p:nvSpPr>
          <p:spPr>
            <a:xfrm>
              <a:off x="2567940" y="5301996"/>
              <a:ext cx="105156" cy="109728"/>
            </a:xfrm>
            <a:prstGeom prst="rect">
              <a:avLst/>
            </a:prstGeom>
            <a:blipFill>
              <a:blip r:embed="rId20" cstate="print"/>
              <a:stretch>
                <a:fillRect/>
              </a:stretch>
            </a:blipFill>
          </p:spPr>
          <p:txBody>
            <a:bodyPr wrap="square" lIns="0" tIns="0" rIns="0" bIns="0" rtlCol="0"/>
            <a:lstStyle/>
            <a:p>
              <a:endParaRPr/>
            </a:p>
          </p:txBody>
        </p:sp>
        <p:sp>
          <p:nvSpPr>
            <p:cNvPr id="114" name="object 114"/>
            <p:cNvSpPr/>
            <p:nvPr/>
          </p:nvSpPr>
          <p:spPr>
            <a:xfrm>
              <a:off x="3148584" y="5644896"/>
              <a:ext cx="105156" cy="109728"/>
            </a:xfrm>
            <a:prstGeom prst="rect">
              <a:avLst/>
            </a:prstGeom>
            <a:blipFill>
              <a:blip r:embed="rId20" cstate="print"/>
              <a:stretch>
                <a:fillRect/>
              </a:stretch>
            </a:blipFill>
          </p:spPr>
          <p:txBody>
            <a:bodyPr wrap="square" lIns="0" tIns="0" rIns="0" bIns="0" rtlCol="0"/>
            <a:lstStyle/>
            <a:p>
              <a:endParaRPr/>
            </a:p>
          </p:txBody>
        </p:sp>
        <p:sp>
          <p:nvSpPr>
            <p:cNvPr id="115" name="object 115"/>
            <p:cNvSpPr/>
            <p:nvPr/>
          </p:nvSpPr>
          <p:spPr>
            <a:xfrm>
              <a:off x="841248" y="6134100"/>
              <a:ext cx="425450" cy="12700"/>
            </a:xfrm>
            <a:custGeom>
              <a:avLst/>
              <a:gdLst/>
              <a:ahLst/>
              <a:cxnLst/>
              <a:rect l="l" t="t" r="r" b="b"/>
              <a:pathLst>
                <a:path w="425450" h="12700">
                  <a:moveTo>
                    <a:pt x="0" y="0"/>
                  </a:moveTo>
                  <a:lnTo>
                    <a:pt x="425195" y="0"/>
                  </a:lnTo>
                  <a:lnTo>
                    <a:pt x="425195" y="12192"/>
                  </a:lnTo>
                  <a:lnTo>
                    <a:pt x="0" y="12192"/>
                  </a:lnTo>
                  <a:lnTo>
                    <a:pt x="0" y="0"/>
                  </a:lnTo>
                  <a:close/>
                </a:path>
              </a:pathLst>
            </a:custGeom>
            <a:solidFill>
              <a:srgbClr val="000000"/>
            </a:solidFill>
          </p:spPr>
          <p:txBody>
            <a:bodyPr wrap="square" lIns="0" tIns="0" rIns="0" bIns="0" rtlCol="0"/>
            <a:lstStyle/>
            <a:p>
              <a:endParaRPr/>
            </a:p>
          </p:txBody>
        </p:sp>
        <p:sp>
          <p:nvSpPr>
            <p:cNvPr id="116" name="object 116"/>
            <p:cNvSpPr/>
            <p:nvPr/>
          </p:nvSpPr>
          <p:spPr>
            <a:xfrm>
              <a:off x="841247" y="5361432"/>
              <a:ext cx="0" cy="772795"/>
            </a:xfrm>
            <a:custGeom>
              <a:avLst/>
              <a:gdLst/>
              <a:ahLst/>
              <a:cxnLst/>
              <a:rect l="l" t="t" r="r" b="b"/>
              <a:pathLst>
                <a:path h="772795">
                  <a:moveTo>
                    <a:pt x="0" y="772667"/>
                  </a:moveTo>
                  <a:lnTo>
                    <a:pt x="0" y="0"/>
                  </a:lnTo>
                </a:path>
              </a:pathLst>
            </a:custGeom>
            <a:ln w="12191">
              <a:solidFill>
                <a:srgbClr val="000000"/>
              </a:solidFill>
            </a:ln>
          </p:spPr>
          <p:txBody>
            <a:bodyPr wrap="square" lIns="0" tIns="0" rIns="0" bIns="0" rtlCol="0"/>
            <a:lstStyle/>
            <a:p>
              <a:endParaRPr/>
            </a:p>
          </p:txBody>
        </p:sp>
        <p:sp>
          <p:nvSpPr>
            <p:cNvPr id="117" name="object 117"/>
            <p:cNvSpPr/>
            <p:nvPr/>
          </p:nvSpPr>
          <p:spPr>
            <a:xfrm>
              <a:off x="772668" y="5361432"/>
              <a:ext cx="137160" cy="0"/>
            </a:xfrm>
            <a:custGeom>
              <a:avLst/>
              <a:gdLst/>
              <a:ahLst/>
              <a:cxnLst/>
              <a:rect l="l" t="t" r="r" b="b"/>
              <a:pathLst>
                <a:path w="137159">
                  <a:moveTo>
                    <a:pt x="0" y="0"/>
                  </a:moveTo>
                  <a:lnTo>
                    <a:pt x="137159" y="0"/>
                  </a:lnTo>
                </a:path>
              </a:pathLst>
            </a:custGeom>
            <a:ln w="21335">
              <a:solidFill>
                <a:srgbClr val="000000"/>
              </a:solidFill>
            </a:ln>
          </p:spPr>
          <p:txBody>
            <a:bodyPr wrap="square" lIns="0" tIns="0" rIns="0" bIns="0" rtlCol="0"/>
            <a:lstStyle/>
            <a:p>
              <a:endParaRPr/>
            </a:p>
          </p:txBody>
        </p:sp>
        <p:sp>
          <p:nvSpPr>
            <p:cNvPr id="118" name="object 118"/>
            <p:cNvSpPr/>
            <p:nvPr/>
          </p:nvSpPr>
          <p:spPr>
            <a:xfrm>
              <a:off x="1263396" y="5905500"/>
              <a:ext cx="878205" cy="238125"/>
            </a:xfrm>
            <a:custGeom>
              <a:avLst/>
              <a:gdLst/>
              <a:ahLst/>
              <a:cxnLst/>
              <a:rect l="l" t="t" r="r" b="b"/>
              <a:pathLst>
                <a:path w="878205" h="238125">
                  <a:moveTo>
                    <a:pt x="877824" y="0"/>
                  </a:moveTo>
                  <a:lnTo>
                    <a:pt x="858012" y="0"/>
                  </a:lnTo>
                  <a:lnTo>
                    <a:pt x="858012" y="219456"/>
                  </a:lnTo>
                  <a:lnTo>
                    <a:pt x="0" y="219456"/>
                  </a:lnTo>
                  <a:lnTo>
                    <a:pt x="0" y="237744"/>
                  </a:lnTo>
                  <a:lnTo>
                    <a:pt x="867156" y="237744"/>
                  </a:lnTo>
                  <a:lnTo>
                    <a:pt x="867156" y="228600"/>
                  </a:lnTo>
                  <a:lnTo>
                    <a:pt x="877824" y="228600"/>
                  </a:lnTo>
                  <a:lnTo>
                    <a:pt x="877824" y="0"/>
                  </a:lnTo>
                  <a:close/>
                </a:path>
              </a:pathLst>
            </a:custGeom>
            <a:solidFill>
              <a:srgbClr val="C00000"/>
            </a:solidFill>
          </p:spPr>
          <p:txBody>
            <a:bodyPr wrap="square" lIns="0" tIns="0" rIns="0" bIns="0" rtlCol="0"/>
            <a:lstStyle/>
            <a:p>
              <a:endParaRPr/>
            </a:p>
          </p:txBody>
        </p:sp>
        <p:sp>
          <p:nvSpPr>
            <p:cNvPr id="119" name="object 119"/>
            <p:cNvSpPr/>
            <p:nvPr/>
          </p:nvSpPr>
          <p:spPr>
            <a:xfrm>
              <a:off x="841248" y="4509516"/>
              <a:ext cx="425450" cy="12700"/>
            </a:xfrm>
            <a:custGeom>
              <a:avLst/>
              <a:gdLst/>
              <a:ahLst/>
              <a:cxnLst/>
              <a:rect l="l" t="t" r="r" b="b"/>
              <a:pathLst>
                <a:path w="425450" h="12700">
                  <a:moveTo>
                    <a:pt x="0" y="0"/>
                  </a:moveTo>
                  <a:lnTo>
                    <a:pt x="425195" y="0"/>
                  </a:lnTo>
                  <a:lnTo>
                    <a:pt x="425195" y="12192"/>
                  </a:lnTo>
                  <a:lnTo>
                    <a:pt x="0" y="12192"/>
                  </a:lnTo>
                  <a:lnTo>
                    <a:pt x="0" y="0"/>
                  </a:lnTo>
                  <a:close/>
                </a:path>
              </a:pathLst>
            </a:custGeom>
            <a:solidFill>
              <a:srgbClr val="000000"/>
            </a:solidFill>
          </p:spPr>
          <p:txBody>
            <a:bodyPr wrap="square" lIns="0" tIns="0" rIns="0" bIns="0" rtlCol="0"/>
            <a:lstStyle/>
            <a:p>
              <a:endParaRPr/>
            </a:p>
          </p:txBody>
        </p:sp>
        <p:sp>
          <p:nvSpPr>
            <p:cNvPr id="120" name="object 120"/>
            <p:cNvSpPr/>
            <p:nvPr/>
          </p:nvSpPr>
          <p:spPr>
            <a:xfrm>
              <a:off x="841247" y="4521708"/>
              <a:ext cx="0" cy="772795"/>
            </a:xfrm>
            <a:custGeom>
              <a:avLst/>
              <a:gdLst/>
              <a:ahLst/>
              <a:cxnLst/>
              <a:rect l="l" t="t" r="r" b="b"/>
              <a:pathLst>
                <a:path h="772795">
                  <a:moveTo>
                    <a:pt x="0" y="772667"/>
                  </a:moveTo>
                  <a:lnTo>
                    <a:pt x="0" y="0"/>
                  </a:lnTo>
                </a:path>
              </a:pathLst>
            </a:custGeom>
            <a:ln w="12191">
              <a:solidFill>
                <a:srgbClr val="000000"/>
              </a:solidFill>
            </a:ln>
          </p:spPr>
          <p:txBody>
            <a:bodyPr wrap="square" lIns="0" tIns="0" rIns="0" bIns="0" rtlCol="0"/>
            <a:lstStyle/>
            <a:p>
              <a:endParaRPr/>
            </a:p>
          </p:txBody>
        </p:sp>
        <p:sp>
          <p:nvSpPr>
            <p:cNvPr id="121" name="object 121"/>
            <p:cNvSpPr/>
            <p:nvPr/>
          </p:nvSpPr>
          <p:spPr>
            <a:xfrm>
              <a:off x="704088" y="5294376"/>
              <a:ext cx="274320" cy="0"/>
            </a:xfrm>
            <a:custGeom>
              <a:avLst/>
              <a:gdLst/>
              <a:ahLst/>
              <a:cxnLst/>
              <a:rect l="l" t="t" r="r" b="b"/>
              <a:pathLst>
                <a:path w="274319">
                  <a:moveTo>
                    <a:pt x="0" y="0"/>
                  </a:moveTo>
                  <a:lnTo>
                    <a:pt x="274319" y="0"/>
                  </a:lnTo>
                </a:path>
              </a:pathLst>
            </a:custGeom>
            <a:ln w="21335">
              <a:solidFill>
                <a:srgbClr val="000000"/>
              </a:solidFill>
            </a:ln>
          </p:spPr>
          <p:txBody>
            <a:bodyPr wrap="square" lIns="0" tIns="0" rIns="0" bIns="0" rtlCol="0"/>
            <a:lstStyle/>
            <a:p>
              <a:endParaRPr/>
            </a:p>
          </p:txBody>
        </p:sp>
        <p:sp>
          <p:nvSpPr>
            <p:cNvPr id="122" name="object 122"/>
            <p:cNvSpPr/>
            <p:nvPr/>
          </p:nvSpPr>
          <p:spPr>
            <a:xfrm>
              <a:off x="941832" y="5140452"/>
              <a:ext cx="185928" cy="123443"/>
            </a:xfrm>
            <a:prstGeom prst="rect">
              <a:avLst/>
            </a:prstGeom>
            <a:blipFill>
              <a:blip r:embed="rId21" cstate="print"/>
              <a:stretch>
                <a:fillRect/>
              </a:stretch>
            </a:blipFill>
          </p:spPr>
          <p:txBody>
            <a:bodyPr wrap="square" lIns="0" tIns="0" rIns="0" bIns="0" rtlCol="0"/>
            <a:lstStyle/>
            <a:p>
              <a:endParaRPr/>
            </a:p>
          </p:txBody>
        </p:sp>
        <p:sp>
          <p:nvSpPr>
            <p:cNvPr id="123" name="object 123"/>
            <p:cNvSpPr/>
            <p:nvPr/>
          </p:nvSpPr>
          <p:spPr>
            <a:xfrm>
              <a:off x="1266444" y="4501896"/>
              <a:ext cx="376555" cy="637540"/>
            </a:xfrm>
            <a:custGeom>
              <a:avLst/>
              <a:gdLst/>
              <a:ahLst/>
              <a:cxnLst/>
              <a:rect l="l" t="t" r="r" b="b"/>
              <a:pathLst>
                <a:path w="376555" h="637539">
                  <a:moveTo>
                    <a:pt x="376428" y="9144"/>
                  </a:moveTo>
                  <a:lnTo>
                    <a:pt x="365760" y="9144"/>
                  </a:lnTo>
                  <a:lnTo>
                    <a:pt x="365760" y="0"/>
                  </a:lnTo>
                  <a:lnTo>
                    <a:pt x="0" y="0"/>
                  </a:lnTo>
                  <a:lnTo>
                    <a:pt x="0" y="19812"/>
                  </a:lnTo>
                  <a:lnTo>
                    <a:pt x="356616" y="19812"/>
                  </a:lnTo>
                  <a:lnTo>
                    <a:pt x="356616" y="637032"/>
                  </a:lnTo>
                  <a:lnTo>
                    <a:pt x="376428" y="637032"/>
                  </a:lnTo>
                  <a:lnTo>
                    <a:pt x="376428" y="9144"/>
                  </a:lnTo>
                  <a:close/>
                </a:path>
              </a:pathLst>
            </a:custGeom>
            <a:solidFill>
              <a:srgbClr val="C00000"/>
            </a:solidFill>
          </p:spPr>
          <p:txBody>
            <a:bodyPr wrap="square" lIns="0" tIns="0" rIns="0" bIns="0" rtlCol="0"/>
            <a:lstStyle/>
            <a:p>
              <a:endParaRPr/>
            </a:p>
          </p:txBody>
        </p:sp>
      </p:grpSp>
      <p:sp>
        <p:nvSpPr>
          <p:cNvPr id="124" name="object 124"/>
          <p:cNvSpPr txBox="1"/>
          <p:nvPr/>
        </p:nvSpPr>
        <p:spPr>
          <a:xfrm>
            <a:off x="3003384" y="5159755"/>
            <a:ext cx="140970"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rlito"/>
                <a:cs typeface="Carlito"/>
              </a:rPr>
              <a:t>N</a:t>
            </a:r>
            <a:endParaRPr sz="1400">
              <a:latin typeface="Carlito"/>
              <a:cs typeface="Carlito"/>
            </a:endParaRPr>
          </a:p>
        </p:txBody>
      </p:sp>
      <p:sp>
        <p:nvSpPr>
          <p:cNvPr id="125" name="object 125"/>
          <p:cNvSpPr txBox="1"/>
          <p:nvPr/>
        </p:nvSpPr>
        <p:spPr>
          <a:xfrm>
            <a:off x="435355" y="4013631"/>
            <a:ext cx="299783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rlito"/>
                <a:cs typeface="Carlito"/>
              </a:rPr>
              <a:t>Connection during </a:t>
            </a:r>
            <a:r>
              <a:rPr sz="1800" spc="-10" dirty="0">
                <a:solidFill>
                  <a:srgbClr val="C00000"/>
                </a:solidFill>
                <a:latin typeface="Carlito"/>
                <a:cs typeface="Carlito"/>
              </a:rPr>
              <a:t>third</a:t>
            </a:r>
            <a:r>
              <a:rPr sz="1800" spc="30" dirty="0">
                <a:solidFill>
                  <a:srgbClr val="C00000"/>
                </a:solidFill>
                <a:latin typeface="Carlito"/>
                <a:cs typeface="Carlito"/>
              </a:rPr>
              <a:t> </a:t>
            </a:r>
            <a:r>
              <a:rPr sz="1800" spc="-10" dirty="0">
                <a:latin typeface="Carlito"/>
                <a:cs typeface="Carlito"/>
              </a:rPr>
              <a:t>interval</a:t>
            </a:r>
            <a:endParaRPr sz="1800">
              <a:latin typeface="Carlito"/>
              <a:cs typeface="Carlito"/>
            </a:endParaRPr>
          </a:p>
        </p:txBody>
      </p:sp>
      <p:sp>
        <p:nvSpPr>
          <p:cNvPr id="126" name="object 126"/>
          <p:cNvSpPr/>
          <p:nvPr/>
        </p:nvSpPr>
        <p:spPr>
          <a:xfrm>
            <a:off x="1632204" y="5120639"/>
            <a:ext cx="515620" cy="558165"/>
          </a:xfrm>
          <a:custGeom>
            <a:avLst/>
            <a:gdLst/>
            <a:ahLst/>
            <a:cxnLst/>
            <a:rect l="l" t="t" r="r" b="b"/>
            <a:pathLst>
              <a:path w="515619" h="558164">
                <a:moveTo>
                  <a:pt x="515112" y="9144"/>
                </a:moveTo>
                <a:lnTo>
                  <a:pt x="504444" y="9144"/>
                </a:lnTo>
                <a:lnTo>
                  <a:pt x="504444" y="0"/>
                </a:lnTo>
                <a:lnTo>
                  <a:pt x="0" y="0"/>
                </a:lnTo>
                <a:lnTo>
                  <a:pt x="0" y="19812"/>
                </a:lnTo>
                <a:lnTo>
                  <a:pt x="495300" y="19812"/>
                </a:lnTo>
                <a:lnTo>
                  <a:pt x="495300" y="557784"/>
                </a:lnTo>
                <a:lnTo>
                  <a:pt x="515112" y="557784"/>
                </a:lnTo>
                <a:lnTo>
                  <a:pt x="515112" y="9144"/>
                </a:lnTo>
                <a:close/>
              </a:path>
            </a:pathLst>
          </a:custGeom>
          <a:solidFill>
            <a:srgbClr val="C00000"/>
          </a:solidFill>
        </p:spPr>
        <p:txBody>
          <a:bodyPr wrap="square" lIns="0" tIns="0" rIns="0" bIns="0" rtlCol="0"/>
          <a:lstStyle/>
          <a:p>
            <a:endParaRPr/>
          </a:p>
        </p:txBody>
      </p:sp>
      <p:pic>
        <p:nvPicPr>
          <p:cNvPr id="6146" name="Picture 2"/>
          <p:cNvPicPr>
            <a:picLocks noChangeAspect="1" noChangeArrowheads="1"/>
          </p:cNvPicPr>
          <p:nvPr/>
        </p:nvPicPr>
        <p:blipFill>
          <a:blip r:embed="rId22"/>
          <a:srcRect/>
          <a:stretch>
            <a:fillRect/>
          </a:stretch>
        </p:blipFill>
        <p:spPr bwMode="auto">
          <a:xfrm>
            <a:off x="228600" y="1676400"/>
            <a:ext cx="4246341" cy="190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700" y="445871"/>
            <a:ext cx="3169920" cy="979169"/>
          </a:xfrm>
          <a:prstGeom prst="rect">
            <a:avLst/>
          </a:prstGeom>
        </p:spPr>
        <p:txBody>
          <a:bodyPr vert="horz" wrap="square" lIns="0" tIns="12700" rIns="0" bIns="0" rtlCol="0">
            <a:spAutoFit/>
          </a:bodyPr>
          <a:lstStyle/>
          <a:p>
            <a:pPr marL="12700">
              <a:lnSpc>
                <a:spcPts val="4054"/>
              </a:lnSpc>
              <a:spcBef>
                <a:spcPts val="100"/>
              </a:spcBef>
              <a:tabLst>
                <a:tab pos="3156585" algn="l"/>
              </a:tabLst>
            </a:pPr>
            <a:r>
              <a:rPr sz="3600" u="sng" spc="-315" smtClean="0">
                <a:solidFill>
                  <a:srgbClr val="002060"/>
                </a:solidFill>
                <a:uFill>
                  <a:solidFill>
                    <a:srgbClr val="7F7F7F"/>
                  </a:solidFill>
                </a:uFill>
              </a:rPr>
              <a:t>3-</a:t>
            </a:r>
            <a:r>
              <a:rPr lang="en-US" sz="3600" u="sng" spc="-315" dirty="0" smtClean="0">
                <a:solidFill>
                  <a:srgbClr val="002060"/>
                </a:solidFill>
                <a:uFill>
                  <a:solidFill>
                    <a:srgbClr val="7F7F7F"/>
                  </a:solidFill>
                </a:uFill>
              </a:rPr>
              <a:t> </a:t>
            </a:r>
            <a:r>
              <a:rPr sz="3600" u="sng" spc="-315" smtClean="0">
                <a:solidFill>
                  <a:srgbClr val="002060"/>
                </a:solidFill>
                <a:uFill>
                  <a:solidFill>
                    <a:srgbClr val="7F7F7F"/>
                  </a:solidFill>
                </a:uFill>
              </a:rPr>
              <a:t>Phase</a:t>
            </a:r>
            <a:r>
              <a:rPr sz="3600" u="sng" spc="-509" smtClean="0">
                <a:solidFill>
                  <a:srgbClr val="002060"/>
                </a:solidFill>
                <a:uFill>
                  <a:solidFill>
                    <a:srgbClr val="7F7F7F"/>
                  </a:solidFill>
                </a:uFill>
              </a:rPr>
              <a:t> </a:t>
            </a:r>
            <a:r>
              <a:rPr sz="3600" u="sng" spc="-350" dirty="0">
                <a:solidFill>
                  <a:srgbClr val="002060"/>
                </a:solidFill>
                <a:uFill>
                  <a:solidFill>
                    <a:srgbClr val="7F7F7F"/>
                  </a:solidFill>
                </a:uFill>
              </a:rPr>
              <a:t>Inverter	</a:t>
            </a:r>
            <a:endParaRPr sz="3600"/>
          </a:p>
          <a:p>
            <a:pPr marL="12700">
              <a:lnSpc>
                <a:spcPts val="3454"/>
              </a:lnSpc>
            </a:pPr>
            <a:r>
              <a:rPr sz="3100" spc="-240" dirty="0">
                <a:solidFill>
                  <a:srgbClr val="C00000"/>
                </a:solidFill>
              </a:rPr>
              <a:t>120</a:t>
            </a:r>
            <a:r>
              <a:rPr sz="3100" spc="-240" dirty="0">
                <a:solidFill>
                  <a:srgbClr val="C00000"/>
                </a:solidFill>
                <a:latin typeface="Times New Roman"/>
                <a:cs typeface="Times New Roman"/>
              </a:rPr>
              <a:t>°</a:t>
            </a:r>
            <a:r>
              <a:rPr sz="3100" spc="-235" dirty="0">
                <a:solidFill>
                  <a:srgbClr val="C00000"/>
                </a:solidFill>
                <a:latin typeface="Times New Roman"/>
                <a:cs typeface="Times New Roman"/>
              </a:rPr>
              <a:t> </a:t>
            </a:r>
            <a:r>
              <a:rPr sz="3100" spc="-280" dirty="0">
                <a:solidFill>
                  <a:srgbClr val="C00000"/>
                </a:solidFill>
              </a:rPr>
              <a:t>conduction</a:t>
            </a:r>
            <a:endParaRPr sz="3100">
              <a:latin typeface="Times New Roman"/>
              <a:cs typeface="Times New Roman"/>
            </a:endParaRPr>
          </a:p>
        </p:txBody>
      </p:sp>
      <p:grpSp>
        <p:nvGrpSpPr>
          <p:cNvPr id="50" name="object 50"/>
          <p:cNvGrpSpPr/>
          <p:nvPr/>
        </p:nvGrpSpPr>
        <p:grpSpPr>
          <a:xfrm>
            <a:off x="4824984" y="546226"/>
            <a:ext cx="3543300" cy="5490210"/>
            <a:chOff x="4824984" y="546226"/>
            <a:chExt cx="3543300" cy="5490210"/>
          </a:xfrm>
        </p:grpSpPr>
        <p:sp>
          <p:nvSpPr>
            <p:cNvPr id="51" name="object 51"/>
            <p:cNvSpPr/>
            <p:nvPr/>
          </p:nvSpPr>
          <p:spPr>
            <a:xfrm>
              <a:off x="5274564" y="4076699"/>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52" name="object 52"/>
            <p:cNvSpPr/>
            <p:nvPr/>
          </p:nvSpPr>
          <p:spPr>
            <a:xfrm>
              <a:off x="5702808" y="736091"/>
              <a:ext cx="2184400" cy="4994275"/>
            </a:xfrm>
            <a:custGeom>
              <a:avLst/>
              <a:gdLst/>
              <a:ahLst/>
              <a:cxnLst/>
              <a:rect l="l" t="t" r="r" b="b"/>
              <a:pathLst>
                <a:path w="2184400" h="4994275">
                  <a:moveTo>
                    <a:pt x="13716" y="4610100"/>
                  </a:moveTo>
                  <a:lnTo>
                    <a:pt x="10668" y="4607052"/>
                  </a:lnTo>
                  <a:lnTo>
                    <a:pt x="3048" y="4607052"/>
                  </a:lnTo>
                  <a:lnTo>
                    <a:pt x="0" y="4610100"/>
                  </a:lnTo>
                  <a:lnTo>
                    <a:pt x="0" y="4619244"/>
                  </a:lnTo>
                  <a:lnTo>
                    <a:pt x="3048" y="4622292"/>
                  </a:lnTo>
                  <a:lnTo>
                    <a:pt x="10668" y="4622292"/>
                  </a:lnTo>
                  <a:lnTo>
                    <a:pt x="13716" y="4619244"/>
                  </a:lnTo>
                  <a:lnTo>
                    <a:pt x="13716" y="4610100"/>
                  </a:lnTo>
                  <a:close/>
                </a:path>
                <a:path w="2184400" h="4994275">
                  <a:moveTo>
                    <a:pt x="13716" y="4527804"/>
                  </a:moveTo>
                  <a:lnTo>
                    <a:pt x="10668" y="4524756"/>
                  </a:lnTo>
                  <a:lnTo>
                    <a:pt x="3048" y="4524756"/>
                  </a:lnTo>
                  <a:lnTo>
                    <a:pt x="0" y="4527804"/>
                  </a:lnTo>
                  <a:lnTo>
                    <a:pt x="0" y="4576572"/>
                  </a:lnTo>
                  <a:lnTo>
                    <a:pt x="3048" y="4579620"/>
                  </a:lnTo>
                  <a:lnTo>
                    <a:pt x="10668" y="4579620"/>
                  </a:lnTo>
                  <a:lnTo>
                    <a:pt x="13716" y="4576572"/>
                  </a:lnTo>
                  <a:lnTo>
                    <a:pt x="13716" y="4527804"/>
                  </a:lnTo>
                  <a:close/>
                </a:path>
                <a:path w="2184400" h="4994275">
                  <a:moveTo>
                    <a:pt x="13716" y="4443984"/>
                  </a:moveTo>
                  <a:lnTo>
                    <a:pt x="10668" y="4440936"/>
                  </a:lnTo>
                  <a:lnTo>
                    <a:pt x="3048" y="4440936"/>
                  </a:lnTo>
                  <a:lnTo>
                    <a:pt x="0" y="4443984"/>
                  </a:lnTo>
                  <a:lnTo>
                    <a:pt x="0" y="4494276"/>
                  </a:lnTo>
                  <a:lnTo>
                    <a:pt x="3048" y="4497324"/>
                  </a:lnTo>
                  <a:lnTo>
                    <a:pt x="10668" y="4497324"/>
                  </a:lnTo>
                  <a:lnTo>
                    <a:pt x="13716" y="4494276"/>
                  </a:lnTo>
                  <a:lnTo>
                    <a:pt x="13716" y="4443984"/>
                  </a:lnTo>
                  <a:close/>
                </a:path>
                <a:path w="2184400" h="4994275">
                  <a:moveTo>
                    <a:pt x="13716" y="4361688"/>
                  </a:moveTo>
                  <a:lnTo>
                    <a:pt x="10668" y="4358640"/>
                  </a:lnTo>
                  <a:lnTo>
                    <a:pt x="3048" y="4358640"/>
                  </a:lnTo>
                  <a:lnTo>
                    <a:pt x="0" y="4361688"/>
                  </a:lnTo>
                  <a:lnTo>
                    <a:pt x="0" y="4410456"/>
                  </a:lnTo>
                  <a:lnTo>
                    <a:pt x="3048" y="4413504"/>
                  </a:lnTo>
                  <a:lnTo>
                    <a:pt x="10668" y="4413504"/>
                  </a:lnTo>
                  <a:lnTo>
                    <a:pt x="13716" y="4410456"/>
                  </a:lnTo>
                  <a:lnTo>
                    <a:pt x="13716" y="4361688"/>
                  </a:lnTo>
                  <a:close/>
                </a:path>
                <a:path w="2184400" h="4994275">
                  <a:moveTo>
                    <a:pt x="13716" y="4279392"/>
                  </a:moveTo>
                  <a:lnTo>
                    <a:pt x="10668" y="4276344"/>
                  </a:lnTo>
                  <a:lnTo>
                    <a:pt x="3048" y="4276344"/>
                  </a:lnTo>
                  <a:lnTo>
                    <a:pt x="0" y="4279392"/>
                  </a:lnTo>
                  <a:lnTo>
                    <a:pt x="0" y="4328160"/>
                  </a:lnTo>
                  <a:lnTo>
                    <a:pt x="3048" y="4331208"/>
                  </a:lnTo>
                  <a:lnTo>
                    <a:pt x="10668" y="4331208"/>
                  </a:lnTo>
                  <a:lnTo>
                    <a:pt x="13716" y="4328160"/>
                  </a:lnTo>
                  <a:lnTo>
                    <a:pt x="13716" y="4279392"/>
                  </a:lnTo>
                  <a:close/>
                </a:path>
                <a:path w="2184400" h="4994275">
                  <a:moveTo>
                    <a:pt x="13716" y="4195572"/>
                  </a:moveTo>
                  <a:lnTo>
                    <a:pt x="10668" y="4192524"/>
                  </a:lnTo>
                  <a:lnTo>
                    <a:pt x="3048" y="4192524"/>
                  </a:lnTo>
                  <a:lnTo>
                    <a:pt x="0" y="4195572"/>
                  </a:lnTo>
                  <a:lnTo>
                    <a:pt x="0" y="4245864"/>
                  </a:lnTo>
                  <a:lnTo>
                    <a:pt x="3048" y="4248912"/>
                  </a:lnTo>
                  <a:lnTo>
                    <a:pt x="10668" y="4248912"/>
                  </a:lnTo>
                  <a:lnTo>
                    <a:pt x="13716" y="4245864"/>
                  </a:lnTo>
                  <a:lnTo>
                    <a:pt x="13716" y="4195572"/>
                  </a:lnTo>
                  <a:close/>
                </a:path>
                <a:path w="2184400" h="4994275">
                  <a:moveTo>
                    <a:pt x="13716" y="4113276"/>
                  </a:moveTo>
                  <a:lnTo>
                    <a:pt x="10668" y="4110228"/>
                  </a:lnTo>
                  <a:lnTo>
                    <a:pt x="3048" y="4110228"/>
                  </a:lnTo>
                  <a:lnTo>
                    <a:pt x="0" y="4113276"/>
                  </a:lnTo>
                  <a:lnTo>
                    <a:pt x="0" y="4162044"/>
                  </a:lnTo>
                  <a:lnTo>
                    <a:pt x="3048" y="4165092"/>
                  </a:lnTo>
                  <a:lnTo>
                    <a:pt x="10668" y="4165092"/>
                  </a:lnTo>
                  <a:lnTo>
                    <a:pt x="13716" y="4162044"/>
                  </a:lnTo>
                  <a:lnTo>
                    <a:pt x="13716" y="4113276"/>
                  </a:lnTo>
                  <a:close/>
                </a:path>
                <a:path w="2184400" h="4994275">
                  <a:moveTo>
                    <a:pt x="13716" y="4030980"/>
                  </a:moveTo>
                  <a:lnTo>
                    <a:pt x="10668" y="4027932"/>
                  </a:lnTo>
                  <a:lnTo>
                    <a:pt x="3048" y="4027932"/>
                  </a:lnTo>
                  <a:lnTo>
                    <a:pt x="0" y="4030980"/>
                  </a:lnTo>
                  <a:lnTo>
                    <a:pt x="0" y="4079748"/>
                  </a:lnTo>
                  <a:lnTo>
                    <a:pt x="3048" y="4082796"/>
                  </a:lnTo>
                  <a:lnTo>
                    <a:pt x="10668" y="4082796"/>
                  </a:lnTo>
                  <a:lnTo>
                    <a:pt x="13716" y="4079748"/>
                  </a:lnTo>
                  <a:lnTo>
                    <a:pt x="13716" y="4030980"/>
                  </a:lnTo>
                  <a:close/>
                </a:path>
                <a:path w="2184400" h="4994275">
                  <a:moveTo>
                    <a:pt x="13716" y="3947160"/>
                  </a:moveTo>
                  <a:lnTo>
                    <a:pt x="10668" y="3944112"/>
                  </a:lnTo>
                  <a:lnTo>
                    <a:pt x="3048" y="3944112"/>
                  </a:lnTo>
                  <a:lnTo>
                    <a:pt x="0" y="3947160"/>
                  </a:lnTo>
                  <a:lnTo>
                    <a:pt x="0" y="3997452"/>
                  </a:lnTo>
                  <a:lnTo>
                    <a:pt x="3048" y="4000500"/>
                  </a:lnTo>
                  <a:lnTo>
                    <a:pt x="10668" y="4000500"/>
                  </a:lnTo>
                  <a:lnTo>
                    <a:pt x="13716" y="3997452"/>
                  </a:lnTo>
                  <a:lnTo>
                    <a:pt x="13716" y="3947160"/>
                  </a:lnTo>
                  <a:close/>
                </a:path>
                <a:path w="2184400" h="4994275">
                  <a:moveTo>
                    <a:pt x="13716" y="3864864"/>
                  </a:moveTo>
                  <a:lnTo>
                    <a:pt x="10668" y="3861816"/>
                  </a:lnTo>
                  <a:lnTo>
                    <a:pt x="3048" y="3861816"/>
                  </a:lnTo>
                  <a:lnTo>
                    <a:pt x="0" y="3864864"/>
                  </a:lnTo>
                  <a:lnTo>
                    <a:pt x="0" y="3913632"/>
                  </a:lnTo>
                  <a:lnTo>
                    <a:pt x="3048" y="3916680"/>
                  </a:lnTo>
                  <a:lnTo>
                    <a:pt x="10668" y="3916680"/>
                  </a:lnTo>
                  <a:lnTo>
                    <a:pt x="13716" y="3913632"/>
                  </a:lnTo>
                  <a:lnTo>
                    <a:pt x="13716" y="3864864"/>
                  </a:lnTo>
                  <a:close/>
                </a:path>
                <a:path w="2184400" h="4994275">
                  <a:moveTo>
                    <a:pt x="13716" y="3782568"/>
                  </a:moveTo>
                  <a:lnTo>
                    <a:pt x="10668" y="3779520"/>
                  </a:lnTo>
                  <a:lnTo>
                    <a:pt x="3048" y="3779520"/>
                  </a:lnTo>
                  <a:lnTo>
                    <a:pt x="0" y="3782568"/>
                  </a:lnTo>
                  <a:lnTo>
                    <a:pt x="0" y="3831336"/>
                  </a:lnTo>
                  <a:lnTo>
                    <a:pt x="3048" y="3834384"/>
                  </a:lnTo>
                  <a:lnTo>
                    <a:pt x="10668" y="3834384"/>
                  </a:lnTo>
                  <a:lnTo>
                    <a:pt x="13716" y="3831336"/>
                  </a:lnTo>
                  <a:lnTo>
                    <a:pt x="13716" y="3782568"/>
                  </a:lnTo>
                  <a:close/>
                </a:path>
                <a:path w="2184400" h="4994275">
                  <a:moveTo>
                    <a:pt x="13716" y="3698748"/>
                  </a:moveTo>
                  <a:lnTo>
                    <a:pt x="10668" y="3695700"/>
                  </a:lnTo>
                  <a:lnTo>
                    <a:pt x="3048" y="3695700"/>
                  </a:lnTo>
                  <a:lnTo>
                    <a:pt x="0" y="3698748"/>
                  </a:lnTo>
                  <a:lnTo>
                    <a:pt x="0" y="3749040"/>
                  </a:lnTo>
                  <a:lnTo>
                    <a:pt x="3048" y="3752088"/>
                  </a:lnTo>
                  <a:lnTo>
                    <a:pt x="10668" y="3752088"/>
                  </a:lnTo>
                  <a:lnTo>
                    <a:pt x="13716" y="3749040"/>
                  </a:lnTo>
                  <a:lnTo>
                    <a:pt x="13716" y="3698748"/>
                  </a:lnTo>
                  <a:close/>
                </a:path>
                <a:path w="2184400" h="4994275">
                  <a:moveTo>
                    <a:pt x="13716" y="3616452"/>
                  </a:moveTo>
                  <a:lnTo>
                    <a:pt x="10668" y="3613404"/>
                  </a:lnTo>
                  <a:lnTo>
                    <a:pt x="3048" y="3613404"/>
                  </a:lnTo>
                  <a:lnTo>
                    <a:pt x="0" y="3616452"/>
                  </a:lnTo>
                  <a:lnTo>
                    <a:pt x="0" y="3665220"/>
                  </a:lnTo>
                  <a:lnTo>
                    <a:pt x="3048" y="3668268"/>
                  </a:lnTo>
                  <a:lnTo>
                    <a:pt x="10668" y="3668268"/>
                  </a:lnTo>
                  <a:lnTo>
                    <a:pt x="13716" y="3665220"/>
                  </a:lnTo>
                  <a:lnTo>
                    <a:pt x="13716" y="3616452"/>
                  </a:lnTo>
                  <a:close/>
                </a:path>
                <a:path w="2184400" h="4994275">
                  <a:moveTo>
                    <a:pt x="13716" y="3534156"/>
                  </a:moveTo>
                  <a:lnTo>
                    <a:pt x="10668" y="3531108"/>
                  </a:lnTo>
                  <a:lnTo>
                    <a:pt x="3048" y="3531108"/>
                  </a:lnTo>
                  <a:lnTo>
                    <a:pt x="0" y="3534156"/>
                  </a:lnTo>
                  <a:lnTo>
                    <a:pt x="0" y="3582924"/>
                  </a:lnTo>
                  <a:lnTo>
                    <a:pt x="3048" y="3585972"/>
                  </a:lnTo>
                  <a:lnTo>
                    <a:pt x="10668" y="3585972"/>
                  </a:lnTo>
                  <a:lnTo>
                    <a:pt x="13716" y="3582924"/>
                  </a:lnTo>
                  <a:lnTo>
                    <a:pt x="13716" y="3534156"/>
                  </a:lnTo>
                  <a:close/>
                </a:path>
                <a:path w="2184400" h="4994275">
                  <a:moveTo>
                    <a:pt x="13716" y="3450336"/>
                  </a:moveTo>
                  <a:lnTo>
                    <a:pt x="10668" y="3447288"/>
                  </a:lnTo>
                  <a:lnTo>
                    <a:pt x="3048" y="3447288"/>
                  </a:lnTo>
                  <a:lnTo>
                    <a:pt x="0" y="3450336"/>
                  </a:lnTo>
                  <a:lnTo>
                    <a:pt x="0" y="3500628"/>
                  </a:lnTo>
                  <a:lnTo>
                    <a:pt x="3048" y="3503676"/>
                  </a:lnTo>
                  <a:lnTo>
                    <a:pt x="10668" y="3503676"/>
                  </a:lnTo>
                  <a:lnTo>
                    <a:pt x="13716" y="3500628"/>
                  </a:lnTo>
                  <a:lnTo>
                    <a:pt x="13716" y="3450336"/>
                  </a:lnTo>
                  <a:close/>
                </a:path>
                <a:path w="2184400" h="4994275">
                  <a:moveTo>
                    <a:pt x="13716" y="3368040"/>
                  </a:moveTo>
                  <a:lnTo>
                    <a:pt x="10668" y="3364992"/>
                  </a:lnTo>
                  <a:lnTo>
                    <a:pt x="3048" y="3364992"/>
                  </a:lnTo>
                  <a:lnTo>
                    <a:pt x="0" y="3368040"/>
                  </a:lnTo>
                  <a:lnTo>
                    <a:pt x="0" y="3416808"/>
                  </a:lnTo>
                  <a:lnTo>
                    <a:pt x="3048" y="3419856"/>
                  </a:lnTo>
                  <a:lnTo>
                    <a:pt x="10668" y="3419856"/>
                  </a:lnTo>
                  <a:lnTo>
                    <a:pt x="13716" y="3416808"/>
                  </a:lnTo>
                  <a:lnTo>
                    <a:pt x="13716" y="3368040"/>
                  </a:lnTo>
                  <a:close/>
                </a:path>
                <a:path w="2184400" h="4994275">
                  <a:moveTo>
                    <a:pt x="13716" y="3285744"/>
                  </a:moveTo>
                  <a:lnTo>
                    <a:pt x="10668" y="3282696"/>
                  </a:lnTo>
                  <a:lnTo>
                    <a:pt x="3048" y="3282696"/>
                  </a:lnTo>
                  <a:lnTo>
                    <a:pt x="0" y="3285744"/>
                  </a:lnTo>
                  <a:lnTo>
                    <a:pt x="0" y="3334512"/>
                  </a:lnTo>
                  <a:lnTo>
                    <a:pt x="3048" y="3337560"/>
                  </a:lnTo>
                  <a:lnTo>
                    <a:pt x="10668" y="3337560"/>
                  </a:lnTo>
                  <a:lnTo>
                    <a:pt x="13716" y="3334512"/>
                  </a:lnTo>
                  <a:lnTo>
                    <a:pt x="13716" y="3285744"/>
                  </a:lnTo>
                  <a:close/>
                </a:path>
                <a:path w="2184400" h="4994275">
                  <a:moveTo>
                    <a:pt x="13716" y="3201924"/>
                  </a:moveTo>
                  <a:lnTo>
                    <a:pt x="10668" y="3198876"/>
                  </a:lnTo>
                  <a:lnTo>
                    <a:pt x="3048" y="3198876"/>
                  </a:lnTo>
                  <a:lnTo>
                    <a:pt x="0" y="3201924"/>
                  </a:lnTo>
                  <a:lnTo>
                    <a:pt x="0" y="3252216"/>
                  </a:lnTo>
                  <a:lnTo>
                    <a:pt x="3048" y="3255264"/>
                  </a:lnTo>
                  <a:lnTo>
                    <a:pt x="10668" y="3255264"/>
                  </a:lnTo>
                  <a:lnTo>
                    <a:pt x="13716" y="3252216"/>
                  </a:lnTo>
                  <a:lnTo>
                    <a:pt x="13716" y="3201924"/>
                  </a:lnTo>
                  <a:close/>
                </a:path>
                <a:path w="2184400" h="4994275">
                  <a:moveTo>
                    <a:pt x="13716" y="3119628"/>
                  </a:moveTo>
                  <a:lnTo>
                    <a:pt x="10668" y="3116580"/>
                  </a:lnTo>
                  <a:lnTo>
                    <a:pt x="3048" y="3116580"/>
                  </a:lnTo>
                  <a:lnTo>
                    <a:pt x="0" y="3119628"/>
                  </a:lnTo>
                  <a:lnTo>
                    <a:pt x="0" y="3168396"/>
                  </a:lnTo>
                  <a:lnTo>
                    <a:pt x="3048" y="3171444"/>
                  </a:lnTo>
                  <a:lnTo>
                    <a:pt x="10668" y="3171444"/>
                  </a:lnTo>
                  <a:lnTo>
                    <a:pt x="13716" y="3168396"/>
                  </a:lnTo>
                  <a:lnTo>
                    <a:pt x="13716" y="3119628"/>
                  </a:lnTo>
                  <a:close/>
                </a:path>
                <a:path w="2184400" h="4994275">
                  <a:moveTo>
                    <a:pt x="13716" y="3037332"/>
                  </a:moveTo>
                  <a:lnTo>
                    <a:pt x="10668" y="3034284"/>
                  </a:lnTo>
                  <a:lnTo>
                    <a:pt x="3048" y="3034284"/>
                  </a:lnTo>
                  <a:lnTo>
                    <a:pt x="0" y="3037332"/>
                  </a:lnTo>
                  <a:lnTo>
                    <a:pt x="0" y="3086100"/>
                  </a:lnTo>
                  <a:lnTo>
                    <a:pt x="3048" y="3089148"/>
                  </a:lnTo>
                  <a:lnTo>
                    <a:pt x="10668" y="3089148"/>
                  </a:lnTo>
                  <a:lnTo>
                    <a:pt x="13716" y="3086100"/>
                  </a:lnTo>
                  <a:lnTo>
                    <a:pt x="13716" y="3037332"/>
                  </a:lnTo>
                  <a:close/>
                </a:path>
                <a:path w="2184400" h="4994275">
                  <a:moveTo>
                    <a:pt x="13716" y="2953512"/>
                  </a:moveTo>
                  <a:lnTo>
                    <a:pt x="10668" y="2950464"/>
                  </a:lnTo>
                  <a:lnTo>
                    <a:pt x="3048" y="2950464"/>
                  </a:lnTo>
                  <a:lnTo>
                    <a:pt x="0" y="2953512"/>
                  </a:lnTo>
                  <a:lnTo>
                    <a:pt x="0" y="3003804"/>
                  </a:lnTo>
                  <a:lnTo>
                    <a:pt x="3048" y="3006852"/>
                  </a:lnTo>
                  <a:lnTo>
                    <a:pt x="10668" y="3006852"/>
                  </a:lnTo>
                  <a:lnTo>
                    <a:pt x="13716" y="3003804"/>
                  </a:lnTo>
                  <a:lnTo>
                    <a:pt x="13716" y="2953512"/>
                  </a:lnTo>
                  <a:close/>
                </a:path>
                <a:path w="2184400" h="4994275">
                  <a:moveTo>
                    <a:pt x="13716" y="2871216"/>
                  </a:moveTo>
                  <a:lnTo>
                    <a:pt x="10668" y="2868168"/>
                  </a:lnTo>
                  <a:lnTo>
                    <a:pt x="3048" y="2868168"/>
                  </a:lnTo>
                  <a:lnTo>
                    <a:pt x="0" y="2871216"/>
                  </a:lnTo>
                  <a:lnTo>
                    <a:pt x="0" y="2919984"/>
                  </a:lnTo>
                  <a:lnTo>
                    <a:pt x="3048" y="2923032"/>
                  </a:lnTo>
                  <a:lnTo>
                    <a:pt x="10668" y="2923032"/>
                  </a:lnTo>
                  <a:lnTo>
                    <a:pt x="13716" y="2919984"/>
                  </a:lnTo>
                  <a:lnTo>
                    <a:pt x="13716" y="2871216"/>
                  </a:lnTo>
                  <a:close/>
                </a:path>
                <a:path w="2184400" h="4994275">
                  <a:moveTo>
                    <a:pt x="13716" y="2788920"/>
                  </a:moveTo>
                  <a:lnTo>
                    <a:pt x="10668" y="2785872"/>
                  </a:lnTo>
                  <a:lnTo>
                    <a:pt x="3048" y="2785872"/>
                  </a:lnTo>
                  <a:lnTo>
                    <a:pt x="0" y="2788920"/>
                  </a:lnTo>
                  <a:lnTo>
                    <a:pt x="0" y="2837688"/>
                  </a:lnTo>
                  <a:lnTo>
                    <a:pt x="3048" y="2840736"/>
                  </a:lnTo>
                  <a:lnTo>
                    <a:pt x="10668" y="2840736"/>
                  </a:lnTo>
                  <a:lnTo>
                    <a:pt x="13716" y="2837688"/>
                  </a:lnTo>
                  <a:lnTo>
                    <a:pt x="13716" y="2788920"/>
                  </a:lnTo>
                  <a:close/>
                </a:path>
                <a:path w="2184400" h="4994275">
                  <a:moveTo>
                    <a:pt x="13716" y="2705100"/>
                  </a:moveTo>
                  <a:lnTo>
                    <a:pt x="10668" y="2702052"/>
                  </a:lnTo>
                  <a:lnTo>
                    <a:pt x="3048" y="2702052"/>
                  </a:lnTo>
                  <a:lnTo>
                    <a:pt x="0" y="2705100"/>
                  </a:lnTo>
                  <a:lnTo>
                    <a:pt x="0" y="2755392"/>
                  </a:lnTo>
                  <a:lnTo>
                    <a:pt x="3048" y="2758440"/>
                  </a:lnTo>
                  <a:lnTo>
                    <a:pt x="10668" y="2758440"/>
                  </a:lnTo>
                  <a:lnTo>
                    <a:pt x="13716" y="2755392"/>
                  </a:lnTo>
                  <a:lnTo>
                    <a:pt x="13716" y="2705100"/>
                  </a:lnTo>
                  <a:close/>
                </a:path>
                <a:path w="2184400" h="4994275">
                  <a:moveTo>
                    <a:pt x="13716" y="2622804"/>
                  </a:moveTo>
                  <a:lnTo>
                    <a:pt x="10668" y="2619756"/>
                  </a:lnTo>
                  <a:lnTo>
                    <a:pt x="3048" y="2619756"/>
                  </a:lnTo>
                  <a:lnTo>
                    <a:pt x="0" y="2622804"/>
                  </a:lnTo>
                  <a:lnTo>
                    <a:pt x="0" y="2671572"/>
                  </a:lnTo>
                  <a:lnTo>
                    <a:pt x="3048" y="2674620"/>
                  </a:lnTo>
                  <a:lnTo>
                    <a:pt x="10668" y="2674620"/>
                  </a:lnTo>
                  <a:lnTo>
                    <a:pt x="13716" y="2671572"/>
                  </a:lnTo>
                  <a:lnTo>
                    <a:pt x="13716" y="2622804"/>
                  </a:lnTo>
                  <a:close/>
                </a:path>
                <a:path w="2184400" h="4994275">
                  <a:moveTo>
                    <a:pt x="13716" y="2540508"/>
                  </a:moveTo>
                  <a:lnTo>
                    <a:pt x="10668" y="2537460"/>
                  </a:lnTo>
                  <a:lnTo>
                    <a:pt x="3048" y="2537460"/>
                  </a:lnTo>
                  <a:lnTo>
                    <a:pt x="0" y="2540508"/>
                  </a:lnTo>
                  <a:lnTo>
                    <a:pt x="0" y="2589276"/>
                  </a:lnTo>
                  <a:lnTo>
                    <a:pt x="3048" y="2592324"/>
                  </a:lnTo>
                  <a:lnTo>
                    <a:pt x="10668" y="2592324"/>
                  </a:lnTo>
                  <a:lnTo>
                    <a:pt x="13716" y="2589276"/>
                  </a:lnTo>
                  <a:lnTo>
                    <a:pt x="13716" y="2540508"/>
                  </a:lnTo>
                  <a:close/>
                </a:path>
                <a:path w="2184400" h="4994275">
                  <a:moveTo>
                    <a:pt x="13716" y="2456688"/>
                  </a:moveTo>
                  <a:lnTo>
                    <a:pt x="10668" y="2453640"/>
                  </a:lnTo>
                  <a:lnTo>
                    <a:pt x="3048" y="2453640"/>
                  </a:lnTo>
                  <a:lnTo>
                    <a:pt x="0" y="2456688"/>
                  </a:lnTo>
                  <a:lnTo>
                    <a:pt x="0" y="2506980"/>
                  </a:lnTo>
                  <a:lnTo>
                    <a:pt x="3048" y="2510028"/>
                  </a:lnTo>
                  <a:lnTo>
                    <a:pt x="10668" y="2510028"/>
                  </a:lnTo>
                  <a:lnTo>
                    <a:pt x="13716" y="2506980"/>
                  </a:lnTo>
                  <a:lnTo>
                    <a:pt x="13716" y="2456688"/>
                  </a:lnTo>
                  <a:close/>
                </a:path>
                <a:path w="2184400" h="4994275">
                  <a:moveTo>
                    <a:pt x="13716" y="2374392"/>
                  </a:moveTo>
                  <a:lnTo>
                    <a:pt x="10668" y="2371344"/>
                  </a:lnTo>
                  <a:lnTo>
                    <a:pt x="3048" y="2371344"/>
                  </a:lnTo>
                  <a:lnTo>
                    <a:pt x="0" y="2374392"/>
                  </a:lnTo>
                  <a:lnTo>
                    <a:pt x="0" y="2423160"/>
                  </a:lnTo>
                  <a:lnTo>
                    <a:pt x="3048" y="2426208"/>
                  </a:lnTo>
                  <a:lnTo>
                    <a:pt x="10668" y="2426208"/>
                  </a:lnTo>
                  <a:lnTo>
                    <a:pt x="13716" y="2423160"/>
                  </a:lnTo>
                  <a:lnTo>
                    <a:pt x="13716" y="2374392"/>
                  </a:lnTo>
                  <a:close/>
                </a:path>
                <a:path w="2184400" h="4994275">
                  <a:moveTo>
                    <a:pt x="13716" y="2292096"/>
                  </a:moveTo>
                  <a:lnTo>
                    <a:pt x="10668" y="2289048"/>
                  </a:lnTo>
                  <a:lnTo>
                    <a:pt x="3048" y="2289048"/>
                  </a:lnTo>
                  <a:lnTo>
                    <a:pt x="0" y="2292096"/>
                  </a:lnTo>
                  <a:lnTo>
                    <a:pt x="0" y="2340864"/>
                  </a:lnTo>
                  <a:lnTo>
                    <a:pt x="3048" y="2343912"/>
                  </a:lnTo>
                  <a:lnTo>
                    <a:pt x="10668" y="2343912"/>
                  </a:lnTo>
                  <a:lnTo>
                    <a:pt x="13716" y="2340864"/>
                  </a:lnTo>
                  <a:lnTo>
                    <a:pt x="13716" y="2292096"/>
                  </a:lnTo>
                  <a:close/>
                </a:path>
                <a:path w="2184400" h="4994275">
                  <a:moveTo>
                    <a:pt x="13716" y="2209800"/>
                  </a:moveTo>
                  <a:lnTo>
                    <a:pt x="10668" y="2205228"/>
                  </a:lnTo>
                  <a:lnTo>
                    <a:pt x="3048" y="2205228"/>
                  </a:lnTo>
                  <a:lnTo>
                    <a:pt x="0" y="2209800"/>
                  </a:lnTo>
                  <a:lnTo>
                    <a:pt x="0" y="2258568"/>
                  </a:lnTo>
                  <a:lnTo>
                    <a:pt x="3048" y="2261616"/>
                  </a:lnTo>
                  <a:lnTo>
                    <a:pt x="10668" y="2261616"/>
                  </a:lnTo>
                  <a:lnTo>
                    <a:pt x="13716" y="2258568"/>
                  </a:lnTo>
                  <a:lnTo>
                    <a:pt x="13716" y="2209800"/>
                  </a:lnTo>
                  <a:close/>
                </a:path>
                <a:path w="2184400" h="4994275">
                  <a:moveTo>
                    <a:pt x="13716" y="2125980"/>
                  </a:moveTo>
                  <a:lnTo>
                    <a:pt x="10668" y="2122932"/>
                  </a:lnTo>
                  <a:lnTo>
                    <a:pt x="3048" y="2122932"/>
                  </a:lnTo>
                  <a:lnTo>
                    <a:pt x="0" y="2125980"/>
                  </a:lnTo>
                  <a:lnTo>
                    <a:pt x="0" y="2174748"/>
                  </a:lnTo>
                  <a:lnTo>
                    <a:pt x="3048" y="2177796"/>
                  </a:lnTo>
                  <a:lnTo>
                    <a:pt x="10668" y="2177796"/>
                  </a:lnTo>
                  <a:lnTo>
                    <a:pt x="13716" y="2174748"/>
                  </a:lnTo>
                  <a:lnTo>
                    <a:pt x="13716" y="2125980"/>
                  </a:lnTo>
                  <a:close/>
                </a:path>
                <a:path w="2184400" h="4994275">
                  <a:moveTo>
                    <a:pt x="13716" y="2043684"/>
                  </a:moveTo>
                  <a:lnTo>
                    <a:pt x="10668" y="2040636"/>
                  </a:lnTo>
                  <a:lnTo>
                    <a:pt x="3048" y="2040636"/>
                  </a:lnTo>
                  <a:lnTo>
                    <a:pt x="0" y="2043684"/>
                  </a:lnTo>
                  <a:lnTo>
                    <a:pt x="0" y="2092452"/>
                  </a:lnTo>
                  <a:lnTo>
                    <a:pt x="3048" y="2095500"/>
                  </a:lnTo>
                  <a:lnTo>
                    <a:pt x="10668" y="2095500"/>
                  </a:lnTo>
                  <a:lnTo>
                    <a:pt x="13716" y="2092452"/>
                  </a:lnTo>
                  <a:lnTo>
                    <a:pt x="13716" y="2043684"/>
                  </a:lnTo>
                  <a:close/>
                </a:path>
                <a:path w="2184400" h="4994275">
                  <a:moveTo>
                    <a:pt x="13716" y="1961388"/>
                  </a:moveTo>
                  <a:lnTo>
                    <a:pt x="10668" y="1956816"/>
                  </a:lnTo>
                  <a:lnTo>
                    <a:pt x="3048" y="1956816"/>
                  </a:lnTo>
                  <a:lnTo>
                    <a:pt x="0" y="1961388"/>
                  </a:lnTo>
                  <a:lnTo>
                    <a:pt x="0" y="2010156"/>
                  </a:lnTo>
                  <a:lnTo>
                    <a:pt x="3048" y="2013204"/>
                  </a:lnTo>
                  <a:lnTo>
                    <a:pt x="10668" y="2013204"/>
                  </a:lnTo>
                  <a:lnTo>
                    <a:pt x="13716" y="2010156"/>
                  </a:lnTo>
                  <a:lnTo>
                    <a:pt x="13716" y="1961388"/>
                  </a:lnTo>
                  <a:close/>
                </a:path>
                <a:path w="2184400" h="4994275">
                  <a:moveTo>
                    <a:pt x="13716" y="1877568"/>
                  </a:moveTo>
                  <a:lnTo>
                    <a:pt x="10668" y="1874520"/>
                  </a:lnTo>
                  <a:lnTo>
                    <a:pt x="3048" y="1874520"/>
                  </a:lnTo>
                  <a:lnTo>
                    <a:pt x="0" y="1877568"/>
                  </a:lnTo>
                  <a:lnTo>
                    <a:pt x="0" y="1926336"/>
                  </a:lnTo>
                  <a:lnTo>
                    <a:pt x="3048" y="1929384"/>
                  </a:lnTo>
                  <a:lnTo>
                    <a:pt x="10668" y="1929384"/>
                  </a:lnTo>
                  <a:lnTo>
                    <a:pt x="13716" y="1926336"/>
                  </a:lnTo>
                  <a:lnTo>
                    <a:pt x="13716" y="1877568"/>
                  </a:lnTo>
                  <a:close/>
                </a:path>
                <a:path w="2184400" h="4994275">
                  <a:moveTo>
                    <a:pt x="13716" y="1795272"/>
                  </a:moveTo>
                  <a:lnTo>
                    <a:pt x="10668" y="1792224"/>
                  </a:lnTo>
                  <a:lnTo>
                    <a:pt x="3048" y="1792224"/>
                  </a:lnTo>
                  <a:lnTo>
                    <a:pt x="0" y="1795272"/>
                  </a:lnTo>
                  <a:lnTo>
                    <a:pt x="0" y="1844040"/>
                  </a:lnTo>
                  <a:lnTo>
                    <a:pt x="3048" y="1847088"/>
                  </a:lnTo>
                  <a:lnTo>
                    <a:pt x="10668" y="1847088"/>
                  </a:lnTo>
                  <a:lnTo>
                    <a:pt x="13716" y="1844040"/>
                  </a:lnTo>
                  <a:lnTo>
                    <a:pt x="13716" y="1795272"/>
                  </a:lnTo>
                  <a:close/>
                </a:path>
                <a:path w="2184400" h="4994275">
                  <a:moveTo>
                    <a:pt x="13716" y="1712976"/>
                  </a:moveTo>
                  <a:lnTo>
                    <a:pt x="10668" y="1709928"/>
                  </a:lnTo>
                  <a:lnTo>
                    <a:pt x="3048" y="1709928"/>
                  </a:lnTo>
                  <a:lnTo>
                    <a:pt x="0" y="1712976"/>
                  </a:lnTo>
                  <a:lnTo>
                    <a:pt x="0" y="1761744"/>
                  </a:lnTo>
                  <a:lnTo>
                    <a:pt x="3048" y="1764792"/>
                  </a:lnTo>
                  <a:lnTo>
                    <a:pt x="10668" y="1764792"/>
                  </a:lnTo>
                  <a:lnTo>
                    <a:pt x="13716" y="1761744"/>
                  </a:lnTo>
                  <a:lnTo>
                    <a:pt x="13716" y="1712976"/>
                  </a:lnTo>
                  <a:close/>
                </a:path>
                <a:path w="2184400" h="4994275">
                  <a:moveTo>
                    <a:pt x="13716" y="1629156"/>
                  </a:moveTo>
                  <a:lnTo>
                    <a:pt x="10668" y="1626108"/>
                  </a:lnTo>
                  <a:lnTo>
                    <a:pt x="3048" y="1626108"/>
                  </a:lnTo>
                  <a:lnTo>
                    <a:pt x="0" y="1629156"/>
                  </a:lnTo>
                  <a:lnTo>
                    <a:pt x="0" y="1677924"/>
                  </a:lnTo>
                  <a:lnTo>
                    <a:pt x="3048" y="1680972"/>
                  </a:lnTo>
                  <a:lnTo>
                    <a:pt x="10668" y="1680972"/>
                  </a:lnTo>
                  <a:lnTo>
                    <a:pt x="13716" y="1677924"/>
                  </a:lnTo>
                  <a:lnTo>
                    <a:pt x="13716" y="1629156"/>
                  </a:lnTo>
                  <a:close/>
                </a:path>
                <a:path w="2184400" h="4994275">
                  <a:moveTo>
                    <a:pt x="13716" y="1546860"/>
                  </a:moveTo>
                  <a:lnTo>
                    <a:pt x="10668" y="1543812"/>
                  </a:lnTo>
                  <a:lnTo>
                    <a:pt x="3048" y="1543812"/>
                  </a:lnTo>
                  <a:lnTo>
                    <a:pt x="0" y="1546860"/>
                  </a:lnTo>
                  <a:lnTo>
                    <a:pt x="0" y="1595628"/>
                  </a:lnTo>
                  <a:lnTo>
                    <a:pt x="3048" y="1598676"/>
                  </a:lnTo>
                  <a:lnTo>
                    <a:pt x="10668" y="1598676"/>
                  </a:lnTo>
                  <a:lnTo>
                    <a:pt x="13716" y="1595628"/>
                  </a:lnTo>
                  <a:lnTo>
                    <a:pt x="13716" y="1546860"/>
                  </a:lnTo>
                  <a:close/>
                </a:path>
                <a:path w="2184400" h="4994275">
                  <a:moveTo>
                    <a:pt x="13716" y="1464564"/>
                  </a:moveTo>
                  <a:lnTo>
                    <a:pt x="10668" y="1461516"/>
                  </a:lnTo>
                  <a:lnTo>
                    <a:pt x="3048" y="1461516"/>
                  </a:lnTo>
                  <a:lnTo>
                    <a:pt x="0" y="1464564"/>
                  </a:lnTo>
                  <a:lnTo>
                    <a:pt x="0" y="1513332"/>
                  </a:lnTo>
                  <a:lnTo>
                    <a:pt x="3048" y="1516380"/>
                  </a:lnTo>
                  <a:lnTo>
                    <a:pt x="10668" y="1516380"/>
                  </a:lnTo>
                  <a:lnTo>
                    <a:pt x="13716" y="1513332"/>
                  </a:lnTo>
                  <a:lnTo>
                    <a:pt x="13716" y="1464564"/>
                  </a:lnTo>
                  <a:close/>
                </a:path>
                <a:path w="2184400" h="4994275">
                  <a:moveTo>
                    <a:pt x="13716" y="1380744"/>
                  </a:moveTo>
                  <a:lnTo>
                    <a:pt x="10668" y="1377696"/>
                  </a:lnTo>
                  <a:lnTo>
                    <a:pt x="3048" y="1377696"/>
                  </a:lnTo>
                  <a:lnTo>
                    <a:pt x="0" y="1380744"/>
                  </a:lnTo>
                  <a:lnTo>
                    <a:pt x="0" y="1429512"/>
                  </a:lnTo>
                  <a:lnTo>
                    <a:pt x="3048" y="1432560"/>
                  </a:lnTo>
                  <a:lnTo>
                    <a:pt x="10668" y="1432560"/>
                  </a:lnTo>
                  <a:lnTo>
                    <a:pt x="13716" y="1429512"/>
                  </a:lnTo>
                  <a:lnTo>
                    <a:pt x="13716" y="1380744"/>
                  </a:lnTo>
                  <a:close/>
                </a:path>
                <a:path w="2184400" h="4994275">
                  <a:moveTo>
                    <a:pt x="13716" y="1298448"/>
                  </a:moveTo>
                  <a:lnTo>
                    <a:pt x="10668" y="1295400"/>
                  </a:lnTo>
                  <a:lnTo>
                    <a:pt x="3048" y="1295400"/>
                  </a:lnTo>
                  <a:lnTo>
                    <a:pt x="0" y="1298448"/>
                  </a:lnTo>
                  <a:lnTo>
                    <a:pt x="0" y="1347216"/>
                  </a:lnTo>
                  <a:lnTo>
                    <a:pt x="3048" y="1350264"/>
                  </a:lnTo>
                  <a:lnTo>
                    <a:pt x="10668" y="1350264"/>
                  </a:lnTo>
                  <a:lnTo>
                    <a:pt x="13716" y="1347216"/>
                  </a:lnTo>
                  <a:lnTo>
                    <a:pt x="13716" y="1298448"/>
                  </a:lnTo>
                  <a:close/>
                </a:path>
                <a:path w="2184400" h="4994275">
                  <a:moveTo>
                    <a:pt x="13716" y="1216152"/>
                  </a:moveTo>
                  <a:lnTo>
                    <a:pt x="10668" y="1213104"/>
                  </a:lnTo>
                  <a:lnTo>
                    <a:pt x="3048" y="1213104"/>
                  </a:lnTo>
                  <a:lnTo>
                    <a:pt x="0" y="1216152"/>
                  </a:lnTo>
                  <a:lnTo>
                    <a:pt x="0" y="1264920"/>
                  </a:lnTo>
                  <a:lnTo>
                    <a:pt x="3048" y="1267968"/>
                  </a:lnTo>
                  <a:lnTo>
                    <a:pt x="10668" y="1267968"/>
                  </a:lnTo>
                  <a:lnTo>
                    <a:pt x="13716" y="1264920"/>
                  </a:lnTo>
                  <a:lnTo>
                    <a:pt x="13716" y="1216152"/>
                  </a:lnTo>
                  <a:close/>
                </a:path>
                <a:path w="2184400" h="4994275">
                  <a:moveTo>
                    <a:pt x="13716" y="1132332"/>
                  </a:moveTo>
                  <a:lnTo>
                    <a:pt x="10668" y="1129284"/>
                  </a:lnTo>
                  <a:lnTo>
                    <a:pt x="3048" y="1129284"/>
                  </a:lnTo>
                  <a:lnTo>
                    <a:pt x="0" y="1132332"/>
                  </a:lnTo>
                  <a:lnTo>
                    <a:pt x="0" y="1181100"/>
                  </a:lnTo>
                  <a:lnTo>
                    <a:pt x="3048" y="1184148"/>
                  </a:lnTo>
                  <a:lnTo>
                    <a:pt x="10668" y="1184148"/>
                  </a:lnTo>
                  <a:lnTo>
                    <a:pt x="13716" y="1181100"/>
                  </a:lnTo>
                  <a:lnTo>
                    <a:pt x="13716" y="1132332"/>
                  </a:lnTo>
                  <a:close/>
                </a:path>
                <a:path w="2184400" h="4994275">
                  <a:moveTo>
                    <a:pt x="13716" y="1050036"/>
                  </a:moveTo>
                  <a:lnTo>
                    <a:pt x="10668" y="1046988"/>
                  </a:lnTo>
                  <a:lnTo>
                    <a:pt x="3048" y="1046988"/>
                  </a:lnTo>
                  <a:lnTo>
                    <a:pt x="0" y="1050036"/>
                  </a:lnTo>
                  <a:lnTo>
                    <a:pt x="0" y="1098804"/>
                  </a:lnTo>
                  <a:lnTo>
                    <a:pt x="3048" y="1101852"/>
                  </a:lnTo>
                  <a:lnTo>
                    <a:pt x="10668" y="1101852"/>
                  </a:lnTo>
                  <a:lnTo>
                    <a:pt x="13716" y="1098804"/>
                  </a:lnTo>
                  <a:lnTo>
                    <a:pt x="13716" y="1050036"/>
                  </a:lnTo>
                  <a:close/>
                </a:path>
                <a:path w="2184400" h="4994275">
                  <a:moveTo>
                    <a:pt x="13716" y="967740"/>
                  </a:moveTo>
                  <a:lnTo>
                    <a:pt x="10668" y="964692"/>
                  </a:lnTo>
                  <a:lnTo>
                    <a:pt x="3048" y="964692"/>
                  </a:lnTo>
                  <a:lnTo>
                    <a:pt x="0" y="967740"/>
                  </a:lnTo>
                  <a:lnTo>
                    <a:pt x="0" y="1016508"/>
                  </a:lnTo>
                  <a:lnTo>
                    <a:pt x="3048" y="1019556"/>
                  </a:lnTo>
                  <a:lnTo>
                    <a:pt x="10668" y="1019556"/>
                  </a:lnTo>
                  <a:lnTo>
                    <a:pt x="13716" y="1016508"/>
                  </a:lnTo>
                  <a:lnTo>
                    <a:pt x="13716" y="967740"/>
                  </a:lnTo>
                  <a:close/>
                </a:path>
                <a:path w="2184400" h="4994275">
                  <a:moveTo>
                    <a:pt x="13716" y="883920"/>
                  </a:moveTo>
                  <a:lnTo>
                    <a:pt x="10668" y="880872"/>
                  </a:lnTo>
                  <a:lnTo>
                    <a:pt x="3048" y="880872"/>
                  </a:lnTo>
                  <a:lnTo>
                    <a:pt x="0" y="883920"/>
                  </a:lnTo>
                  <a:lnTo>
                    <a:pt x="0" y="932688"/>
                  </a:lnTo>
                  <a:lnTo>
                    <a:pt x="3048" y="935736"/>
                  </a:lnTo>
                  <a:lnTo>
                    <a:pt x="10668" y="935736"/>
                  </a:lnTo>
                  <a:lnTo>
                    <a:pt x="13716" y="932688"/>
                  </a:lnTo>
                  <a:lnTo>
                    <a:pt x="13716" y="883920"/>
                  </a:lnTo>
                  <a:close/>
                </a:path>
                <a:path w="2184400" h="4994275">
                  <a:moveTo>
                    <a:pt x="13716" y="801624"/>
                  </a:moveTo>
                  <a:lnTo>
                    <a:pt x="10668" y="798576"/>
                  </a:lnTo>
                  <a:lnTo>
                    <a:pt x="3048" y="798576"/>
                  </a:lnTo>
                  <a:lnTo>
                    <a:pt x="0" y="801624"/>
                  </a:lnTo>
                  <a:lnTo>
                    <a:pt x="0" y="850392"/>
                  </a:lnTo>
                  <a:lnTo>
                    <a:pt x="3048" y="853440"/>
                  </a:lnTo>
                  <a:lnTo>
                    <a:pt x="10668" y="853440"/>
                  </a:lnTo>
                  <a:lnTo>
                    <a:pt x="13716" y="850392"/>
                  </a:lnTo>
                  <a:lnTo>
                    <a:pt x="13716" y="801624"/>
                  </a:lnTo>
                  <a:close/>
                </a:path>
                <a:path w="2184400" h="4994275">
                  <a:moveTo>
                    <a:pt x="13716" y="719328"/>
                  </a:moveTo>
                  <a:lnTo>
                    <a:pt x="10668" y="716280"/>
                  </a:lnTo>
                  <a:lnTo>
                    <a:pt x="3048" y="716280"/>
                  </a:lnTo>
                  <a:lnTo>
                    <a:pt x="0" y="719328"/>
                  </a:lnTo>
                  <a:lnTo>
                    <a:pt x="0" y="768096"/>
                  </a:lnTo>
                  <a:lnTo>
                    <a:pt x="3048" y="771144"/>
                  </a:lnTo>
                  <a:lnTo>
                    <a:pt x="10668" y="771144"/>
                  </a:lnTo>
                  <a:lnTo>
                    <a:pt x="13716" y="768096"/>
                  </a:lnTo>
                  <a:lnTo>
                    <a:pt x="13716" y="719328"/>
                  </a:lnTo>
                  <a:close/>
                </a:path>
                <a:path w="2184400" h="4994275">
                  <a:moveTo>
                    <a:pt x="13716" y="635508"/>
                  </a:moveTo>
                  <a:lnTo>
                    <a:pt x="10668" y="632460"/>
                  </a:lnTo>
                  <a:lnTo>
                    <a:pt x="3048" y="632460"/>
                  </a:lnTo>
                  <a:lnTo>
                    <a:pt x="0" y="635508"/>
                  </a:lnTo>
                  <a:lnTo>
                    <a:pt x="0" y="684276"/>
                  </a:lnTo>
                  <a:lnTo>
                    <a:pt x="3048" y="687324"/>
                  </a:lnTo>
                  <a:lnTo>
                    <a:pt x="10668" y="687324"/>
                  </a:lnTo>
                  <a:lnTo>
                    <a:pt x="13716" y="684276"/>
                  </a:lnTo>
                  <a:lnTo>
                    <a:pt x="13716" y="635508"/>
                  </a:lnTo>
                  <a:close/>
                </a:path>
                <a:path w="2184400" h="4994275">
                  <a:moveTo>
                    <a:pt x="13716" y="553212"/>
                  </a:moveTo>
                  <a:lnTo>
                    <a:pt x="10668" y="550164"/>
                  </a:lnTo>
                  <a:lnTo>
                    <a:pt x="3048" y="550164"/>
                  </a:lnTo>
                  <a:lnTo>
                    <a:pt x="0" y="553212"/>
                  </a:lnTo>
                  <a:lnTo>
                    <a:pt x="0" y="601980"/>
                  </a:lnTo>
                  <a:lnTo>
                    <a:pt x="3048" y="605028"/>
                  </a:lnTo>
                  <a:lnTo>
                    <a:pt x="10668" y="605028"/>
                  </a:lnTo>
                  <a:lnTo>
                    <a:pt x="13716" y="601980"/>
                  </a:lnTo>
                  <a:lnTo>
                    <a:pt x="13716" y="553212"/>
                  </a:lnTo>
                  <a:close/>
                </a:path>
                <a:path w="2184400" h="4994275">
                  <a:moveTo>
                    <a:pt x="13716" y="470916"/>
                  </a:moveTo>
                  <a:lnTo>
                    <a:pt x="10668" y="467868"/>
                  </a:lnTo>
                  <a:lnTo>
                    <a:pt x="3048" y="467868"/>
                  </a:lnTo>
                  <a:lnTo>
                    <a:pt x="0" y="470916"/>
                  </a:lnTo>
                  <a:lnTo>
                    <a:pt x="0" y="519684"/>
                  </a:lnTo>
                  <a:lnTo>
                    <a:pt x="3048" y="522732"/>
                  </a:lnTo>
                  <a:lnTo>
                    <a:pt x="10668" y="522732"/>
                  </a:lnTo>
                  <a:lnTo>
                    <a:pt x="13716" y="519684"/>
                  </a:lnTo>
                  <a:lnTo>
                    <a:pt x="13716" y="470916"/>
                  </a:lnTo>
                  <a:close/>
                </a:path>
                <a:path w="2184400" h="4994275">
                  <a:moveTo>
                    <a:pt x="13716" y="387096"/>
                  </a:moveTo>
                  <a:lnTo>
                    <a:pt x="10668" y="384048"/>
                  </a:lnTo>
                  <a:lnTo>
                    <a:pt x="3048" y="384048"/>
                  </a:lnTo>
                  <a:lnTo>
                    <a:pt x="0" y="387096"/>
                  </a:lnTo>
                  <a:lnTo>
                    <a:pt x="0" y="435864"/>
                  </a:lnTo>
                  <a:lnTo>
                    <a:pt x="3048" y="438912"/>
                  </a:lnTo>
                  <a:lnTo>
                    <a:pt x="10668" y="438912"/>
                  </a:lnTo>
                  <a:lnTo>
                    <a:pt x="13716" y="435864"/>
                  </a:lnTo>
                  <a:lnTo>
                    <a:pt x="13716" y="387096"/>
                  </a:lnTo>
                  <a:close/>
                </a:path>
                <a:path w="2184400" h="4994275">
                  <a:moveTo>
                    <a:pt x="13716" y="304800"/>
                  </a:moveTo>
                  <a:lnTo>
                    <a:pt x="10668" y="301752"/>
                  </a:lnTo>
                  <a:lnTo>
                    <a:pt x="3048" y="301752"/>
                  </a:lnTo>
                  <a:lnTo>
                    <a:pt x="0" y="304800"/>
                  </a:lnTo>
                  <a:lnTo>
                    <a:pt x="0" y="353568"/>
                  </a:lnTo>
                  <a:lnTo>
                    <a:pt x="3048" y="356616"/>
                  </a:lnTo>
                  <a:lnTo>
                    <a:pt x="10668" y="356616"/>
                  </a:lnTo>
                  <a:lnTo>
                    <a:pt x="13716" y="353568"/>
                  </a:lnTo>
                  <a:lnTo>
                    <a:pt x="13716" y="304800"/>
                  </a:lnTo>
                  <a:close/>
                </a:path>
                <a:path w="2184400" h="4994275">
                  <a:moveTo>
                    <a:pt x="13716" y="222504"/>
                  </a:moveTo>
                  <a:lnTo>
                    <a:pt x="10668" y="219456"/>
                  </a:lnTo>
                  <a:lnTo>
                    <a:pt x="3048" y="219456"/>
                  </a:lnTo>
                  <a:lnTo>
                    <a:pt x="0" y="222504"/>
                  </a:lnTo>
                  <a:lnTo>
                    <a:pt x="0" y="271272"/>
                  </a:lnTo>
                  <a:lnTo>
                    <a:pt x="3048" y="274320"/>
                  </a:lnTo>
                  <a:lnTo>
                    <a:pt x="10668" y="274320"/>
                  </a:lnTo>
                  <a:lnTo>
                    <a:pt x="13716" y="271272"/>
                  </a:lnTo>
                  <a:lnTo>
                    <a:pt x="13716" y="222504"/>
                  </a:lnTo>
                  <a:close/>
                </a:path>
                <a:path w="2184400" h="4994275">
                  <a:moveTo>
                    <a:pt x="13716" y="138684"/>
                  </a:moveTo>
                  <a:lnTo>
                    <a:pt x="10668" y="135636"/>
                  </a:lnTo>
                  <a:lnTo>
                    <a:pt x="3048" y="135636"/>
                  </a:lnTo>
                  <a:lnTo>
                    <a:pt x="0" y="138684"/>
                  </a:lnTo>
                  <a:lnTo>
                    <a:pt x="0" y="187452"/>
                  </a:lnTo>
                  <a:lnTo>
                    <a:pt x="3048" y="192024"/>
                  </a:lnTo>
                  <a:lnTo>
                    <a:pt x="10668" y="192024"/>
                  </a:lnTo>
                  <a:lnTo>
                    <a:pt x="13716" y="187452"/>
                  </a:lnTo>
                  <a:lnTo>
                    <a:pt x="13716" y="138684"/>
                  </a:lnTo>
                  <a:close/>
                </a:path>
                <a:path w="2184400" h="4994275">
                  <a:moveTo>
                    <a:pt x="230124" y="4940808"/>
                  </a:moveTo>
                  <a:lnTo>
                    <a:pt x="227076" y="4937760"/>
                  </a:lnTo>
                  <a:lnTo>
                    <a:pt x="219456" y="4937760"/>
                  </a:lnTo>
                  <a:lnTo>
                    <a:pt x="216408" y="4940808"/>
                  </a:lnTo>
                  <a:lnTo>
                    <a:pt x="216408" y="4989576"/>
                  </a:lnTo>
                  <a:lnTo>
                    <a:pt x="219456" y="4994148"/>
                  </a:lnTo>
                  <a:lnTo>
                    <a:pt x="227076" y="4994148"/>
                  </a:lnTo>
                  <a:lnTo>
                    <a:pt x="230124" y="4989576"/>
                  </a:lnTo>
                  <a:lnTo>
                    <a:pt x="230124" y="4940808"/>
                  </a:lnTo>
                  <a:close/>
                </a:path>
                <a:path w="2184400" h="4994275">
                  <a:moveTo>
                    <a:pt x="230124" y="4858512"/>
                  </a:moveTo>
                  <a:lnTo>
                    <a:pt x="227076" y="4855464"/>
                  </a:lnTo>
                  <a:lnTo>
                    <a:pt x="219456" y="4855464"/>
                  </a:lnTo>
                  <a:lnTo>
                    <a:pt x="216408" y="4858512"/>
                  </a:lnTo>
                  <a:lnTo>
                    <a:pt x="216408" y="4907280"/>
                  </a:lnTo>
                  <a:lnTo>
                    <a:pt x="219456" y="4910328"/>
                  </a:lnTo>
                  <a:lnTo>
                    <a:pt x="227076" y="4910328"/>
                  </a:lnTo>
                  <a:lnTo>
                    <a:pt x="230124" y="4907280"/>
                  </a:lnTo>
                  <a:lnTo>
                    <a:pt x="230124" y="4858512"/>
                  </a:lnTo>
                  <a:close/>
                </a:path>
                <a:path w="2184400" h="4994275">
                  <a:moveTo>
                    <a:pt x="230124" y="4776216"/>
                  </a:moveTo>
                  <a:lnTo>
                    <a:pt x="227076" y="4773168"/>
                  </a:lnTo>
                  <a:lnTo>
                    <a:pt x="219456" y="4773168"/>
                  </a:lnTo>
                  <a:lnTo>
                    <a:pt x="216408" y="4776216"/>
                  </a:lnTo>
                  <a:lnTo>
                    <a:pt x="216408" y="4824984"/>
                  </a:lnTo>
                  <a:lnTo>
                    <a:pt x="219456" y="4828032"/>
                  </a:lnTo>
                  <a:lnTo>
                    <a:pt x="227076" y="4828032"/>
                  </a:lnTo>
                  <a:lnTo>
                    <a:pt x="230124" y="4824984"/>
                  </a:lnTo>
                  <a:lnTo>
                    <a:pt x="230124" y="4776216"/>
                  </a:lnTo>
                  <a:close/>
                </a:path>
                <a:path w="2184400" h="4994275">
                  <a:moveTo>
                    <a:pt x="230124" y="4692396"/>
                  </a:moveTo>
                  <a:lnTo>
                    <a:pt x="227076" y="4689348"/>
                  </a:lnTo>
                  <a:lnTo>
                    <a:pt x="219456" y="4689348"/>
                  </a:lnTo>
                  <a:lnTo>
                    <a:pt x="216408" y="4692396"/>
                  </a:lnTo>
                  <a:lnTo>
                    <a:pt x="216408" y="4742688"/>
                  </a:lnTo>
                  <a:lnTo>
                    <a:pt x="219456" y="4745736"/>
                  </a:lnTo>
                  <a:lnTo>
                    <a:pt x="227076" y="4745736"/>
                  </a:lnTo>
                  <a:lnTo>
                    <a:pt x="230124" y="4742688"/>
                  </a:lnTo>
                  <a:lnTo>
                    <a:pt x="230124" y="4692396"/>
                  </a:lnTo>
                  <a:close/>
                </a:path>
                <a:path w="2184400" h="4994275">
                  <a:moveTo>
                    <a:pt x="230124" y="4610100"/>
                  </a:moveTo>
                  <a:lnTo>
                    <a:pt x="227076" y="4607052"/>
                  </a:lnTo>
                  <a:lnTo>
                    <a:pt x="219456" y="4607052"/>
                  </a:lnTo>
                  <a:lnTo>
                    <a:pt x="216408" y="4610100"/>
                  </a:lnTo>
                  <a:lnTo>
                    <a:pt x="216408" y="4658868"/>
                  </a:lnTo>
                  <a:lnTo>
                    <a:pt x="219456" y="4661916"/>
                  </a:lnTo>
                  <a:lnTo>
                    <a:pt x="227076" y="4661916"/>
                  </a:lnTo>
                  <a:lnTo>
                    <a:pt x="230124" y="4658868"/>
                  </a:lnTo>
                  <a:lnTo>
                    <a:pt x="230124" y="4610100"/>
                  </a:lnTo>
                  <a:close/>
                </a:path>
                <a:path w="2184400" h="4994275">
                  <a:moveTo>
                    <a:pt x="230124" y="4527804"/>
                  </a:moveTo>
                  <a:lnTo>
                    <a:pt x="227076" y="4524756"/>
                  </a:lnTo>
                  <a:lnTo>
                    <a:pt x="219456" y="4524756"/>
                  </a:lnTo>
                  <a:lnTo>
                    <a:pt x="216408" y="4527804"/>
                  </a:lnTo>
                  <a:lnTo>
                    <a:pt x="216408" y="4576572"/>
                  </a:lnTo>
                  <a:lnTo>
                    <a:pt x="219456" y="4579620"/>
                  </a:lnTo>
                  <a:lnTo>
                    <a:pt x="227076" y="4579620"/>
                  </a:lnTo>
                  <a:lnTo>
                    <a:pt x="230124" y="4576572"/>
                  </a:lnTo>
                  <a:lnTo>
                    <a:pt x="230124" y="4527804"/>
                  </a:lnTo>
                  <a:close/>
                </a:path>
                <a:path w="2184400" h="4994275">
                  <a:moveTo>
                    <a:pt x="230124" y="4443984"/>
                  </a:moveTo>
                  <a:lnTo>
                    <a:pt x="227076" y="4440936"/>
                  </a:lnTo>
                  <a:lnTo>
                    <a:pt x="219456" y="4440936"/>
                  </a:lnTo>
                  <a:lnTo>
                    <a:pt x="216408" y="4443984"/>
                  </a:lnTo>
                  <a:lnTo>
                    <a:pt x="216408" y="4494276"/>
                  </a:lnTo>
                  <a:lnTo>
                    <a:pt x="219456" y="4497324"/>
                  </a:lnTo>
                  <a:lnTo>
                    <a:pt x="227076" y="4497324"/>
                  </a:lnTo>
                  <a:lnTo>
                    <a:pt x="230124" y="4494276"/>
                  </a:lnTo>
                  <a:lnTo>
                    <a:pt x="230124" y="4443984"/>
                  </a:lnTo>
                  <a:close/>
                </a:path>
                <a:path w="2184400" h="4994275">
                  <a:moveTo>
                    <a:pt x="230124" y="4361688"/>
                  </a:moveTo>
                  <a:lnTo>
                    <a:pt x="227076" y="4358640"/>
                  </a:lnTo>
                  <a:lnTo>
                    <a:pt x="219456" y="4358640"/>
                  </a:lnTo>
                  <a:lnTo>
                    <a:pt x="216408" y="4361688"/>
                  </a:lnTo>
                  <a:lnTo>
                    <a:pt x="216408" y="4410456"/>
                  </a:lnTo>
                  <a:lnTo>
                    <a:pt x="219456" y="4413504"/>
                  </a:lnTo>
                  <a:lnTo>
                    <a:pt x="227076" y="4413504"/>
                  </a:lnTo>
                  <a:lnTo>
                    <a:pt x="230124" y="4410456"/>
                  </a:lnTo>
                  <a:lnTo>
                    <a:pt x="230124" y="4361688"/>
                  </a:lnTo>
                  <a:close/>
                </a:path>
                <a:path w="2184400" h="4994275">
                  <a:moveTo>
                    <a:pt x="230124" y="4279392"/>
                  </a:moveTo>
                  <a:lnTo>
                    <a:pt x="227076" y="4276344"/>
                  </a:lnTo>
                  <a:lnTo>
                    <a:pt x="219456" y="4276344"/>
                  </a:lnTo>
                  <a:lnTo>
                    <a:pt x="216408" y="4279392"/>
                  </a:lnTo>
                  <a:lnTo>
                    <a:pt x="216408" y="4328160"/>
                  </a:lnTo>
                  <a:lnTo>
                    <a:pt x="219456" y="4331208"/>
                  </a:lnTo>
                  <a:lnTo>
                    <a:pt x="227076" y="4331208"/>
                  </a:lnTo>
                  <a:lnTo>
                    <a:pt x="230124" y="4328160"/>
                  </a:lnTo>
                  <a:lnTo>
                    <a:pt x="230124" y="4279392"/>
                  </a:lnTo>
                  <a:close/>
                </a:path>
                <a:path w="2184400" h="4994275">
                  <a:moveTo>
                    <a:pt x="230124" y="4195572"/>
                  </a:moveTo>
                  <a:lnTo>
                    <a:pt x="227076" y="4192524"/>
                  </a:lnTo>
                  <a:lnTo>
                    <a:pt x="219456" y="4192524"/>
                  </a:lnTo>
                  <a:lnTo>
                    <a:pt x="216408" y="4195572"/>
                  </a:lnTo>
                  <a:lnTo>
                    <a:pt x="216408" y="4245864"/>
                  </a:lnTo>
                  <a:lnTo>
                    <a:pt x="219456" y="4248912"/>
                  </a:lnTo>
                  <a:lnTo>
                    <a:pt x="227076" y="4248912"/>
                  </a:lnTo>
                  <a:lnTo>
                    <a:pt x="230124" y="4245864"/>
                  </a:lnTo>
                  <a:lnTo>
                    <a:pt x="230124" y="4195572"/>
                  </a:lnTo>
                  <a:close/>
                </a:path>
                <a:path w="2184400" h="4994275">
                  <a:moveTo>
                    <a:pt x="230124" y="4113276"/>
                  </a:moveTo>
                  <a:lnTo>
                    <a:pt x="227076" y="4110228"/>
                  </a:lnTo>
                  <a:lnTo>
                    <a:pt x="219456" y="4110228"/>
                  </a:lnTo>
                  <a:lnTo>
                    <a:pt x="216408" y="4113276"/>
                  </a:lnTo>
                  <a:lnTo>
                    <a:pt x="216408" y="4162044"/>
                  </a:lnTo>
                  <a:lnTo>
                    <a:pt x="219456" y="4165092"/>
                  </a:lnTo>
                  <a:lnTo>
                    <a:pt x="227076" y="4165092"/>
                  </a:lnTo>
                  <a:lnTo>
                    <a:pt x="230124" y="4162044"/>
                  </a:lnTo>
                  <a:lnTo>
                    <a:pt x="230124" y="4113276"/>
                  </a:lnTo>
                  <a:close/>
                </a:path>
                <a:path w="2184400" h="4994275">
                  <a:moveTo>
                    <a:pt x="230124" y="4030980"/>
                  </a:moveTo>
                  <a:lnTo>
                    <a:pt x="227076" y="4027932"/>
                  </a:lnTo>
                  <a:lnTo>
                    <a:pt x="219456" y="4027932"/>
                  </a:lnTo>
                  <a:lnTo>
                    <a:pt x="216408" y="4030980"/>
                  </a:lnTo>
                  <a:lnTo>
                    <a:pt x="216408" y="4079748"/>
                  </a:lnTo>
                  <a:lnTo>
                    <a:pt x="219456" y="4082796"/>
                  </a:lnTo>
                  <a:lnTo>
                    <a:pt x="227076" y="4082796"/>
                  </a:lnTo>
                  <a:lnTo>
                    <a:pt x="230124" y="4079748"/>
                  </a:lnTo>
                  <a:lnTo>
                    <a:pt x="230124" y="4030980"/>
                  </a:lnTo>
                  <a:close/>
                </a:path>
                <a:path w="2184400" h="4994275">
                  <a:moveTo>
                    <a:pt x="230124" y="3947160"/>
                  </a:moveTo>
                  <a:lnTo>
                    <a:pt x="227076" y="3944112"/>
                  </a:lnTo>
                  <a:lnTo>
                    <a:pt x="219456" y="3944112"/>
                  </a:lnTo>
                  <a:lnTo>
                    <a:pt x="216408" y="3947160"/>
                  </a:lnTo>
                  <a:lnTo>
                    <a:pt x="216408" y="3997452"/>
                  </a:lnTo>
                  <a:lnTo>
                    <a:pt x="219456" y="4000500"/>
                  </a:lnTo>
                  <a:lnTo>
                    <a:pt x="227076" y="4000500"/>
                  </a:lnTo>
                  <a:lnTo>
                    <a:pt x="230124" y="3997452"/>
                  </a:lnTo>
                  <a:lnTo>
                    <a:pt x="230124" y="3947160"/>
                  </a:lnTo>
                  <a:close/>
                </a:path>
                <a:path w="2184400" h="4994275">
                  <a:moveTo>
                    <a:pt x="230124" y="3864864"/>
                  </a:moveTo>
                  <a:lnTo>
                    <a:pt x="227076" y="3861816"/>
                  </a:lnTo>
                  <a:lnTo>
                    <a:pt x="219456" y="3861816"/>
                  </a:lnTo>
                  <a:lnTo>
                    <a:pt x="216408" y="3864864"/>
                  </a:lnTo>
                  <a:lnTo>
                    <a:pt x="216408" y="3913632"/>
                  </a:lnTo>
                  <a:lnTo>
                    <a:pt x="219456" y="3916680"/>
                  </a:lnTo>
                  <a:lnTo>
                    <a:pt x="227076" y="3916680"/>
                  </a:lnTo>
                  <a:lnTo>
                    <a:pt x="230124" y="3913632"/>
                  </a:lnTo>
                  <a:lnTo>
                    <a:pt x="230124" y="3864864"/>
                  </a:lnTo>
                  <a:close/>
                </a:path>
                <a:path w="2184400" h="4994275">
                  <a:moveTo>
                    <a:pt x="230124" y="3782568"/>
                  </a:moveTo>
                  <a:lnTo>
                    <a:pt x="227076" y="3779520"/>
                  </a:lnTo>
                  <a:lnTo>
                    <a:pt x="219456" y="3779520"/>
                  </a:lnTo>
                  <a:lnTo>
                    <a:pt x="216408" y="3782568"/>
                  </a:lnTo>
                  <a:lnTo>
                    <a:pt x="216408" y="3831336"/>
                  </a:lnTo>
                  <a:lnTo>
                    <a:pt x="219456" y="3834384"/>
                  </a:lnTo>
                  <a:lnTo>
                    <a:pt x="227076" y="3834384"/>
                  </a:lnTo>
                  <a:lnTo>
                    <a:pt x="230124" y="3831336"/>
                  </a:lnTo>
                  <a:lnTo>
                    <a:pt x="230124" y="3782568"/>
                  </a:lnTo>
                  <a:close/>
                </a:path>
                <a:path w="2184400" h="4994275">
                  <a:moveTo>
                    <a:pt x="230124" y="3698748"/>
                  </a:moveTo>
                  <a:lnTo>
                    <a:pt x="227076" y="3695700"/>
                  </a:lnTo>
                  <a:lnTo>
                    <a:pt x="219456" y="3695700"/>
                  </a:lnTo>
                  <a:lnTo>
                    <a:pt x="216408" y="3698748"/>
                  </a:lnTo>
                  <a:lnTo>
                    <a:pt x="216408" y="3749040"/>
                  </a:lnTo>
                  <a:lnTo>
                    <a:pt x="219456" y="3752088"/>
                  </a:lnTo>
                  <a:lnTo>
                    <a:pt x="227076" y="3752088"/>
                  </a:lnTo>
                  <a:lnTo>
                    <a:pt x="230124" y="3749040"/>
                  </a:lnTo>
                  <a:lnTo>
                    <a:pt x="230124" y="3698748"/>
                  </a:lnTo>
                  <a:close/>
                </a:path>
                <a:path w="2184400" h="4994275">
                  <a:moveTo>
                    <a:pt x="230124" y="3616452"/>
                  </a:moveTo>
                  <a:lnTo>
                    <a:pt x="227076" y="3613404"/>
                  </a:lnTo>
                  <a:lnTo>
                    <a:pt x="219456" y="3613404"/>
                  </a:lnTo>
                  <a:lnTo>
                    <a:pt x="216408" y="3616452"/>
                  </a:lnTo>
                  <a:lnTo>
                    <a:pt x="216408" y="3665220"/>
                  </a:lnTo>
                  <a:lnTo>
                    <a:pt x="219456" y="3668268"/>
                  </a:lnTo>
                  <a:lnTo>
                    <a:pt x="227076" y="3668268"/>
                  </a:lnTo>
                  <a:lnTo>
                    <a:pt x="230124" y="3665220"/>
                  </a:lnTo>
                  <a:lnTo>
                    <a:pt x="230124" y="3616452"/>
                  </a:lnTo>
                  <a:close/>
                </a:path>
                <a:path w="2184400" h="4994275">
                  <a:moveTo>
                    <a:pt x="230124" y="3534156"/>
                  </a:moveTo>
                  <a:lnTo>
                    <a:pt x="227076" y="3531108"/>
                  </a:lnTo>
                  <a:lnTo>
                    <a:pt x="219456" y="3531108"/>
                  </a:lnTo>
                  <a:lnTo>
                    <a:pt x="216408" y="3534156"/>
                  </a:lnTo>
                  <a:lnTo>
                    <a:pt x="216408" y="3582924"/>
                  </a:lnTo>
                  <a:lnTo>
                    <a:pt x="219456" y="3585972"/>
                  </a:lnTo>
                  <a:lnTo>
                    <a:pt x="227076" y="3585972"/>
                  </a:lnTo>
                  <a:lnTo>
                    <a:pt x="230124" y="3582924"/>
                  </a:lnTo>
                  <a:lnTo>
                    <a:pt x="230124" y="3534156"/>
                  </a:lnTo>
                  <a:close/>
                </a:path>
                <a:path w="2184400" h="4994275">
                  <a:moveTo>
                    <a:pt x="230124" y="3450336"/>
                  </a:moveTo>
                  <a:lnTo>
                    <a:pt x="227076" y="3447288"/>
                  </a:lnTo>
                  <a:lnTo>
                    <a:pt x="219456" y="3447288"/>
                  </a:lnTo>
                  <a:lnTo>
                    <a:pt x="216408" y="3450336"/>
                  </a:lnTo>
                  <a:lnTo>
                    <a:pt x="216408" y="3500628"/>
                  </a:lnTo>
                  <a:lnTo>
                    <a:pt x="219456" y="3503676"/>
                  </a:lnTo>
                  <a:lnTo>
                    <a:pt x="227076" y="3503676"/>
                  </a:lnTo>
                  <a:lnTo>
                    <a:pt x="230124" y="3500628"/>
                  </a:lnTo>
                  <a:lnTo>
                    <a:pt x="230124" y="3450336"/>
                  </a:lnTo>
                  <a:close/>
                </a:path>
                <a:path w="2184400" h="4994275">
                  <a:moveTo>
                    <a:pt x="230124" y="3368040"/>
                  </a:moveTo>
                  <a:lnTo>
                    <a:pt x="227076" y="3364992"/>
                  </a:lnTo>
                  <a:lnTo>
                    <a:pt x="219456" y="3364992"/>
                  </a:lnTo>
                  <a:lnTo>
                    <a:pt x="216408" y="3368040"/>
                  </a:lnTo>
                  <a:lnTo>
                    <a:pt x="216408" y="3416808"/>
                  </a:lnTo>
                  <a:lnTo>
                    <a:pt x="219456" y="3419856"/>
                  </a:lnTo>
                  <a:lnTo>
                    <a:pt x="227076" y="3419856"/>
                  </a:lnTo>
                  <a:lnTo>
                    <a:pt x="230124" y="3416808"/>
                  </a:lnTo>
                  <a:lnTo>
                    <a:pt x="230124" y="3368040"/>
                  </a:lnTo>
                  <a:close/>
                </a:path>
                <a:path w="2184400" h="4994275">
                  <a:moveTo>
                    <a:pt x="230124" y="3285744"/>
                  </a:moveTo>
                  <a:lnTo>
                    <a:pt x="227076" y="3282696"/>
                  </a:lnTo>
                  <a:lnTo>
                    <a:pt x="219456" y="3282696"/>
                  </a:lnTo>
                  <a:lnTo>
                    <a:pt x="216408" y="3285744"/>
                  </a:lnTo>
                  <a:lnTo>
                    <a:pt x="216408" y="3334512"/>
                  </a:lnTo>
                  <a:lnTo>
                    <a:pt x="219456" y="3337560"/>
                  </a:lnTo>
                  <a:lnTo>
                    <a:pt x="227076" y="3337560"/>
                  </a:lnTo>
                  <a:lnTo>
                    <a:pt x="230124" y="3334512"/>
                  </a:lnTo>
                  <a:lnTo>
                    <a:pt x="230124" y="3285744"/>
                  </a:lnTo>
                  <a:close/>
                </a:path>
                <a:path w="2184400" h="4994275">
                  <a:moveTo>
                    <a:pt x="230124" y="3201924"/>
                  </a:moveTo>
                  <a:lnTo>
                    <a:pt x="227076" y="3198876"/>
                  </a:lnTo>
                  <a:lnTo>
                    <a:pt x="219456" y="3198876"/>
                  </a:lnTo>
                  <a:lnTo>
                    <a:pt x="216408" y="3201924"/>
                  </a:lnTo>
                  <a:lnTo>
                    <a:pt x="216408" y="3252216"/>
                  </a:lnTo>
                  <a:lnTo>
                    <a:pt x="219456" y="3255264"/>
                  </a:lnTo>
                  <a:lnTo>
                    <a:pt x="227076" y="3255264"/>
                  </a:lnTo>
                  <a:lnTo>
                    <a:pt x="230124" y="3252216"/>
                  </a:lnTo>
                  <a:lnTo>
                    <a:pt x="230124" y="3201924"/>
                  </a:lnTo>
                  <a:close/>
                </a:path>
                <a:path w="2184400" h="4994275">
                  <a:moveTo>
                    <a:pt x="230124" y="3119628"/>
                  </a:moveTo>
                  <a:lnTo>
                    <a:pt x="227076" y="3116580"/>
                  </a:lnTo>
                  <a:lnTo>
                    <a:pt x="219456" y="3116580"/>
                  </a:lnTo>
                  <a:lnTo>
                    <a:pt x="216408" y="3119628"/>
                  </a:lnTo>
                  <a:lnTo>
                    <a:pt x="216408" y="3168396"/>
                  </a:lnTo>
                  <a:lnTo>
                    <a:pt x="219456" y="3171444"/>
                  </a:lnTo>
                  <a:lnTo>
                    <a:pt x="227076" y="3171444"/>
                  </a:lnTo>
                  <a:lnTo>
                    <a:pt x="230124" y="3168396"/>
                  </a:lnTo>
                  <a:lnTo>
                    <a:pt x="230124" y="3119628"/>
                  </a:lnTo>
                  <a:close/>
                </a:path>
                <a:path w="2184400" h="4994275">
                  <a:moveTo>
                    <a:pt x="230124" y="3037332"/>
                  </a:moveTo>
                  <a:lnTo>
                    <a:pt x="227076" y="3034284"/>
                  </a:lnTo>
                  <a:lnTo>
                    <a:pt x="219456" y="3034284"/>
                  </a:lnTo>
                  <a:lnTo>
                    <a:pt x="216408" y="3037332"/>
                  </a:lnTo>
                  <a:lnTo>
                    <a:pt x="216408" y="3086100"/>
                  </a:lnTo>
                  <a:lnTo>
                    <a:pt x="219456" y="3089148"/>
                  </a:lnTo>
                  <a:lnTo>
                    <a:pt x="227076" y="3089148"/>
                  </a:lnTo>
                  <a:lnTo>
                    <a:pt x="230124" y="3086100"/>
                  </a:lnTo>
                  <a:lnTo>
                    <a:pt x="230124" y="3037332"/>
                  </a:lnTo>
                  <a:close/>
                </a:path>
                <a:path w="2184400" h="4994275">
                  <a:moveTo>
                    <a:pt x="230124" y="2953512"/>
                  </a:moveTo>
                  <a:lnTo>
                    <a:pt x="227076" y="2950464"/>
                  </a:lnTo>
                  <a:lnTo>
                    <a:pt x="219456" y="2950464"/>
                  </a:lnTo>
                  <a:lnTo>
                    <a:pt x="216408" y="2953512"/>
                  </a:lnTo>
                  <a:lnTo>
                    <a:pt x="216408" y="3003804"/>
                  </a:lnTo>
                  <a:lnTo>
                    <a:pt x="219456" y="3006852"/>
                  </a:lnTo>
                  <a:lnTo>
                    <a:pt x="227076" y="3006852"/>
                  </a:lnTo>
                  <a:lnTo>
                    <a:pt x="230124" y="3003804"/>
                  </a:lnTo>
                  <a:lnTo>
                    <a:pt x="230124" y="2953512"/>
                  </a:lnTo>
                  <a:close/>
                </a:path>
                <a:path w="2184400" h="4994275">
                  <a:moveTo>
                    <a:pt x="230124" y="2871216"/>
                  </a:moveTo>
                  <a:lnTo>
                    <a:pt x="227076" y="2868168"/>
                  </a:lnTo>
                  <a:lnTo>
                    <a:pt x="219456" y="2868168"/>
                  </a:lnTo>
                  <a:lnTo>
                    <a:pt x="216408" y="2871216"/>
                  </a:lnTo>
                  <a:lnTo>
                    <a:pt x="216408" y="2919984"/>
                  </a:lnTo>
                  <a:lnTo>
                    <a:pt x="219456" y="2923032"/>
                  </a:lnTo>
                  <a:lnTo>
                    <a:pt x="227076" y="2923032"/>
                  </a:lnTo>
                  <a:lnTo>
                    <a:pt x="230124" y="2919984"/>
                  </a:lnTo>
                  <a:lnTo>
                    <a:pt x="230124" y="2871216"/>
                  </a:lnTo>
                  <a:close/>
                </a:path>
                <a:path w="2184400" h="4994275">
                  <a:moveTo>
                    <a:pt x="230124" y="2788920"/>
                  </a:moveTo>
                  <a:lnTo>
                    <a:pt x="227076" y="2785872"/>
                  </a:lnTo>
                  <a:lnTo>
                    <a:pt x="219456" y="2785872"/>
                  </a:lnTo>
                  <a:lnTo>
                    <a:pt x="216408" y="2788920"/>
                  </a:lnTo>
                  <a:lnTo>
                    <a:pt x="216408" y="2837688"/>
                  </a:lnTo>
                  <a:lnTo>
                    <a:pt x="219456" y="2840736"/>
                  </a:lnTo>
                  <a:lnTo>
                    <a:pt x="227076" y="2840736"/>
                  </a:lnTo>
                  <a:lnTo>
                    <a:pt x="230124" y="2837688"/>
                  </a:lnTo>
                  <a:lnTo>
                    <a:pt x="230124" y="2788920"/>
                  </a:lnTo>
                  <a:close/>
                </a:path>
                <a:path w="2184400" h="4994275">
                  <a:moveTo>
                    <a:pt x="230124" y="2705100"/>
                  </a:moveTo>
                  <a:lnTo>
                    <a:pt x="227076" y="2702052"/>
                  </a:lnTo>
                  <a:lnTo>
                    <a:pt x="219456" y="2702052"/>
                  </a:lnTo>
                  <a:lnTo>
                    <a:pt x="216408" y="2705100"/>
                  </a:lnTo>
                  <a:lnTo>
                    <a:pt x="216408" y="2755392"/>
                  </a:lnTo>
                  <a:lnTo>
                    <a:pt x="219456" y="2758440"/>
                  </a:lnTo>
                  <a:lnTo>
                    <a:pt x="227076" y="2758440"/>
                  </a:lnTo>
                  <a:lnTo>
                    <a:pt x="230124" y="2755392"/>
                  </a:lnTo>
                  <a:lnTo>
                    <a:pt x="230124" y="2705100"/>
                  </a:lnTo>
                  <a:close/>
                </a:path>
                <a:path w="2184400" h="4994275">
                  <a:moveTo>
                    <a:pt x="230124" y="2622804"/>
                  </a:moveTo>
                  <a:lnTo>
                    <a:pt x="227076" y="2619756"/>
                  </a:lnTo>
                  <a:lnTo>
                    <a:pt x="219456" y="2619756"/>
                  </a:lnTo>
                  <a:lnTo>
                    <a:pt x="216408" y="2622804"/>
                  </a:lnTo>
                  <a:lnTo>
                    <a:pt x="216408" y="2671572"/>
                  </a:lnTo>
                  <a:lnTo>
                    <a:pt x="219456" y="2674620"/>
                  </a:lnTo>
                  <a:lnTo>
                    <a:pt x="227076" y="2674620"/>
                  </a:lnTo>
                  <a:lnTo>
                    <a:pt x="230124" y="2671572"/>
                  </a:lnTo>
                  <a:lnTo>
                    <a:pt x="230124" y="2622804"/>
                  </a:lnTo>
                  <a:close/>
                </a:path>
                <a:path w="2184400" h="4994275">
                  <a:moveTo>
                    <a:pt x="230124" y="2540508"/>
                  </a:moveTo>
                  <a:lnTo>
                    <a:pt x="227076" y="2537460"/>
                  </a:lnTo>
                  <a:lnTo>
                    <a:pt x="219456" y="2537460"/>
                  </a:lnTo>
                  <a:lnTo>
                    <a:pt x="216408" y="2540508"/>
                  </a:lnTo>
                  <a:lnTo>
                    <a:pt x="216408" y="2589276"/>
                  </a:lnTo>
                  <a:lnTo>
                    <a:pt x="219456" y="2592324"/>
                  </a:lnTo>
                  <a:lnTo>
                    <a:pt x="227076" y="2592324"/>
                  </a:lnTo>
                  <a:lnTo>
                    <a:pt x="230124" y="2589276"/>
                  </a:lnTo>
                  <a:lnTo>
                    <a:pt x="230124" y="2540508"/>
                  </a:lnTo>
                  <a:close/>
                </a:path>
                <a:path w="2184400" h="4994275">
                  <a:moveTo>
                    <a:pt x="230124" y="2456688"/>
                  </a:moveTo>
                  <a:lnTo>
                    <a:pt x="227076" y="2453640"/>
                  </a:lnTo>
                  <a:lnTo>
                    <a:pt x="219456" y="2453640"/>
                  </a:lnTo>
                  <a:lnTo>
                    <a:pt x="216408" y="2456688"/>
                  </a:lnTo>
                  <a:lnTo>
                    <a:pt x="216408" y="2506980"/>
                  </a:lnTo>
                  <a:lnTo>
                    <a:pt x="219456" y="2510028"/>
                  </a:lnTo>
                  <a:lnTo>
                    <a:pt x="227076" y="2510028"/>
                  </a:lnTo>
                  <a:lnTo>
                    <a:pt x="230124" y="2506980"/>
                  </a:lnTo>
                  <a:lnTo>
                    <a:pt x="230124" y="2456688"/>
                  </a:lnTo>
                  <a:close/>
                </a:path>
                <a:path w="2184400" h="4994275">
                  <a:moveTo>
                    <a:pt x="230124" y="2374392"/>
                  </a:moveTo>
                  <a:lnTo>
                    <a:pt x="227076" y="2371344"/>
                  </a:lnTo>
                  <a:lnTo>
                    <a:pt x="219456" y="2371344"/>
                  </a:lnTo>
                  <a:lnTo>
                    <a:pt x="216408" y="2374392"/>
                  </a:lnTo>
                  <a:lnTo>
                    <a:pt x="216408" y="2423160"/>
                  </a:lnTo>
                  <a:lnTo>
                    <a:pt x="219456" y="2426208"/>
                  </a:lnTo>
                  <a:lnTo>
                    <a:pt x="227076" y="2426208"/>
                  </a:lnTo>
                  <a:lnTo>
                    <a:pt x="230124" y="2423160"/>
                  </a:lnTo>
                  <a:lnTo>
                    <a:pt x="230124" y="2374392"/>
                  </a:lnTo>
                  <a:close/>
                </a:path>
                <a:path w="2184400" h="4994275">
                  <a:moveTo>
                    <a:pt x="230124" y="2292096"/>
                  </a:moveTo>
                  <a:lnTo>
                    <a:pt x="227076" y="2289048"/>
                  </a:lnTo>
                  <a:lnTo>
                    <a:pt x="219456" y="2289048"/>
                  </a:lnTo>
                  <a:lnTo>
                    <a:pt x="216408" y="2292096"/>
                  </a:lnTo>
                  <a:lnTo>
                    <a:pt x="216408" y="2340864"/>
                  </a:lnTo>
                  <a:lnTo>
                    <a:pt x="219456" y="2343912"/>
                  </a:lnTo>
                  <a:lnTo>
                    <a:pt x="227076" y="2343912"/>
                  </a:lnTo>
                  <a:lnTo>
                    <a:pt x="230124" y="2340864"/>
                  </a:lnTo>
                  <a:lnTo>
                    <a:pt x="230124" y="2292096"/>
                  </a:lnTo>
                  <a:close/>
                </a:path>
                <a:path w="2184400" h="4994275">
                  <a:moveTo>
                    <a:pt x="230124" y="2209800"/>
                  </a:moveTo>
                  <a:lnTo>
                    <a:pt x="227076" y="2205228"/>
                  </a:lnTo>
                  <a:lnTo>
                    <a:pt x="219456" y="2205228"/>
                  </a:lnTo>
                  <a:lnTo>
                    <a:pt x="216408" y="2209800"/>
                  </a:lnTo>
                  <a:lnTo>
                    <a:pt x="216408" y="2258568"/>
                  </a:lnTo>
                  <a:lnTo>
                    <a:pt x="219456" y="2261616"/>
                  </a:lnTo>
                  <a:lnTo>
                    <a:pt x="227076" y="2261616"/>
                  </a:lnTo>
                  <a:lnTo>
                    <a:pt x="230124" y="2258568"/>
                  </a:lnTo>
                  <a:lnTo>
                    <a:pt x="230124" y="2209800"/>
                  </a:lnTo>
                  <a:close/>
                </a:path>
                <a:path w="2184400" h="4994275">
                  <a:moveTo>
                    <a:pt x="230124" y="2125980"/>
                  </a:moveTo>
                  <a:lnTo>
                    <a:pt x="227076" y="2122932"/>
                  </a:lnTo>
                  <a:lnTo>
                    <a:pt x="219456" y="2122932"/>
                  </a:lnTo>
                  <a:lnTo>
                    <a:pt x="216408" y="2125980"/>
                  </a:lnTo>
                  <a:lnTo>
                    <a:pt x="216408" y="2174748"/>
                  </a:lnTo>
                  <a:lnTo>
                    <a:pt x="219456" y="2177796"/>
                  </a:lnTo>
                  <a:lnTo>
                    <a:pt x="227076" y="2177796"/>
                  </a:lnTo>
                  <a:lnTo>
                    <a:pt x="230124" y="2174748"/>
                  </a:lnTo>
                  <a:lnTo>
                    <a:pt x="230124" y="2125980"/>
                  </a:lnTo>
                  <a:close/>
                </a:path>
                <a:path w="2184400" h="4994275">
                  <a:moveTo>
                    <a:pt x="230124" y="2043684"/>
                  </a:moveTo>
                  <a:lnTo>
                    <a:pt x="227076" y="2040636"/>
                  </a:lnTo>
                  <a:lnTo>
                    <a:pt x="219456" y="2040636"/>
                  </a:lnTo>
                  <a:lnTo>
                    <a:pt x="216408" y="2043684"/>
                  </a:lnTo>
                  <a:lnTo>
                    <a:pt x="216408" y="2092452"/>
                  </a:lnTo>
                  <a:lnTo>
                    <a:pt x="219456" y="2095500"/>
                  </a:lnTo>
                  <a:lnTo>
                    <a:pt x="227076" y="2095500"/>
                  </a:lnTo>
                  <a:lnTo>
                    <a:pt x="230124" y="2092452"/>
                  </a:lnTo>
                  <a:lnTo>
                    <a:pt x="230124" y="2043684"/>
                  </a:lnTo>
                  <a:close/>
                </a:path>
                <a:path w="2184400" h="4994275">
                  <a:moveTo>
                    <a:pt x="230124" y="1961388"/>
                  </a:moveTo>
                  <a:lnTo>
                    <a:pt x="227076" y="1956816"/>
                  </a:lnTo>
                  <a:lnTo>
                    <a:pt x="219456" y="1956816"/>
                  </a:lnTo>
                  <a:lnTo>
                    <a:pt x="216408" y="1961388"/>
                  </a:lnTo>
                  <a:lnTo>
                    <a:pt x="216408" y="2010156"/>
                  </a:lnTo>
                  <a:lnTo>
                    <a:pt x="219456" y="2013204"/>
                  </a:lnTo>
                  <a:lnTo>
                    <a:pt x="227076" y="2013204"/>
                  </a:lnTo>
                  <a:lnTo>
                    <a:pt x="230124" y="2010156"/>
                  </a:lnTo>
                  <a:lnTo>
                    <a:pt x="230124" y="1961388"/>
                  </a:lnTo>
                  <a:close/>
                </a:path>
                <a:path w="2184400" h="4994275">
                  <a:moveTo>
                    <a:pt x="230124" y="1877568"/>
                  </a:moveTo>
                  <a:lnTo>
                    <a:pt x="227076" y="1874520"/>
                  </a:lnTo>
                  <a:lnTo>
                    <a:pt x="219456" y="1874520"/>
                  </a:lnTo>
                  <a:lnTo>
                    <a:pt x="216408" y="1877568"/>
                  </a:lnTo>
                  <a:lnTo>
                    <a:pt x="216408" y="1926336"/>
                  </a:lnTo>
                  <a:lnTo>
                    <a:pt x="219456" y="1929384"/>
                  </a:lnTo>
                  <a:lnTo>
                    <a:pt x="227076" y="1929384"/>
                  </a:lnTo>
                  <a:lnTo>
                    <a:pt x="230124" y="1926336"/>
                  </a:lnTo>
                  <a:lnTo>
                    <a:pt x="230124" y="1877568"/>
                  </a:lnTo>
                  <a:close/>
                </a:path>
                <a:path w="2184400" h="4994275">
                  <a:moveTo>
                    <a:pt x="230124" y="1795272"/>
                  </a:moveTo>
                  <a:lnTo>
                    <a:pt x="227076" y="1792224"/>
                  </a:lnTo>
                  <a:lnTo>
                    <a:pt x="219456" y="1792224"/>
                  </a:lnTo>
                  <a:lnTo>
                    <a:pt x="216408" y="1795272"/>
                  </a:lnTo>
                  <a:lnTo>
                    <a:pt x="216408" y="1844040"/>
                  </a:lnTo>
                  <a:lnTo>
                    <a:pt x="219456" y="1847088"/>
                  </a:lnTo>
                  <a:lnTo>
                    <a:pt x="227076" y="1847088"/>
                  </a:lnTo>
                  <a:lnTo>
                    <a:pt x="230124" y="1844040"/>
                  </a:lnTo>
                  <a:lnTo>
                    <a:pt x="230124" y="1795272"/>
                  </a:lnTo>
                  <a:close/>
                </a:path>
                <a:path w="2184400" h="4994275">
                  <a:moveTo>
                    <a:pt x="230124" y="1712976"/>
                  </a:moveTo>
                  <a:lnTo>
                    <a:pt x="227076" y="1709928"/>
                  </a:lnTo>
                  <a:lnTo>
                    <a:pt x="219456" y="1709928"/>
                  </a:lnTo>
                  <a:lnTo>
                    <a:pt x="216408" y="1712976"/>
                  </a:lnTo>
                  <a:lnTo>
                    <a:pt x="216408" y="1761744"/>
                  </a:lnTo>
                  <a:lnTo>
                    <a:pt x="219456" y="1764792"/>
                  </a:lnTo>
                  <a:lnTo>
                    <a:pt x="227076" y="1764792"/>
                  </a:lnTo>
                  <a:lnTo>
                    <a:pt x="230124" y="1761744"/>
                  </a:lnTo>
                  <a:lnTo>
                    <a:pt x="230124" y="1712976"/>
                  </a:lnTo>
                  <a:close/>
                </a:path>
                <a:path w="2184400" h="4994275">
                  <a:moveTo>
                    <a:pt x="230124" y="1629156"/>
                  </a:moveTo>
                  <a:lnTo>
                    <a:pt x="227076" y="1626108"/>
                  </a:lnTo>
                  <a:lnTo>
                    <a:pt x="219456" y="1626108"/>
                  </a:lnTo>
                  <a:lnTo>
                    <a:pt x="216408" y="1629156"/>
                  </a:lnTo>
                  <a:lnTo>
                    <a:pt x="216408" y="1677924"/>
                  </a:lnTo>
                  <a:lnTo>
                    <a:pt x="219456" y="1680972"/>
                  </a:lnTo>
                  <a:lnTo>
                    <a:pt x="227076" y="1680972"/>
                  </a:lnTo>
                  <a:lnTo>
                    <a:pt x="230124" y="1677924"/>
                  </a:lnTo>
                  <a:lnTo>
                    <a:pt x="230124" y="1629156"/>
                  </a:lnTo>
                  <a:close/>
                </a:path>
                <a:path w="2184400" h="4994275">
                  <a:moveTo>
                    <a:pt x="230124" y="1546860"/>
                  </a:moveTo>
                  <a:lnTo>
                    <a:pt x="227076" y="1543812"/>
                  </a:lnTo>
                  <a:lnTo>
                    <a:pt x="219456" y="1543812"/>
                  </a:lnTo>
                  <a:lnTo>
                    <a:pt x="216408" y="1546860"/>
                  </a:lnTo>
                  <a:lnTo>
                    <a:pt x="216408" y="1595628"/>
                  </a:lnTo>
                  <a:lnTo>
                    <a:pt x="219456" y="1598676"/>
                  </a:lnTo>
                  <a:lnTo>
                    <a:pt x="227076" y="1598676"/>
                  </a:lnTo>
                  <a:lnTo>
                    <a:pt x="230124" y="1595628"/>
                  </a:lnTo>
                  <a:lnTo>
                    <a:pt x="230124" y="1546860"/>
                  </a:lnTo>
                  <a:close/>
                </a:path>
                <a:path w="2184400" h="4994275">
                  <a:moveTo>
                    <a:pt x="230124" y="1464564"/>
                  </a:moveTo>
                  <a:lnTo>
                    <a:pt x="227076" y="1461516"/>
                  </a:lnTo>
                  <a:lnTo>
                    <a:pt x="219456" y="1461516"/>
                  </a:lnTo>
                  <a:lnTo>
                    <a:pt x="216408" y="1464564"/>
                  </a:lnTo>
                  <a:lnTo>
                    <a:pt x="216408" y="1513332"/>
                  </a:lnTo>
                  <a:lnTo>
                    <a:pt x="219456" y="1516380"/>
                  </a:lnTo>
                  <a:lnTo>
                    <a:pt x="227076" y="1516380"/>
                  </a:lnTo>
                  <a:lnTo>
                    <a:pt x="230124" y="1513332"/>
                  </a:lnTo>
                  <a:lnTo>
                    <a:pt x="230124" y="1464564"/>
                  </a:lnTo>
                  <a:close/>
                </a:path>
                <a:path w="2184400" h="4994275">
                  <a:moveTo>
                    <a:pt x="230124" y="1380744"/>
                  </a:moveTo>
                  <a:lnTo>
                    <a:pt x="227076" y="1377696"/>
                  </a:lnTo>
                  <a:lnTo>
                    <a:pt x="219456" y="1377696"/>
                  </a:lnTo>
                  <a:lnTo>
                    <a:pt x="216408" y="1380744"/>
                  </a:lnTo>
                  <a:lnTo>
                    <a:pt x="216408" y="1429512"/>
                  </a:lnTo>
                  <a:lnTo>
                    <a:pt x="219456" y="1432560"/>
                  </a:lnTo>
                  <a:lnTo>
                    <a:pt x="227076" y="1432560"/>
                  </a:lnTo>
                  <a:lnTo>
                    <a:pt x="230124" y="1429512"/>
                  </a:lnTo>
                  <a:lnTo>
                    <a:pt x="230124" y="1380744"/>
                  </a:lnTo>
                  <a:close/>
                </a:path>
                <a:path w="2184400" h="4994275">
                  <a:moveTo>
                    <a:pt x="230124" y="1298448"/>
                  </a:moveTo>
                  <a:lnTo>
                    <a:pt x="227076" y="1295400"/>
                  </a:lnTo>
                  <a:lnTo>
                    <a:pt x="219456" y="1295400"/>
                  </a:lnTo>
                  <a:lnTo>
                    <a:pt x="216408" y="1298448"/>
                  </a:lnTo>
                  <a:lnTo>
                    <a:pt x="216408" y="1347216"/>
                  </a:lnTo>
                  <a:lnTo>
                    <a:pt x="219456" y="1350264"/>
                  </a:lnTo>
                  <a:lnTo>
                    <a:pt x="227076" y="1350264"/>
                  </a:lnTo>
                  <a:lnTo>
                    <a:pt x="230124" y="1347216"/>
                  </a:lnTo>
                  <a:lnTo>
                    <a:pt x="230124" y="1298448"/>
                  </a:lnTo>
                  <a:close/>
                </a:path>
                <a:path w="2184400" h="4994275">
                  <a:moveTo>
                    <a:pt x="230124" y="1216152"/>
                  </a:moveTo>
                  <a:lnTo>
                    <a:pt x="227076" y="1213104"/>
                  </a:lnTo>
                  <a:lnTo>
                    <a:pt x="219456" y="1213104"/>
                  </a:lnTo>
                  <a:lnTo>
                    <a:pt x="216408" y="1216152"/>
                  </a:lnTo>
                  <a:lnTo>
                    <a:pt x="216408" y="1264920"/>
                  </a:lnTo>
                  <a:lnTo>
                    <a:pt x="219456" y="1267968"/>
                  </a:lnTo>
                  <a:lnTo>
                    <a:pt x="227076" y="1267968"/>
                  </a:lnTo>
                  <a:lnTo>
                    <a:pt x="230124" y="1264920"/>
                  </a:lnTo>
                  <a:lnTo>
                    <a:pt x="230124" y="1216152"/>
                  </a:lnTo>
                  <a:close/>
                </a:path>
                <a:path w="2184400" h="4994275">
                  <a:moveTo>
                    <a:pt x="230124" y="1132332"/>
                  </a:moveTo>
                  <a:lnTo>
                    <a:pt x="227076" y="1129284"/>
                  </a:lnTo>
                  <a:lnTo>
                    <a:pt x="219456" y="1129284"/>
                  </a:lnTo>
                  <a:lnTo>
                    <a:pt x="216408" y="1132332"/>
                  </a:lnTo>
                  <a:lnTo>
                    <a:pt x="216408" y="1181100"/>
                  </a:lnTo>
                  <a:lnTo>
                    <a:pt x="219456" y="1184148"/>
                  </a:lnTo>
                  <a:lnTo>
                    <a:pt x="227076" y="1184148"/>
                  </a:lnTo>
                  <a:lnTo>
                    <a:pt x="230124" y="1181100"/>
                  </a:lnTo>
                  <a:lnTo>
                    <a:pt x="230124" y="1132332"/>
                  </a:lnTo>
                  <a:close/>
                </a:path>
                <a:path w="2184400" h="4994275">
                  <a:moveTo>
                    <a:pt x="230124" y="1050036"/>
                  </a:moveTo>
                  <a:lnTo>
                    <a:pt x="227076" y="1046988"/>
                  </a:lnTo>
                  <a:lnTo>
                    <a:pt x="219456" y="1046988"/>
                  </a:lnTo>
                  <a:lnTo>
                    <a:pt x="216408" y="1050036"/>
                  </a:lnTo>
                  <a:lnTo>
                    <a:pt x="216408" y="1098804"/>
                  </a:lnTo>
                  <a:lnTo>
                    <a:pt x="219456" y="1101852"/>
                  </a:lnTo>
                  <a:lnTo>
                    <a:pt x="227076" y="1101852"/>
                  </a:lnTo>
                  <a:lnTo>
                    <a:pt x="230124" y="1098804"/>
                  </a:lnTo>
                  <a:lnTo>
                    <a:pt x="230124" y="1050036"/>
                  </a:lnTo>
                  <a:close/>
                </a:path>
                <a:path w="2184400" h="4994275">
                  <a:moveTo>
                    <a:pt x="230124" y="967740"/>
                  </a:moveTo>
                  <a:lnTo>
                    <a:pt x="227076" y="964692"/>
                  </a:lnTo>
                  <a:lnTo>
                    <a:pt x="219456" y="964692"/>
                  </a:lnTo>
                  <a:lnTo>
                    <a:pt x="216408" y="967740"/>
                  </a:lnTo>
                  <a:lnTo>
                    <a:pt x="216408" y="1016508"/>
                  </a:lnTo>
                  <a:lnTo>
                    <a:pt x="219456" y="1019556"/>
                  </a:lnTo>
                  <a:lnTo>
                    <a:pt x="227076" y="1019556"/>
                  </a:lnTo>
                  <a:lnTo>
                    <a:pt x="230124" y="1016508"/>
                  </a:lnTo>
                  <a:lnTo>
                    <a:pt x="230124" y="967740"/>
                  </a:lnTo>
                  <a:close/>
                </a:path>
                <a:path w="2184400" h="4994275">
                  <a:moveTo>
                    <a:pt x="230124" y="883920"/>
                  </a:moveTo>
                  <a:lnTo>
                    <a:pt x="227076" y="880872"/>
                  </a:lnTo>
                  <a:lnTo>
                    <a:pt x="219456" y="880872"/>
                  </a:lnTo>
                  <a:lnTo>
                    <a:pt x="216408" y="883920"/>
                  </a:lnTo>
                  <a:lnTo>
                    <a:pt x="216408" y="932688"/>
                  </a:lnTo>
                  <a:lnTo>
                    <a:pt x="219456" y="935736"/>
                  </a:lnTo>
                  <a:lnTo>
                    <a:pt x="227076" y="935736"/>
                  </a:lnTo>
                  <a:lnTo>
                    <a:pt x="230124" y="932688"/>
                  </a:lnTo>
                  <a:lnTo>
                    <a:pt x="230124" y="883920"/>
                  </a:lnTo>
                  <a:close/>
                </a:path>
                <a:path w="2184400" h="4994275">
                  <a:moveTo>
                    <a:pt x="230124" y="801624"/>
                  </a:moveTo>
                  <a:lnTo>
                    <a:pt x="227076" y="798576"/>
                  </a:lnTo>
                  <a:lnTo>
                    <a:pt x="219456" y="798576"/>
                  </a:lnTo>
                  <a:lnTo>
                    <a:pt x="216408" y="801624"/>
                  </a:lnTo>
                  <a:lnTo>
                    <a:pt x="216408" y="850392"/>
                  </a:lnTo>
                  <a:lnTo>
                    <a:pt x="219456" y="853440"/>
                  </a:lnTo>
                  <a:lnTo>
                    <a:pt x="227076" y="853440"/>
                  </a:lnTo>
                  <a:lnTo>
                    <a:pt x="230124" y="850392"/>
                  </a:lnTo>
                  <a:lnTo>
                    <a:pt x="230124" y="801624"/>
                  </a:lnTo>
                  <a:close/>
                </a:path>
                <a:path w="2184400" h="4994275">
                  <a:moveTo>
                    <a:pt x="230124" y="719328"/>
                  </a:moveTo>
                  <a:lnTo>
                    <a:pt x="227076" y="716280"/>
                  </a:lnTo>
                  <a:lnTo>
                    <a:pt x="219456" y="716280"/>
                  </a:lnTo>
                  <a:lnTo>
                    <a:pt x="216408" y="719328"/>
                  </a:lnTo>
                  <a:lnTo>
                    <a:pt x="216408" y="768096"/>
                  </a:lnTo>
                  <a:lnTo>
                    <a:pt x="219456" y="771144"/>
                  </a:lnTo>
                  <a:lnTo>
                    <a:pt x="227076" y="771144"/>
                  </a:lnTo>
                  <a:lnTo>
                    <a:pt x="230124" y="768096"/>
                  </a:lnTo>
                  <a:lnTo>
                    <a:pt x="230124" y="719328"/>
                  </a:lnTo>
                  <a:close/>
                </a:path>
                <a:path w="2184400" h="4994275">
                  <a:moveTo>
                    <a:pt x="230124" y="635508"/>
                  </a:moveTo>
                  <a:lnTo>
                    <a:pt x="227076" y="632460"/>
                  </a:lnTo>
                  <a:lnTo>
                    <a:pt x="219456" y="632460"/>
                  </a:lnTo>
                  <a:lnTo>
                    <a:pt x="216408" y="635508"/>
                  </a:lnTo>
                  <a:lnTo>
                    <a:pt x="216408" y="684276"/>
                  </a:lnTo>
                  <a:lnTo>
                    <a:pt x="219456" y="687324"/>
                  </a:lnTo>
                  <a:lnTo>
                    <a:pt x="227076" y="687324"/>
                  </a:lnTo>
                  <a:lnTo>
                    <a:pt x="230124" y="684276"/>
                  </a:lnTo>
                  <a:lnTo>
                    <a:pt x="230124" y="635508"/>
                  </a:lnTo>
                  <a:close/>
                </a:path>
                <a:path w="2184400" h="4994275">
                  <a:moveTo>
                    <a:pt x="230124" y="553212"/>
                  </a:moveTo>
                  <a:lnTo>
                    <a:pt x="227076" y="550164"/>
                  </a:lnTo>
                  <a:lnTo>
                    <a:pt x="219456" y="550164"/>
                  </a:lnTo>
                  <a:lnTo>
                    <a:pt x="216408" y="553212"/>
                  </a:lnTo>
                  <a:lnTo>
                    <a:pt x="216408" y="601980"/>
                  </a:lnTo>
                  <a:lnTo>
                    <a:pt x="219456" y="605028"/>
                  </a:lnTo>
                  <a:lnTo>
                    <a:pt x="227076" y="605028"/>
                  </a:lnTo>
                  <a:lnTo>
                    <a:pt x="230124" y="601980"/>
                  </a:lnTo>
                  <a:lnTo>
                    <a:pt x="230124" y="553212"/>
                  </a:lnTo>
                  <a:close/>
                </a:path>
                <a:path w="2184400" h="4994275">
                  <a:moveTo>
                    <a:pt x="230124" y="470916"/>
                  </a:moveTo>
                  <a:lnTo>
                    <a:pt x="227076" y="467868"/>
                  </a:lnTo>
                  <a:lnTo>
                    <a:pt x="219456" y="467868"/>
                  </a:lnTo>
                  <a:lnTo>
                    <a:pt x="216408" y="470916"/>
                  </a:lnTo>
                  <a:lnTo>
                    <a:pt x="216408" y="519684"/>
                  </a:lnTo>
                  <a:lnTo>
                    <a:pt x="219456" y="522732"/>
                  </a:lnTo>
                  <a:lnTo>
                    <a:pt x="227076" y="522732"/>
                  </a:lnTo>
                  <a:lnTo>
                    <a:pt x="230124" y="519684"/>
                  </a:lnTo>
                  <a:lnTo>
                    <a:pt x="230124" y="470916"/>
                  </a:lnTo>
                  <a:close/>
                </a:path>
                <a:path w="2184400" h="4994275">
                  <a:moveTo>
                    <a:pt x="230124" y="387096"/>
                  </a:moveTo>
                  <a:lnTo>
                    <a:pt x="227076" y="384048"/>
                  </a:lnTo>
                  <a:lnTo>
                    <a:pt x="219456" y="384048"/>
                  </a:lnTo>
                  <a:lnTo>
                    <a:pt x="216408" y="387096"/>
                  </a:lnTo>
                  <a:lnTo>
                    <a:pt x="216408" y="435864"/>
                  </a:lnTo>
                  <a:lnTo>
                    <a:pt x="219456" y="438912"/>
                  </a:lnTo>
                  <a:lnTo>
                    <a:pt x="227076" y="438912"/>
                  </a:lnTo>
                  <a:lnTo>
                    <a:pt x="230124" y="435864"/>
                  </a:lnTo>
                  <a:lnTo>
                    <a:pt x="230124" y="387096"/>
                  </a:lnTo>
                  <a:close/>
                </a:path>
                <a:path w="2184400" h="4994275">
                  <a:moveTo>
                    <a:pt x="230124" y="304800"/>
                  </a:moveTo>
                  <a:lnTo>
                    <a:pt x="227076" y="301752"/>
                  </a:lnTo>
                  <a:lnTo>
                    <a:pt x="219456" y="301752"/>
                  </a:lnTo>
                  <a:lnTo>
                    <a:pt x="216408" y="304800"/>
                  </a:lnTo>
                  <a:lnTo>
                    <a:pt x="216408" y="353568"/>
                  </a:lnTo>
                  <a:lnTo>
                    <a:pt x="219456" y="356616"/>
                  </a:lnTo>
                  <a:lnTo>
                    <a:pt x="227076" y="356616"/>
                  </a:lnTo>
                  <a:lnTo>
                    <a:pt x="230124" y="353568"/>
                  </a:lnTo>
                  <a:lnTo>
                    <a:pt x="230124" y="304800"/>
                  </a:lnTo>
                  <a:close/>
                </a:path>
                <a:path w="2184400" h="4994275">
                  <a:moveTo>
                    <a:pt x="230124" y="222504"/>
                  </a:moveTo>
                  <a:lnTo>
                    <a:pt x="227076" y="219456"/>
                  </a:lnTo>
                  <a:lnTo>
                    <a:pt x="219456" y="219456"/>
                  </a:lnTo>
                  <a:lnTo>
                    <a:pt x="216408" y="222504"/>
                  </a:lnTo>
                  <a:lnTo>
                    <a:pt x="216408" y="271272"/>
                  </a:lnTo>
                  <a:lnTo>
                    <a:pt x="219456" y="274320"/>
                  </a:lnTo>
                  <a:lnTo>
                    <a:pt x="227076" y="274320"/>
                  </a:lnTo>
                  <a:lnTo>
                    <a:pt x="230124" y="271272"/>
                  </a:lnTo>
                  <a:lnTo>
                    <a:pt x="230124" y="222504"/>
                  </a:lnTo>
                  <a:close/>
                </a:path>
                <a:path w="2184400" h="4994275">
                  <a:moveTo>
                    <a:pt x="230124" y="138684"/>
                  </a:moveTo>
                  <a:lnTo>
                    <a:pt x="227076" y="135636"/>
                  </a:lnTo>
                  <a:lnTo>
                    <a:pt x="219456" y="135636"/>
                  </a:lnTo>
                  <a:lnTo>
                    <a:pt x="216408" y="138684"/>
                  </a:lnTo>
                  <a:lnTo>
                    <a:pt x="216408" y="187452"/>
                  </a:lnTo>
                  <a:lnTo>
                    <a:pt x="219456" y="192024"/>
                  </a:lnTo>
                  <a:lnTo>
                    <a:pt x="227076" y="192024"/>
                  </a:lnTo>
                  <a:lnTo>
                    <a:pt x="230124" y="187452"/>
                  </a:lnTo>
                  <a:lnTo>
                    <a:pt x="230124" y="138684"/>
                  </a:lnTo>
                  <a:close/>
                </a:path>
                <a:path w="2184400" h="4994275">
                  <a:moveTo>
                    <a:pt x="448056" y="4940808"/>
                  </a:moveTo>
                  <a:lnTo>
                    <a:pt x="445008" y="4937760"/>
                  </a:lnTo>
                  <a:lnTo>
                    <a:pt x="437388" y="4937760"/>
                  </a:lnTo>
                  <a:lnTo>
                    <a:pt x="434340" y="4940808"/>
                  </a:lnTo>
                  <a:lnTo>
                    <a:pt x="434340" y="4989576"/>
                  </a:lnTo>
                  <a:lnTo>
                    <a:pt x="437388" y="4994148"/>
                  </a:lnTo>
                  <a:lnTo>
                    <a:pt x="445008" y="4994148"/>
                  </a:lnTo>
                  <a:lnTo>
                    <a:pt x="448056" y="4989576"/>
                  </a:lnTo>
                  <a:lnTo>
                    <a:pt x="448056" y="4940808"/>
                  </a:lnTo>
                  <a:close/>
                </a:path>
                <a:path w="2184400" h="4994275">
                  <a:moveTo>
                    <a:pt x="448056" y="4858512"/>
                  </a:moveTo>
                  <a:lnTo>
                    <a:pt x="445008" y="4855464"/>
                  </a:lnTo>
                  <a:lnTo>
                    <a:pt x="437388" y="4855464"/>
                  </a:lnTo>
                  <a:lnTo>
                    <a:pt x="434340" y="4858512"/>
                  </a:lnTo>
                  <a:lnTo>
                    <a:pt x="434340" y="4907280"/>
                  </a:lnTo>
                  <a:lnTo>
                    <a:pt x="437388" y="4910328"/>
                  </a:lnTo>
                  <a:lnTo>
                    <a:pt x="445008" y="4910328"/>
                  </a:lnTo>
                  <a:lnTo>
                    <a:pt x="448056" y="4907280"/>
                  </a:lnTo>
                  <a:lnTo>
                    <a:pt x="448056" y="4858512"/>
                  </a:lnTo>
                  <a:close/>
                </a:path>
                <a:path w="2184400" h="4994275">
                  <a:moveTo>
                    <a:pt x="448056" y="4776216"/>
                  </a:moveTo>
                  <a:lnTo>
                    <a:pt x="445008" y="4773168"/>
                  </a:lnTo>
                  <a:lnTo>
                    <a:pt x="437388" y="4773168"/>
                  </a:lnTo>
                  <a:lnTo>
                    <a:pt x="434340" y="4776216"/>
                  </a:lnTo>
                  <a:lnTo>
                    <a:pt x="434340" y="4824984"/>
                  </a:lnTo>
                  <a:lnTo>
                    <a:pt x="437388" y="4828032"/>
                  </a:lnTo>
                  <a:lnTo>
                    <a:pt x="445008" y="4828032"/>
                  </a:lnTo>
                  <a:lnTo>
                    <a:pt x="448056" y="4824984"/>
                  </a:lnTo>
                  <a:lnTo>
                    <a:pt x="448056" y="4776216"/>
                  </a:lnTo>
                  <a:close/>
                </a:path>
                <a:path w="2184400" h="4994275">
                  <a:moveTo>
                    <a:pt x="448056" y="4692396"/>
                  </a:moveTo>
                  <a:lnTo>
                    <a:pt x="445008" y="4689348"/>
                  </a:lnTo>
                  <a:lnTo>
                    <a:pt x="437388" y="4689348"/>
                  </a:lnTo>
                  <a:lnTo>
                    <a:pt x="434340" y="4692396"/>
                  </a:lnTo>
                  <a:lnTo>
                    <a:pt x="434340" y="4742688"/>
                  </a:lnTo>
                  <a:lnTo>
                    <a:pt x="437388" y="4745736"/>
                  </a:lnTo>
                  <a:lnTo>
                    <a:pt x="445008" y="4745736"/>
                  </a:lnTo>
                  <a:lnTo>
                    <a:pt x="448056" y="4742688"/>
                  </a:lnTo>
                  <a:lnTo>
                    <a:pt x="448056" y="4692396"/>
                  </a:lnTo>
                  <a:close/>
                </a:path>
                <a:path w="2184400" h="4994275">
                  <a:moveTo>
                    <a:pt x="448056" y="4610100"/>
                  </a:moveTo>
                  <a:lnTo>
                    <a:pt x="445008" y="4607052"/>
                  </a:lnTo>
                  <a:lnTo>
                    <a:pt x="437388" y="4607052"/>
                  </a:lnTo>
                  <a:lnTo>
                    <a:pt x="434340" y="4610100"/>
                  </a:lnTo>
                  <a:lnTo>
                    <a:pt x="434340" y="4658868"/>
                  </a:lnTo>
                  <a:lnTo>
                    <a:pt x="437388" y="4661916"/>
                  </a:lnTo>
                  <a:lnTo>
                    <a:pt x="445008" y="4661916"/>
                  </a:lnTo>
                  <a:lnTo>
                    <a:pt x="448056" y="4658868"/>
                  </a:lnTo>
                  <a:lnTo>
                    <a:pt x="448056" y="4610100"/>
                  </a:lnTo>
                  <a:close/>
                </a:path>
                <a:path w="2184400" h="4994275">
                  <a:moveTo>
                    <a:pt x="448056" y="4527804"/>
                  </a:moveTo>
                  <a:lnTo>
                    <a:pt x="445008" y="4524756"/>
                  </a:lnTo>
                  <a:lnTo>
                    <a:pt x="437388" y="4524756"/>
                  </a:lnTo>
                  <a:lnTo>
                    <a:pt x="434340" y="4527804"/>
                  </a:lnTo>
                  <a:lnTo>
                    <a:pt x="434340" y="4576572"/>
                  </a:lnTo>
                  <a:lnTo>
                    <a:pt x="437388" y="4579620"/>
                  </a:lnTo>
                  <a:lnTo>
                    <a:pt x="445008" y="4579620"/>
                  </a:lnTo>
                  <a:lnTo>
                    <a:pt x="448056" y="4576572"/>
                  </a:lnTo>
                  <a:lnTo>
                    <a:pt x="448056" y="4527804"/>
                  </a:lnTo>
                  <a:close/>
                </a:path>
                <a:path w="2184400" h="4994275">
                  <a:moveTo>
                    <a:pt x="448056" y="4443984"/>
                  </a:moveTo>
                  <a:lnTo>
                    <a:pt x="445008" y="4440936"/>
                  </a:lnTo>
                  <a:lnTo>
                    <a:pt x="437388" y="4440936"/>
                  </a:lnTo>
                  <a:lnTo>
                    <a:pt x="434340" y="4443984"/>
                  </a:lnTo>
                  <a:lnTo>
                    <a:pt x="434340" y="4494276"/>
                  </a:lnTo>
                  <a:lnTo>
                    <a:pt x="437388" y="4497324"/>
                  </a:lnTo>
                  <a:lnTo>
                    <a:pt x="445008" y="4497324"/>
                  </a:lnTo>
                  <a:lnTo>
                    <a:pt x="448056" y="4494276"/>
                  </a:lnTo>
                  <a:lnTo>
                    <a:pt x="448056" y="4443984"/>
                  </a:lnTo>
                  <a:close/>
                </a:path>
                <a:path w="2184400" h="4994275">
                  <a:moveTo>
                    <a:pt x="448056" y="4361688"/>
                  </a:moveTo>
                  <a:lnTo>
                    <a:pt x="445008" y="4358640"/>
                  </a:lnTo>
                  <a:lnTo>
                    <a:pt x="437388" y="4358640"/>
                  </a:lnTo>
                  <a:lnTo>
                    <a:pt x="434340" y="4361688"/>
                  </a:lnTo>
                  <a:lnTo>
                    <a:pt x="434340" y="4410456"/>
                  </a:lnTo>
                  <a:lnTo>
                    <a:pt x="437388" y="4413504"/>
                  </a:lnTo>
                  <a:lnTo>
                    <a:pt x="445008" y="4413504"/>
                  </a:lnTo>
                  <a:lnTo>
                    <a:pt x="448056" y="4410456"/>
                  </a:lnTo>
                  <a:lnTo>
                    <a:pt x="448056" y="4361688"/>
                  </a:lnTo>
                  <a:close/>
                </a:path>
                <a:path w="2184400" h="4994275">
                  <a:moveTo>
                    <a:pt x="448056" y="4279392"/>
                  </a:moveTo>
                  <a:lnTo>
                    <a:pt x="445008" y="4276344"/>
                  </a:lnTo>
                  <a:lnTo>
                    <a:pt x="437388" y="4276344"/>
                  </a:lnTo>
                  <a:lnTo>
                    <a:pt x="434340" y="4279392"/>
                  </a:lnTo>
                  <a:lnTo>
                    <a:pt x="434340" y="4328160"/>
                  </a:lnTo>
                  <a:lnTo>
                    <a:pt x="437388" y="4331208"/>
                  </a:lnTo>
                  <a:lnTo>
                    <a:pt x="445008" y="4331208"/>
                  </a:lnTo>
                  <a:lnTo>
                    <a:pt x="448056" y="4328160"/>
                  </a:lnTo>
                  <a:lnTo>
                    <a:pt x="448056" y="4279392"/>
                  </a:lnTo>
                  <a:close/>
                </a:path>
                <a:path w="2184400" h="4994275">
                  <a:moveTo>
                    <a:pt x="448056" y="4195572"/>
                  </a:moveTo>
                  <a:lnTo>
                    <a:pt x="445008" y="4192524"/>
                  </a:lnTo>
                  <a:lnTo>
                    <a:pt x="437388" y="4192524"/>
                  </a:lnTo>
                  <a:lnTo>
                    <a:pt x="434340" y="4195572"/>
                  </a:lnTo>
                  <a:lnTo>
                    <a:pt x="434340" y="4245864"/>
                  </a:lnTo>
                  <a:lnTo>
                    <a:pt x="437388" y="4248912"/>
                  </a:lnTo>
                  <a:lnTo>
                    <a:pt x="445008" y="4248912"/>
                  </a:lnTo>
                  <a:lnTo>
                    <a:pt x="448056" y="4245864"/>
                  </a:lnTo>
                  <a:lnTo>
                    <a:pt x="448056" y="4195572"/>
                  </a:lnTo>
                  <a:close/>
                </a:path>
                <a:path w="2184400" h="4994275">
                  <a:moveTo>
                    <a:pt x="448056" y="4113276"/>
                  </a:moveTo>
                  <a:lnTo>
                    <a:pt x="445008" y="4110228"/>
                  </a:lnTo>
                  <a:lnTo>
                    <a:pt x="437388" y="4110228"/>
                  </a:lnTo>
                  <a:lnTo>
                    <a:pt x="434340" y="4113276"/>
                  </a:lnTo>
                  <a:lnTo>
                    <a:pt x="434340" y="4162044"/>
                  </a:lnTo>
                  <a:lnTo>
                    <a:pt x="437388" y="4165092"/>
                  </a:lnTo>
                  <a:lnTo>
                    <a:pt x="445008" y="4165092"/>
                  </a:lnTo>
                  <a:lnTo>
                    <a:pt x="448056" y="4162044"/>
                  </a:lnTo>
                  <a:lnTo>
                    <a:pt x="448056" y="4113276"/>
                  </a:lnTo>
                  <a:close/>
                </a:path>
                <a:path w="2184400" h="4994275">
                  <a:moveTo>
                    <a:pt x="448056" y="4030980"/>
                  </a:moveTo>
                  <a:lnTo>
                    <a:pt x="445008" y="4027932"/>
                  </a:lnTo>
                  <a:lnTo>
                    <a:pt x="437388" y="4027932"/>
                  </a:lnTo>
                  <a:lnTo>
                    <a:pt x="434340" y="4030980"/>
                  </a:lnTo>
                  <a:lnTo>
                    <a:pt x="434340" y="4079748"/>
                  </a:lnTo>
                  <a:lnTo>
                    <a:pt x="437388" y="4082796"/>
                  </a:lnTo>
                  <a:lnTo>
                    <a:pt x="445008" y="4082796"/>
                  </a:lnTo>
                  <a:lnTo>
                    <a:pt x="448056" y="4079748"/>
                  </a:lnTo>
                  <a:lnTo>
                    <a:pt x="448056" y="4030980"/>
                  </a:lnTo>
                  <a:close/>
                </a:path>
                <a:path w="2184400" h="4994275">
                  <a:moveTo>
                    <a:pt x="448056" y="3947160"/>
                  </a:moveTo>
                  <a:lnTo>
                    <a:pt x="445008" y="3944112"/>
                  </a:lnTo>
                  <a:lnTo>
                    <a:pt x="437388" y="3944112"/>
                  </a:lnTo>
                  <a:lnTo>
                    <a:pt x="434340" y="3947160"/>
                  </a:lnTo>
                  <a:lnTo>
                    <a:pt x="434340" y="3997452"/>
                  </a:lnTo>
                  <a:lnTo>
                    <a:pt x="437388" y="4000500"/>
                  </a:lnTo>
                  <a:lnTo>
                    <a:pt x="445008" y="4000500"/>
                  </a:lnTo>
                  <a:lnTo>
                    <a:pt x="448056" y="3997452"/>
                  </a:lnTo>
                  <a:lnTo>
                    <a:pt x="448056" y="3947160"/>
                  </a:lnTo>
                  <a:close/>
                </a:path>
                <a:path w="2184400" h="4994275">
                  <a:moveTo>
                    <a:pt x="448056" y="3864864"/>
                  </a:moveTo>
                  <a:lnTo>
                    <a:pt x="445008" y="3861816"/>
                  </a:lnTo>
                  <a:lnTo>
                    <a:pt x="437388" y="3861816"/>
                  </a:lnTo>
                  <a:lnTo>
                    <a:pt x="434340" y="3864864"/>
                  </a:lnTo>
                  <a:lnTo>
                    <a:pt x="434340" y="3913632"/>
                  </a:lnTo>
                  <a:lnTo>
                    <a:pt x="437388" y="3916680"/>
                  </a:lnTo>
                  <a:lnTo>
                    <a:pt x="445008" y="3916680"/>
                  </a:lnTo>
                  <a:lnTo>
                    <a:pt x="448056" y="3913632"/>
                  </a:lnTo>
                  <a:lnTo>
                    <a:pt x="448056" y="3864864"/>
                  </a:lnTo>
                  <a:close/>
                </a:path>
                <a:path w="2184400" h="4994275">
                  <a:moveTo>
                    <a:pt x="448056" y="3782568"/>
                  </a:moveTo>
                  <a:lnTo>
                    <a:pt x="445008" y="3779520"/>
                  </a:lnTo>
                  <a:lnTo>
                    <a:pt x="437388" y="3779520"/>
                  </a:lnTo>
                  <a:lnTo>
                    <a:pt x="434340" y="3782568"/>
                  </a:lnTo>
                  <a:lnTo>
                    <a:pt x="434340" y="3831336"/>
                  </a:lnTo>
                  <a:lnTo>
                    <a:pt x="437388" y="3834384"/>
                  </a:lnTo>
                  <a:lnTo>
                    <a:pt x="445008" y="3834384"/>
                  </a:lnTo>
                  <a:lnTo>
                    <a:pt x="448056" y="3831336"/>
                  </a:lnTo>
                  <a:lnTo>
                    <a:pt x="448056" y="3782568"/>
                  </a:lnTo>
                  <a:close/>
                </a:path>
                <a:path w="2184400" h="4994275">
                  <a:moveTo>
                    <a:pt x="448056" y="3698748"/>
                  </a:moveTo>
                  <a:lnTo>
                    <a:pt x="445008" y="3695700"/>
                  </a:lnTo>
                  <a:lnTo>
                    <a:pt x="437388" y="3695700"/>
                  </a:lnTo>
                  <a:lnTo>
                    <a:pt x="434340" y="3698748"/>
                  </a:lnTo>
                  <a:lnTo>
                    <a:pt x="434340" y="3749040"/>
                  </a:lnTo>
                  <a:lnTo>
                    <a:pt x="437388" y="3752088"/>
                  </a:lnTo>
                  <a:lnTo>
                    <a:pt x="445008" y="3752088"/>
                  </a:lnTo>
                  <a:lnTo>
                    <a:pt x="448056" y="3749040"/>
                  </a:lnTo>
                  <a:lnTo>
                    <a:pt x="448056" y="3698748"/>
                  </a:lnTo>
                  <a:close/>
                </a:path>
                <a:path w="2184400" h="4994275">
                  <a:moveTo>
                    <a:pt x="448056" y="3616452"/>
                  </a:moveTo>
                  <a:lnTo>
                    <a:pt x="445008" y="3613404"/>
                  </a:lnTo>
                  <a:lnTo>
                    <a:pt x="437388" y="3613404"/>
                  </a:lnTo>
                  <a:lnTo>
                    <a:pt x="434340" y="3616452"/>
                  </a:lnTo>
                  <a:lnTo>
                    <a:pt x="434340" y="3665220"/>
                  </a:lnTo>
                  <a:lnTo>
                    <a:pt x="437388" y="3668268"/>
                  </a:lnTo>
                  <a:lnTo>
                    <a:pt x="445008" y="3668268"/>
                  </a:lnTo>
                  <a:lnTo>
                    <a:pt x="448056" y="3665220"/>
                  </a:lnTo>
                  <a:lnTo>
                    <a:pt x="448056" y="3616452"/>
                  </a:lnTo>
                  <a:close/>
                </a:path>
                <a:path w="2184400" h="4994275">
                  <a:moveTo>
                    <a:pt x="448056" y="3534156"/>
                  </a:moveTo>
                  <a:lnTo>
                    <a:pt x="445008" y="3531108"/>
                  </a:lnTo>
                  <a:lnTo>
                    <a:pt x="437388" y="3531108"/>
                  </a:lnTo>
                  <a:lnTo>
                    <a:pt x="434340" y="3534156"/>
                  </a:lnTo>
                  <a:lnTo>
                    <a:pt x="434340" y="3582924"/>
                  </a:lnTo>
                  <a:lnTo>
                    <a:pt x="437388" y="3585972"/>
                  </a:lnTo>
                  <a:lnTo>
                    <a:pt x="445008" y="3585972"/>
                  </a:lnTo>
                  <a:lnTo>
                    <a:pt x="448056" y="3582924"/>
                  </a:lnTo>
                  <a:lnTo>
                    <a:pt x="448056" y="3534156"/>
                  </a:lnTo>
                  <a:close/>
                </a:path>
                <a:path w="2184400" h="4994275">
                  <a:moveTo>
                    <a:pt x="448056" y="3450336"/>
                  </a:moveTo>
                  <a:lnTo>
                    <a:pt x="445008" y="3447288"/>
                  </a:lnTo>
                  <a:lnTo>
                    <a:pt x="437388" y="3447288"/>
                  </a:lnTo>
                  <a:lnTo>
                    <a:pt x="434340" y="3450336"/>
                  </a:lnTo>
                  <a:lnTo>
                    <a:pt x="434340" y="3500628"/>
                  </a:lnTo>
                  <a:lnTo>
                    <a:pt x="437388" y="3503676"/>
                  </a:lnTo>
                  <a:lnTo>
                    <a:pt x="445008" y="3503676"/>
                  </a:lnTo>
                  <a:lnTo>
                    <a:pt x="448056" y="3500628"/>
                  </a:lnTo>
                  <a:lnTo>
                    <a:pt x="448056" y="3450336"/>
                  </a:lnTo>
                  <a:close/>
                </a:path>
                <a:path w="2184400" h="4994275">
                  <a:moveTo>
                    <a:pt x="448056" y="3368040"/>
                  </a:moveTo>
                  <a:lnTo>
                    <a:pt x="445008" y="3364992"/>
                  </a:lnTo>
                  <a:lnTo>
                    <a:pt x="437388" y="3364992"/>
                  </a:lnTo>
                  <a:lnTo>
                    <a:pt x="434340" y="3368040"/>
                  </a:lnTo>
                  <a:lnTo>
                    <a:pt x="434340" y="3416808"/>
                  </a:lnTo>
                  <a:lnTo>
                    <a:pt x="437388" y="3419856"/>
                  </a:lnTo>
                  <a:lnTo>
                    <a:pt x="445008" y="3419856"/>
                  </a:lnTo>
                  <a:lnTo>
                    <a:pt x="448056" y="3416808"/>
                  </a:lnTo>
                  <a:lnTo>
                    <a:pt x="448056" y="3368040"/>
                  </a:lnTo>
                  <a:close/>
                </a:path>
                <a:path w="2184400" h="4994275">
                  <a:moveTo>
                    <a:pt x="448056" y="3285744"/>
                  </a:moveTo>
                  <a:lnTo>
                    <a:pt x="445008" y="3282696"/>
                  </a:lnTo>
                  <a:lnTo>
                    <a:pt x="437388" y="3282696"/>
                  </a:lnTo>
                  <a:lnTo>
                    <a:pt x="434340" y="3285744"/>
                  </a:lnTo>
                  <a:lnTo>
                    <a:pt x="434340" y="3334512"/>
                  </a:lnTo>
                  <a:lnTo>
                    <a:pt x="437388" y="3337560"/>
                  </a:lnTo>
                  <a:lnTo>
                    <a:pt x="445008" y="3337560"/>
                  </a:lnTo>
                  <a:lnTo>
                    <a:pt x="448056" y="3334512"/>
                  </a:lnTo>
                  <a:lnTo>
                    <a:pt x="448056" y="3285744"/>
                  </a:lnTo>
                  <a:close/>
                </a:path>
                <a:path w="2184400" h="4994275">
                  <a:moveTo>
                    <a:pt x="448056" y="3201924"/>
                  </a:moveTo>
                  <a:lnTo>
                    <a:pt x="445008" y="3198876"/>
                  </a:lnTo>
                  <a:lnTo>
                    <a:pt x="437388" y="3198876"/>
                  </a:lnTo>
                  <a:lnTo>
                    <a:pt x="434340" y="3201924"/>
                  </a:lnTo>
                  <a:lnTo>
                    <a:pt x="434340" y="3252216"/>
                  </a:lnTo>
                  <a:lnTo>
                    <a:pt x="437388" y="3255264"/>
                  </a:lnTo>
                  <a:lnTo>
                    <a:pt x="445008" y="3255264"/>
                  </a:lnTo>
                  <a:lnTo>
                    <a:pt x="448056" y="3252216"/>
                  </a:lnTo>
                  <a:lnTo>
                    <a:pt x="448056" y="3201924"/>
                  </a:lnTo>
                  <a:close/>
                </a:path>
                <a:path w="2184400" h="4994275">
                  <a:moveTo>
                    <a:pt x="448056" y="3119628"/>
                  </a:moveTo>
                  <a:lnTo>
                    <a:pt x="445008" y="3116580"/>
                  </a:lnTo>
                  <a:lnTo>
                    <a:pt x="437388" y="3116580"/>
                  </a:lnTo>
                  <a:lnTo>
                    <a:pt x="434340" y="3119628"/>
                  </a:lnTo>
                  <a:lnTo>
                    <a:pt x="434340" y="3168396"/>
                  </a:lnTo>
                  <a:lnTo>
                    <a:pt x="437388" y="3171444"/>
                  </a:lnTo>
                  <a:lnTo>
                    <a:pt x="445008" y="3171444"/>
                  </a:lnTo>
                  <a:lnTo>
                    <a:pt x="448056" y="3168396"/>
                  </a:lnTo>
                  <a:lnTo>
                    <a:pt x="448056" y="3119628"/>
                  </a:lnTo>
                  <a:close/>
                </a:path>
                <a:path w="2184400" h="4994275">
                  <a:moveTo>
                    <a:pt x="448056" y="3037332"/>
                  </a:moveTo>
                  <a:lnTo>
                    <a:pt x="445008" y="3034284"/>
                  </a:lnTo>
                  <a:lnTo>
                    <a:pt x="437388" y="3034284"/>
                  </a:lnTo>
                  <a:lnTo>
                    <a:pt x="434340" y="3037332"/>
                  </a:lnTo>
                  <a:lnTo>
                    <a:pt x="434340" y="3086100"/>
                  </a:lnTo>
                  <a:lnTo>
                    <a:pt x="437388" y="3089148"/>
                  </a:lnTo>
                  <a:lnTo>
                    <a:pt x="445008" y="3089148"/>
                  </a:lnTo>
                  <a:lnTo>
                    <a:pt x="448056" y="3086100"/>
                  </a:lnTo>
                  <a:lnTo>
                    <a:pt x="448056" y="3037332"/>
                  </a:lnTo>
                  <a:close/>
                </a:path>
                <a:path w="2184400" h="4994275">
                  <a:moveTo>
                    <a:pt x="448056" y="2953512"/>
                  </a:moveTo>
                  <a:lnTo>
                    <a:pt x="445008" y="2950464"/>
                  </a:lnTo>
                  <a:lnTo>
                    <a:pt x="437388" y="2950464"/>
                  </a:lnTo>
                  <a:lnTo>
                    <a:pt x="434340" y="2953512"/>
                  </a:lnTo>
                  <a:lnTo>
                    <a:pt x="434340" y="3003804"/>
                  </a:lnTo>
                  <a:lnTo>
                    <a:pt x="437388" y="3006852"/>
                  </a:lnTo>
                  <a:lnTo>
                    <a:pt x="445008" y="3006852"/>
                  </a:lnTo>
                  <a:lnTo>
                    <a:pt x="448056" y="3003804"/>
                  </a:lnTo>
                  <a:lnTo>
                    <a:pt x="448056" y="2953512"/>
                  </a:lnTo>
                  <a:close/>
                </a:path>
                <a:path w="2184400" h="4994275">
                  <a:moveTo>
                    <a:pt x="448056" y="2871216"/>
                  </a:moveTo>
                  <a:lnTo>
                    <a:pt x="445008" y="2868168"/>
                  </a:lnTo>
                  <a:lnTo>
                    <a:pt x="437388" y="2868168"/>
                  </a:lnTo>
                  <a:lnTo>
                    <a:pt x="434340" y="2871216"/>
                  </a:lnTo>
                  <a:lnTo>
                    <a:pt x="434340" y="2919984"/>
                  </a:lnTo>
                  <a:lnTo>
                    <a:pt x="437388" y="2923032"/>
                  </a:lnTo>
                  <a:lnTo>
                    <a:pt x="445008" y="2923032"/>
                  </a:lnTo>
                  <a:lnTo>
                    <a:pt x="448056" y="2919984"/>
                  </a:lnTo>
                  <a:lnTo>
                    <a:pt x="448056" y="2871216"/>
                  </a:lnTo>
                  <a:close/>
                </a:path>
                <a:path w="2184400" h="4994275">
                  <a:moveTo>
                    <a:pt x="448056" y="2788920"/>
                  </a:moveTo>
                  <a:lnTo>
                    <a:pt x="445008" y="2785872"/>
                  </a:lnTo>
                  <a:lnTo>
                    <a:pt x="437388" y="2785872"/>
                  </a:lnTo>
                  <a:lnTo>
                    <a:pt x="434340" y="2788920"/>
                  </a:lnTo>
                  <a:lnTo>
                    <a:pt x="434340" y="2837688"/>
                  </a:lnTo>
                  <a:lnTo>
                    <a:pt x="437388" y="2840736"/>
                  </a:lnTo>
                  <a:lnTo>
                    <a:pt x="445008" y="2840736"/>
                  </a:lnTo>
                  <a:lnTo>
                    <a:pt x="448056" y="2837688"/>
                  </a:lnTo>
                  <a:lnTo>
                    <a:pt x="448056" y="2788920"/>
                  </a:lnTo>
                  <a:close/>
                </a:path>
                <a:path w="2184400" h="4994275">
                  <a:moveTo>
                    <a:pt x="448056" y="2705100"/>
                  </a:moveTo>
                  <a:lnTo>
                    <a:pt x="445008" y="2702052"/>
                  </a:lnTo>
                  <a:lnTo>
                    <a:pt x="437388" y="2702052"/>
                  </a:lnTo>
                  <a:lnTo>
                    <a:pt x="434340" y="2705100"/>
                  </a:lnTo>
                  <a:lnTo>
                    <a:pt x="434340" y="2755392"/>
                  </a:lnTo>
                  <a:lnTo>
                    <a:pt x="437388" y="2758440"/>
                  </a:lnTo>
                  <a:lnTo>
                    <a:pt x="445008" y="2758440"/>
                  </a:lnTo>
                  <a:lnTo>
                    <a:pt x="448056" y="2755392"/>
                  </a:lnTo>
                  <a:lnTo>
                    <a:pt x="448056" y="2705100"/>
                  </a:lnTo>
                  <a:close/>
                </a:path>
                <a:path w="2184400" h="4994275">
                  <a:moveTo>
                    <a:pt x="448056" y="2622804"/>
                  </a:moveTo>
                  <a:lnTo>
                    <a:pt x="445008" y="2619756"/>
                  </a:lnTo>
                  <a:lnTo>
                    <a:pt x="437388" y="2619756"/>
                  </a:lnTo>
                  <a:lnTo>
                    <a:pt x="434340" y="2622804"/>
                  </a:lnTo>
                  <a:lnTo>
                    <a:pt x="434340" y="2671572"/>
                  </a:lnTo>
                  <a:lnTo>
                    <a:pt x="437388" y="2674620"/>
                  </a:lnTo>
                  <a:lnTo>
                    <a:pt x="445008" y="2674620"/>
                  </a:lnTo>
                  <a:lnTo>
                    <a:pt x="448056" y="2671572"/>
                  </a:lnTo>
                  <a:lnTo>
                    <a:pt x="448056" y="2622804"/>
                  </a:lnTo>
                  <a:close/>
                </a:path>
                <a:path w="2184400" h="4994275">
                  <a:moveTo>
                    <a:pt x="448056" y="2540508"/>
                  </a:moveTo>
                  <a:lnTo>
                    <a:pt x="445008" y="2537460"/>
                  </a:lnTo>
                  <a:lnTo>
                    <a:pt x="437388" y="2537460"/>
                  </a:lnTo>
                  <a:lnTo>
                    <a:pt x="434340" y="2540508"/>
                  </a:lnTo>
                  <a:lnTo>
                    <a:pt x="434340" y="2589276"/>
                  </a:lnTo>
                  <a:lnTo>
                    <a:pt x="437388" y="2592324"/>
                  </a:lnTo>
                  <a:lnTo>
                    <a:pt x="445008" y="2592324"/>
                  </a:lnTo>
                  <a:lnTo>
                    <a:pt x="448056" y="2589276"/>
                  </a:lnTo>
                  <a:lnTo>
                    <a:pt x="448056" y="2540508"/>
                  </a:lnTo>
                  <a:close/>
                </a:path>
                <a:path w="2184400" h="4994275">
                  <a:moveTo>
                    <a:pt x="448056" y="2456688"/>
                  </a:moveTo>
                  <a:lnTo>
                    <a:pt x="445008" y="2453640"/>
                  </a:lnTo>
                  <a:lnTo>
                    <a:pt x="437388" y="2453640"/>
                  </a:lnTo>
                  <a:lnTo>
                    <a:pt x="434340" y="2456688"/>
                  </a:lnTo>
                  <a:lnTo>
                    <a:pt x="434340" y="2506980"/>
                  </a:lnTo>
                  <a:lnTo>
                    <a:pt x="437388" y="2510028"/>
                  </a:lnTo>
                  <a:lnTo>
                    <a:pt x="445008" y="2510028"/>
                  </a:lnTo>
                  <a:lnTo>
                    <a:pt x="448056" y="2506980"/>
                  </a:lnTo>
                  <a:lnTo>
                    <a:pt x="448056" y="2456688"/>
                  </a:lnTo>
                  <a:close/>
                </a:path>
                <a:path w="2184400" h="4994275">
                  <a:moveTo>
                    <a:pt x="448056" y="2374392"/>
                  </a:moveTo>
                  <a:lnTo>
                    <a:pt x="445008" y="2371344"/>
                  </a:lnTo>
                  <a:lnTo>
                    <a:pt x="437388" y="2371344"/>
                  </a:lnTo>
                  <a:lnTo>
                    <a:pt x="434340" y="2374392"/>
                  </a:lnTo>
                  <a:lnTo>
                    <a:pt x="434340" y="2423160"/>
                  </a:lnTo>
                  <a:lnTo>
                    <a:pt x="437388" y="2426208"/>
                  </a:lnTo>
                  <a:lnTo>
                    <a:pt x="445008" y="2426208"/>
                  </a:lnTo>
                  <a:lnTo>
                    <a:pt x="448056" y="2423160"/>
                  </a:lnTo>
                  <a:lnTo>
                    <a:pt x="448056" y="2374392"/>
                  </a:lnTo>
                  <a:close/>
                </a:path>
                <a:path w="2184400" h="4994275">
                  <a:moveTo>
                    <a:pt x="448056" y="2292096"/>
                  </a:moveTo>
                  <a:lnTo>
                    <a:pt x="445008" y="2289048"/>
                  </a:lnTo>
                  <a:lnTo>
                    <a:pt x="437388" y="2289048"/>
                  </a:lnTo>
                  <a:lnTo>
                    <a:pt x="434340" y="2292096"/>
                  </a:lnTo>
                  <a:lnTo>
                    <a:pt x="434340" y="2340864"/>
                  </a:lnTo>
                  <a:lnTo>
                    <a:pt x="437388" y="2343912"/>
                  </a:lnTo>
                  <a:lnTo>
                    <a:pt x="445008" y="2343912"/>
                  </a:lnTo>
                  <a:lnTo>
                    <a:pt x="448056" y="2340864"/>
                  </a:lnTo>
                  <a:lnTo>
                    <a:pt x="448056" y="2292096"/>
                  </a:lnTo>
                  <a:close/>
                </a:path>
                <a:path w="2184400" h="4994275">
                  <a:moveTo>
                    <a:pt x="448056" y="2209800"/>
                  </a:moveTo>
                  <a:lnTo>
                    <a:pt x="445008" y="2205228"/>
                  </a:lnTo>
                  <a:lnTo>
                    <a:pt x="437388" y="2205228"/>
                  </a:lnTo>
                  <a:lnTo>
                    <a:pt x="434340" y="2209800"/>
                  </a:lnTo>
                  <a:lnTo>
                    <a:pt x="434340" y="2258568"/>
                  </a:lnTo>
                  <a:lnTo>
                    <a:pt x="437388" y="2261616"/>
                  </a:lnTo>
                  <a:lnTo>
                    <a:pt x="445008" y="2261616"/>
                  </a:lnTo>
                  <a:lnTo>
                    <a:pt x="448056" y="2258568"/>
                  </a:lnTo>
                  <a:lnTo>
                    <a:pt x="448056" y="2209800"/>
                  </a:lnTo>
                  <a:close/>
                </a:path>
                <a:path w="2184400" h="4994275">
                  <a:moveTo>
                    <a:pt x="448056" y="2125980"/>
                  </a:moveTo>
                  <a:lnTo>
                    <a:pt x="445008" y="2122932"/>
                  </a:lnTo>
                  <a:lnTo>
                    <a:pt x="437388" y="2122932"/>
                  </a:lnTo>
                  <a:lnTo>
                    <a:pt x="434340" y="2125980"/>
                  </a:lnTo>
                  <a:lnTo>
                    <a:pt x="434340" y="2174748"/>
                  </a:lnTo>
                  <a:lnTo>
                    <a:pt x="437388" y="2177796"/>
                  </a:lnTo>
                  <a:lnTo>
                    <a:pt x="445008" y="2177796"/>
                  </a:lnTo>
                  <a:lnTo>
                    <a:pt x="448056" y="2174748"/>
                  </a:lnTo>
                  <a:lnTo>
                    <a:pt x="448056" y="2125980"/>
                  </a:lnTo>
                  <a:close/>
                </a:path>
                <a:path w="2184400" h="4994275">
                  <a:moveTo>
                    <a:pt x="448056" y="2043684"/>
                  </a:moveTo>
                  <a:lnTo>
                    <a:pt x="445008" y="2040636"/>
                  </a:lnTo>
                  <a:lnTo>
                    <a:pt x="437388" y="2040636"/>
                  </a:lnTo>
                  <a:lnTo>
                    <a:pt x="434340" y="2043684"/>
                  </a:lnTo>
                  <a:lnTo>
                    <a:pt x="434340" y="2092452"/>
                  </a:lnTo>
                  <a:lnTo>
                    <a:pt x="437388" y="2095500"/>
                  </a:lnTo>
                  <a:lnTo>
                    <a:pt x="445008" y="2095500"/>
                  </a:lnTo>
                  <a:lnTo>
                    <a:pt x="448056" y="2092452"/>
                  </a:lnTo>
                  <a:lnTo>
                    <a:pt x="448056" y="2043684"/>
                  </a:lnTo>
                  <a:close/>
                </a:path>
                <a:path w="2184400" h="4994275">
                  <a:moveTo>
                    <a:pt x="448056" y="1961388"/>
                  </a:moveTo>
                  <a:lnTo>
                    <a:pt x="445008" y="1956816"/>
                  </a:lnTo>
                  <a:lnTo>
                    <a:pt x="437388" y="1956816"/>
                  </a:lnTo>
                  <a:lnTo>
                    <a:pt x="434340" y="1961388"/>
                  </a:lnTo>
                  <a:lnTo>
                    <a:pt x="434340" y="2010156"/>
                  </a:lnTo>
                  <a:lnTo>
                    <a:pt x="437388" y="2013204"/>
                  </a:lnTo>
                  <a:lnTo>
                    <a:pt x="445008" y="2013204"/>
                  </a:lnTo>
                  <a:lnTo>
                    <a:pt x="448056" y="2010156"/>
                  </a:lnTo>
                  <a:lnTo>
                    <a:pt x="448056" y="1961388"/>
                  </a:lnTo>
                  <a:close/>
                </a:path>
                <a:path w="2184400" h="4994275">
                  <a:moveTo>
                    <a:pt x="448056" y="1877568"/>
                  </a:moveTo>
                  <a:lnTo>
                    <a:pt x="445008" y="1874520"/>
                  </a:lnTo>
                  <a:lnTo>
                    <a:pt x="437388" y="1874520"/>
                  </a:lnTo>
                  <a:lnTo>
                    <a:pt x="434340" y="1877568"/>
                  </a:lnTo>
                  <a:lnTo>
                    <a:pt x="434340" y="1926336"/>
                  </a:lnTo>
                  <a:lnTo>
                    <a:pt x="437388" y="1929384"/>
                  </a:lnTo>
                  <a:lnTo>
                    <a:pt x="445008" y="1929384"/>
                  </a:lnTo>
                  <a:lnTo>
                    <a:pt x="448056" y="1926336"/>
                  </a:lnTo>
                  <a:lnTo>
                    <a:pt x="448056" y="1877568"/>
                  </a:lnTo>
                  <a:close/>
                </a:path>
                <a:path w="2184400" h="4994275">
                  <a:moveTo>
                    <a:pt x="448056" y="1795272"/>
                  </a:moveTo>
                  <a:lnTo>
                    <a:pt x="445008" y="1792224"/>
                  </a:lnTo>
                  <a:lnTo>
                    <a:pt x="437388" y="1792224"/>
                  </a:lnTo>
                  <a:lnTo>
                    <a:pt x="434340" y="1795272"/>
                  </a:lnTo>
                  <a:lnTo>
                    <a:pt x="434340" y="1844040"/>
                  </a:lnTo>
                  <a:lnTo>
                    <a:pt x="437388" y="1847088"/>
                  </a:lnTo>
                  <a:lnTo>
                    <a:pt x="445008" y="1847088"/>
                  </a:lnTo>
                  <a:lnTo>
                    <a:pt x="448056" y="1844040"/>
                  </a:lnTo>
                  <a:lnTo>
                    <a:pt x="448056" y="1795272"/>
                  </a:lnTo>
                  <a:close/>
                </a:path>
                <a:path w="2184400" h="4994275">
                  <a:moveTo>
                    <a:pt x="448056" y="1712976"/>
                  </a:moveTo>
                  <a:lnTo>
                    <a:pt x="445008" y="1709928"/>
                  </a:lnTo>
                  <a:lnTo>
                    <a:pt x="437388" y="1709928"/>
                  </a:lnTo>
                  <a:lnTo>
                    <a:pt x="434340" y="1712976"/>
                  </a:lnTo>
                  <a:lnTo>
                    <a:pt x="434340" y="1761744"/>
                  </a:lnTo>
                  <a:lnTo>
                    <a:pt x="437388" y="1764792"/>
                  </a:lnTo>
                  <a:lnTo>
                    <a:pt x="445008" y="1764792"/>
                  </a:lnTo>
                  <a:lnTo>
                    <a:pt x="448056" y="1761744"/>
                  </a:lnTo>
                  <a:lnTo>
                    <a:pt x="448056" y="1712976"/>
                  </a:lnTo>
                  <a:close/>
                </a:path>
                <a:path w="2184400" h="4994275">
                  <a:moveTo>
                    <a:pt x="448056" y="1629156"/>
                  </a:moveTo>
                  <a:lnTo>
                    <a:pt x="445008" y="1626108"/>
                  </a:lnTo>
                  <a:lnTo>
                    <a:pt x="437388" y="1626108"/>
                  </a:lnTo>
                  <a:lnTo>
                    <a:pt x="434340" y="1629156"/>
                  </a:lnTo>
                  <a:lnTo>
                    <a:pt x="434340" y="1677924"/>
                  </a:lnTo>
                  <a:lnTo>
                    <a:pt x="437388" y="1680972"/>
                  </a:lnTo>
                  <a:lnTo>
                    <a:pt x="445008" y="1680972"/>
                  </a:lnTo>
                  <a:lnTo>
                    <a:pt x="448056" y="1677924"/>
                  </a:lnTo>
                  <a:lnTo>
                    <a:pt x="448056" y="1629156"/>
                  </a:lnTo>
                  <a:close/>
                </a:path>
                <a:path w="2184400" h="4994275">
                  <a:moveTo>
                    <a:pt x="448056" y="1546860"/>
                  </a:moveTo>
                  <a:lnTo>
                    <a:pt x="445008" y="1543812"/>
                  </a:lnTo>
                  <a:lnTo>
                    <a:pt x="437388" y="1543812"/>
                  </a:lnTo>
                  <a:lnTo>
                    <a:pt x="434340" y="1546860"/>
                  </a:lnTo>
                  <a:lnTo>
                    <a:pt x="434340" y="1595628"/>
                  </a:lnTo>
                  <a:lnTo>
                    <a:pt x="437388" y="1598676"/>
                  </a:lnTo>
                  <a:lnTo>
                    <a:pt x="445008" y="1598676"/>
                  </a:lnTo>
                  <a:lnTo>
                    <a:pt x="448056" y="1595628"/>
                  </a:lnTo>
                  <a:lnTo>
                    <a:pt x="448056" y="1546860"/>
                  </a:lnTo>
                  <a:close/>
                </a:path>
                <a:path w="2184400" h="4994275">
                  <a:moveTo>
                    <a:pt x="448056" y="1464564"/>
                  </a:moveTo>
                  <a:lnTo>
                    <a:pt x="445008" y="1461516"/>
                  </a:lnTo>
                  <a:lnTo>
                    <a:pt x="437388" y="1461516"/>
                  </a:lnTo>
                  <a:lnTo>
                    <a:pt x="434340" y="1464564"/>
                  </a:lnTo>
                  <a:lnTo>
                    <a:pt x="434340" y="1513332"/>
                  </a:lnTo>
                  <a:lnTo>
                    <a:pt x="437388" y="1516380"/>
                  </a:lnTo>
                  <a:lnTo>
                    <a:pt x="445008" y="1516380"/>
                  </a:lnTo>
                  <a:lnTo>
                    <a:pt x="448056" y="1513332"/>
                  </a:lnTo>
                  <a:lnTo>
                    <a:pt x="448056" y="1464564"/>
                  </a:lnTo>
                  <a:close/>
                </a:path>
                <a:path w="2184400" h="4994275">
                  <a:moveTo>
                    <a:pt x="448056" y="1380744"/>
                  </a:moveTo>
                  <a:lnTo>
                    <a:pt x="445008" y="1377696"/>
                  </a:lnTo>
                  <a:lnTo>
                    <a:pt x="437388" y="1377696"/>
                  </a:lnTo>
                  <a:lnTo>
                    <a:pt x="434340" y="1380744"/>
                  </a:lnTo>
                  <a:lnTo>
                    <a:pt x="434340" y="1429512"/>
                  </a:lnTo>
                  <a:lnTo>
                    <a:pt x="437388" y="1432560"/>
                  </a:lnTo>
                  <a:lnTo>
                    <a:pt x="445008" y="1432560"/>
                  </a:lnTo>
                  <a:lnTo>
                    <a:pt x="448056" y="1429512"/>
                  </a:lnTo>
                  <a:lnTo>
                    <a:pt x="448056" y="1380744"/>
                  </a:lnTo>
                  <a:close/>
                </a:path>
                <a:path w="2184400" h="4994275">
                  <a:moveTo>
                    <a:pt x="448056" y="1298448"/>
                  </a:moveTo>
                  <a:lnTo>
                    <a:pt x="445008" y="1295400"/>
                  </a:lnTo>
                  <a:lnTo>
                    <a:pt x="437388" y="1295400"/>
                  </a:lnTo>
                  <a:lnTo>
                    <a:pt x="434340" y="1298448"/>
                  </a:lnTo>
                  <a:lnTo>
                    <a:pt x="434340" y="1347216"/>
                  </a:lnTo>
                  <a:lnTo>
                    <a:pt x="437388" y="1350264"/>
                  </a:lnTo>
                  <a:lnTo>
                    <a:pt x="445008" y="1350264"/>
                  </a:lnTo>
                  <a:lnTo>
                    <a:pt x="448056" y="1347216"/>
                  </a:lnTo>
                  <a:lnTo>
                    <a:pt x="448056" y="1298448"/>
                  </a:lnTo>
                  <a:close/>
                </a:path>
                <a:path w="2184400" h="4994275">
                  <a:moveTo>
                    <a:pt x="448056" y="1216152"/>
                  </a:moveTo>
                  <a:lnTo>
                    <a:pt x="445008" y="1213104"/>
                  </a:lnTo>
                  <a:lnTo>
                    <a:pt x="437388" y="1213104"/>
                  </a:lnTo>
                  <a:lnTo>
                    <a:pt x="434340" y="1216152"/>
                  </a:lnTo>
                  <a:lnTo>
                    <a:pt x="434340" y="1264920"/>
                  </a:lnTo>
                  <a:lnTo>
                    <a:pt x="437388" y="1267968"/>
                  </a:lnTo>
                  <a:lnTo>
                    <a:pt x="445008" y="1267968"/>
                  </a:lnTo>
                  <a:lnTo>
                    <a:pt x="448056" y="1264920"/>
                  </a:lnTo>
                  <a:lnTo>
                    <a:pt x="448056" y="1216152"/>
                  </a:lnTo>
                  <a:close/>
                </a:path>
                <a:path w="2184400" h="4994275">
                  <a:moveTo>
                    <a:pt x="448056" y="1132332"/>
                  </a:moveTo>
                  <a:lnTo>
                    <a:pt x="445008" y="1129284"/>
                  </a:lnTo>
                  <a:lnTo>
                    <a:pt x="437388" y="1129284"/>
                  </a:lnTo>
                  <a:lnTo>
                    <a:pt x="434340" y="1132332"/>
                  </a:lnTo>
                  <a:lnTo>
                    <a:pt x="434340" y="1181100"/>
                  </a:lnTo>
                  <a:lnTo>
                    <a:pt x="437388" y="1184148"/>
                  </a:lnTo>
                  <a:lnTo>
                    <a:pt x="445008" y="1184148"/>
                  </a:lnTo>
                  <a:lnTo>
                    <a:pt x="448056" y="1181100"/>
                  </a:lnTo>
                  <a:lnTo>
                    <a:pt x="448056" y="1132332"/>
                  </a:lnTo>
                  <a:close/>
                </a:path>
                <a:path w="2184400" h="4994275">
                  <a:moveTo>
                    <a:pt x="448056" y="1050036"/>
                  </a:moveTo>
                  <a:lnTo>
                    <a:pt x="445008" y="1046988"/>
                  </a:lnTo>
                  <a:lnTo>
                    <a:pt x="437388" y="1046988"/>
                  </a:lnTo>
                  <a:lnTo>
                    <a:pt x="434340" y="1050036"/>
                  </a:lnTo>
                  <a:lnTo>
                    <a:pt x="434340" y="1098804"/>
                  </a:lnTo>
                  <a:lnTo>
                    <a:pt x="437388" y="1101852"/>
                  </a:lnTo>
                  <a:lnTo>
                    <a:pt x="445008" y="1101852"/>
                  </a:lnTo>
                  <a:lnTo>
                    <a:pt x="448056" y="1098804"/>
                  </a:lnTo>
                  <a:lnTo>
                    <a:pt x="448056" y="1050036"/>
                  </a:lnTo>
                  <a:close/>
                </a:path>
                <a:path w="2184400" h="4994275">
                  <a:moveTo>
                    <a:pt x="448056" y="967740"/>
                  </a:moveTo>
                  <a:lnTo>
                    <a:pt x="445008" y="964692"/>
                  </a:lnTo>
                  <a:lnTo>
                    <a:pt x="437388" y="964692"/>
                  </a:lnTo>
                  <a:lnTo>
                    <a:pt x="434340" y="967740"/>
                  </a:lnTo>
                  <a:lnTo>
                    <a:pt x="434340" y="1016508"/>
                  </a:lnTo>
                  <a:lnTo>
                    <a:pt x="437388" y="1019556"/>
                  </a:lnTo>
                  <a:lnTo>
                    <a:pt x="445008" y="1019556"/>
                  </a:lnTo>
                  <a:lnTo>
                    <a:pt x="448056" y="1016508"/>
                  </a:lnTo>
                  <a:lnTo>
                    <a:pt x="448056" y="967740"/>
                  </a:lnTo>
                  <a:close/>
                </a:path>
                <a:path w="2184400" h="4994275">
                  <a:moveTo>
                    <a:pt x="448056" y="883920"/>
                  </a:moveTo>
                  <a:lnTo>
                    <a:pt x="445008" y="880872"/>
                  </a:lnTo>
                  <a:lnTo>
                    <a:pt x="437388" y="880872"/>
                  </a:lnTo>
                  <a:lnTo>
                    <a:pt x="434340" y="883920"/>
                  </a:lnTo>
                  <a:lnTo>
                    <a:pt x="434340" y="932688"/>
                  </a:lnTo>
                  <a:lnTo>
                    <a:pt x="437388" y="935736"/>
                  </a:lnTo>
                  <a:lnTo>
                    <a:pt x="445008" y="935736"/>
                  </a:lnTo>
                  <a:lnTo>
                    <a:pt x="448056" y="932688"/>
                  </a:lnTo>
                  <a:lnTo>
                    <a:pt x="448056" y="883920"/>
                  </a:lnTo>
                  <a:close/>
                </a:path>
                <a:path w="2184400" h="4994275">
                  <a:moveTo>
                    <a:pt x="448056" y="801624"/>
                  </a:moveTo>
                  <a:lnTo>
                    <a:pt x="445008" y="798576"/>
                  </a:lnTo>
                  <a:lnTo>
                    <a:pt x="437388" y="798576"/>
                  </a:lnTo>
                  <a:lnTo>
                    <a:pt x="434340" y="801624"/>
                  </a:lnTo>
                  <a:lnTo>
                    <a:pt x="434340" y="850392"/>
                  </a:lnTo>
                  <a:lnTo>
                    <a:pt x="437388" y="853440"/>
                  </a:lnTo>
                  <a:lnTo>
                    <a:pt x="445008" y="853440"/>
                  </a:lnTo>
                  <a:lnTo>
                    <a:pt x="448056" y="850392"/>
                  </a:lnTo>
                  <a:lnTo>
                    <a:pt x="448056" y="801624"/>
                  </a:lnTo>
                  <a:close/>
                </a:path>
                <a:path w="2184400" h="4994275">
                  <a:moveTo>
                    <a:pt x="448056" y="719328"/>
                  </a:moveTo>
                  <a:lnTo>
                    <a:pt x="445008" y="716280"/>
                  </a:lnTo>
                  <a:lnTo>
                    <a:pt x="437388" y="716280"/>
                  </a:lnTo>
                  <a:lnTo>
                    <a:pt x="434340" y="719328"/>
                  </a:lnTo>
                  <a:lnTo>
                    <a:pt x="434340" y="768096"/>
                  </a:lnTo>
                  <a:lnTo>
                    <a:pt x="437388" y="771144"/>
                  </a:lnTo>
                  <a:lnTo>
                    <a:pt x="445008" y="771144"/>
                  </a:lnTo>
                  <a:lnTo>
                    <a:pt x="448056" y="768096"/>
                  </a:lnTo>
                  <a:lnTo>
                    <a:pt x="448056" y="719328"/>
                  </a:lnTo>
                  <a:close/>
                </a:path>
                <a:path w="2184400" h="4994275">
                  <a:moveTo>
                    <a:pt x="448056" y="635508"/>
                  </a:moveTo>
                  <a:lnTo>
                    <a:pt x="445008" y="632460"/>
                  </a:lnTo>
                  <a:lnTo>
                    <a:pt x="437388" y="632460"/>
                  </a:lnTo>
                  <a:lnTo>
                    <a:pt x="434340" y="635508"/>
                  </a:lnTo>
                  <a:lnTo>
                    <a:pt x="434340" y="684276"/>
                  </a:lnTo>
                  <a:lnTo>
                    <a:pt x="437388" y="687324"/>
                  </a:lnTo>
                  <a:lnTo>
                    <a:pt x="445008" y="687324"/>
                  </a:lnTo>
                  <a:lnTo>
                    <a:pt x="448056" y="684276"/>
                  </a:lnTo>
                  <a:lnTo>
                    <a:pt x="448056" y="635508"/>
                  </a:lnTo>
                  <a:close/>
                </a:path>
                <a:path w="2184400" h="4994275">
                  <a:moveTo>
                    <a:pt x="448056" y="553212"/>
                  </a:moveTo>
                  <a:lnTo>
                    <a:pt x="445008" y="550164"/>
                  </a:lnTo>
                  <a:lnTo>
                    <a:pt x="437388" y="550164"/>
                  </a:lnTo>
                  <a:lnTo>
                    <a:pt x="434340" y="553212"/>
                  </a:lnTo>
                  <a:lnTo>
                    <a:pt x="434340" y="601980"/>
                  </a:lnTo>
                  <a:lnTo>
                    <a:pt x="437388" y="605028"/>
                  </a:lnTo>
                  <a:lnTo>
                    <a:pt x="445008" y="605028"/>
                  </a:lnTo>
                  <a:lnTo>
                    <a:pt x="448056" y="601980"/>
                  </a:lnTo>
                  <a:lnTo>
                    <a:pt x="448056" y="553212"/>
                  </a:lnTo>
                  <a:close/>
                </a:path>
                <a:path w="2184400" h="4994275">
                  <a:moveTo>
                    <a:pt x="448056" y="470916"/>
                  </a:moveTo>
                  <a:lnTo>
                    <a:pt x="445008" y="467868"/>
                  </a:lnTo>
                  <a:lnTo>
                    <a:pt x="437388" y="467868"/>
                  </a:lnTo>
                  <a:lnTo>
                    <a:pt x="434340" y="470916"/>
                  </a:lnTo>
                  <a:lnTo>
                    <a:pt x="434340" y="519684"/>
                  </a:lnTo>
                  <a:lnTo>
                    <a:pt x="437388" y="522732"/>
                  </a:lnTo>
                  <a:lnTo>
                    <a:pt x="445008" y="522732"/>
                  </a:lnTo>
                  <a:lnTo>
                    <a:pt x="448056" y="519684"/>
                  </a:lnTo>
                  <a:lnTo>
                    <a:pt x="448056" y="470916"/>
                  </a:lnTo>
                  <a:close/>
                </a:path>
                <a:path w="2184400" h="4994275">
                  <a:moveTo>
                    <a:pt x="448056" y="387096"/>
                  </a:moveTo>
                  <a:lnTo>
                    <a:pt x="445008" y="384048"/>
                  </a:lnTo>
                  <a:lnTo>
                    <a:pt x="437388" y="384048"/>
                  </a:lnTo>
                  <a:lnTo>
                    <a:pt x="434340" y="387096"/>
                  </a:lnTo>
                  <a:lnTo>
                    <a:pt x="434340" y="435864"/>
                  </a:lnTo>
                  <a:lnTo>
                    <a:pt x="437388" y="438912"/>
                  </a:lnTo>
                  <a:lnTo>
                    <a:pt x="445008" y="438912"/>
                  </a:lnTo>
                  <a:lnTo>
                    <a:pt x="448056" y="435864"/>
                  </a:lnTo>
                  <a:lnTo>
                    <a:pt x="448056" y="387096"/>
                  </a:lnTo>
                  <a:close/>
                </a:path>
                <a:path w="2184400" h="4994275">
                  <a:moveTo>
                    <a:pt x="448056" y="304800"/>
                  </a:moveTo>
                  <a:lnTo>
                    <a:pt x="445008" y="301752"/>
                  </a:lnTo>
                  <a:lnTo>
                    <a:pt x="437388" y="301752"/>
                  </a:lnTo>
                  <a:lnTo>
                    <a:pt x="434340" y="304800"/>
                  </a:lnTo>
                  <a:lnTo>
                    <a:pt x="434340" y="353568"/>
                  </a:lnTo>
                  <a:lnTo>
                    <a:pt x="437388" y="356616"/>
                  </a:lnTo>
                  <a:lnTo>
                    <a:pt x="445008" y="356616"/>
                  </a:lnTo>
                  <a:lnTo>
                    <a:pt x="448056" y="353568"/>
                  </a:lnTo>
                  <a:lnTo>
                    <a:pt x="448056" y="304800"/>
                  </a:lnTo>
                  <a:close/>
                </a:path>
                <a:path w="2184400" h="4994275">
                  <a:moveTo>
                    <a:pt x="448056" y="222504"/>
                  </a:moveTo>
                  <a:lnTo>
                    <a:pt x="445008" y="219456"/>
                  </a:lnTo>
                  <a:lnTo>
                    <a:pt x="437388" y="219456"/>
                  </a:lnTo>
                  <a:lnTo>
                    <a:pt x="434340" y="222504"/>
                  </a:lnTo>
                  <a:lnTo>
                    <a:pt x="434340" y="271272"/>
                  </a:lnTo>
                  <a:lnTo>
                    <a:pt x="437388" y="274320"/>
                  </a:lnTo>
                  <a:lnTo>
                    <a:pt x="445008" y="274320"/>
                  </a:lnTo>
                  <a:lnTo>
                    <a:pt x="448056" y="271272"/>
                  </a:lnTo>
                  <a:lnTo>
                    <a:pt x="448056" y="222504"/>
                  </a:lnTo>
                  <a:close/>
                </a:path>
                <a:path w="2184400" h="4994275">
                  <a:moveTo>
                    <a:pt x="448056" y="138684"/>
                  </a:moveTo>
                  <a:lnTo>
                    <a:pt x="445008" y="135636"/>
                  </a:lnTo>
                  <a:lnTo>
                    <a:pt x="437388" y="135636"/>
                  </a:lnTo>
                  <a:lnTo>
                    <a:pt x="434340" y="138684"/>
                  </a:lnTo>
                  <a:lnTo>
                    <a:pt x="434340" y="187452"/>
                  </a:lnTo>
                  <a:lnTo>
                    <a:pt x="437388" y="192024"/>
                  </a:lnTo>
                  <a:lnTo>
                    <a:pt x="445008" y="192024"/>
                  </a:lnTo>
                  <a:lnTo>
                    <a:pt x="448056" y="187452"/>
                  </a:lnTo>
                  <a:lnTo>
                    <a:pt x="448056" y="138684"/>
                  </a:lnTo>
                  <a:close/>
                </a:path>
                <a:path w="2184400" h="4994275">
                  <a:moveTo>
                    <a:pt x="664464" y="4527804"/>
                  </a:moveTo>
                  <a:lnTo>
                    <a:pt x="661416" y="4524756"/>
                  </a:lnTo>
                  <a:lnTo>
                    <a:pt x="653796" y="4524756"/>
                  </a:lnTo>
                  <a:lnTo>
                    <a:pt x="650748" y="4527804"/>
                  </a:lnTo>
                  <a:lnTo>
                    <a:pt x="650748" y="4576572"/>
                  </a:lnTo>
                  <a:lnTo>
                    <a:pt x="653796" y="4579620"/>
                  </a:lnTo>
                  <a:lnTo>
                    <a:pt x="661416" y="4579620"/>
                  </a:lnTo>
                  <a:lnTo>
                    <a:pt x="664464" y="4576572"/>
                  </a:lnTo>
                  <a:lnTo>
                    <a:pt x="664464" y="4527804"/>
                  </a:lnTo>
                  <a:close/>
                </a:path>
                <a:path w="2184400" h="4994275">
                  <a:moveTo>
                    <a:pt x="664464" y="4443984"/>
                  </a:moveTo>
                  <a:lnTo>
                    <a:pt x="661416" y="4440936"/>
                  </a:lnTo>
                  <a:lnTo>
                    <a:pt x="653796" y="4440936"/>
                  </a:lnTo>
                  <a:lnTo>
                    <a:pt x="650748" y="4443984"/>
                  </a:lnTo>
                  <a:lnTo>
                    <a:pt x="650748" y="4494276"/>
                  </a:lnTo>
                  <a:lnTo>
                    <a:pt x="653796" y="4497324"/>
                  </a:lnTo>
                  <a:lnTo>
                    <a:pt x="661416" y="4497324"/>
                  </a:lnTo>
                  <a:lnTo>
                    <a:pt x="664464" y="4494276"/>
                  </a:lnTo>
                  <a:lnTo>
                    <a:pt x="664464" y="4443984"/>
                  </a:lnTo>
                  <a:close/>
                </a:path>
                <a:path w="2184400" h="4994275">
                  <a:moveTo>
                    <a:pt x="664464" y="4361688"/>
                  </a:moveTo>
                  <a:lnTo>
                    <a:pt x="661416" y="4358640"/>
                  </a:lnTo>
                  <a:lnTo>
                    <a:pt x="653796" y="4358640"/>
                  </a:lnTo>
                  <a:lnTo>
                    <a:pt x="650748" y="4361688"/>
                  </a:lnTo>
                  <a:lnTo>
                    <a:pt x="650748" y="4410456"/>
                  </a:lnTo>
                  <a:lnTo>
                    <a:pt x="653796" y="4413504"/>
                  </a:lnTo>
                  <a:lnTo>
                    <a:pt x="661416" y="4413504"/>
                  </a:lnTo>
                  <a:lnTo>
                    <a:pt x="664464" y="4410456"/>
                  </a:lnTo>
                  <a:lnTo>
                    <a:pt x="664464" y="4361688"/>
                  </a:lnTo>
                  <a:close/>
                </a:path>
                <a:path w="2184400" h="4994275">
                  <a:moveTo>
                    <a:pt x="664464" y="4279392"/>
                  </a:moveTo>
                  <a:lnTo>
                    <a:pt x="661416" y="4276344"/>
                  </a:lnTo>
                  <a:lnTo>
                    <a:pt x="653796" y="4276344"/>
                  </a:lnTo>
                  <a:lnTo>
                    <a:pt x="650748" y="4279392"/>
                  </a:lnTo>
                  <a:lnTo>
                    <a:pt x="650748" y="4328160"/>
                  </a:lnTo>
                  <a:lnTo>
                    <a:pt x="653796" y="4331208"/>
                  </a:lnTo>
                  <a:lnTo>
                    <a:pt x="661416" y="4331208"/>
                  </a:lnTo>
                  <a:lnTo>
                    <a:pt x="664464" y="4328160"/>
                  </a:lnTo>
                  <a:lnTo>
                    <a:pt x="664464" y="4279392"/>
                  </a:lnTo>
                  <a:close/>
                </a:path>
                <a:path w="2184400" h="4994275">
                  <a:moveTo>
                    <a:pt x="664464" y="4195572"/>
                  </a:moveTo>
                  <a:lnTo>
                    <a:pt x="661416" y="4192524"/>
                  </a:lnTo>
                  <a:lnTo>
                    <a:pt x="653796" y="4192524"/>
                  </a:lnTo>
                  <a:lnTo>
                    <a:pt x="650748" y="4195572"/>
                  </a:lnTo>
                  <a:lnTo>
                    <a:pt x="650748" y="4245864"/>
                  </a:lnTo>
                  <a:lnTo>
                    <a:pt x="653796" y="4248912"/>
                  </a:lnTo>
                  <a:lnTo>
                    <a:pt x="661416" y="4248912"/>
                  </a:lnTo>
                  <a:lnTo>
                    <a:pt x="664464" y="4245864"/>
                  </a:lnTo>
                  <a:lnTo>
                    <a:pt x="664464" y="4195572"/>
                  </a:lnTo>
                  <a:close/>
                </a:path>
                <a:path w="2184400" h="4994275">
                  <a:moveTo>
                    <a:pt x="664464" y="4113276"/>
                  </a:moveTo>
                  <a:lnTo>
                    <a:pt x="661416" y="4110228"/>
                  </a:lnTo>
                  <a:lnTo>
                    <a:pt x="653796" y="4110228"/>
                  </a:lnTo>
                  <a:lnTo>
                    <a:pt x="650748" y="4113276"/>
                  </a:lnTo>
                  <a:lnTo>
                    <a:pt x="650748" y="4162044"/>
                  </a:lnTo>
                  <a:lnTo>
                    <a:pt x="653796" y="4165092"/>
                  </a:lnTo>
                  <a:lnTo>
                    <a:pt x="661416" y="4165092"/>
                  </a:lnTo>
                  <a:lnTo>
                    <a:pt x="664464" y="4162044"/>
                  </a:lnTo>
                  <a:lnTo>
                    <a:pt x="664464" y="4113276"/>
                  </a:lnTo>
                  <a:close/>
                </a:path>
                <a:path w="2184400" h="4994275">
                  <a:moveTo>
                    <a:pt x="664464" y="4030980"/>
                  </a:moveTo>
                  <a:lnTo>
                    <a:pt x="661416" y="4027932"/>
                  </a:lnTo>
                  <a:lnTo>
                    <a:pt x="653796" y="4027932"/>
                  </a:lnTo>
                  <a:lnTo>
                    <a:pt x="650748" y="4030980"/>
                  </a:lnTo>
                  <a:lnTo>
                    <a:pt x="650748" y="4079748"/>
                  </a:lnTo>
                  <a:lnTo>
                    <a:pt x="653796" y="4082796"/>
                  </a:lnTo>
                  <a:lnTo>
                    <a:pt x="661416" y="4082796"/>
                  </a:lnTo>
                  <a:lnTo>
                    <a:pt x="664464" y="4079748"/>
                  </a:lnTo>
                  <a:lnTo>
                    <a:pt x="664464" y="4030980"/>
                  </a:lnTo>
                  <a:close/>
                </a:path>
                <a:path w="2184400" h="4994275">
                  <a:moveTo>
                    <a:pt x="664464" y="3947160"/>
                  </a:moveTo>
                  <a:lnTo>
                    <a:pt x="661416" y="3944112"/>
                  </a:lnTo>
                  <a:lnTo>
                    <a:pt x="653796" y="3944112"/>
                  </a:lnTo>
                  <a:lnTo>
                    <a:pt x="650748" y="3947160"/>
                  </a:lnTo>
                  <a:lnTo>
                    <a:pt x="650748" y="3997452"/>
                  </a:lnTo>
                  <a:lnTo>
                    <a:pt x="653796" y="4000500"/>
                  </a:lnTo>
                  <a:lnTo>
                    <a:pt x="661416" y="4000500"/>
                  </a:lnTo>
                  <a:lnTo>
                    <a:pt x="664464" y="3997452"/>
                  </a:lnTo>
                  <a:lnTo>
                    <a:pt x="664464" y="3947160"/>
                  </a:lnTo>
                  <a:close/>
                </a:path>
                <a:path w="2184400" h="4994275">
                  <a:moveTo>
                    <a:pt x="664464" y="3864864"/>
                  </a:moveTo>
                  <a:lnTo>
                    <a:pt x="661416" y="3861816"/>
                  </a:lnTo>
                  <a:lnTo>
                    <a:pt x="653796" y="3861816"/>
                  </a:lnTo>
                  <a:lnTo>
                    <a:pt x="650748" y="3864864"/>
                  </a:lnTo>
                  <a:lnTo>
                    <a:pt x="650748" y="3913632"/>
                  </a:lnTo>
                  <a:lnTo>
                    <a:pt x="653796" y="3916680"/>
                  </a:lnTo>
                  <a:lnTo>
                    <a:pt x="661416" y="3916680"/>
                  </a:lnTo>
                  <a:lnTo>
                    <a:pt x="664464" y="3913632"/>
                  </a:lnTo>
                  <a:lnTo>
                    <a:pt x="664464" y="3864864"/>
                  </a:lnTo>
                  <a:close/>
                </a:path>
                <a:path w="2184400" h="4994275">
                  <a:moveTo>
                    <a:pt x="664464" y="3782568"/>
                  </a:moveTo>
                  <a:lnTo>
                    <a:pt x="661416" y="3779520"/>
                  </a:lnTo>
                  <a:lnTo>
                    <a:pt x="653796" y="3779520"/>
                  </a:lnTo>
                  <a:lnTo>
                    <a:pt x="650748" y="3782568"/>
                  </a:lnTo>
                  <a:lnTo>
                    <a:pt x="650748" y="3831336"/>
                  </a:lnTo>
                  <a:lnTo>
                    <a:pt x="653796" y="3834384"/>
                  </a:lnTo>
                  <a:lnTo>
                    <a:pt x="661416" y="3834384"/>
                  </a:lnTo>
                  <a:lnTo>
                    <a:pt x="664464" y="3831336"/>
                  </a:lnTo>
                  <a:lnTo>
                    <a:pt x="664464" y="3782568"/>
                  </a:lnTo>
                  <a:close/>
                </a:path>
                <a:path w="2184400" h="4994275">
                  <a:moveTo>
                    <a:pt x="664464" y="3698748"/>
                  </a:moveTo>
                  <a:lnTo>
                    <a:pt x="661416" y="3695700"/>
                  </a:lnTo>
                  <a:lnTo>
                    <a:pt x="653796" y="3695700"/>
                  </a:lnTo>
                  <a:lnTo>
                    <a:pt x="650748" y="3698748"/>
                  </a:lnTo>
                  <a:lnTo>
                    <a:pt x="650748" y="3749040"/>
                  </a:lnTo>
                  <a:lnTo>
                    <a:pt x="653796" y="3752088"/>
                  </a:lnTo>
                  <a:lnTo>
                    <a:pt x="661416" y="3752088"/>
                  </a:lnTo>
                  <a:lnTo>
                    <a:pt x="664464" y="3749040"/>
                  </a:lnTo>
                  <a:lnTo>
                    <a:pt x="664464" y="3698748"/>
                  </a:lnTo>
                  <a:close/>
                </a:path>
                <a:path w="2184400" h="4994275">
                  <a:moveTo>
                    <a:pt x="664464" y="3616452"/>
                  </a:moveTo>
                  <a:lnTo>
                    <a:pt x="661416" y="3613404"/>
                  </a:lnTo>
                  <a:lnTo>
                    <a:pt x="653796" y="3613404"/>
                  </a:lnTo>
                  <a:lnTo>
                    <a:pt x="650748" y="3616452"/>
                  </a:lnTo>
                  <a:lnTo>
                    <a:pt x="650748" y="3665220"/>
                  </a:lnTo>
                  <a:lnTo>
                    <a:pt x="653796" y="3668268"/>
                  </a:lnTo>
                  <a:lnTo>
                    <a:pt x="661416" y="3668268"/>
                  </a:lnTo>
                  <a:lnTo>
                    <a:pt x="664464" y="3665220"/>
                  </a:lnTo>
                  <a:lnTo>
                    <a:pt x="664464" y="3616452"/>
                  </a:lnTo>
                  <a:close/>
                </a:path>
                <a:path w="2184400" h="4994275">
                  <a:moveTo>
                    <a:pt x="664464" y="3534156"/>
                  </a:moveTo>
                  <a:lnTo>
                    <a:pt x="661416" y="3531108"/>
                  </a:lnTo>
                  <a:lnTo>
                    <a:pt x="653796" y="3531108"/>
                  </a:lnTo>
                  <a:lnTo>
                    <a:pt x="650748" y="3534156"/>
                  </a:lnTo>
                  <a:lnTo>
                    <a:pt x="650748" y="3582924"/>
                  </a:lnTo>
                  <a:lnTo>
                    <a:pt x="653796" y="3585972"/>
                  </a:lnTo>
                  <a:lnTo>
                    <a:pt x="661416" y="3585972"/>
                  </a:lnTo>
                  <a:lnTo>
                    <a:pt x="664464" y="3582924"/>
                  </a:lnTo>
                  <a:lnTo>
                    <a:pt x="664464" y="3534156"/>
                  </a:lnTo>
                  <a:close/>
                </a:path>
                <a:path w="2184400" h="4994275">
                  <a:moveTo>
                    <a:pt x="664464" y="3450336"/>
                  </a:moveTo>
                  <a:lnTo>
                    <a:pt x="661416" y="3447288"/>
                  </a:lnTo>
                  <a:lnTo>
                    <a:pt x="653796" y="3447288"/>
                  </a:lnTo>
                  <a:lnTo>
                    <a:pt x="650748" y="3450336"/>
                  </a:lnTo>
                  <a:lnTo>
                    <a:pt x="650748" y="3500628"/>
                  </a:lnTo>
                  <a:lnTo>
                    <a:pt x="653796" y="3503676"/>
                  </a:lnTo>
                  <a:lnTo>
                    <a:pt x="661416" y="3503676"/>
                  </a:lnTo>
                  <a:lnTo>
                    <a:pt x="664464" y="3500628"/>
                  </a:lnTo>
                  <a:lnTo>
                    <a:pt x="664464" y="3450336"/>
                  </a:lnTo>
                  <a:close/>
                </a:path>
                <a:path w="2184400" h="4994275">
                  <a:moveTo>
                    <a:pt x="664464" y="3368040"/>
                  </a:moveTo>
                  <a:lnTo>
                    <a:pt x="661416" y="3364992"/>
                  </a:lnTo>
                  <a:lnTo>
                    <a:pt x="653796" y="3364992"/>
                  </a:lnTo>
                  <a:lnTo>
                    <a:pt x="650748" y="3368040"/>
                  </a:lnTo>
                  <a:lnTo>
                    <a:pt x="650748" y="3416808"/>
                  </a:lnTo>
                  <a:lnTo>
                    <a:pt x="653796" y="3419856"/>
                  </a:lnTo>
                  <a:lnTo>
                    <a:pt x="661416" y="3419856"/>
                  </a:lnTo>
                  <a:lnTo>
                    <a:pt x="664464" y="3416808"/>
                  </a:lnTo>
                  <a:lnTo>
                    <a:pt x="664464" y="3368040"/>
                  </a:lnTo>
                  <a:close/>
                </a:path>
                <a:path w="2184400" h="4994275">
                  <a:moveTo>
                    <a:pt x="664464" y="3285744"/>
                  </a:moveTo>
                  <a:lnTo>
                    <a:pt x="661416" y="3282696"/>
                  </a:lnTo>
                  <a:lnTo>
                    <a:pt x="653796" y="3282696"/>
                  </a:lnTo>
                  <a:lnTo>
                    <a:pt x="650748" y="3285744"/>
                  </a:lnTo>
                  <a:lnTo>
                    <a:pt x="650748" y="3334512"/>
                  </a:lnTo>
                  <a:lnTo>
                    <a:pt x="653796" y="3337560"/>
                  </a:lnTo>
                  <a:lnTo>
                    <a:pt x="661416" y="3337560"/>
                  </a:lnTo>
                  <a:lnTo>
                    <a:pt x="664464" y="3334512"/>
                  </a:lnTo>
                  <a:lnTo>
                    <a:pt x="664464" y="3285744"/>
                  </a:lnTo>
                  <a:close/>
                </a:path>
                <a:path w="2184400" h="4994275">
                  <a:moveTo>
                    <a:pt x="664464" y="3201924"/>
                  </a:moveTo>
                  <a:lnTo>
                    <a:pt x="661416" y="3198876"/>
                  </a:lnTo>
                  <a:lnTo>
                    <a:pt x="653796" y="3198876"/>
                  </a:lnTo>
                  <a:lnTo>
                    <a:pt x="650748" y="3201924"/>
                  </a:lnTo>
                  <a:lnTo>
                    <a:pt x="650748" y="3252216"/>
                  </a:lnTo>
                  <a:lnTo>
                    <a:pt x="653796" y="3255264"/>
                  </a:lnTo>
                  <a:lnTo>
                    <a:pt x="661416" y="3255264"/>
                  </a:lnTo>
                  <a:lnTo>
                    <a:pt x="664464" y="3252216"/>
                  </a:lnTo>
                  <a:lnTo>
                    <a:pt x="664464" y="3201924"/>
                  </a:lnTo>
                  <a:close/>
                </a:path>
                <a:path w="2184400" h="4994275">
                  <a:moveTo>
                    <a:pt x="664464" y="3119628"/>
                  </a:moveTo>
                  <a:lnTo>
                    <a:pt x="661416" y="3116580"/>
                  </a:lnTo>
                  <a:lnTo>
                    <a:pt x="653796" y="3116580"/>
                  </a:lnTo>
                  <a:lnTo>
                    <a:pt x="650748" y="3119628"/>
                  </a:lnTo>
                  <a:lnTo>
                    <a:pt x="650748" y="3168396"/>
                  </a:lnTo>
                  <a:lnTo>
                    <a:pt x="653796" y="3171444"/>
                  </a:lnTo>
                  <a:lnTo>
                    <a:pt x="661416" y="3171444"/>
                  </a:lnTo>
                  <a:lnTo>
                    <a:pt x="664464" y="3168396"/>
                  </a:lnTo>
                  <a:lnTo>
                    <a:pt x="664464" y="3119628"/>
                  </a:lnTo>
                  <a:close/>
                </a:path>
                <a:path w="2184400" h="4994275">
                  <a:moveTo>
                    <a:pt x="664464" y="3037332"/>
                  </a:moveTo>
                  <a:lnTo>
                    <a:pt x="661416" y="3034284"/>
                  </a:lnTo>
                  <a:lnTo>
                    <a:pt x="653796" y="3034284"/>
                  </a:lnTo>
                  <a:lnTo>
                    <a:pt x="650748" y="3037332"/>
                  </a:lnTo>
                  <a:lnTo>
                    <a:pt x="650748" y="3086100"/>
                  </a:lnTo>
                  <a:lnTo>
                    <a:pt x="653796" y="3089148"/>
                  </a:lnTo>
                  <a:lnTo>
                    <a:pt x="661416" y="3089148"/>
                  </a:lnTo>
                  <a:lnTo>
                    <a:pt x="664464" y="3086100"/>
                  </a:lnTo>
                  <a:lnTo>
                    <a:pt x="664464" y="3037332"/>
                  </a:lnTo>
                  <a:close/>
                </a:path>
                <a:path w="2184400" h="4994275">
                  <a:moveTo>
                    <a:pt x="664464" y="2953512"/>
                  </a:moveTo>
                  <a:lnTo>
                    <a:pt x="661416" y="2950464"/>
                  </a:lnTo>
                  <a:lnTo>
                    <a:pt x="653796" y="2950464"/>
                  </a:lnTo>
                  <a:lnTo>
                    <a:pt x="650748" y="2953512"/>
                  </a:lnTo>
                  <a:lnTo>
                    <a:pt x="650748" y="3003804"/>
                  </a:lnTo>
                  <a:lnTo>
                    <a:pt x="653796" y="3006852"/>
                  </a:lnTo>
                  <a:lnTo>
                    <a:pt x="661416" y="3006852"/>
                  </a:lnTo>
                  <a:lnTo>
                    <a:pt x="664464" y="3003804"/>
                  </a:lnTo>
                  <a:lnTo>
                    <a:pt x="664464" y="2953512"/>
                  </a:lnTo>
                  <a:close/>
                </a:path>
                <a:path w="2184400" h="4994275">
                  <a:moveTo>
                    <a:pt x="664464" y="2871216"/>
                  </a:moveTo>
                  <a:lnTo>
                    <a:pt x="661416" y="2868168"/>
                  </a:lnTo>
                  <a:lnTo>
                    <a:pt x="653796" y="2868168"/>
                  </a:lnTo>
                  <a:lnTo>
                    <a:pt x="650748" y="2871216"/>
                  </a:lnTo>
                  <a:lnTo>
                    <a:pt x="650748" y="2919984"/>
                  </a:lnTo>
                  <a:lnTo>
                    <a:pt x="653796" y="2923032"/>
                  </a:lnTo>
                  <a:lnTo>
                    <a:pt x="661416" y="2923032"/>
                  </a:lnTo>
                  <a:lnTo>
                    <a:pt x="664464" y="2919984"/>
                  </a:lnTo>
                  <a:lnTo>
                    <a:pt x="664464" y="2871216"/>
                  </a:lnTo>
                  <a:close/>
                </a:path>
                <a:path w="2184400" h="4994275">
                  <a:moveTo>
                    <a:pt x="664464" y="2788920"/>
                  </a:moveTo>
                  <a:lnTo>
                    <a:pt x="661416" y="2785872"/>
                  </a:lnTo>
                  <a:lnTo>
                    <a:pt x="653796" y="2785872"/>
                  </a:lnTo>
                  <a:lnTo>
                    <a:pt x="650748" y="2788920"/>
                  </a:lnTo>
                  <a:lnTo>
                    <a:pt x="650748" y="2837688"/>
                  </a:lnTo>
                  <a:lnTo>
                    <a:pt x="653796" y="2840736"/>
                  </a:lnTo>
                  <a:lnTo>
                    <a:pt x="661416" y="2840736"/>
                  </a:lnTo>
                  <a:lnTo>
                    <a:pt x="664464" y="2837688"/>
                  </a:lnTo>
                  <a:lnTo>
                    <a:pt x="664464" y="2788920"/>
                  </a:lnTo>
                  <a:close/>
                </a:path>
                <a:path w="2184400" h="4994275">
                  <a:moveTo>
                    <a:pt x="664464" y="2705100"/>
                  </a:moveTo>
                  <a:lnTo>
                    <a:pt x="661416" y="2702052"/>
                  </a:lnTo>
                  <a:lnTo>
                    <a:pt x="653796" y="2702052"/>
                  </a:lnTo>
                  <a:lnTo>
                    <a:pt x="650748" y="2705100"/>
                  </a:lnTo>
                  <a:lnTo>
                    <a:pt x="650748" y="2755392"/>
                  </a:lnTo>
                  <a:lnTo>
                    <a:pt x="653796" y="2758440"/>
                  </a:lnTo>
                  <a:lnTo>
                    <a:pt x="661416" y="2758440"/>
                  </a:lnTo>
                  <a:lnTo>
                    <a:pt x="664464" y="2755392"/>
                  </a:lnTo>
                  <a:lnTo>
                    <a:pt x="664464" y="2705100"/>
                  </a:lnTo>
                  <a:close/>
                </a:path>
                <a:path w="2184400" h="4994275">
                  <a:moveTo>
                    <a:pt x="664464" y="2622804"/>
                  </a:moveTo>
                  <a:lnTo>
                    <a:pt x="661416" y="2619756"/>
                  </a:lnTo>
                  <a:lnTo>
                    <a:pt x="653796" y="2619756"/>
                  </a:lnTo>
                  <a:lnTo>
                    <a:pt x="650748" y="2622804"/>
                  </a:lnTo>
                  <a:lnTo>
                    <a:pt x="650748" y="2671572"/>
                  </a:lnTo>
                  <a:lnTo>
                    <a:pt x="653796" y="2674620"/>
                  </a:lnTo>
                  <a:lnTo>
                    <a:pt x="661416" y="2674620"/>
                  </a:lnTo>
                  <a:lnTo>
                    <a:pt x="664464" y="2671572"/>
                  </a:lnTo>
                  <a:lnTo>
                    <a:pt x="664464" y="2622804"/>
                  </a:lnTo>
                  <a:close/>
                </a:path>
                <a:path w="2184400" h="4994275">
                  <a:moveTo>
                    <a:pt x="664464" y="2540508"/>
                  </a:moveTo>
                  <a:lnTo>
                    <a:pt x="661416" y="2537460"/>
                  </a:lnTo>
                  <a:lnTo>
                    <a:pt x="653796" y="2537460"/>
                  </a:lnTo>
                  <a:lnTo>
                    <a:pt x="650748" y="2540508"/>
                  </a:lnTo>
                  <a:lnTo>
                    <a:pt x="650748" y="2589276"/>
                  </a:lnTo>
                  <a:lnTo>
                    <a:pt x="653796" y="2592324"/>
                  </a:lnTo>
                  <a:lnTo>
                    <a:pt x="661416" y="2592324"/>
                  </a:lnTo>
                  <a:lnTo>
                    <a:pt x="664464" y="2589276"/>
                  </a:lnTo>
                  <a:lnTo>
                    <a:pt x="664464" y="2540508"/>
                  </a:lnTo>
                  <a:close/>
                </a:path>
                <a:path w="2184400" h="4994275">
                  <a:moveTo>
                    <a:pt x="664464" y="2456688"/>
                  </a:moveTo>
                  <a:lnTo>
                    <a:pt x="661416" y="2453640"/>
                  </a:lnTo>
                  <a:lnTo>
                    <a:pt x="653796" y="2453640"/>
                  </a:lnTo>
                  <a:lnTo>
                    <a:pt x="650748" y="2456688"/>
                  </a:lnTo>
                  <a:lnTo>
                    <a:pt x="650748" y="2506980"/>
                  </a:lnTo>
                  <a:lnTo>
                    <a:pt x="653796" y="2510028"/>
                  </a:lnTo>
                  <a:lnTo>
                    <a:pt x="661416" y="2510028"/>
                  </a:lnTo>
                  <a:lnTo>
                    <a:pt x="664464" y="2506980"/>
                  </a:lnTo>
                  <a:lnTo>
                    <a:pt x="664464" y="2456688"/>
                  </a:lnTo>
                  <a:close/>
                </a:path>
                <a:path w="2184400" h="4994275">
                  <a:moveTo>
                    <a:pt x="664464" y="2374392"/>
                  </a:moveTo>
                  <a:lnTo>
                    <a:pt x="661416" y="2371344"/>
                  </a:lnTo>
                  <a:lnTo>
                    <a:pt x="653796" y="2371344"/>
                  </a:lnTo>
                  <a:lnTo>
                    <a:pt x="650748" y="2374392"/>
                  </a:lnTo>
                  <a:lnTo>
                    <a:pt x="650748" y="2423160"/>
                  </a:lnTo>
                  <a:lnTo>
                    <a:pt x="653796" y="2426208"/>
                  </a:lnTo>
                  <a:lnTo>
                    <a:pt x="661416" y="2426208"/>
                  </a:lnTo>
                  <a:lnTo>
                    <a:pt x="664464" y="2423160"/>
                  </a:lnTo>
                  <a:lnTo>
                    <a:pt x="664464" y="2374392"/>
                  </a:lnTo>
                  <a:close/>
                </a:path>
                <a:path w="2184400" h="4994275">
                  <a:moveTo>
                    <a:pt x="664464" y="2292096"/>
                  </a:moveTo>
                  <a:lnTo>
                    <a:pt x="661416" y="2289048"/>
                  </a:lnTo>
                  <a:lnTo>
                    <a:pt x="653796" y="2289048"/>
                  </a:lnTo>
                  <a:lnTo>
                    <a:pt x="650748" y="2292096"/>
                  </a:lnTo>
                  <a:lnTo>
                    <a:pt x="650748" y="2340864"/>
                  </a:lnTo>
                  <a:lnTo>
                    <a:pt x="653796" y="2343912"/>
                  </a:lnTo>
                  <a:lnTo>
                    <a:pt x="661416" y="2343912"/>
                  </a:lnTo>
                  <a:lnTo>
                    <a:pt x="664464" y="2340864"/>
                  </a:lnTo>
                  <a:lnTo>
                    <a:pt x="664464" y="2292096"/>
                  </a:lnTo>
                  <a:close/>
                </a:path>
                <a:path w="2184400" h="4994275">
                  <a:moveTo>
                    <a:pt x="664464" y="2209800"/>
                  </a:moveTo>
                  <a:lnTo>
                    <a:pt x="661416" y="2205228"/>
                  </a:lnTo>
                  <a:lnTo>
                    <a:pt x="653796" y="2205228"/>
                  </a:lnTo>
                  <a:lnTo>
                    <a:pt x="650748" y="2209800"/>
                  </a:lnTo>
                  <a:lnTo>
                    <a:pt x="650748" y="2258568"/>
                  </a:lnTo>
                  <a:lnTo>
                    <a:pt x="653796" y="2261616"/>
                  </a:lnTo>
                  <a:lnTo>
                    <a:pt x="661416" y="2261616"/>
                  </a:lnTo>
                  <a:lnTo>
                    <a:pt x="664464" y="2258568"/>
                  </a:lnTo>
                  <a:lnTo>
                    <a:pt x="664464" y="2209800"/>
                  </a:lnTo>
                  <a:close/>
                </a:path>
                <a:path w="2184400" h="4994275">
                  <a:moveTo>
                    <a:pt x="664464" y="2125980"/>
                  </a:moveTo>
                  <a:lnTo>
                    <a:pt x="661416" y="2122932"/>
                  </a:lnTo>
                  <a:lnTo>
                    <a:pt x="653796" y="2122932"/>
                  </a:lnTo>
                  <a:lnTo>
                    <a:pt x="650748" y="2125980"/>
                  </a:lnTo>
                  <a:lnTo>
                    <a:pt x="650748" y="2174748"/>
                  </a:lnTo>
                  <a:lnTo>
                    <a:pt x="653796" y="2177796"/>
                  </a:lnTo>
                  <a:lnTo>
                    <a:pt x="661416" y="2177796"/>
                  </a:lnTo>
                  <a:lnTo>
                    <a:pt x="664464" y="2174748"/>
                  </a:lnTo>
                  <a:lnTo>
                    <a:pt x="664464" y="2125980"/>
                  </a:lnTo>
                  <a:close/>
                </a:path>
                <a:path w="2184400" h="4994275">
                  <a:moveTo>
                    <a:pt x="664464" y="2043684"/>
                  </a:moveTo>
                  <a:lnTo>
                    <a:pt x="661416" y="2040636"/>
                  </a:lnTo>
                  <a:lnTo>
                    <a:pt x="653796" y="2040636"/>
                  </a:lnTo>
                  <a:lnTo>
                    <a:pt x="650748" y="2043684"/>
                  </a:lnTo>
                  <a:lnTo>
                    <a:pt x="650748" y="2092452"/>
                  </a:lnTo>
                  <a:lnTo>
                    <a:pt x="653796" y="2095500"/>
                  </a:lnTo>
                  <a:lnTo>
                    <a:pt x="661416" y="2095500"/>
                  </a:lnTo>
                  <a:lnTo>
                    <a:pt x="664464" y="2092452"/>
                  </a:lnTo>
                  <a:lnTo>
                    <a:pt x="664464" y="2043684"/>
                  </a:lnTo>
                  <a:close/>
                </a:path>
                <a:path w="2184400" h="4994275">
                  <a:moveTo>
                    <a:pt x="664464" y="1961388"/>
                  </a:moveTo>
                  <a:lnTo>
                    <a:pt x="661416" y="1956816"/>
                  </a:lnTo>
                  <a:lnTo>
                    <a:pt x="653796" y="1956816"/>
                  </a:lnTo>
                  <a:lnTo>
                    <a:pt x="650748" y="1961388"/>
                  </a:lnTo>
                  <a:lnTo>
                    <a:pt x="650748" y="2010156"/>
                  </a:lnTo>
                  <a:lnTo>
                    <a:pt x="653796" y="2013204"/>
                  </a:lnTo>
                  <a:lnTo>
                    <a:pt x="661416" y="2013204"/>
                  </a:lnTo>
                  <a:lnTo>
                    <a:pt x="664464" y="2010156"/>
                  </a:lnTo>
                  <a:lnTo>
                    <a:pt x="664464" y="1961388"/>
                  </a:lnTo>
                  <a:close/>
                </a:path>
                <a:path w="2184400" h="4994275">
                  <a:moveTo>
                    <a:pt x="664464" y="1877568"/>
                  </a:moveTo>
                  <a:lnTo>
                    <a:pt x="661416" y="1874520"/>
                  </a:lnTo>
                  <a:lnTo>
                    <a:pt x="653796" y="1874520"/>
                  </a:lnTo>
                  <a:lnTo>
                    <a:pt x="650748" y="1877568"/>
                  </a:lnTo>
                  <a:lnTo>
                    <a:pt x="650748" y="1926336"/>
                  </a:lnTo>
                  <a:lnTo>
                    <a:pt x="653796" y="1929384"/>
                  </a:lnTo>
                  <a:lnTo>
                    <a:pt x="661416" y="1929384"/>
                  </a:lnTo>
                  <a:lnTo>
                    <a:pt x="664464" y="1926336"/>
                  </a:lnTo>
                  <a:lnTo>
                    <a:pt x="664464" y="1877568"/>
                  </a:lnTo>
                  <a:close/>
                </a:path>
                <a:path w="2184400" h="4994275">
                  <a:moveTo>
                    <a:pt x="664464" y="1795272"/>
                  </a:moveTo>
                  <a:lnTo>
                    <a:pt x="661416" y="1792224"/>
                  </a:lnTo>
                  <a:lnTo>
                    <a:pt x="653796" y="1792224"/>
                  </a:lnTo>
                  <a:lnTo>
                    <a:pt x="650748" y="1795272"/>
                  </a:lnTo>
                  <a:lnTo>
                    <a:pt x="650748" y="1844040"/>
                  </a:lnTo>
                  <a:lnTo>
                    <a:pt x="653796" y="1847088"/>
                  </a:lnTo>
                  <a:lnTo>
                    <a:pt x="661416" y="1847088"/>
                  </a:lnTo>
                  <a:lnTo>
                    <a:pt x="664464" y="1844040"/>
                  </a:lnTo>
                  <a:lnTo>
                    <a:pt x="664464" y="1795272"/>
                  </a:lnTo>
                  <a:close/>
                </a:path>
                <a:path w="2184400" h="4994275">
                  <a:moveTo>
                    <a:pt x="664464" y="1712976"/>
                  </a:moveTo>
                  <a:lnTo>
                    <a:pt x="661416" y="1709928"/>
                  </a:lnTo>
                  <a:lnTo>
                    <a:pt x="653796" y="1709928"/>
                  </a:lnTo>
                  <a:lnTo>
                    <a:pt x="650748" y="1712976"/>
                  </a:lnTo>
                  <a:lnTo>
                    <a:pt x="650748" y="1761744"/>
                  </a:lnTo>
                  <a:lnTo>
                    <a:pt x="653796" y="1764792"/>
                  </a:lnTo>
                  <a:lnTo>
                    <a:pt x="661416" y="1764792"/>
                  </a:lnTo>
                  <a:lnTo>
                    <a:pt x="664464" y="1761744"/>
                  </a:lnTo>
                  <a:lnTo>
                    <a:pt x="664464" y="1712976"/>
                  </a:lnTo>
                  <a:close/>
                </a:path>
                <a:path w="2184400" h="4994275">
                  <a:moveTo>
                    <a:pt x="664464" y="1629156"/>
                  </a:moveTo>
                  <a:lnTo>
                    <a:pt x="661416" y="1626108"/>
                  </a:lnTo>
                  <a:lnTo>
                    <a:pt x="653796" y="1626108"/>
                  </a:lnTo>
                  <a:lnTo>
                    <a:pt x="650748" y="1629156"/>
                  </a:lnTo>
                  <a:lnTo>
                    <a:pt x="650748" y="1677924"/>
                  </a:lnTo>
                  <a:lnTo>
                    <a:pt x="653796" y="1680972"/>
                  </a:lnTo>
                  <a:lnTo>
                    <a:pt x="661416" y="1680972"/>
                  </a:lnTo>
                  <a:lnTo>
                    <a:pt x="664464" y="1677924"/>
                  </a:lnTo>
                  <a:lnTo>
                    <a:pt x="664464" y="1629156"/>
                  </a:lnTo>
                  <a:close/>
                </a:path>
                <a:path w="2184400" h="4994275">
                  <a:moveTo>
                    <a:pt x="664464" y="1546860"/>
                  </a:moveTo>
                  <a:lnTo>
                    <a:pt x="661416" y="1543812"/>
                  </a:lnTo>
                  <a:lnTo>
                    <a:pt x="653796" y="1543812"/>
                  </a:lnTo>
                  <a:lnTo>
                    <a:pt x="650748" y="1546860"/>
                  </a:lnTo>
                  <a:lnTo>
                    <a:pt x="650748" y="1595628"/>
                  </a:lnTo>
                  <a:lnTo>
                    <a:pt x="653796" y="1598676"/>
                  </a:lnTo>
                  <a:lnTo>
                    <a:pt x="661416" y="1598676"/>
                  </a:lnTo>
                  <a:lnTo>
                    <a:pt x="664464" y="1595628"/>
                  </a:lnTo>
                  <a:lnTo>
                    <a:pt x="664464" y="1546860"/>
                  </a:lnTo>
                  <a:close/>
                </a:path>
                <a:path w="2184400" h="4994275">
                  <a:moveTo>
                    <a:pt x="664464" y="1464564"/>
                  </a:moveTo>
                  <a:lnTo>
                    <a:pt x="661416" y="1461516"/>
                  </a:lnTo>
                  <a:lnTo>
                    <a:pt x="653796" y="1461516"/>
                  </a:lnTo>
                  <a:lnTo>
                    <a:pt x="650748" y="1464564"/>
                  </a:lnTo>
                  <a:lnTo>
                    <a:pt x="650748" y="1513332"/>
                  </a:lnTo>
                  <a:lnTo>
                    <a:pt x="653796" y="1516380"/>
                  </a:lnTo>
                  <a:lnTo>
                    <a:pt x="661416" y="1516380"/>
                  </a:lnTo>
                  <a:lnTo>
                    <a:pt x="664464" y="1513332"/>
                  </a:lnTo>
                  <a:lnTo>
                    <a:pt x="664464" y="1464564"/>
                  </a:lnTo>
                  <a:close/>
                </a:path>
                <a:path w="2184400" h="4994275">
                  <a:moveTo>
                    <a:pt x="664464" y="1380744"/>
                  </a:moveTo>
                  <a:lnTo>
                    <a:pt x="661416" y="1377696"/>
                  </a:lnTo>
                  <a:lnTo>
                    <a:pt x="653796" y="1377696"/>
                  </a:lnTo>
                  <a:lnTo>
                    <a:pt x="650748" y="1380744"/>
                  </a:lnTo>
                  <a:lnTo>
                    <a:pt x="650748" y="1429512"/>
                  </a:lnTo>
                  <a:lnTo>
                    <a:pt x="653796" y="1432560"/>
                  </a:lnTo>
                  <a:lnTo>
                    <a:pt x="661416" y="1432560"/>
                  </a:lnTo>
                  <a:lnTo>
                    <a:pt x="664464" y="1429512"/>
                  </a:lnTo>
                  <a:lnTo>
                    <a:pt x="664464" y="1380744"/>
                  </a:lnTo>
                  <a:close/>
                </a:path>
                <a:path w="2184400" h="4994275">
                  <a:moveTo>
                    <a:pt x="664464" y="1298448"/>
                  </a:moveTo>
                  <a:lnTo>
                    <a:pt x="661416" y="1295400"/>
                  </a:lnTo>
                  <a:lnTo>
                    <a:pt x="653796" y="1295400"/>
                  </a:lnTo>
                  <a:lnTo>
                    <a:pt x="650748" y="1298448"/>
                  </a:lnTo>
                  <a:lnTo>
                    <a:pt x="650748" y="1347216"/>
                  </a:lnTo>
                  <a:lnTo>
                    <a:pt x="653796" y="1350264"/>
                  </a:lnTo>
                  <a:lnTo>
                    <a:pt x="661416" y="1350264"/>
                  </a:lnTo>
                  <a:lnTo>
                    <a:pt x="664464" y="1347216"/>
                  </a:lnTo>
                  <a:lnTo>
                    <a:pt x="664464" y="1298448"/>
                  </a:lnTo>
                  <a:close/>
                </a:path>
                <a:path w="2184400" h="4994275">
                  <a:moveTo>
                    <a:pt x="664464" y="1216152"/>
                  </a:moveTo>
                  <a:lnTo>
                    <a:pt x="661416" y="1213104"/>
                  </a:lnTo>
                  <a:lnTo>
                    <a:pt x="653796" y="1213104"/>
                  </a:lnTo>
                  <a:lnTo>
                    <a:pt x="650748" y="1216152"/>
                  </a:lnTo>
                  <a:lnTo>
                    <a:pt x="650748" y="1264920"/>
                  </a:lnTo>
                  <a:lnTo>
                    <a:pt x="653796" y="1267968"/>
                  </a:lnTo>
                  <a:lnTo>
                    <a:pt x="661416" y="1267968"/>
                  </a:lnTo>
                  <a:lnTo>
                    <a:pt x="664464" y="1264920"/>
                  </a:lnTo>
                  <a:lnTo>
                    <a:pt x="664464" y="1216152"/>
                  </a:lnTo>
                  <a:close/>
                </a:path>
                <a:path w="2184400" h="4994275">
                  <a:moveTo>
                    <a:pt x="664464" y="1132332"/>
                  </a:moveTo>
                  <a:lnTo>
                    <a:pt x="661416" y="1129284"/>
                  </a:lnTo>
                  <a:lnTo>
                    <a:pt x="653796" y="1129284"/>
                  </a:lnTo>
                  <a:lnTo>
                    <a:pt x="650748" y="1132332"/>
                  </a:lnTo>
                  <a:lnTo>
                    <a:pt x="650748" y="1181100"/>
                  </a:lnTo>
                  <a:lnTo>
                    <a:pt x="653796" y="1184148"/>
                  </a:lnTo>
                  <a:lnTo>
                    <a:pt x="661416" y="1184148"/>
                  </a:lnTo>
                  <a:lnTo>
                    <a:pt x="664464" y="1181100"/>
                  </a:lnTo>
                  <a:lnTo>
                    <a:pt x="664464" y="1132332"/>
                  </a:lnTo>
                  <a:close/>
                </a:path>
                <a:path w="2184400" h="4994275">
                  <a:moveTo>
                    <a:pt x="664464" y="1050036"/>
                  </a:moveTo>
                  <a:lnTo>
                    <a:pt x="661416" y="1046988"/>
                  </a:lnTo>
                  <a:lnTo>
                    <a:pt x="653796" y="1046988"/>
                  </a:lnTo>
                  <a:lnTo>
                    <a:pt x="650748" y="1050036"/>
                  </a:lnTo>
                  <a:lnTo>
                    <a:pt x="650748" y="1098804"/>
                  </a:lnTo>
                  <a:lnTo>
                    <a:pt x="653796" y="1101852"/>
                  </a:lnTo>
                  <a:lnTo>
                    <a:pt x="661416" y="1101852"/>
                  </a:lnTo>
                  <a:lnTo>
                    <a:pt x="664464" y="1098804"/>
                  </a:lnTo>
                  <a:lnTo>
                    <a:pt x="664464" y="1050036"/>
                  </a:lnTo>
                  <a:close/>
                </a:path>
                <a:path w="2184400" h="4994275">
                  <a:moveTo>
                    <a:pt x="664464" y="967740"/>
                  </a:moveTo>
                  <a:lnTo>
                    <a:pt x="661416" y="964692"/>
                  </a:lnTo>
                  <a:lnTo>
                    <a:pt x="653796" y="964692"/>
                  </a:lnTo>
                  <a:lnTo>
                    <a:pt x="650748" y="967740"/>
                  </a:lnTo>
                  <a:lnTo>
                    <a:pt x="650748" y="1016508"/>
                  </a:lnTo>
                  <a:lnTo>
                    <a:pt x="653796" y="1019556"/>
                  </a:lnTo>
                  <a:lnTo>
                    <a:pt x="661416" y="1019556"/>
                  </a:lnTo>
                  <a:lnTo>
                    <a:pt x="664464" y="1016508"/>
                  </a:lnTo>
                  <a:lnTo>
                    <a:pt x="664464" y="967740"/>
                  </a:lnTo>
                  <a:close/>
                </a:path>
                <a:path w="2184400" h="4994275">
                  <a:moveTo>
                    <a:pt x="664464" y="883920"/>
                  </a:moveTo>
                  <a:lnTo>
                    <a:pt x="661416" y="880872"/>
                  </a:lnTo>
                  <a:lnTo>
                    <a:pt x="653796" y="880872"/>
                  </a:lnTo>
                  <a:lnTo>
                    <a:pt x="650748" y="883920"/>
                  </a:lnTo>
                  <a:lnTo>
                    <a:pt x="650748" y="932688"/>
                  </a:lnTo>
                  <a:lnTo>
                    <a:pt x="653796" y="935736"/>
                  </a:lnTo>
                  <a:lnTo>
                    <a:pt x="661416" y="935736"/>
                  </a:lnTo>
                  <a:lnTo>
                    <a:pt x="664464" y="932688"/>
                  </a:lnTo>
                  <a:lnTo>
                    <a:pt x="664464" y="883920"/>
                  </a:lnTo>
                  <a:close/>
                </a:path>
                <a:path w="2184400" h="4994275">
                  <a:moveTo>
                    <a:pt x="664464" y="801624"/>
                  </a:moveTo>
                  <a:lnTo>
                    <a:pt x="661416" y="798576"/>
                  </a:lnTo>
                  <a:lnTo>
                    <a:pt x="653796" y="798576"/>
                  </a:lnTo>
                  <a:lnTo>
                    <a:pt x="650748" y="801624"/>
                  </a:lnTo>
                  <a:lnTo>
                    <a:pt x="650748" y="850392"/>
                  </a:lnTo>
                  <a:lnTo>
                    <a:pt x="653796" y="853440"/>
                  </a:lnTo>
                  <a:lnTo>
                    <a:pt x="661416" y="853440"/>
                  </a:lnTo>
                  <a:lnTo>
                    <a:pt x="664464" y="850392"/>
                  </a:lnTo>
                  <a:lnTo>
                    <a:pt x="664464" y="801624"/>
                  </a:lnTo>
                  <a:close/>
                </a:path>
                <a:path w="2184400" h="4994275">
                  <a:moveTo>
                    <a:pt x="664464" y="719328"/>
                  </a:moveTo>
                  <a:lnTo>
                    <a:pt x="661416" y="716280"/>
                  </a:lnTo>
                  <a:lnTo>
                    <a:pt x="653796" y="716280"/>
                  </a:lnTo>
                  <a:lnTo>
                    <a:pt x="650748" y="719328"/>
                  </a:lnTo>
                  <a:lnTo>
                    <a:pt x="650748" y="768096"/>
                  </a:lnTo>
                  <a:lnTo>
                    <a:pt x="653796" y="771144"/>
                  </a:lnTo>
                  <a:lnTo>
                    <a:pt x="661416" y="771144"/>
                  </a:lnTo>
                  <a:lnTo>
                    <a:pt x="664464" y="768096"/>
                  </a:lnTo>
                  <a:lnTo>
                    <a:pt x="664464" y="719328"/>
                  </a:lnTo>
                  <a:close/>
                </a:path>
                <a:path w="2184400" h="4994275">
                  <a:moveTo>
                    <a:pt x="664464" y="635508"/>
                  </a:moveTo>
                  <a:lnTo>
                    <a:pt x="661416" y="632460"/>
                  </a:lnTo>
                  <a:lnTo>
                    <a:pt x="653796" y="632460"/>
                  </a:lnTo>
                  <a:lnTo>
                    <a:pt x="650748" y="635508"/>
                  </a:lnTo>
                  <a:lnTo>
                    <a:pt x="650748" y="684276"/>
                  </a:lnTo>
                  <a:lnTo>
                    <a:pt x="653796" y="687324"/>
                  </a:lnTo>
                  <a:lnTo>
                    <a:pt x="661416" y="687324"/>
                  </a:lnTo>
                  <a:lnTo>
                    <a:pt x="664464" y="684276"/>
                  </a:lnTo>
                  <a:lnTo>
                    <a:pt x="664464" y="635508"/>
                  </a:lnTo>
                  <a:close/>
                </a:path>
                <a:path w="2184400" h="4994275">
                  <a:moveTo>
                    <a:pt x="664464" y="553212"/>
                  </a:moveTo>
                  <a:lnTo>
                    <a:pt x="661416" y="550164"/>
                  </a:lnTo>
                  <a:lnTo>
                    <a:pt x="653796" y="550164"/>
                  </a:lnTo>
                  <a:lnTo>
                    <a:pt x="650748" y="553212"/>
                  </a:lnTo>
                  <a:lnTo>
                    <a:pt x="650748" y="601980"/>
                  </a:lnTo>
                  <a:lnTo>
                    <a:pt x="653796" y="605028"/>
                  </a:lnTo>
                  <a:lnTo>
                    <a:pt x="661416" y="605028"/>
                  </a:lnTo>
                  <a:lnTo>
                    <a:pt x="664464" y="601980"/>
                  </a:lnTo>
                  <a:lnTo>
                    <a:pt x="664464" y="553212"/>
                  </a:lnTo>
                  <a:close/>
                </a:path>
                <a:path w="2184400" h="4994275">
                  <a:moveTo>
                    <a:pt x="664464" y="470916"/>
                  </a:moveTo>
                  <a:lnTo>
                    <a:pt x="661416" y="467868"/>
                  </a:lnTo>
                  <a:lnTo>
                    <a:pt x="653796" y="467868"/>
                  </a:lnTo>
                  <a:lnTo>
                    <a:pt x="650748" y="470916"/>
                  </a:lnTo>
                  <a:lnTo>
                    <a:pt x="650748" y="519684"/>
                  </a:lnTo>
                  <a:lnTo>
                    <a:pt x="653796" y="522732"/>
                  </a:lnTo>
                  <a:lnTo>
                    <a:pt x="661416" y="522732"/>
                  </a:lnTo>
                  <a:lnTo>
                    <a:pt x="664464" y="519684"/>
                  </a:lnTo>
                  <a:lnTo>
                    <a:pt x="664464" y="470916"/>
                  </a:lnTo>
                  <a:close/>
                </a:path>
                <a:path w="2184400" h="4994275">
                  <a:moveTo>
                    <a:pt x="664464" y="387096"/>
                  </a:moveTo>
                  <a:lnTo>
                    <a:pt x="661416" y="384048"/>
                  </a:lnTo>
                  <a:lnTo>
                    <a:pt x="653796" y="384048"/>
                  </a:lnTo>
                  <a:lnTo>
                    <a:pt x="650748" y="387096"/>
                  </a:lnTo>
                  <a:lnTo>
                    <a:pt x="650748" y="435864"/>
                  </a:lnTo>
                  <a:lnTo>
                    <a:pt x="653796" y="438912"/>
                  </a:lnTo>
                  <a:lnTo>
                    <a:pt x="661416" y="438912"/>
                  </a:lnTo>
                  <a:lnTo>
                    <a:pt x="664464" y="435864"/>
                  </a:lnTo>
                  <a:lnTo>
                    <a:pt x="664464" y="387096"/>
                  </a:lnTo>
                  <a:close/>
                </a:path>
                <a:path w="2184400" h="4994275">
                  <a:moveTo>
                    <a:pt x="664464" y="304800"/>
                  </a:moveTo>
                  <a:lnTo>
                    <a:pt x="661416" y="301752"/>
                  </a:lnTo>
                  <a:lnTo>
                    <a:pt x="653796" y="301752"/>
                  </a:lnTo>
                  <a:lnTo>
                    <a:pt x="650748" y="304800"/>
                  </a:lnTo>
                  <a:lnTo>
                    <a:pt x="650748" y="353568"/>
                  </a:lnTo>
                  <a:lnTo>
                    <a:pt x="653796" y="356616"/>
                  </a:lnTo>
                  <a:lnTo>
                    <a:pt x="661416" y="356616"/>
                  </a:lnTo>
                  <a:lnTo>
                    <a:pt x="664464" y="353568"/>
                  </a:lnTo>
                  <a:lnTo>
                    <a:pt x="664464" y="304800"/>
                  </a:lnTo>
                  <a:close/>
                </a:path>
                <a:path w="2184400" h="4994275">
                  <a:moveTo>
                    <a:pt x="664464" y="222504"/>
                  </a:moveTo>
                  <a:lnTo>
                    <a:pt x="661416" y="219456"/>
                  </a:lnTo>
                  <a:lnTo>
                    <a:pt x="653796" y="219456"/>
                  </a:lnTo>
                  <a:lnTo>
                    <a:pt x="650748" y="222504"/>
                  </a:lnTo>
                  <a:lnTo>
                    <a:pt x="650748" y="271272"/>
                  </a:lnTo>
                  <a:lnTo>
                    <a:pt x="653796" y="274320"/>
                  </a:lnTo>
                  <a:lnTo>
                    <a:pt x="661416" y="274320"/>
                  </a:lnTo>
                  <a:lnTo>
                    <a:pt x="664464" y="271272"/>
                  </a:lnTo>
                  <a:lnTo>
                    <a:pt x="664464" y="222504"/>
                  </a:lnTo>
                  <a:close/>
                </a:path>
                <a:path w="2184400" h="4994275">
                  <a:moveTo>
                    <a:pt x="664464" y="138684"/>
                  </a:moveTo>
                  <a:lnTo>
                    <a:pt x="661416" y="135636"/>
                  </a:lnTo>
                  <a:lnTo>
                    <a:pt x="653796" y="135636"/>
                  </a:lnTo>
                  <a:lnTo>
                    <a:pt x="650748" y="138684"/>
                  </a:lnTo>
                  <a:lnTo>
                    <a:pt x="650748" y="187452"/>
                  </a:lnTo>
                  <a:lnTo>
                    <a:pt x="653796" y="192024"/>
                  </a:lnTo>
                  <a:lnTo>
                    <a:pt x="661416" y="192024"/>
                  </a:lnTo>
                  <a:lnTo>
                    <a:pt x="664464" y="187452"/>
                  </a:lnTo>
                  <a:lnTo>
                    <a:pt x="664464" y="138684"/>
                  </a:lnTo>
                  <a:close/>
                </a:path>
                <a:path w="2184400" h="4994275">
                  <a:moveTo>
                    <a:pt x="880872" y="4361688"/>
                  </a:moveTo>
                  <a:lnTo>
                    <a:pt x="877811" y="4358640"/>
                  </a:lnTo>
                  <a:lnTo>
                    <a:pt x="870191" y="4358640"/>
                  </a:lnTo>
                  <a:lnTo>
                    <a:pt x="867156" y="4361688"/>
                  </a:lnTo>
                  <a:lnTo>
                    <a:pt x="867156" y="4375404"/>
                  </a:lnTo>
                  <a:lnTo>
                    <a:pt x="870191" y="4378452"/>
                  </a:lnTo>
                  <a:lnTo>
                    <a:pt x="877811" y="4378452"/>
                  </a:lnTo>
                  <a:lnTo>
                    <a:pt x="880872" y="4375404"/>
                  </a:lnTo>
                  <a:lnTo>
                    <a:pt x="880872" y="4361688"/>
                  </a:lnTo>
                  <a:close/>
                </a:path>
                <a:path w="2184400" h="4994275">
                  <a:moveTo>
                    <a:pt x="880872" y="4279392"/>
                  </a:moveTo>
                  <a:lnTo>
                    <a:pt x="877811" y="4276344"/>
                  </a:lnTo>
                  <a:lnTo>
                    <a:pt x="870191" y="4276344"/>
                  </a:lnTo>
                  <a:lnTo>
                    <a:pt x="867156" y="4279392"/>
                  </a:lnTo>
                  <a:lnTo>
                    <a:pt x="867156" y="4328160"/>
                  </a:lnTo>
                  <a:lnTo>
                    <a:pt x="870191" y="4331208"/>
                  </a:lnTo>
                  <a:lnTo>
                    <a:pt x="877811" y="4331208"/>
                  </a:lnTo>
                  <a:lnTo>
                    <a:pt x="880872" y="4328160"/>
                  </a:lnTo>
                  <a:lnTo>
                    <a:pt x="880872" y="4279392"/>
                  </a:lnTo>
                  <a:close/>
                </a:path>
                <a:path w="2184400" h="4994275">
                  <a:moveTo>
                    <a:pt x="880872" y="4195572"/>
                  </a:moveTo>
                  <a:lnTo>
                    <a:pt x="877811" y="4192524"/>
                  </a:lnTo>
                  <a:lnTo>
                    <a:pt x="870191" y="4192524"/>
                  </a:lnTo>
                  <a:lnTo>
                    <a:pt x="867156" y="4195572"/>
                  </a:lnTo>
                  <a:lnTo>
                    <a:pt x="867156" y="4245864"/>
                  </a:lnTo>
                  <a:lnTo>
                    <a:pt x="870191" y="4248912"/>
                  </a:lnTo>
                  <a:lnTo>
                    <a:pt x="877811" y="4248912"/>
                  </a:lnTo>
                  <a:lnTo>
                    <a:pt x="880872" y="4245864"/>
                  </a:lnTo>
                  <a:lnTo>
                    <a:pt x="880872" y="4195572"/>
                  </a:lnTo>
                  <a:close/>
                </a:path>
                <a:path w="2184400" h="4994275">
                  <a:moveTo>
                    <a:pt x="880872" y="4113276"/>
                  </a:moveTo>
                  <a:lnTo>
                    <a:pt x="877811" y="4110228"/>
                  </a:lnTo>
                  <a:lnTo>
                    <a:pt x="870191" y="4110228"/>
                  </a:lnTo>
                  <a:lnTo>
                    <a:pt x="867156" y="4113276"/>
                  </a:lnTo>
                  <a:lnTo>
                    <a:pt x="867156" y="4162044"/>
                  </a:lnTo>
                  <a:lnTo>
                    <a:pt x="870191" y="4165092"/>
                  </a:lnTo>
                  <a:lnTo>
                    <a:pt x="877811" y="4165092"/>
                  </a:lnTo>
                  <a:lnTo>
                    <a:pt x="880872" y="4162044"/>
                  </a:lnTo>
                  <a:lnTo>
                    <a:pt x="880872" y="4113276"/>
                  </a:lnTo>
                  <a:close/>
                </a:path>
                <a:path w="2184400" h="4994275">
                  <a:moveTo>
                    <a:pt x="880872" y="4030980"/>
                  </a:moveTo>
                  <a:lnTo>
                    <a:pt x="877811" y="4027932"/>
                  </a:lnTo>
                  <a:lnTo>
                    <a:pt x="870191" y="4027932"/>
                  </a:lnTo>
                  <a:lnTo>
                    <a:pt x="867156" y="4030980"/>
                  </a:lnTo>
                  <a:lnTo>
                    <a:pt x="867156" y="4079748"/>
                  </a:lnTo>
                  <a:lnTo>
                    <a:pt x="870191" y="4082796"/>
                  </a:lnTo>
                  <a:lnTo>
                    <a:pt x="877811" y="4082796"/>
                  </a:lnTo>
                  <a:lnTo>
                    <a:pt x="880872" y="4079748"/>
                  </a:lnTo>
                  <a:lnTo>
                    <a:pt x="880872" y="4030980"/>
                  </a:lnTo>
                  <a:close/>
                </a:path>
                <a:path w="2184400" h="4994275">
                  <a:moveTo>
                    <a:pt x="880872" y="3947160"/>
                  </a:moveTo>
                  <a:lnTo>
                    <a:pt x="877811" y="3944112"/>
                  </a:lnTo>
                  <a:lnTo>
                    <a:pt x="870191" y="3944112"/>
                  </a:lnTo>
                  <a:lnTo>
                    <a:pt x="867156" y="3947160"/>
                  </a:lnTo>
                  <a:lnTo>
                    <a:pt x="867156" y="3997452"/>
                  </a:lnTo>
                  <a:lnTo>
                    <a:pt x="870191" y="4000500"/>
                  </a:lnTo>
                  <a:lnTo>
                    <a:pt x="877811" y="4000500"/>
                  </a:lnTo>
                  <a:lnTo>
                    <a:pt x="880872" y="3997452"/>
                  </a:lnTo>
                  <a:lnTo>
                    <a:pt x="880872" y="3947160"/>
                  </a:lnTo>
                  <a:close/>
                </a:path>
                <a:path w="2184400" h="4994275">
                  <a:moveTo>
                    <a:pt x="880872" y="3864864"/>
                  </a:moveTo>
                  <a:lnTo>
                    <a:pt x="877811" y="3861816"/>
                  </a:lnTo>
                  <a:lnTo>
                    <a:pt x="870191" y="3861816"/>
                  </a:lnTo>
                  <a:lnTo>
                    <a:pt x="867156" y="3864864"/>
                  </a:lnTo>
                  <a:lnTo>
                    <a:pt x="867156" y="3913632"/>
                  </a:lnTo>
                  <a:lnTo>
                    <a:pt x="870191" y="3916680"/>
                  </a:lnTo>
                  <a:lnTo>
                    <a:pt x="877811" y="3916680"/>
                  </a:lnTo>
                  <a:lnTo>
                    <a:pt x="880872" y="3913632"/>
                  </a:lnTo>
                  <a:lnTo>
                    <a:pt x="880872" y="3864864"/>
                  </a:lnTo>
                  <a:close/>
                </a:path>
                <a:path w="2184400" h="4994275">
                  <a:moveTo>
                    <a:pt x="880872" y="3782568"/>
                  </a:moveTo>
                  <a:lnTo>
                    <a:pt x="877811" y="3779520"/>
                  </a:lnTo>
                  <a:lnTo>
                    <a:pt x="870191" y="3779520"/>
                  </a:lnTo>
                  <a:lnTo>
                    <a:pt x="867156" y="3782568"/>
                  </a:lnTo>
                  <a:lnTo>
                    <a:pt x="867156" y="3831336"/>
                  </a:lnTo>
                  <a:lnTo>
                    <a:pt x="870191" y="3834384"/>
                  </a:lnTo>
                  <a:lnTo>
                    <a:pt x="877811" y="3834384"/>
                  </a:lnTo>
                  <a:lnTo>
                    <a:pt x="880872" y="3831336"/>
                  </a:lnTo>
                  <a:lnTo>
                    <a:pt x="880872" y="3782568"/>
                  </a:lnTo>
                  <a:close/>
                </a:path>
                <a:path w="2184400" h="4994275">
                  <a:moveTo>
                    <a:pt x="880872" y="3698748"/>
                  </a:moveTo>
                  <a:lnTo>
                    <a:pt x="877811" y="3695700"/>
                  </a:lnTo>
                  <a:lnTo>
                    <a:pt x="870191" y="3695700"/>
                  </a:lnTo>
                  <a:lnTo>
                    <a:pt x="867156" y="3698748"/>
                  </a:lnTo>
                  <a:lnTo>
                    <a:pt x="867156" y="3749040"/>
                  </a:lnTo>
                  <a:lnTo>
                    <a:pt x="870191" y="3752088"/>
                  </a:lnTo>
                  <a:lnTo>
                    <a:pt x="877811" y="3752088"/>
                  </a:lnTo>
                  <a:lnTo>
                    <a:pt x="880872" y="3749040"/>
                  </a:lnTo>
                  <a:lnTo>
                    <a:pt x="880872" y="3698748"/>
                  </a:lnTo>
                  <a:close/>
                </a:path>
                <a:path w="2184400" h="4994275">
                  <a:moveTo>
                    <a:pt x="880872" y="3616452"/>
                  </a:moveTo>
                  <a:lnTo>
                    <a:pt x="877811" y="3613404"/>
                  </a:lnTo>
                  <a:lnTo>
                    <a:pt x="870191" y="3613404"/>
                  </a:lnTo>
                  <a:lnTo>
                    <a:pt x="867156" y="3616452"/>
                  </a:lnTo>
                  <a:lnTo>
                    <a:pt x="867156" y="3665220"/>
                  </a:lnTo>
                  <a:lnTo>
                    <a:pt x="870191" y="3668268"/>
                  </a:lnTo>
                  <a:lnTo>
                    <a:pt x="877811" y="3668268"/>
                  </a:lnTo>
                  <a:lnTo>
                    <a:pt x="880872" y="3665220"/>
                  </a:lnTo>
                  <a:lnTo>
                    <a:pt x="880872" y="3616452"/>
                  </a:lnTo>
                  <a:close/>
                </a:path>
                <a:path w="2184400" h="4994275">
                  <a:moveTo>
                    <a:pt x="880872" y="3534156"/>
                  </a:moveTo>
                  <a:lnTo>
                    <a:pt x="877811" y="3531108"/>
                  </a:lnTo>
                  <a:lnTo>
                    <a:pt x="870191" y="3531108"/>
                  </a:lnTo>
                  <a:lnTo>
                    <a:pt x="867156" y="3534156"/>
                  </a:lnTo>
                  <a:lnTo>
                    <a:pt x="867156" y="3582924"/>
                  </a:lnTo>
                  <a:lnTo>
                    <a:pt x="870191" y="3585972"/>
                  </a:lnTo>
                  <a:lnTo>
                    <a:pt x="877811" y="3585972"/>
                  </a:lnTo>
                  <a:lnTo>
                    <a:pt x="880872" y="3582924"/>
                  </a:lnTo>
                  <a:lnTo>
                    <a:pt x="880872" y="3534156"/>
                  </a:lnTo>
                  <a:close/>
                </a:path>
                <a:path w="2184400" h="4994275">
                  <a:moveTo>
                    <a:pt x="880872" y="3450336"/>
                  </a:moveTo>
                  <a:lnTo>
                    <a:pt x="877811" y="3447288"/>
                  </a:lnTo>
                  <a:lnTo>
                    <a:pt x="870191" y="3447288"/>
                  </a:lnTo>
                  <a:lnTo>
                    <a:pt x="867156" y="3450336"/>
                  </a:lnTo>
                  <a:lnTo>
                    <a:pt x="867156" y="3500628"/>
                  </a:lnTo>
                  <a:lnTo>
                    <a:pt x="870191" y="3503676"/>
                  </a:lnTo>
                  <a:lnTo>
                    <a:pt x="877811" y="3503676"/>
                  </a:lnTo>
                  <a:lnTo>
                    <a:pt x="880872" y="3500628"/>
                  </a:lnTo>
                  <a:lnTo>
                    <a:pt x="880872" y="3450336"/>
                  </a:lnTo>
                  <a:close/>
                </a:path>
                <a:path w="2184400" h="4994275">
                  <a:moveTo>
                    <a:pt x="880872" y="3368040"/>
                  </a:moveTo>
                  <a:lnTo>
                    <a:pt x="877811" y="3364992"/>
                  </a:lnTo>
                  <a:lnTo>
                    <a:pt x="870191" y="3364992"/>
                  </a:lnTo>
                  <a:lnTo>
                    <a:pt x="867156" y="3368040"/>
                  </a:lnTo>
                  <a:lnTo>
                    <a:pt x="867156" y="3416808"/>
                  </a:lnTo>
                  <a:lnTo>
                    <a:pt x="870191" y="3419856"/>
                  </a:lnTo>
                  <a:lnTo>
                    <a:pt x="877811" y="3419856"/>
                  </a:lnTo>
                  <a:lnTo>
                    <a:pt x="880872" y="3416808"/>
                  </a:lnTo>
                  <a:lnTo>
                    <a:pt x="880872" y="3368040"/>
                  </a:lnTo>
                  <a:close/>
                </a:path>
                <a:path w="2184400" h="4994275">
                  <a:moveTo>
                    <a:pt x="880872" y="3285744"/>
                  </a:moveTo>
                  <a:lnTo>
                    <a:pt x="877811" y="3282696"/>
                  </a:lnTo>
                  <a:lnTo>
                    <a:pt x="870191" y="3282696"/>
                  </a:lnTo>
                  <a:lnTo>
                    <a:pt x="867156" y="3285744"/>
                  </a:lnTo>
                  <a:lnTo>
                    <a:pt x="867156" y="3334512"/>
                  </a:lnTo>
                  <a:lnTo>
                    <a:pt x="870191" y="3337560"/>
                  </a:lnTo>
                  <a:lnTo>
                    <a:pt x="877811" y="3337560"/>
                  </a:lnTo>
                  <a:lnTo>
                    <a:pt x="880872" y="3334512"/>
                  </a:lnTo>
                  <a:lnTo>
                    <a:pt x="880872" y="3285744"/>
                  </a:lnTo>
                  <a:close/>
                </a:path>
                <a:path w="2184400" h="4994275">
                  <a:moveTo>
                    <a:pt x="880872" y="3201924"/>
                  </a:moveTo>
                  <a:lnTo>
                    <a:pt x="877811" y="3198876"/>
                  </a:lnTo>
                  <a:lnTo>
                    <a:pt x="870191" y="3198876"/>
                  </a:lnTo>
                  <a:lnTo>
                    <a:pt x="867156" y="3201924"/>
                  </a:lnTo>
                  <a:lnTo>
                    <a:pt x="867156" y="3252216"/>
                  </a:lnTo>
                  <a:lnTo>
                    <a:pt x="870191" y="3255264"/>
                  </a:lnTo>
                  <a:lnTo>
                    <a:pt x="877811" y="3255264"/>
                  </a:lnTo>
                  <a:lnTo>
                    <a:pt x="880872" y="3252216"/>
                  </a:lnTo>
                  <a:lnTo>
                    <a:pt x="880872" y="3201924"/>
                  </a:lnTo>
                  <a:close/>
                </a:path>
                <a:path w="2184400" h="4994275">
                  <a:moveTo>
                    <a:pt x="880872" y="3119628"/>
                  </a:moveTo>
                  <a:lnTo>
                    <a:pt x="877811" y="3116580"/>
                  </a:lnTo>
                  <a:lnTo>
                    <a:pt x="870191" y="3116580"/>
                  </a:lnTo>
                  <a:lnTo>
                    <a:pt x="867156" y="3119628"/>
                  </a:lnTo>
                  <a:lnTo>
                    <a:pt x="867156" y="3168396"/>
                  </a:lnTo>
                  <a:lnTo>
                    <a:pt x="870191" y="3171444"/>
                  </a:lnTo>
                  <a:lnTo>
                    <a:pt x="877811" y="3171444"/>
                  </a:lnTo>
                  <a:lnTo>
                    <a:pt x="880872" y="3168396"/>
                  </a:lnTo>
                  <a:lnTo>
                    <a:pt x="880872" y="3119628"/>
                  </a:lnTo>
                  <a:close/>
                </a:path>
                <a:path w="2184400" h="4994275">
                  <a:moveTo>
                    <a:pt x="880872" y="3037332"/>
                  </a:moveTo>
                  <a:lnTo>
                    <a:pt x="877811" y="3034284"/>
                  </a:lnTo>
                  <a:lnTo>
                    <a:pt x="870191" y="3034284"/>
                  </a:lnTo>
                  <a:lnTo>
                    <a:pt x="867156" y="3037332"/>
                  </a:lnTo>
                  <a:lnTo>
                    <a:pt x="867156" y="3086100"/>
                  </a:lnTo>
                  <a:lnTo>
                    <a:pt x="870191" y="3089148"/>
                  </a:lnTo>
                  <a:lnTo>
                    <a:pt x="877811" y="3089148"/>
                  </a:lnTo>
                  <a:lnTo>
                    <a:pt x="880872" y="3086100"/>
                  </a:lnTo>
                  <a:lnTo>
                    <a:pt x="880872" y="3037332"/>
                  </a:lnTo>
                  <a:close/>
                </a:path>
                <a:path w="2184400" h="4994275">
                  <a:moveTo>
                    <a:pt x="880872" y="2953512"/>
                  </a:moveTo>
                  <a:lnTo>
                    <a:pt x="877811" y="2950464"/>
                  </a:lnTo>
                  <a:lnTo>
                    <a:pt x="870191" y="2950464"/>
                  </a:lnTo>
                  <a:lnTo>
                    <a:pt x="867156" y="2953512"/>
                  </a:lnTo>
                  <a:lnTo>
                    <a:pt x="867156" y="3003804"/>
                  </a:lnTo>
                  <a:lnTo>
                    <a:pt x="870191" y="3006852"/>
                  </a:lnTo>
                  <a:lnTo>
                    <a:pt x="877811" y="3006852"/>
                  </a:lnTo>
                  <a:lnTo>
                    <a:pt x="880872" y="3003804"/>
                  </a:lnTo>
                  <a:lnTo>
                    <a:pt x="880872" y="2953512"/>
                  </a:lnTo>
                  <a:close/>
                </a:path>
                <a:path w="2184400" h="4994275">
                  <a:moveTo>
                    <a:pt x="880872" y="2871216"/>
                  </a:moveTo>
                  <a:lnTo>
                    <a:pt x="877811" y="2868168"/>
                  </a:lnTo>
                  <a:lnTo>
                    <a:pt x="870191" y="2868168"/>
                  </a:lnTo>
                  <a:lnTo>
                    <a:pt x="867156" y="2871216"/>
                  </a:lnTo>
                  <a:lnTo>
                    <a:pt x="867156" y="2919984"/>
                  </a:lnTo>
                  <a:lnTo>
                    <a:pt x="870191" y="2923032"/>
                  </a:lnTo>
                  <a:lnTo>
                    <a:pt x="877811" y="2923032"/>
                  </a:lnTo>
                  <a:lnTo>
                    <a:pt x="880872" y="2919984"/>
                  </a:lnTo>
                  <a:lnTo>
                    <a:pt x="880872" y="2871216"/>
                  </a:lnTo>
                  <a:close/>
                </a:path>
                <a:path w="2184400" h="4994275">
                  <a:moveTo>
                    <a:pt x="880872" y="2788920"/>
                  </a:moveTo>
                  <a:lnTo>
                    <a:pt x="877811" y="2785872"/>
                  </a:lnTo>
                  <a:lnTo>
                    <a:pt x="870191" y="2785872"/>
                  </a:lnTo>
                  <a:lnTo>
                    <a:pt x="867156" y="2788920"/>
                  </a:lnTo>
                  <a:lnTo>
                    <a:pt x="867156" y="2837688"/>
                  </a:lnTo>
                  <a:lnTo>
                    <a:pt x="870191" y="2840736"/>
                  </a:lnTo>
                  <a:lnTo>
                    <a:pt x="877811" y="2840736"/>
                  </a:lnTo>
                  <a:lnTo>
                    <a:pt x="880872" y="2837688"/>
                  </a:lnTo>
                  <a:lnTo>
                    <a:pt x="880872" y="2788920"/>
                  </a:lnTo>
                  <a:close/>
                </a:path>
                <a:path w="2184400" h="4994275">
                  <a:moveTo>
                    <a:pt x="880872" y="2705100"/>
                  </a:moveTo>
                  <a:lnTo>
                    <a:pt x="877811" y="2702052"/>
                  </a:lnTo>
                  <a:lnTo>
                    <a:pt x="870191" y="2702052"/>
                  </a:lnTo>
                  <a:lnTo>
                    <a:pt x="867156" y="2705100"/>
                  </a:lnTo>
                  <a:lnTo>
                    <a:pt x="867156" y="2755392"/>
                  </a:lnTo>
                  <a:lnTo>
                    <a:pt x="870191" y="2758440"/>
                  </a:lnTo>
                  <a:lnTo>
                    <a:pt x="877811" y="2758440"/>
                  </a:lnTo>
                  <a:lnTo>
                    <a:pt x="880872" y="2755392"/>
                  </a:lnTo>
                  <a:lnTo>
                    <a:pt x="880872" y="2705100"/>
                  </a:lnTo>
                  <a:close/>
                </a:path>
                <a:path w="2184400" h="4994275">
                  <a:moveTo>
                    <a:pt x="880872" y="2622804"/>
                  </a:moveTo>
                  <a:lnTo>
                    <a:pt x="877811" y="2619756"/>
                  </a:lnTo>
                  <a:lnTo>
                    <a:pt x="870191" y="2619756"/>
                  </a:lnTo>
                  <a:lnTo>
                    <a:pt x="867156" y="2622804"/>
                  </a:lnTo>
                  <a:lnTo>
                    <a:pt x="867156" y="2671572"/>
                  </a:lnTo>
                  <a:lnTo>
                    <a:pt x="870191" y="2674620"/>
                  </a:lnTo>
                  <a:lnTo>
                    <a:pt x="877811" y="2674620"/>
                  </a:lnTo>
                  <a:lnTo>
                    <a:pt x="880872" y="2671572"/>
                  </a:lnTo>
                  <a:lnTo>
                    <a:pt x="880872" y="2622804"/>
                  </a:lnTo>
                  <a:close/>
                </a:path>
                <a:path w="2184400" h="4994275">
                  <a:moveTo>
                    <a:pt x="880872" y="2540508"/>
                  </a:moveTo>
                  <a:lnTo>
                    <a:pt x="877811" y="2537460"/>
                  </a:lnTo>
                  <a:lnTo>
                    <a:pt x="870191" y="2537460"/>
                  </a:lnTo>
                  <a:lnTo>
                    <a:pt x="867156" y="2540508"/>
                  </a:lnTo>
                  <a:lnTo>
                    <a:pt x="867156" y="2589276"/>
                  </a:lnTo>
                  <a:lnTo>
                    <a:pt x="870191" y="2592324"/>
                  </a:lnTo>
                  <a:lnTo>
                    <a:pt x="877811" y="2592324"/>
                  </a:lnTo>
                  <a:lnTo>
                    <a:pt x="880872" y="2589276"/>
                  </a:lnTo>
                  <a:lnTo>
                    <a:pt x="880872" y="2540508"/>
                  </a:lnTo>
                  <a:close/>
                </a:path>
                <a:path w="2184400" h="4994275">
                  <a:moveTo>
                    <a:pt x="880872" y="2456688"/>
                  </a:moveTo>
                  <a:lnTo>
                    <a:pt x="877811" y="2453640"/>
                  </a:lnTo>
                  <a:lnTo>
                    <a:pt x="870191" y="2453640"/>
                  </a:lnTo>
                  <a:lnTo>
                    <a:pt x="867156" y="2456688"/>
                  </a:lnTo>
                  <a:lnTo>
                    <a:pt x="867156" y="2506980"/>
                  </a:lnTo>
                  <a:lnTo>
                    <a:pt x="870191" y="2510028"/>
                  </a:lnTo>
                  <a:lnTo>
                    <a:pt x="877811" y="2510028"/>
                  </a:lnTo>
                  <a:lnTo>
                    <a:pt x="880872" y="2506980"/>
                  </a:lnTo>
                  <a:lnTo>
                    <a:pt x="880872" y="2456688"/>
                  </a:lnTo>
                  <a:close/>
                </a:path>
                <a:path w="2184400" h="4994275">
                  <a:moveTo>
                    <a:pt x="880872" y="2374392"/>
                  </a:moveTo>
                  <a:lnTo>
                    <a:pt x="877811" y="2371344"/>
                  </a:lnTo>
                  <a:lnTo>
                    <a:pt x="870191" y="2371344"/>
                  </a:lnTo>
                  <a:lnTo>
                    <a:pt x="867156" y="2374392"/>
                  </a:lnTo>
                  <a:lnTo>
                    <a:pt x="867156" y="2423160"/>
                  </a:lnTo>
                  <a:lnTo>
                    <a:pt x="870191" y="2426208"/>
                  </a:lnTo>
                  <a:lnTo>
                    <a:pt x="877811" y="2426208"/>
                  </a:lnTo>
                  <a:lnTo>
                    <a:pt x="880872" y="2423160"/>
                  </a:lnTo>
                  <a:lnTo>
                    <a:pt x="880872" y="2374392"/>
                  </a:lnTo>
                  <a:close/>
                </a:path>
                <a:path w="2184400" h="4994275">
                  <a:moveTo>
                    <a:pt x="880872" y="2292096"/>
                  </a:moveTo>
                  <a:lnTo>
                    <a:pt x="877811" y="2289048"/>
                  </a:lnTo>
                  <a:lnTo>
                    <a:pt x="870191" y="2289048"/>
                  </a:lnTo>
                  <a:lnTo>
                    <a:pt x="867156" y="2292096"/>
                  </a:lnTo>
                  <a:lnTo>
                    <a:pt x="867156" y="2340864"/>
                  </a:lnTo>
                  <a:lnTo>
                    <a:pt x="870191" y="2343912"/>
                  </a:lnTo>
                  <a:lnTo>
                    <a:pt x="877811" y="2343912"/>
                  </a:lnTo>
                  <a:lnTo>
                    <a:pt x="880872" y="2340864"/>
                  </a:lnTo>
                  <a:lnTo>
                    <a:pt x="880872" y="2292096"/>
                  </a:lnTo>
                  <a:close/>
                </a:path>
                <a:path w="2184400" h="4994275">
                  <a:moveTo>
                    <a:pt x="880872" y="2209800"/>
                  </a:moveTo>
                  <a:lnTo>
                    <a:pt x="877811" y="2205228"/>
                  </a:lnTo>
                  <a:lnTo>
                    <a:pt x="870191" y="2205228"/>
                  </a:lnTo>
                  <a:lnTo>
                    <a:pt x="867156" y="2209800"/>
                  </a:lnTo>
                  <a:lnTo>
                    <a:pt x="867156" y="2258568"/>
                  </a:lnTo>
                  <a:lnTo>
                    <a:pt x="870191" y="2261616"/>
                  </a:lnTo>
                  <a:lnTo>
                    <a:pt x="877811" y="2261616"/>
                  </a:lnTo>
                  <a:lnTo>
                    <a:pt x="880872" y="2258568"/>
                  </a:lnTo>
                  <a:lnTo>
                    <a:pt x="880872" y="2209800"/>
                  </a:lnTo>
                  <a:close/>
                </a:path>
                <a:path w="2184400" h="4994275">
                  <a:moveTo>
                    <a:pt x="880872" y="2125980"/>
                  </a:moveTo>
                  <a:lnTo>
                    <a:pt x="877811" y="2122932"/>
                  </a:lnTo>
                  <a:lnTo>
                    <a:pt x="870191" y="2122932"/>
                  </a:lnTo>
                  <a:lnTo>
                    <a:pt x="867156" y="2125980"/>
                  </a:lnTo>
                  <a:lnTo>
                    <a:pt x="867156" y="2174748"/>
                  </a:lnTo>
                  <a:lnTo>
                    <a:pt x="870191" y="2177796"/>
                  </a:lnTo>
                  <a:lnTo>
                    <a:pt x="877811" y="2177796"/>
                  </a:lnTo>
                  <a:lnTo>
                    <a:pt x="880872" y="2174748"/>
                  </a:lnTo>
                  <a:lnTo>
                    <a:pt x="880872" y="2125980"/>
                  </a:lnTo>
                  <a:close/>
                </a:path>
                <a:path w="2184400" h="4994275">
                  <a:moveTo>
                    <a:pt x="880872" y="2043684"/>
                  </a:moveTo>
                  <a:lnTo>
                    <a:pt x="877811" y="2040636"/>
                  </a:lnTo>
                  <a:lnTo>
                    <a:pt x="870191" y="2040636"/>
                  </a:lnTo>
                  <a:lnTo>
                    <a:pt x="867156" y="2043684"/>
                  </a:lnTo>
                  <a:lnTo>
                    <a:pt x="867156" y="2092452"/>
                  </a:lnTo>
                  <a:lnTo>
                    <a:pt x="870191" y="2095500"/>
                  </a:lnTo>
                  <a:lnTo>
                    <a:pt x="877811" y="2095500"/>
                  </a:lnTo>
                  <a:lnTo>
                    <a:pt x="880872" y="2092452"/>
                  </a:lnTo>
                  <a:lnTo>
                    <a:pt x="880872" y="2043684"/>
                  </a:lnTo>
                  <a:close/>
                </a:path>
                <a:path w="2184400" h="4994275">
                  <a:moveTo>
                    <a:pt x="880872" y="1961388"/>
                  </a:moveTo>
                  <a:lnTo>
                    <a:pt x="877811" y="1956816"/>
                  </a:lnTo>
                  <a:lnTo>
                    <a:pt x="870191" y="1956816"/>
                  </a:lnTo>
                  <a:lnTo>
                    <a:pt x="867156" y="1961388"/>
                  </a:lnTo>
                  <a:lnTo>
                    <a:pt x="867156" y="2010156"/>
                  </a:lnTo>
                  <a:lnTo>
                    <a:pt x="870191" y="2013204"/>
                  </a:lnTo>
                  <a:lnTo>
                    <a:pt x="877811" y="2013204"/>
                  </a:lnTo>
                  <a:lnTo>
                    <a:pt x="880872" y="2010156"/>
                  </a:lnTo>
                  <a:lnTo>
                    <a:pt x="880872" y="1961388"/>
                  </a:lnTo>
                  <a:close/>
                </a:path>
                <a:path w="2184400" h="4994275">
                  <a:moveTo>
                    <a:pt x="880872" y="1877568"/>
                  </a:moveTo>
                  <a:lnTo>
                    <a:pt x="877811" y="1874520"/>
                  </a:lnTo>
                  <a:lnTo>
                    <a:pt x="870191" y="1874520"/>
                  </a:lnTo>
                  <a:lnTo>
                    <a:pt x="867156" y="1877568"/>
                  </a:lnTo>
                  <a:lnTo>
                    <a:pt x="867156" y="1926336"/>
                  </a:lnTo>
                  <a:lnTo>
                    <a:pt x="870191" y="1929384"/>
                  </a:lnTo>
                  <a:lnTo>
                    <a:pt x="877811" y="1929384"/>
                  </a:lnTo>
                  <a:lnTo>
                    <a:pt x="880872" y="1926336"/>
                  </a:lnTo>
                  <a:lnTo>
                    <a:pt x="880872" y="1877568"/>
                  </a:lnTo>
                  <a:close/>
                </a:path>
                <a:path w="2184400" h="4994275">
                  <a:moveTo>
                    <a:pt x="880872" y="1795272"/>
                  </a:moveTo>
                  <a:lnTo>
                    <a:pt x="877811" y="1792224"/>
                  </a:lnTo>
                  <a:lnTo>
                    <a:pt x="870191" y="1792224"/>
                  </a:lnTo>
                  <a:lnTo>
                    <a:pt x="867156" y="1795272"/>
                  </a:lnTo>
                  <a:lnTo>
                    <a:pt x="867156" y="1844040"/>
                  </a:lnTo>
                  <a:lnTo>
                    <a:pt x="870191" y="1847088"/>
                  </a:lnTo>
                  <a:lnTo>
                    <a:pt x="877811" y="1847088"/>
                  </a:lnTo>
                  <a:lnTo>
                    <a:pt x="880872" y="1844040"/>
                  </a:lnTo>
                  <a:lnTo>
                    <a:pt x="880872" y="1795272"/>
                  </a:lnTo>
                  <a:close/>
                </a:path>
                <a:path w="2184400" h="4994275">
                  <a:moveTo>
                    <a:pt x="880872" y="1712976"/>
                  </a:moveTo>
                  <a:lnTo>
                    <a:pt x="877811" y="1709928"/>
                  </a:lnTo>
                  <a:lnTo>
                    <a:pt x="870191" y="1709928"/>
                  </a:lnTo>
                  <a:lnTo>
                    <a:pt x="867156" y="1712976"/>
                  </a:lnTo>
                  <a:lnTo>
                    <a:pt x="867156" y="1761744"/>
                  </a:lnTo>
                  <a:lnTo>
                    <a:pt x="870191" y="1764792"/>
                  </a:lnTo>
                  <a:lnTo>
                    <a:pt x="877811" y="1764792"/>
                  </a:lnTo>
                  <a:lnTo>
                    <a:pt x="880872" y="1761744"/>
                  </a:lnTo>
                  <a:lnTo>
                    <a:pt x="880872" y="1712976"/>
                  </a:lnTo>
                  <a:close/>
                </a:path>
                <a:path w="2184400" h="4994275">
                  <a:moveTo>
                    <a:pt x="880872" y="1629156"/>
                  </a:moveTo>
                  <a:lnTo>
                    <a:pt x="877811" y="1626108"/>
                  </a:lnTo>
                  <a:lnTo>
                    <a:pt x="870191" y="1626108"/>
                  </a:lnTo>
                  <a:lnTo>
                    <a:pt x="867156" y="1629156"/>
                  </a:lnTo>
                  <a:lnTo>
                    <a:pt x="867156" y="1677924"/>
                  </a:lnTo>
                  <a:lnTo>
                    <a:pt x="870191" y="1680972"/>
                  </a:lnTo>
                  <a:lnTo>
                    <a:pt x="877811" y="1680972"/>
                  </a:lnTo>
                  <a:lnTo>
                    <a:pt x="880872" y="1677924"/>
                  </a:lnTo>
                  <a:lnTo>
                    <a:pt x="880872" y="1629156"/>
                  </a:lnTo>
                  <a:close/>
                </a:path>
                <a:path w="2184400" h="4994275">
                  <a:moveTo>
                    <a:pt x="880872" y="1546860"/>
                  </a:moveTo>
                  <a:lnTo>
                    <a:pt x="877811" y="1543812"/>
                  </a:lnTo>
                  <a:lnTo>
                    <a:pt x="870191" y="1543812"/>
                  </a:lnTo>
                  <a:lnTo>
                    <a:pt x="867156" y="1546860"/>
                  </a:lnTo>
                  <a:lnTo>
                    <a:pt x="867156" y="1595628"/>
                  </a:lnTo>
                  <a:lnTo>
                    <a:pt x="870191" y="1598676"/>
                  </a:lnTo>
                  <a:lnTo>
                    <a:pt x="877811" y="1598676"/>
                  </a:lnTo>
                  <a:lnTo>
                    <a:pt x="880872" y="1595628"/>
                  </a:lnTo>
                  <a:lnTo>
                    <a:pt x="880872" y="1546860"/>
                  </a:lnTo>
                  <a:close/>
                </a:path>
                <a:path w="2184400" h="4994275">
                  <a:moveTo>
                    <a:pt x="880872" y="1464564"/>
                  </a:moveTo>
                  <a:lnTo>
                    <a:pt x="877811" y="1461516"/>
                  </a:lnTo>
                  <a:lnTo>
                    <a:pt x="870191" y="1461516"/>
                  </a:lnTo>
                  <a:lnTo>
                    <a:pt x="867156" y="1464564"/>
                  </a:lnTo>
                  <a:lnTo>
                    <a:pt x="867156" y="1513332"/>
                  </a:lnTo>
                  <a:lnTo>
                    <a:pt x="870191" y="1516380"/>
                  </a:lnTo>
                  <a:lnTo>
                    <a:pt x="877811" y="1516380"/>
                  </a:lnTo>
                  <a:lnTo>
                    <a:pt x="880872" y="1513332"/>
                  </a:lnTo>
                  <a:lnTo>
                    <a:pt x="880872" y="1464564"/>
                  </a:lnTo>
                  <a:close/>
                </a:path>
                <a:path w="2184400" h="4994275">
                  <a:moveTo>
                    <a:pt x="880872" y="1380744"/>
                  </a:moveTo>
                  <a:lnTo>
                    <a:pt x="877811" y="1377696"/>
                  </a:lnTo>
                  <a:lnTo>
                    <a:pt x="870191" y="1377696"/>
                  </a:lnTo>
                  <a:lnTo>
                    <a:pt x="867156" y="1380744"/>
                  </a:lnTo>
                  <a:lnTo>
                    <a:pt x="867156" y="1429512"/>
                  </a:lnTo>
                  <a:lnTo>
                    <a:pt x="870191" y="1432560"/>
                  </a:lnTo>
                  <a:lnTo>
                    <a:pt x="877811" y="1432560"/>
                  </a:lnTo>
                  <a:lnTo>
                    <a:pt x="880872" y="1429512"/>
                  </a:lnTo>
                  <a:lnTo>
                    <a:pt x="880872" y="1380744"/>
                  </a:lnTo>
                  <a:close/>
                </a:path>
                <a:path w="2184400" h="4994275">
                  <a:moveTo>
                    <a:pt x="880872" y="1298448"/>
                  </a:moveTo>
                  <a:lnTo>
                    <a:pt x="877811" y="1295400"/>
                  </a:lnTo>
                  <a:lnTo>
                    <a:pt x="870191" y="1295400"/>
                  </a:lnTo>
                  <a:lnTo>
                    <a:pt x="867156" y="1298448"/>
                  </a:lnTo>
                  <a:lnTo>
                    <a:pt x="867156" y="1347216"/>
                  </a:lnTo>
                  <a:lnTo>
                    <a:pt x="870191" y="1350264"/>
                  </a:lnTo>
                  <a:lnTo>
                    <a:pt x="877811" y="1350264"/>
                  </a:lnTo>
                  <a:lnTo>
                    <a:pt x="880872" y="1347216"/>
                  </a:lnTo>
                  <a:lnTo>
                    <a:pt x="880872" y="1298448"/>
                  </a:lnTo>
                  <a:close/>
                </a:path>
                <a:path w="2184400" h="4994275">
                  <a:moveTo>
                    <a:pt x="880872" y="1216152"/>
                  </a:moveTo>
                  <a:lnTo>
                    <a:pt x="877811" y="1213104"/>
                  </a:lnTo>
                  <a:lnTo>
                    <a:pt x="870191" y="1213104"/>
                  </a:lnTo>
                  <a:lnTo>
                    <a:pt x="867156" y="1216152"/>
                  </a:lnTo>
                  <a:lnTo>
                    <a:pt x="867156" y="1264920"/>
                  </a:lnTo>
                  <a:lnTo>
                    <a:pt x="870191" y="1267968"/>
                  </a:lnTo>
                  <a:lnTo>
                    <a:pt x="877811" y="1267968"/>
                  </a:lnTo>
                  <a:lnTo>
                    <a:pt x="880872" y="1264920"/>
                  </a:lnTo>
                  <a:lnTo>
                    <a:pt x="880872" y="1216152"/>
                  </a:lnTo>
                  <a:close/>
                </a:path>
                <a:path w="2184400" h="4994275">
                  <a:moveTo>
                    <a:pt x="880872" y="1132332"/>
                  </a:moveTo>
                  <a:lnTo>
                    <a:pt x="877811" y="1129284"/>
                  </a:lnTo>
                  <a:lnTo>
                    <a:pt x="870191" y="1129284"/>
                  </a:lnTo>
                  <a:lnTo>
                    <a:pt x="867156" y="1132332"/>
                  </a:lnTo>
                  <a:lnTo>
                    <a:pt x="867156" y="1181100"/>
                  </a:lnTo>
                  <a:lnTo>
                    <a:pt x="870191" y="1184148"/>
                  </a:lnTo>
                  <a:lnTo>
                    <a:pt x="877811" y="1184148"/>
                  </a:lnTo>
                  <a:lnTo>
                    <a:pt x="880872" y="1181100"/>
                  </a:lnTo>
                  <a:lnTo>
                    <a:pt x="880872" y="1132332"/>
                  </a:lnTo>
                  <a:close/>
                </a:path>
                <a:path w="2184400" h="4994275">
                  <a:moveTo>
                    <a:pt x="880872" y="1050036"/>
                  </a:moveTo>
                  <a:lnTo>
                    <a:pt x="877811" y="1046988"/>
                  </a:lnTo>
                  <a:lnTo>
                    <a:pt x="870191" y="1046988"/>
                  </a:lnTo>
                  <a:lnTo>
                    <a:pt x="867156" y="1050036"/>
                  </a:lnTo>
                  <a:lnTo>
                    <a:pt x="867156" y="1098804"/>
                  </a:lnTo>
                  <a:lnTo>
                    <a:pt x="870191" y="1101852"/>
                  </a:lnTo>
                  <a:lnTo>
                    <a:pt x="877811" y="1101852"/>
                  </a:lnTo>
                  <a:lnTo>
                    <a:pt x="880872" y="1098804"/>
                  </a:lnTo>
                  <a:lnTo>
                    <a:pt x="880872" y="1050036"/>
                  </a:lnTo>
                  <a:close/>
                </a:path>
                <a:path w="2184400" h="4994275">
                  <a:moveTo>
                    <a:pt x="880872" y="967740"/>
                  </a:moveTo>
                  <a:lnTo>
                    <a:pt x="877811" y="964692"/>
                  </a:lnTo>
                  <a:lnTo>
                    <a:pt x="870191" y="964692"/>
                  </a:lnTo>
                  <a:lnTo>
                    <a:pt x="867156" y="967740"/>
                  </a:lnTo>
                  <a:lnTo>
                    <a:pt x="867156" y="1016508"/>
                  </a:lnTo>
                  <a:lnTo>
                    <a:pt x="870191" y="1019556"/>
                  </a:lnTo>
                  <a:lnTo>
                    <a:pt x="877811" y="1019556"/>
                  </a:lnTo>
                  <a:lnTo>
                    <a:pt x="880872" y="1016508"/>
                  </a:lnTo>
                  <a:lnTo>
                    <a:pt x="880872" y="967740"/>
                  </a:lnTo>
                  <a:close/>
                </a:path>
                <a:path w="2184400" h="4994275">
                  <a:moveTo>
                    <a:pt x="880872" y="883920"/>
                  </a:moveTo>
                  <a:lnTo>
                    <a:pt x="877811" y="880872"/>
                  </a:lnTo>
                  <a:lnTo>
                    <a:pt x="870191" y="880872"/>
                  </a:lnTo>
                  <a:lnTo>
                    <a:pt x="867156" y="883920"/>
                  </a:lnTo>
                  <a:lnTo>
                    <a:pt x="867156" y="932688"/>
                  </a:lnTo>
                  <a:lnTo>
                    <a:pt x="870191" y="935736"/>
                  </a:lnTo>
                  <a:lnTo>
                    <a:pt x="877811" y="935736"/>
                  </a:lnTo>
                  <a:lnTo>
                    <a:pt x="880872" y="932688"/>
                  </a:lnTo>
                  <a:lnTo>
                    <a:pt x="880872" y="883920"/>
                  </a:lnTo>
                  <a:close/>
                </a:path>
                <a:path w="2184400" h="4994275">
                  <a:moveTo>
                    <a:pt x="880872" y="801624"/>
                  </a:moveTo>
                  <a:lnTo>
                    <a:pt x="877811" y="798576"/>
                  </a:lnTo>
                  <a:lnTo>
                    <a:pt x="870191" y="798576"/>
                  </a:lnTo>
                  <a:lnTo>
                    <a:pt x="867156" y="801624"/>
                  </a:lnTo>
                  <a:lnTo>
                    <a:pt x="867156" y="850392"/>
                  </a:lnTo>
                  <a:lnTo>
                    <a:pt x="870191" y="853440"/>
                  </a:lnTo>
                  <a:lnTo>
                    <a:pt x="877811" y="853440"/>
                  </a:lnTo>
                  <a:lnTo>
                    <a:pt x="880872" y="850392"/>
                  </a:lnTo>
                  <a:lnTo>
                    <a:pt x="880872" y="801624"/>
                  </a:lnTo>
                  <a:close/>
                </a:path>
                <a:path w="2184400" h="4994275">
                  <a:moveTo>
                    <a:pt x="880872" y="719328"/>
                  </a:moveTo>
                  <a:lnTo>
                    <a:pt x="877811" y="716280"/>
                  </a:lnTo>
                  <a:lnTo>
                    <a:pt x="870191" y="716280"/>
                  </a:lnTo>
                  <a:lnTo>
                    <a:pt x="867156" y="719328"/>
                  </a:lnTo>
                  <a:lnTo>
                    <a:pt x="867156" y="768096"/>
                  </a:lnTo>
                  <a:lnTo>
                    <a:pt x="870191" y="771144"/>
                  </a:lnTo>
                  <a:lnTo>
                    <a:pt x="877811" y="771144"/>
                  </a:lnTo>
                  <a:lnTo>
                    <a:pt x="880872" y="768096"/>
                  </a:lnTo>
                  <a:lnTo>
                    <a:pt x="880872" y="719328"/>
                  </a:lnTo>
                  <a:close/>
                </a:path>
                <a:path w="2184400" h="4994275">
                  <a:moveTo>
                    <a:pt x="880872" y="635508"/>
                  </a:moveTo>
                  <a:lnTo>
                    <a:pt x="877811" y="632460"/>
                  </a:lnTo>
                  <a:lnTo>
                    <a:pt x="870191" y="632460"/>
                  </a:lnTo>
                  <a:lnTo>
                    <a:pt x="867156" y="635508"/>
                  </a:lnTo>
                  <a:lnTo>
                    <a:pt x="867156" y="684276"/>
                  </a:lnTo>
                  <a:lnTo>
                    <a:pt x="870191" y="687324"/>
                  </a:lnTo>
                  <a:lnTo>
                    <a:pt x="877811" y="687324"/>
                  </a:lnTo>
                  <a:lnTo>
                    <a:pt x="880872" y="684276"/>
                  </a:lnTo>
                  <a:lnTo>
                    <a:pt x="880872" y="635508"/>
                  </a:lnTo>
                  <a:close/>
                </a:path>
                <a:path w="2184400" h="4994275">
                  <a:moveTo>
                    <a:pt x="880872" y="553212"/>
                  </a:moveTo>
                  <a:lnTo>
                    <a:pt x="877811" y="550164"/>
                  </a:lnTo>
                  <a:lnTo>
                    <a:pt x="870191" y="550164"/>
                  </a:lnTo>
                  <a:lnTo>
                    <a:pt x="867156" y="553212"/>
                  </a:lnTo>
                  <a:lnTo>
                    <a:pt x="867156" y="601980"/>
                  </a:lnTo>
                  <a:lnTo>
                    <a:pt x="870191" y="605028"/>
                  </a:lnTo>
                  <a:lnTo>
                    <a:pt x="877811" y="605028"/>
                  </a:lnTo>
                  <a:lnTo>
                    <a:pt x="880872" y="601980"/>
                  </a:lnTo>
                  <a:lnTo>
                    <a:pt x="880872" y="553212"/>
                  </a:lnTo>
                  <a:close/>
                </a:path>
                <a:path w="2184400" h="4994275">
                  <a:moveTo>
                    <a:pt x="880872" y="470916"/>
                  </a:moveTo>
                  <a:lnTo>
                    <a:pt x="877811" y="467868"/>
                  </a:lnTo>
                  <a:lnTo>
                    <a:pt x="870191" y="467868"/>
                  </a:lnTo>
                  <a:lnTo>
                    <a:pt x="867156" y="470916"/>
                  </a:lnTo>
                  <a:lnTo>
                    <a:pt x="867156" y="519684"/>
                  </a:lnTo>
                  <a:lnTo>
                    <a:pt x="870191" y="522732"/>
                  </a:lnTo>
                  <a:lnTo>
                    <a:pt x="877811" y="522732"/>
                  </a:lnTo>
                  <a:lnTo>
                    <a:pt x="880872" y="519684"/>
                  </a:lnTo>
                  <a:lnTo>
                    <a:pt x="880872" y="470916"/>
                  </a:lnTo>
                  <a:close/>
                </a:path>
                <a:path w="2184400" h="4994275">
                  <a:moveTo>
                    <a:pt x="880872" y="387096"/>
                  </a:moveTo>
                  <a:lnTo>
                    <a:pt x="877811" y="384048"/>
                  </a:lnTo>
                  <a:lnTo>
                    <a:pt x="870191" y="384048"/>
                  </a:lnTo>
                  <a:lnTo>
                    <a:pt x="867156" y="387096"/>
                  </a:lnTo>
                  <a:lnTo>
                    <a:pt x="867156" y="435864"/>
                  </a:lnTo>
                  <a:lnTo>
                    <a:pt x="870191" y="438912"/>
                  </a:lnTo>
                  <a:lnTo>
                    <a:pt x="877811" y="438912"/>
                  </a:lnTo>
                  <a:lnTo>
                    <a:pt x="880872" y="435864"/>
                  </a:lnTo>
                  <a:lnTo>
                    <a:pt x="880872" y="387096"/>
                  </a:lnTo>
                  <a:close/>
                </a:path>
                <a:path w="2184400" h="4994275">
                  <a:moveTo>
                    <a:pt x="880872" y="304800"/>
                  </a:moveTo>
                  <a:lnTo>
                    <a:pt x="877811" y="301752"/>
                  </a:lnTo>
                  <a:lnTo>
                    <a:pt x="870191" y="301752"/>
                  </a:lnTo>
                  <a:lnTo>
                    <a:pt x="867156" y="304800"/>
                  </a:lnTo>
                  <a:lnTo>
                    <a:pt x="867156" y="353568"/>
                  </a:lnTo>
                  <a:lnTo>
                    <a:pt x="870191" y="356616"/>
                  </a:lnTo>
                  <a:lnTo>
                    <a:pt x="877811" y="356616"/>
                  </a:lnTo>
                  <a:lnTo>
                    <a:pt x="880872" y="353568"/>
                  </a:lnTo>
                  <a:lnTo>
                    <a:pt x="880872" y="304800"/>
                  </a:lnTo>
                  <a:close/>
                </a:path>
                <a:path w="2184400" h="4994275">
                  <a:moveTo>
                    <a:pt x="880872" y="222504"/>
                  </a:moveTo>
                  <a:lnTo>
                    <a:pt x="877811" y="219456"/>
                  </a:lnTo>
                  <a:lnTo>
                    <a:pt x="870191" y="219456"/>
                  </a:lnTo>
                  <a:lnTo>
                    <a:pt x="867156" y="222504"/>
                  </a:lnTo>
                  <a:lnTo>
                    <a:pt x="867156" y="271272"/>
                  </a:lnTo>
                  <a:lnTo>
                    <a:pt x="870191" y="274320"/>
                  </a:lnTo>
                  <a:lnTo>
                    <a:pt x="877811" y="274320"/>
                  </a:lnTo>
                  <a:lnTo>
                    <a:pt x="880872" y="271272"/>
                  </a:lnTo>
                  <a:lnTo>
                    <a:pt x="880872" y="222504"/>
                  </a:lnTo>
                  <a:close/>
                </a:path>
                <a:path w="2184400" h="4994275">
                  <a:moveTo>
                    <a:pt x="880872" y="138684"/>
                  </a:moveTo>
                  <a:lnTo>
                    <a:pt x="877811" y="135636"/>
                  </a:lnTo>
                  <a:lnTo>
                    <a:pt x="870191" y="135636"/>
                  </a:lnTo>
                  <a:lnTo>
                    <a:pt x="867156" y="138684"/>
                  </a:lnTo>
                  <a:lnTo>
                    <a:pt x="867156" y="187452"/>
                  </a:lnTo>
                  <a:lnTo>
                    <a:pt x="870191" y="192024"/>
                  </a:lnTo>
                  <a:lnTo>
                    <a:pt x="877811" y="192024"/>
                  </a:lnTo>
                  <a:lnTo>
                    <a:pt x="880872" y="187452"/>
                  </a:lnTo>
                  <a:lnTo>
                    <a:pt x="880872" y="138684"/>
                  </a:lnTo>
                  <a:close/>
                </a:path>
                <a:path w="2184400" h="4994275">
                  <a:moveTo>
                    <a:pt x="1098804" y="4308348"/>
                  </a:moveTo>
                  <a:lnTo>
                    <a:pt x="1095756" y="4305300"/>
                  </a:lnTo>
                  <a:lnTo>
                    <a:pt x="1088136" y="4305300"/>
                  </a:lnTo>
                  <a:lnTo>
                    <a:pt x="1085088" y="4308348"/>
                  </a:lnTo>
                  <a:lnTo>
                    <a:pt x="1085088" y="4358640"/>
                  </a:lnTo>
                  <a:lnTo>
                    <a:pt x="1088136" y="4361688"/>
                  </a:lnTo>
                  <a:lnTo>
                    <a:pt x="1095756" y="4361688"/>
                  </a:lnTo>
                  <a:lnTo>
                    <a:pt x="1098804" y="4358640"/>
                  </a:lnTo>
                  <a:lnTo>
                    <a:pt x="1098804" y="4308348"/>
                  </a:lnTo>
                  <a:close/>
                </a:path>
                <a:path w="2184400" h="4994275">
                  <a:moveTo>
                    <a:pt x="1098804" y="4226052"/>
                  </a:moveTo>
                  <a:lnTo>
                    <a:pt x="1095756" y="4223004"/>
                  </a:lnTo>
                  <a:lnTo>
                    <a:pt x="1088136" y="4223004"/>
                  </a:lnTo>
                  <a:lnTo>
                    <a:pt x="1085088" y="4226052"/>
                  </a:lnTo>
                  <a:lnTo>
                    <a:pt x="1085088" y="4274820"/>
                  </a:lnTo>
                  <a:lnTo>
                    <a:pt x="1088136" y="4277868"/>
                  </a:lnTo>
                  <a:lnTo>
                    <a:pt x="1095756" y="4277868"/>
                  </a:lnTo>
                  <a:lnTo>
                    <a:pt x="1098804" y="4274820"/>
                  </a:lnTo>
                  <a:lnTo>
                    <a:pt x="1098804" y="4226052"/>
                  </a:lnTo>
                  <a:close/>
                </a:path>
                <a:path w="2184400" h="4994275">
                  <a:moveTo>
                    <a:pt x="1098804" y="4143756"/>
                  </a:moveTo>
                  <a:lnTo>
                    <a:pt x="1095756" y="4140708"/>
                  </a:lnTo>
                  <a:lnTo>
                    <a:pt x="1088136" y="4140708"/>
                  </a:lnTo>
                  <a:lnTo>
                    <a:pt x="1085088" y="4143756"/>
                  </a:lnTo>
                  <a:lnTo>
                    <a:pt x="1085088" y="4192524"/>
                  </a:lnTo>
                  <a:lnTo>
                    <a:pt x="1088136" y="4195572"/>
                  </a:lnTo>
                  <a:lnTo>
                    <a:pt x="1095756" y="4195572"/>
                  </a:lnTo>
                  <a:lnTo>
                    <a:pt x="1098804" y="4192524"/>
                  </a:lnTo>
                  <a:lnTo>
                    <a:pt x="1098804" y="4143756"/>
                  </a:lnTo>
                  <a:close/>
                </a:path>
                <a:path w="2184400" h="4994275">
                  <a:moveTo>
                    <a:pt x="1098804" y="4059936"/>
                  </a:moveTo>
                  <a:lnTo>
                    <a:pt x="1095756" y="4056888"/>
                  </a:lnTo>
                  <a:lnTo>
                    <a:pt x="1088136" y="4056888"/>
                  </a:lnTo>
                  <a:lnTo>
                    <a:pt x="1085088" y="4059936"/>
                  </a:lnTo>
                  <a:lnTo>
                    <a:pt x="1085088" y="4110228"/>
                  </a:lnTo>
                  <a:lnTo>
                    <a:pt x="1088136" y="4113276"/>
                  </a:lnTo>
                  <a:lnTo>
                    <a:pt x="1095756" y="4113276"/>
                  </a:lnTo>
                  <a:lnTo>
                    <a:pt x="1098804" y="4110228"/>
                  </a:lnTo>
                  <a:lnTo>
                    <a:pt x="1098804" y="4059936"/>
                  </a:lnTo>
                  <a:close/>
                </a:path>
                <a:path w="2184400" h="4994275">
                  <a:moveTo>
                    <a:pt x="1098804" y="3977640"/>
                  </a:moveTo>
                  <a:lnTo>
                    <a:pt x="1095756" y="3974592"/>
                  </a:lnTo>
                  <a:lnTo>
                    <a:pt x="1088136" y="3974592"/>
                  </a:lnTo>
                  <a:lnTo>
                    <a:pt x="1085088" y="3977640"/>
                  </a:lnTo>
                  <a:lnTo>
                    <a:pt x="1085088" y="4026408"/>
                  </a:lnTo>
                  <a:lnTo>
                    <a:pt x="1088136" y="4029456"/>
                  </a:lnTo>
                  <a:lnTo>
                    <a:pt x="1095756" y="4029456"/>
                  </a:lnTo>
                  <a:lnTo>
                    <a:pt x="1098804" y="4026408"/>
                  </a:lnTo>
                  <a:lnTo>
                    <a:pt x="1098804" y="3977640"/>
                  </a:lnTo>
                  <a:close/>
                </a:path>
                <a:path w="2184400" h="4994275">
                  <a:moveTo>
                    <a:pt x="1098804" y="3895344"/>
                  </a:moveTo>
                  <a:lnTo>
                    <a:pt x="1095756" y="3892296"/>
                  </a:lnTo>
                  <a:lnTo>
                    <a:pt x="1088136" y="3892296"/>
                  </a:lnTo>
                  <a:lnTo>
                    <a:pt x="1085088" y="3895344"/>
                  </a:lnTo>
                  <a:lnTo>
                    <a:pt x="1085088" y="3944112"/>
                  </a:lnTo>
                  <a:lnTo>
                    <a:pt x="1088136" y="3947160"/>
                  </a:lnTo>
                  <a:lnTo>
                    <a:pt x="1095756" y="3947160"/>
                  </a:lnTo>
                  <a:lnTo>
                    <a:pt x="1098804" y="3944112"/>
                  </a:lnTo>
                  <a:lnTo>
                    <a:pt x="1098804" y="3895344"/>
                  </a:lnTo>
                  <a:close/>
                </a:path>
                <a:path w="2184400" h="4994275">
                  <a:moveTo>
                    <a:pt x="1098804" y="3811524"/>
                  </a:moveTo>
                  <a:lnTo>
                    <a:pt x="1095756" y="3808476"/>
                  </a:lnTo>
                  <a:lnTo>
                    <a:pt x="1088136" y="3808476"/>
                  </a:lnTo>
                  <a:lnTo>
                    <a:pt x="1085088" y="3811524"/>
                  </a:lnTo>
                  <a:lnTo>
                    <a:pt x="1085088" y="3861816"/>
                  </a:lnTo>
                  <a:lnTo>
                    <a:pt x="1088136" y="3864864"/>
                  </a:lnTo>
                  <a:lnTo>
                    <a:pt x="1095756" y="3864864"/>
                  </a:lnTo>
                  <a:lnTo>
                    <a:pt x="1098804" y="3861816"/>
                  </a:lnTo>
                  <a:lnTo>
                    <a:pt x="1098804" y="3811524"/>
                  </a:lnTo>
                  <a:close/>
                </a:path>
                <a:path w="2184400" h="4994275">
                  <a:moveTo>
                    <a:pt x="1098804" y="3729228"/>
                  </a:moveTo>
                  <a:lnTo>
                    <a:pt x="1095756" y="3726180"/>
                  </a:lnTo>
                  <a:lnTo>
                    <a:pt x="1088136" y="3726180"/>
                  </a:lnTo>
                  <a:lnTo>
                    <a:pt x="1085088" y="3729228"/>
                  </a:lnTo>
                  <a:lnTo>
                    <a:pt x="1085088" y="3777996"/>
                  </a:lnTo>
                  <a:lnTo>
                    <a:pt x="1088136" y="3781044"/>
                  </a:lnTo>
                  <a:lnTo>
                    <a:pt x="1095756" y="3781044"/>
                  </a:lnTo>
                  <a:lnTo>
                    <a:pt x="1098804" y="3777996"/>
                  </a:lnTo>
                  <a:lnTo>
                    <a:pt x="1098804" y="3729228"/>
                  </a:lnTo>
                  <a:close/>
                </a:path>
                <a:path w="2184400" h="4994275">
                  <a:moveTo>
                    <a:pt x="1098804" y="3646932"/>
                  </a:moveTo>
                  <a:lnTo>
                    <a:pt x="1095756" y="3643884"/>
                  </a:lnTo>
                  <a:lnTo>
                    <a:pt x="1088136" y="3643884"/>
                  </a:lnTo>
                  <a:lnTo>
                    <a:pt x="1085088" y="3646932"/>
                  </a:lnTo>
                  <a:lnTo>
                    <a:pt x="1085088" y="3695700"/>
                  </a:lnTo>
                  <a:lnTo>
                    <a:pt x="1088136" y="3698748"/>
                  </a:lnTo>
                  <a:lnTo>
                    <a:pt x="1095756" y="3698748"/>
                  </a:lnTo>
                  <a:lnTo>
                    <a:pt x="1098804" y="3695700"/>
                  </a:lnTo>
                  <a:lnTo>
                    <a:pt x="1098804" y="3646932"/>
                  </a:lnTo>
                  <a:close/>
                </a:path>
                <a:path w="2184400" h="4994275">
                  <a:moveTo>
                    <a:pt x="1098804" y="3563112"/>
                  </a:moveTo>
                  <a:lnTo>
                    <a:pt x="1095756" y="3560064"/>
                  </a:lnTo>
                  <a:lnTo>
                    <a:pt x="1088136" y="3560064"/>
                  </a:lnTo>
                  <a:lnTo>
                    <a:pt x="1085088" y="3563112"/>
                  </a:lnTo>
                  <a:lnTo>
                    <a:pt x="1085088" y="3613404"/>
                  </a:lnTo>
                  <a:lnTo>
                    <a:pt x="1088136" y="3616452"/>
                  </a:lnTo>
                  <a:lnTo>
                    <a:pt x="1095756" y="3616452"/>
                  </a:lnTo>
                  <a:lnTo>
                    <a:pt x="1098804" y="3613404"/>
                  </a:lnTo>
                  <a:lnTo>
                    <a:pt x="1098804" y="3563112"/>
                  </a:lnTo>
                  <a:close/>
                </a:path>
                <a:path w="2184400" h="4994275">
                  <a:moveTo>
                    <a:pt x="1098804" y="3480816"/>
                  </a:moveTo>
                  <a:lnTo>
                    <a:pt x="1095756" y="3477768"/>
                  </a:lnTo>
                  <a:lnTo>
                    <a:pt x="1088136" y="3477768"/>
                  </a:lnTo>
                  <a:lnTo>
                    <a:pt x="1085088" y="3480816"/>
                  </a:lnTo>
                  <a:lnTo>
                    <a:pt x="1085088" y="3529584"/>
                  </a:lnTo>
                  <a:lnTo>
                    <a:pt x="1088136" y="3532632"/>
                  </a:lnTo>
                  <a:lnTo>
                    <a:pt x="1095756" y="3532632"/>
                  </a:lnTo>
                  <a:lnTo>
                    <a:pt x="1098804" y="3529584"/>
                  </a:lnTo>
                  <a:lnTo>
                    <a:pt x="1098804" y="3480816"/>
                  </a:lnTo>
                  <a:close/>
                </a:path>
                <a:path w="2184400" h="4994275">
                  <a:moveTo>
                    <a:pt x="1098804" y="3398520"/>
                  </a:moveTo>
                  <a:lnTo>
                    <a:pt x="1095756" y="3395472"/>
                  </a:lnTo>
                  <a:lnTo>
                    <a:pt x="1088136" y="3395472"/>
                  </a:lnTo>
                  <a:lnTo>
                    <a:pt x="1085088" y="3398520"/>
                  </a:lnTo>
                  <a:lnTo>
                    <a:pt x="1085088" y="3447288"/>
                  </a:lnTo>
                  <a:lnTo>
                    <a:pt x="1088136" y="3450336"/>
                  </a:lnTo>
                  <a:lnTo>
                    <a:pt x="1095756" y="3450336"/>
                  </a:lnTo>
                  <a:lnTo>
                    <a:pt x="1098804" y="3447288"/>
                  </a:lnTo>
                  <a:lnTo>
                    <a:pt x="1098804" y="3398520"/>
                  </a:lnTo>
                  <a:close/>
                </a:path>
                <a:path w="2184400" h="4994275">
                  <a:moveTo>
                    <a:pt x="1098804" y="3316224"/>
                  </a:moveTo>
                  <a:lnTo>
                    <a:pt x="1095756" y="3311652"/>
                  </a:lnTo>
                  <a:lnTo>
                    <a:pt x="1088136" y="3311652"/>
                  </a:lnTo>
                  <a:lnTo>
                    <a:pt x="1085088" y="3316224"/>
                  </a:lnTo>
                  <a:lnTo>
                    <a:pt x="1085088" y="3364992"/>
                  </a:lnTo>
                  <a:lnTo>
                    <a:pt x="1088136" y="3368040"/>
                  </a:lnTo>
                  <a:lnTo>
                    <a:pt x="1095756" y="3368040"/>
                  </a:lnTo>
                  <a:lnTo>
                    <a:pt x="1098804" y="3364992"/>
                  </a:lnTo>
                  <a:lnTo>
                    <a:pt x="1098804" y="3316224"/>
                  </a:lnTo>
                  <a:close/>
                </a:path>
                <a:path w="2184400" h="4994275">
                  <a:moveTo>
                    <a:pt x="1098804" y="3232404"/>
                  </a:moveTo>
                  <a:lnTo>
                    <a:pt x="1095756" y="3229356"/>
                  </a:lnTo>
                  <a:lnTo>
                    <a:pt x="1088136" y="3229356"/>
                  </a:lnTo>
                  <a:lnTo>
                    <a:pt x="1085088" y="3232404"/>
                  </a:lnTo>
                  <a:lnTo>
                    <a:pt x="1085088" y="3281172"/>
                  </a:lnTo>
                  <a:lnTo>
                    <a:pt x="1088136" y="3284220"/>
                  </a:lnTo>
                  <a:lnTo>
                    <a:pt x="1095756" y="3284220"/>
                  </a:lnTo>
                  <a:lnTo>
                    <a:pt x="1098804" y="3281172"/>
                  </a:lnTo>
                  <a:lnTo>
                    <a:pt x="1098804" y="3232404"/>
                  </a:lnTo>
                  <a:close/>
                </a:path>
                <a:path w="2184400" h="4994275">
                  <a:moveTo>
                    <a:pt x="1098804" y="3150108"/>
                  </a:moveTo>
                  <a:lnTo>
                    <a:pt x="1095756" y="3147060"/>
                  </a:lnTo>
                  <a:lnTo>
                    <a:pt x="1088136" y="3147060"/>
                  </a:lnTo>
                  <a:lnTo>
                    <a:pt x="1085088" y="3150108"/>
                  </a:lnTo>
                  <a:lnTo>
                    <a:pt x="1085088" y="3198876"/>
                  </a:lnTo>
                  <a:lnTo>
                    <a:pt x="1088136" y="3201924"/>
                  </a:lnTo>
                  <a:lnTo>
                    <a:pt x="1095756" y="3201924"/>
                  </a:lnTo>
                  <a:lnTo>
                    <a:pt x="1098804" y="3198876"/>
                  </a:lnTo>
                  <a:lnTo>
                    <a:pt x="1098804" y="3150108"/>
                  </a:lnTo>
                  <a:close/>
                </a:path>
                <a:path w="2184400" h="4994275">
                  <a:moveTo>
                    <a:pt x="1098804" y="3067812"/>
                  </a:moveTo>
                  <a:lnTo>
                    <a:pt x="1095756" y="3063240"/>
                  </a:lnTo>
                  <a:lnTo>
                    <a:pt x="1088136" y="3063240"/>
                  </a:lnTo>
                  <a:lnTo>
                    <a:pt x="1085088" y="3067812"/>
                  </a:lnTo>
                  <a:lnTo>
                    <a:pt x="1085088" y="3116580"/>
                  </a:lnTo>
                  <a:lnTo>
                    <a:pt x="1088136" y="3119628"/>
                  </a:lnTo>
                  <a:lnTo>
                    <a:pt x="1095756" y="3119628"/>
                  </a:lnTo>
                  <a:lnTo>
                    <a:pt x="1098804" y="3116580"/>
                  </a:lnTo>
                  <a:lnTo>
                    <a:pt x="1098804" y="3067812"/>
                  </a:lnTo>
                  <a:close/>
                </a:path>
                <a:path w="2184400" h="4994275">
                  <a:moveTo>
                    <a:pt x="1098804" y="2983992"/>
                  </a:moveTo>
                  <a:lnTo>
                    <a:pt x="1095756" y="2980944"/>
                  </a:lnTo>
                  <a:lnTo>
                    <a:pt x="1088136" y="2980944"/>
                  </a:lnTo>
                  <a:lnTo>
                    <a:pt x="1085088" y="2983992"/>
                  </a:lnTo>
                  <a:lnTo>
                    <a:pt x="1085088" y="3032760"/>
                  </a:lnTo>
                  <a:lnTo>
                    <a:pt x="1088136" y="3035808"/>
                  </a:lnTo>
                  <a:lnTo>
                    <a:pt x="1095756" y="3035808"/>
                  </a:lnTo>
                  <a:lnTo>
                    <a:pt x="1098804" y="3032760"/>
                  </a:lnTo>
                  <a:lnTo>
                    <a:pt x="1098804" y="2983992"/>
                  </a:lnTo>
                  <a:close/>
                </a:path>
                <a:path w="2184400" h="4994275">
                  <a:moveTo>
                    <a:pt x="1098804" y="2901696"/>
                  </a:moveTo>
                  <a:lnTo>
                    <a:pt x="1095756" y="2898648"/>
                  </a:lnTo>
                  <a:lnTo>
                    <a:pt x="1088136" y="2898648"/>
                  </a:lnTo>
                  <a:lnTo>
                    <a:pt x="1085088" y="2901696"/>
                  </a:lnTo>
                  <a:lnTo>
                    <a:pt x="1085088" y="2950464"/>
                  </a:lnTo>
                  <a:lnTo>
                    <a:pt x="1088136" y="2953512"/>
                  </a:lnTo>
                  <a:lnTo>
                    <a:pt x="1095756" y="2953512"/>
                  </a:lnTo>
                  <a:lnTo>
                    <a:pt x="1098804" y="2950464"/>
                  </a:lnTo>
                  <a:lnTo>
                    <a:pt x="1098804" y="2901696"/>
                  </a:lnTo>
                  <a:close/>
                </a:path>
                <a:path w="2184400" h="4994275">
                  <a:moveTo>
                    <a:pt x="1098804" y="2819400"/>
                  </a:moveTo>
                  <a:lnTo>
                    <a:pt x="1095756" y="2816364"/>
                  </a:lnTo>
                  <a:lnTo>
                    <a:pt x="1088136" y="2816364"/>
                  </a:lnTo>
                  <a:lnTo>
                    <a:pt x="1085088" y="2819400"/>
                  </a:lnTo>
                  <a:lnTo>
                    <a:pt x="1085088" y="2868168"/>
                  </a:lnTo>
                  <a:lnTo>
                    <a:pt x="1088136" y="2871216"/>
                  </a:lnTo>
                  <a:lnTo>
                    <a:pt x="1095756" y="2871216"/>
                  </a:lnTo>
                  <a:lnTo>
                    <a:pt x="1098804" y="2868168"/>
                  </a:lnTo>
                  <a:lnTo>
                    <a:pt x="1098804" y="2819400"/>
                  </a:lnTo>
                  <a:close/>
                </a:path>
                <a:path w="2184400" h="4994275">
                  <a:moveTo>
                    <a:pt x="1098804" y="2735580"/>
                  </a:moveTo>
                  <a:lnTo>
                    <a:pt x="1095756" y="2732532"/>
                  </a:lnTo>
                  <a:lnTo>
                    <a:pt x="1088136" y="2732532"/>
                  </a:lnTo>
                  <a:lnTo>
                    <a:pt x="1085088" y="2735580"/>
                  </a:lnTo>
                  <a:lnTo>
                    <a:pt x="1085088" y="2784348"/>
                  </a:lnTo>
                  <a:lnTo>
                    <a:pt x="1088136" y="2787396"/>
                  </a:lnTo>
                  <a:lnTo>
                    <a:pt x="1095756" y="2787396"/>
                  </a:lnTo>
                  <a:lnTo>
                    <a:pt x="1098804" y="2784348"/>
                  </a:lnTo>
                  <a:lnTo>
                    <a:pt x="1098804" y="2735580"/>
                  </a:lnTo>
                  <a:close/>
                </a:path>
                <a:path w="2184400" h="4994275">
                  <a:moveTo>
                    <a:pt x="1098804" y="2653284"/>
                  </a:moveTo>
                  <a:lnTo>
                    <a:pt x="1095756" y="2650236"/>
                  </a:lnTo>
                  <a:lnTo>
                    <a:pt x="1088136" y="2650236"/>
                  </a:lnTo>
                  <a:lnTo>
                    <a:pt x="1085088" y="2653284"/>
                  </a:lnTo>
                  <a:lnTo>
                    <a:pt x="1085088" y="2702052"/>
                  </a:lnTo>
                  <a:lnTo>
                    <a:pt x="1088136" y="2705100"/>
                  </a:lnTo>
                  <a:lnTo>
                    <a:pt x="1095756" y="2705100"/>
                  </a:lnTo>
                  <a:lnTo>
                    <a:pt x="1098804" y="2702052"/>
                  </a:lnTo>
                  <a:lnTo>
                    <a:pt x="1098804" y="2653284"/>
                  </a:lnTo>
                  <a:close/>
                </a:path>
                <a:path w="2184400" h="4994275">
                  <a:moveTo>
                    <a:pt x="1098804" y="2570988"/>
                  </a:moveTo>
                  <a:lnTo>
                    <a:pt x="1095756" y="2567940"/>
                  </a:lnTo>
                  <a:lnTo>
                    <a:pt x="1088136" y="2567940"/>
                  </a:lnTo>
                  <a:lnTo>
                    <a:pt x="1085088" y="2570988"/>
                  </a:lnTo>
                  <a:lnTo>
                    <a:pt x="1085088" y="2619756"/>
                  </a:lnTo>
                  <a:lnTo>
                    <a:pt x="1088136" y="2622804"/>
                  </a:lnTo>
                  <a:lnTo>
                    <a:pt x="1095756" y="2622804"/>
                  </a:lnTo>
                  <a:lnTo>
                    <a:pt x="1098804" y="2619756"/>
                  </a:lnTo>
                  <a:lnTo>
                    <a:pt x="1098804" y="2570988"/>
                  </a:lnTo>
                  <a:close/>
                </a:path>
                <a:path w="2184400" h="4994275">
                  <a:moveTo>
                    <a:pt x="1098804" y="2487168"/>
                  </a:moveTo>
                  <a:lnTo>
                    <a:pt x="1095756" y="2484120"/>
                  </a:lnTo>
                  <a:lnTo>
                    <a:pt x="1088136" y="2484120"/>
                  </a:lnTo>
                  <a:lnTo>
                    <a:pt x="1085088" y="2487168"/>
                  </a:lnTo>
                  <a:lnTo>
                    <a:pt x="1085088" y="2535936"/>
                  </a:lnTo>
                  <a:lnTo>
                    <a:pt x="1088136" y="2538984"/>
                  </a:lnTo>
                  <a:lnTo>
                    <a:pt x="1095756" y="2538984"/>
                  </a:lnTo>
                  <a:lnTo>
                    <a:pt x="1098804" y="2535936"/>
                  </a:lnTo>
                  <a:lnTo>
                    <a:pt x="1098804" y="2487168"/>
                  </a:lnTo>
                  <a:close/>
                </a:path>
                <a:path w="2184400" h="4994275">
                  <a:moveTo>
                    <a:pt x="1098804" y="2404872"/>
                  </a:moveTo>
                  <a:lnTo>
                    <a:pt x="1095756" y="2401824"/>
                  </a:lnTo>
                  <a:lnTo>
                    <a:pt x="1088136" y="2401824"/>
                  </a:lnTo>
                  <a:lnTo>
                    <a:pt x="1085088" y="2404872"/>
                  </a:lnTo>
                  <a:lnTo>
                    <a:pt x="1085088" y="2453640"/>
                  </a:lnTo>
                  <a:lnTo>
                    <a:pt x="1088136" y="2456688"/>
                  </a:lnTo>
                  <a:lnTo>
                    <a:pt x="1095756" y="2456688"/>
                  </a:lnTo>
                  <a:lnTo>
                    <a:pt x="1098804" y="2453640"/>
                  </a:lnTo>
                  <a:lnTo>
                    <a:pt x="1098804" y="2404872"/>
                  </a:lnTo>
                  <a:close/>
                </a:path>
                <a:path w="2184400" h="4994275">
                  <a:moveTo>
                    <a:pt x="1098804" y="2322576"/>
                  </a:moveTo>
                  <a:lnTo>
                    <a:pt x="1095756" y="2319528"/>
                  </a:lnTo>
                  <a:lnTo>
                    <a:pt x="1088136" y="2319528"/>
                  </a:lnTo>
                  <a:lnTo>
                    <a:pt x="1085088" y="2322576"/>
                  </a:lnTo>
                  <a:lnTo>
                    <a:pt x="1085088" y="2371344"/>
                  </a:lnTo>
                  <a:lnTo>
                    <a:pt x="1088136" y="2374392"/>
                  </a:lnTo>
                  <a:lnTo>
                    <a:pt x="1095756" y="2374392"/>
                  </a:lnTo>
                  <a:lnTo>
                    <a:pt x="1098804" y="2371344"/>
                  </a:lnTo>
                  <a:lnTo>
                    <a:pt x="1098804" y="2322576"/>
                  </a:lnTo>
                  <a:close/>
                </a:path>
                <a:path w="2184400" h="4994275">
                  <a:moveTo>
                    <a:pt x="1098804" y="2238756"/>
                  </a:moveTo>
                  <a:lnTo>
                    <a:pt x="1095756" y="2235708"/>
                  </a:lnTo>
                  <a:lnTo>
                    <a:pt x="1088136" y="2235708"/>
                  </a:lnTo>
                  <a:lnTo>
                    <a:pt x="1085088" y="2238756"/>
                  </a:lnTo>
                  <a:lnTo>
                    <a:pt x="1085088" y="2287524"/>
                  </a:lnTo>
                  <a:lnTo>
                    <a:pt x="1088136" y="2290572"/>
                  </a:lnTo>
                  <a:lnTo>
                    <a:pt x="1095756" y="2290572"/>
                  </a:lnTo>
                  <a:lnTo>
                    <a:pt x="1098804" y="2287524"/>
                  </a:lnTo>
                  <a:lnTo>
                    <a:pt x="1098804" y="2238756"/>
                  </a:lnTo>
                  <a:close/>
                </a:path>
                <a:path w="2184400" h="4994275">
                  <a:moveTo>
                    <a:pt x="1098804" y="2156460"/>
                  </a:moveTo>
                  <a:lnTo>
                    <a:pt x="1095756" y="2153412"/>
                  </a:lnTo>
                  <a:lnTo>
                    <a:pt x="1088136" y="2153412"/>
                  </a:lnTo>
                  <a:lnTo>
                    <a:pt x="1085088" y="2156460"/>
                  </a:lnTo>
                  <a:lnTo>
                    <a:pt x="1085088" y="2205228"/>
                  </a:lnTo>
                  <a:lnTo>
                    <a:pt x="1088136" y="2208276"/>
                  </a:lnTo>
                  <a:lnTo>
                    <a:pt x="1095756" y="2208276"/>
                  </a:lnTo>
                  <a:lnTo>
                    <a:pt x="1098804" y="2205228"/>
                  </a:lnTo>
                  <a:lnTo>
                    <a:pt x="1098804" y="2156460"/>
                  </a:lnTo>
                  <a:close/>
                </a:path>
                <a:path w="2184400" h="4994275">
                  <a:moveTo>
                    <a:pt x="1098804" y="2074164"/>
                  </a:moveTo>
                  <a:lnTo>
                    <a:pt x="1095756" y="2071116"/>
                  </a:lnTo>
                  <a:lnTo>
                    <a:pt x="1088136" y="2071116"/>
                  </a:lnTo>
                  <a:lnTo>
                    <a:pt x="1085088" y="2074164"/>
                  </a:lnTo>
                  <a:lnTo>
                    <a:pt x="1085088" y="2122932"/>
                  </a:lnTo>
                  <a:lnTo>
                    <a:pt x="1088136" y="2125980"/>
                  </a:lnTo>
                  <a:lnTo>
                    <a:pt x="1095756" y="2125980"/>
                  </a:lnTo>
                  <a:lnTo>
                    <a:pt x="1098804" y="2122932"/>
                  </a:lnTo>
                  <a:lnTo>
                    <a:pt x="1098804" y="2074164"/>
                  </a:lnTo>
                  <a:close/>
                </a:path>
                <a:path w="2184400" h="4994275">
                  <a:moveTo>
                    <a:pt x="1098804" y="1990344"/>
                  </a:moveTo>
                  <a:lnTo>
                    <a:pt x="1095756" y="1987296"/>
                  </a:lnTo>
                  <a:lnTo>
                    <a:pt x="1088136" y="1987296"/>
                  </a:lnTo>
                  <a:lnTo>
                    <a:pt x="1085088" y="1990344"/>
                  </a:lnTo>
                  <a:lnTo>
                    <a:pt x="1085088" y="2039112"/>
                  </a:lnTo>
                  <a:lnTo>
                    <a:pt x="1088136" y="2042160"/>
                  </a:lnTo>
                  <a:lnTo>
                    <a:pt x="1095756" y="2042160"/>
                  </a:lnTo>
                  <a:lnTo>
                    <a:pt x="1098804" y="2039112"/>
                  </a:lnTo>
                  <a:lnTo>
                    <a:pt x="1098804" y="1990344"/>
                  </a:lnTo>
                  <a:close/>
                </a:path>
                <a:path w="2184400" h="4994275">
                  <a:moveTo>
                    <a:pt x="1098804" y="1908048"/>
                  </a:moveTo>
                  <a:lnTo>
                    <a:pt x="1095756" y="1905000"/>
                  </a:lnTo>
                  <a:lnTo>
                    <a:pt x="1088136" y="1905000"/>
                  </a:lnTo>
                  <a:lnTo>
                    <a:pt x="1085088" y="1908048"/>
                  </a:lnTo>
                  <a:lnTo>
                    <a:pt x="1085088" y="1956816"/>
                  </a:lnTo>
                  <a:lnTo>
                    <a:pt x="1088136" y="1959864"/>
                  </a:lnTo>
                  <a:lnTo>
                    <a:pt x="1095756" y="1959864"/>
                  </a:lnTo>
                  <a:lnTo>
                    <a:pt x="1098804" y="1956816"/>
                  </a:lnTo>
                  <a:lnTo>
                    <a:pt x="1098804" y="1908048"/>
                  </a:lnTo>
                  <a:close/>
                </a:path>
                <a:path w="2184400" h="4994275">
                  <a:moveTo>
                    <a:pt x="1098804" y="1825752"/>
                  </a:moveTo>
                  <a:lnTo>
                    <a:pt x="1095756" y="1822704"/>
                  </a:lnTo>
                  <a:lnTo>
                    <a:pt x="1088136" y="1822704"/>
                  </a:lnTo>
                  <a:lnTo>
                    <a:pt x="1085088" y="1825752"/>
                  </a:lnTo>
                  <a:lnTo>
                    <a:pt x="1085088" y="1874520"/>
                  </a:lnTo>
                  <a:lnTo>
                    <a:pt x="1088136" y="1877568"/>
                  </a:lnTo>
                  <a:lnTo>
                    <a:pt x="1095756" y="1877568"/>
                  </a:lnTo>
                  <a:lnTo>
                    <a:pt x="1098804" y="1874520"/>
                  </a:lnTo>
                  <a:lnTo>
                    <a:pt x="1098804" y="1825752"/>
                  </a:lnTo>
                  <a:close/>
                </a:path>
                <a:path w="2184400" h="4994275">
                  <a:moveTo>
                    <a:pt x="1098804" y="1741932"/>
                  </a:moveTo>
                  <a:lnTo>
                    <a:pt x="1095756" y="1738884"/>
                  </a:lnTo>
                  <a:lnTo>
                    <a:pt x="1088136" y="1738884"/>
                  </a:lnTo>
                  <a:lnTo>
                    <a:pt x="1085088" y="1741932"/>
                  </a:lnTo>
                  <a:lnTo>
                    <a:pt x="1085088" y="1790700"/>
                  </a:lnTo>
                  <a:lnTo>
                    <a:pt x="1088136" y="1793748"/>
                  </a:lnTo>
                  <a:lnTo>
                    <a:pt x="1095756" y="1793748"/>
                  </a:lnTo>
                  <a:lnTo>
                    <a:pt x="1098804" y="1790700"/>
                  </a:lnTo>
                  <a:lnTo>
                    <a:pt x="1098804" y="1741932"/>
                  </a:lnTo>
                  <a:close/>
                </a:path>
                <a:path w="2184400" h="4994275">
                  <a:moveTo>
                    <a:pt x="1098804" y="1659636"/>
                  </a:moveTo>
                  <a:lnTo>
                    <a:pt x="1095756" y="1656588"/>
                  </a:lnTo>
                  <a:lnTo>
                    <a:pt x="1088136" y="1656588"/>
                  </a:lnTo>
                  <a:lnTo>
                    <a:pt x="1085088" y="1659636"/>
                  </a:lnTo>
                  <a:lnTo>
                    <a:pt x="1085088" y="1708404"/>
                  </a:lnTo>
                  <a:lnTo>
                    <a:pt x="1088136" y="1711452"/>
                  </a:lnTo>
                  <a:lnTo>
                    <a:pt x="1095756" y="1711452"/>
                  </a:lnTo>
                  <a:lnTo>
                    <a:pt x="1098804" y="1708404"/>
                  </a:lnTo>
                  <a:lnTo>
                    <a:pt x="1098804" y="1659636"/>
                  </a:lnTo>
                  <a:close/>
                </a:path>
                <a:path w="2184400" h="4994275">
                  <a:moveTo>
                    <a:pt x="1098804" y="1577340"/>
                  </a:moveTo>
                  <a:lnTo>
                    <a:pt x="1095756" y="1574292"/>
                  </a:lnTo>
                  <a:lnTo>
                    <a:pt x="1088136" y="1574292"/>
                  </a:lnTo>
                  <a:lnTo>
                    <a:pt x="1085088" y="1577340"/>
                  </a:lnTo>
                  <a:lnTo>
                    <a:pt x="1085088" y="1626108"/>
                  </a:lnTo>
                  <a:lnTo>
                    <a:pt x="1088136" y="1629156"/>
                  </a:lnTo>
                  <a:lnTo>
                    <a:pt x="1095756" y="1629156"/>
                  </a:lnTo>
                  <a:lnTo>
                    <a:pt x="1098804" y="1626108"/>
                  </a:lnTo>
                  <a:lnTo>
                    <a:pt x="1098804" y="1577340"/>
                  </a:lnTo>
                  <a:close/>
                </a:path>
                <a:path w="2184400" h="4994275">
                  <a:moveTo>
                    <a:pt x="1098804" y="1493520"/>
                  </a:moveTo>
                  <a:lnTo>
                    <a:pt x="1095756" y="1490472"/>
                  </a:lnTo>
                  <a:lnTo>
                    <a:pt x="1088136" y="1490472"/>
                  </a:lnTo>
                  <a:lnTo>
                    <a:pt x="1085088" y="1493520"/>
                  </a:lnTo>
                  <a:lnTo>
                    <a:pt x="1085088" y="1542288"/>
                  </a:lnTo>
                  <a:lnTo>
                    <a:pt x="1088136" y="1545336"/>
                  </a:lnTo>
                  <a:lnTo>
                    <a:pt x="1095756" y="1545336"/>
                  </a:lnTo>
                  <a:lnTo>
                    <a:pt x="1098804" y="1542288"/>
                  </a:lnTo>
                  <a:lnTo>
                    <a:pt x="1098804" y="1493520"/>
                  </a:lnTo>
                  <a:close/>
                </a:path>
                <a:path w="2184400" h="4994275">
                  <a:moveTo>
                    <a:pt x="1098804" y="1411224"/>
                  </a:moveTo>
                  <a:lnTo>
                    <a:pt x="1095756" y="1408176"/>
                  </a:lnTo>
                  <a:lnTo>
                    <a:pt x="1088136" y="1408176"/>
                  </a:lnTo>
                  <a:lnTo>
                    <a:pt x="1085088" y="1411224"/>
                  </a:lnTo>
                  <a:lnTo>
                    <a:pt x="1085088" y="1459992"/>
                  </a:lnTo>
                  <a:lnTo>
                    <a:pt x="1088136" y="1463040"/>
                  </a:lnTo>
                  <a:lnTo>
                    <a:pt x="1095756" y="1463040"/>
                  </a:lnTo>
                  <a:lnTo>
                    <a:pt x="1098804" y="1459992"/>
                  </a:lnTo>
                  <a:lnTo>
                    <a:pt x="1098804" y="1411224"/>
                  </a:lnTo>
                  <a:close/>
                </a:path>
                <a:path w="2184400" h="4994275">
                  <a:moveTo>
                    <a:pt x="1098804" y="1328928"/>
                  </a:moveTo>
                  <a:lnTo>
                    <a:pt x="1095756" y="1325880"/>
                  </a:lnTo>
                  <a:lnTo>
                    <a:pt x="1088136" y="1325880"/>
                  </a:lnTo>
                  <a:lnTo>
                    <a:pt x="1085088" y="1328928"/>
                  </a:lnTo>
                  <a:lnTo>
                    <a:pt x="1085088" y="1377696"/>
                  </a:lnTo>
                  <a:lnTo>
                    <a:pt x="1088136" y="1380744"/>
                  </a:lnTo>
                  <a:lnTo>
                    <a:pt x="1095756" y="1380744"/>
                  </a:lnTo>
                  <a:lnTo>
                    <a:pt x="1098804" y="1377696"/>
                  </a:lnTo>
                  <a:lnTo>
                    <a:pt x="1098804" y="1328928"/>
                  </a:lnTo>
                  <a:close/>
                </a:path>
                <a:path w="2184400" h="4994275">
                  <a:moveTo>
                    <a:pt x="1098804" y="1245108"/>
                  </a:moveTo>
                  <a:lnTo>
                    <a:pt x="1095756" y="1242060"/>
                  </a:lnTo>
                  <a:lnTo>
                    <a:pt x="1088136" y="1242060"/>
                  </a:lnTo>
                  <a:lnTo>
                    <a:pt x="1085088" y="1245108"/>
                  </a:lnTo>
                  <a:lnTo>
                    <a:pt x="1085088" y="1293876"/>
                  </a:lnTo>
                  <a:lnTo>
                    <a:pt x="1088136" y="1298448"/>
                  </a:lnTo>
                  <a:lnTo>
                    <a:pt x="1095756" y="1298448"/>
                  </a:lnTo>
                  <a:lnTo>
                    <a:pt x="1098804" y="1293876"/>
                  </a:lnTo>
                  <a:lnTo>
                    <a:pt x="1098804" y="1245108"/>
                  </a:lnTo>
                  <a:close/>
                </a:path>
                <a:path w="2184400" h="4994275">
                  <a:moveTo>
                    <a:pt x="1098804" y="1162812"/>
                  </a:moveTo>
                  <a:lnTo>
                    <a:pt x="1095756" y="1159764"/>
                  </a:lnTo>
                  <a:lnTo>
                    <a:pt x="1088136" y="1159764"/>
                  </a:lnTo>
                  <a:lnTo>
                    <a:pt x="1085088" y="1162812"/>
                  </a:lnTo>
                  <a:lnTo>
                    <a:pt x="1085088" y="1211580"/>
                  </a:lnTo>
                  <a:lnTo>
                    <a:pt x="1088136" y="1214628"/>
                  </a:lnTo>
                  <a:lnTo>
                    <a:pt x="1095756" y="1214628"/>
                  </a:lnTo>
                  <a:lnTo>
                    <a:pt x="1098804" y="1211580"/>
                  </a:lnTo>
                  <a:lnTo>
                    <a:pt x="1098804" y="1162812"/>
                  </a:lnTo>
                  <a:close/>
                </a:path>
                <a:path w="2184400" h="4994275">
                  <a:moveTo>
                    <a:pt x="1098804" y="1080516"/>
                  </a:moveTo>
                  <a:lnTo>
                    <a:pt x="1095756" y="1077468"/>
                  </a:lnTo>
                  <a:lnTo>
                    <a:pt x="1088136" y="1077468"/>
                  </a:lnTo>
                  <a:lnTo>
                    <a:pt x="1085088" y="1080516"/>
                  </a:lnTo>
                  <a:lnTo>
                    <a:pt x="1085088" y="1129284"/>
                  </a:lnTo>
                  <a:lnTo>
                    <a:pt x="1088136" y="1132332"/>
                  </a:lnTo>
                  <a:lnTo>
                    <a:pt x="1095756" y="1132332"/>
                  </a:lnTo>
                  <a:lnTo>
                    <a:pt x="1098804" y="1129284"/>
                  </a:lnTo>
                  <a:lnTo>
                    <a:pt x="1098804" y="1080516"/>
                  </a:lnTo>
                  <a:close/>
                </a:path>
                <a:path w="2184400" h="4994275">
                  <a:moveTo>
                    <a:pt x="1098804" y="996696"/>
                  </a:moveTo>
                  <a:lnTo>
                    <a:pt x="1095756" y="993648"/>
                  </a:lnTo>
                  <a:lnTo>
                    <a:pt x="1088136" y="993648"/>
                  </a:lnTo>
                  <a:lnTo>
                    <a:pt x="1085088" y="996696"/>
                  </a:lnTo>
                  <a:lnTo>
                    <a:pt x="1085088" y="1045464"/>
                  </a:lnTo>
                  <a:lnTo>
                    <a:pt x="1088136" y="1050036"/>
                  </a:lnTo>
                  <a:lnTo>
                    <a:pt x="1095756" y="1050036"/>
                  </a:lnTo>
                  <a:lnTo>
                    <a:pt x="1098804" y="1045464"/>
                  </a:lnTo>
                  <a:lnTo>
                    <a:pt x="1098804" y="996696"/>
                  </a:lnTo>
                  <a:close/>
                </a:path>
                <a:path w="2184400" h="4994275">
                  <a:moveTo>
                    <a:pt x="1098804" y="914400"/>
                  </a:moveTo>
                  <a:lnTo>
                    <a:pt x="1095756" y="911352"/>
                  </a:lnTo>
                  <a:lnTo>
                    <a:pt x="1088136" y="911352"/>
                  </a:lnTo>
                  <a:lnTo>
                    <a:pt x="1085088" y="914400"/>
                  </a:lnTo>
                  <a:lnTo>
                    <a:pt x="1085088" y="963168"/>
                  </a:lnTo>
                  <a:lnTo>
                    <a:pt x="1088136" y="966216"/>
                  </a:lnTo>
                  <a:lnTo>
                    <a:pt x="1095756" y="966216"/>
                  </a:lnTo>
                  <a:lnTo>
                    <a:pt x="1098804" y="963168"/>
                  </a:lnTo>
                  <a:lnTo>
                    <a:pt x="1098804" y="914400"/>
                  </a:lnTo>
                  <a:close/>
                </a:path>
                <a:path w="2184400" h="4994275">
                  <a:moveTo>
                    <a:pt x="1098804" y="832104"/>
                  </a:moveTo>
                  <a:lnTo>
                    <a:pt x="1095756" y="829056"/>
                  </a:lnTo>
                  <a:lnTo>
                    <a:pt x="1088136" y="829056"/>
                  </a:lnTo>
                  <a:lnTo>
                    <a:pt x="1085088" y="832104"/>
                  </a:lnTo>
                  <a:lnTo>
                    <a:pt x="1085088" y="880872"/>
                  </a:lnTo>
                  <a:lnTo>
                    <a:pt x="1088136" y="883920"/>
                  </a:lnTo>
                  <a:lnTo>
                    <a:pt x="1095756" y="883920"/>
                  </a:lnTo>
                  <a:lnTo>
                    <a:pt x="1098804" y="880872"/>
                  </a:lnTo>
                  <a:lnTo>
                    <a:pt x="1098804" y="832104"/>
                  </a:lnTo>
                  <a:close/>
                </a:path>
                <a:path w="2184400" h="4994275">
                  <a:moveTo>
                    <a:pt x="1098804" y="748284"/>
                  </a:moveTo>
                  <a:lnTo>
                    <a:pt x="1095756" y="745236"/>
                  </a:lnTo>
                  <a:lnTo>
                    <a:pt x="1088136" y="745236"/>
                  </a:lnTo>
                  <a:lnTo>
                    <a:pt x="1085088" y="748284"/>
                  </a:lnTo>
                  <a:lnTo>
                    <a:pt x="1085088" y="798576"/>
                  </a:lnTo>
                  <a:lnTo>
                    <a:pt x="1088136" y="801624"/>
                  </a:lnTo>
                  <a:lnTo>
                    <a:pt x="1095756" y="801624"/>
                  </a:lnTo>
                  <a:lnTo>
                    <a:pt x="1098804" y="798576"/>
                  </a:lnTo>
                  <a:lnTo>
                    <a:pt x="1098804" y="748284"/>
                  </a:lnTo>
                  <a:close/>
                </a:path>
                <a:path w="2184400" h="4994275">
                  <a:moveTo>
                    <a:pt x="1098804" y="665988"/>
                  </a:moveTo>
                  <a:lnTo>
                    <a:pt x="1095756" y="662940"/>
                  </a:lnTo>
                  <a:lnTo>
                    <a:pt x="1088136" y="662940"/>
                  </a:lnTo>
                  <a:lnTo>
                    <a:pt x="1085088" y="665988"/>
                  </a:lnTo>
                  <a:lnTo>
                    <a:pt x="1085088" y="714756"/>
                  </a:lnTo>
                  <a:lnTo>
                    <a:pt x="1088136" y="717804"/>
                  </a:lnTo>
                  <a:lnTo>
                    <a:pt x="1095756" y="717804"/>
                  </a:lnTo>
                  <a:lnTo>
                    <a:pt x="1098804" y="714756"/>
                  </a:lnTo>
                  <a:lnTo>
                    <a:pt x="1098804" y="665988"/>
                  </a:lnTo>
                  <a:close/>
                </a:path>
                <a:path w="2184400" h="4994275">
                  <a:moveTo>
                    <a:pt x="1098804" y="583692"/>
                  </a:moveTo>
                  <a:lnTo>
                    <a:pt x="1095756" y="580644"/>
                  </a:lnTo>
                  <a:lnTo>
                    <a:pt x="1088136" y="580644"/>
                  </a:lnTo>
                  <a:lnTo>
                    <a:pt x="1085088" y="583692"/>
                  </a:lnTo>
                  <a:lnTo>
                    <a:pt x="1085088" y="632460"/>
                  </a:lnTo>
                  <a:lnTo>
                    <a:pt x="1088136" y="635508"/>
                  </a:lnTo>
                  <a:lnTo>
                    <a:pt x="1095756" y="635508"/>
                  </a:lnTo>
                  <a:lnTo>
                    <a:pt x="1098804" y="632460"/>
                  </a:lnTo>
                  <a:lnTo>
                    <a:pt x="1098804" y="583692"/>
                  </a:lnTo>
                  <a:close/>
                </a:path>
                <a:path w="2184400" h="4994275">
                  <a:moveTo>
                    <a:pt x="1098804" y="499872"/>
                  </a:moveTo>
                  <a:lnTo>
                    <a:pt x="1095756" y="496824"/>
                  </a:lnTo>
                  <a:lnTo>
                    <a:pt x="1088136" y="496824"/>
                  </a:lnTo>
                  <a:lnTo>
                    <a:pt x="1085088" y="499872"/>
                  </a:lnTo>
                  <a:lnTo>
                    <a:pt x="1085088" y="550164"/>
                  </a:lnTo>
                  <a:lnTo>
                    <a:pt x="1088136" y="553212"/>
                  </a:lnTo>
                  <a:lnTo>
                    <a:pt x="1095756" y="553212"/>
                  </a:lnTo>
                  <a:lnTo>
                    <a:pt x="1098804" y="550164"/>
                  </a:lnTo>
                  <a:lnTo>
                    <a:pt x="1098804" y="499872"/>
                  </a:lnTo>
                  <a:close/>
                </a:path>
                <a:path w="2184400" h="4994275">
                  <a:moveTo>
                    <a:pt x="1098804" y="417576"/>
                  </a:moveTo>
                  <a:lnTo>
                    <a:pt x="1095756" y="414528"/>
                  </a:lnTo>
                  <a:lnTo>
                    <a:pt x="1088136" y="414528"/>
                  </a:lnTo>
                  <a:lnTo>
                    <a:pt x="1085088" y="417576"/>
                  </a:lnTo>
                  <a:lnTo>
                    <a:pt x="1085088" y="466344"/>
                  </a:lnTo>
                  <a:lnTo>
                    <a:pt x="1088136" y="469392"/>
                  </a:lnTo>
                  <a:lnTo>
                    <a:pt x="1095756" y="469392"/>
                  </a:lnTo>
                  <a:lnTo>
                    <a:pt x="1098804" y="466344"/>
                  </a:lnTo>
                  <a:lnTo>
                    <a:pt x="1098804" y="417576"/>
                  </a:lnTo>
                  <a:close/>
                </a:path>
                <a:path w="2184400" h="4994275">
                  <a:moveTo>
                    <a:pt x="1098804" y="335280"/>
                  </a:moveTo>
                  <a:lnTo>
                    <a:pt x="1095756" y="332232"/>
                  </a:lnTo>
                  <a:lnTo>
                    <a:pt x="1088136" y="332232"/>
                  </a:lnTo>
                  <a:lnTo>
                    <a:pt x="1085088" y="335280"/>
                  </a:lnTo>
                  <a:lnTo>
                    <a:pt x="1085088" y="384048"/>
                  </a:lnTo>
                  <a:lnTo>
                    <a:pt x="1088136" y="387096"/>
                  </a:lnTo>
                  <a:lnTo>
                    <a:pt x="1095756" y="387096"/>
                  </a:lnTo>
                  <a:lnTo>
                    <a:pt x="1098804" y="384048"/>
                  </a:lnTo>
                  <a:lnTo>
                    <a:pt x="1098804" y="335280"/>
                  </a:lnTo>
                  <a:close/>
                </a:path>
                <a:path w="2184400" h="4994275">
                  <a:moveTo>
                    <a:pt x="1098804" y="251460"/>
                  </a:moveTo>
                  <a:lnTo>
                    <a:pt x="1095756" y="248412"/>
                  </a:lnTo>
                  <a:lnTo>
                    <a:pt x="1088136" y="248412"/>
                  </a:lnTo>
                  <a:lnTo>
                    <a:pt x="1085088" y="251460"/>
                  </a:lnTo>
                  <a:lnTo>
                    <a:pt x="1085088" y="301752"/>
                  </a:lnTo>
                  <a:lnTo>
                    <a:pt x="1088136" y="304800"/>
                  </a:lnTo>
                  <a:lnTo>
                    <a:pt x="1095756" y="304800"/>
                  </a:lnTo>
                  <a:lnTo>
                    <a:pt x="1098804" y="301752"/>
                  </a:lnTo>
                  <a:lnTo>
                    <a:pt x="1098804" y="251460"/>
                  </a:lnTo>
                  <a:close/>
                </a:path>
                <a:path w="2184400" h="4994275">
                  <a:moveTo>
                    <a:pt x="1098804" y="169164"/>
                  </a:moveTo>
                  <a:lnTo>
                    <a:pt x="1095756" y="166116"/>
                  </a:lnTo>
                  <a:lnTo>
                    <a:pt x="1088136" y="166116"/>
                  </a:lnTo>
                  <a:lnTo>
                    <a:pt x="1085088" y="169164"/>
                  </a:lnTo>
                  <a:lnTo>
                    <a:pt x="1085088" y="217932"/>
                  </a:lnTo>
                  <a:lnTo>
                    <a:pt x="1088136" y="220980"/>
                  </a:lnTo>
                  <a:lnTo>
                    <a:pt x="1095756" y="220980"/>
                  </a:lnTo>
                  <a:lnTo>
                    <a:pt x="1098804" y="217932"/>
                  </a:lnTo>
                  <a:lnTo>
                    <a:pt x="1098804" y="169164"/>
                  </a:lnTo>
                  <a:close/>
                </a:path>
                <a:path w="2184400" h="4994275">
                  <a:moveTo>
                    <a:pt x="1098804" y="86868"/>
                  </a:moveTo>
                  <a:lnTo>
                    <a:pt x="1095756" y="83820"/>
                  </a:lnTo>
                  <a:lnTo>
                    <a:pt x="1088136" y="83820"/>
                  </a:lnTo>
                  <a:lnTo>
                    <a:pt x="1085088" y="86868"/>
                  </a:lnTo>
                  <a:lnTo>
                    <a:pt x="1085088" y="135636"/>
                  </a:lnTo>
                  <a:lnTo>
                    <a:pt x="1088136" y="138684"/>
                  </a:lnTo>
                  <a:lnTo>
                    <a:pt x="1095756" y="138684"/>
                  </a:lnTo>
                  <a:lnTo>
                    <a:pt x="1098804" y="135636"/>
                  </a:lnTo>
                  <a:lnTo>
                    <a:pt x="1098804" y="86868"/>
                  </a:lnTo>
                  <a:close/>
                </a:path>
                <a:path w="2184400" h="4994275">
                  <a:moveTo>
                    <a:pt x="1098804" y="3048"/>
                  </a:moveTo>
                  <a:lnTo>
                    <a:pt x="1095756" y="0"/>
                  </a:lnTo>
                  <a:lnTo>
                    <a:pt x="1088136" y="0"/>
                  </a:lnTo>
                  <a:lnTo>
                    <a:pt x="1085088" y="3048"/>
                  </a:lnTo>
                  <a:lnTo>
                    <a:pt x="1085088" y="53340"/>
                  </a:lnTo>
                  <a:lnTo>
                    <a:pt x="1088136" y="56388"/>
                  </a:lnTo>
                  <a:lnTo>
                    <a:pt x="1095756" y="56388"/>
                  </a:lnTo>
                  <a:lnTo>
                    <a:pt x="1098804" y="53340"/>
                  </a:lnTo>
                  <a:lnTo>
                    <a:pt x="1098804" y="3048"/>
                  </a:lnTo>
                  <a:close/>
                </a:path>
                <a:path w="2184400" h="4994275">
                  <a:moveTo>
                    <a:pt x="1315212" y="4556760"/>
                  </a:moveTo>
                  <a:lnTo>
                    <a:pt x="1312164" y="4553712"/>
                  </a:lnTo>
                  <a:lnTo>
                    <a:pt x="1304544" y="4553712"/>
                  </a:lnTo>
                  <a:lnTo>
                    <a:pt x="1301496" y="4556760"/>
                  </a:lnTo>
                  <a:lnTo>
                    <a:pt x="1301496" y="4591812"/>
                  </a:lnTo>
                  <a:lnTo>
                    <a:pt x="1304544" y="4594860"/>
                  </a:lnTo>
                  <a:lnTo>
                    <a:pt x="1312164" y="4594860"/>
                  </a:lnTo>
                  <a:lnTo>
                    <a:pt x="1315212" y="4591812"/>
                  </a:lnTo>
                  <a:lnTo>
                    <a:pt x="1315212" y="4556760"/>
                  </a:lnTo>
                  <a:close/>
                </a:path>
                <a:path w="2184400" h="4994275">
                  <a:moveTo>
                    <a:pt x="1315212" y="4474464"/>
                  </a:moveTo>
                  <a:lnTo>
                    <a:pt x="1312164" y="4471416"/>
                  </a:lnTo>
                  <a:lnTo>
                    <a:pt x="1304544" y="4471416"/>
                  </a:lnTo>
                  <a:lnTo>
                    <a:pt x="1301496" y="4474464"/>
                  </a:lnTo>
                  <a:lnTo>
                    <a:pt x="1301496" y="4523232"/>
                  </a:lnTo>
                  <a:lnTo>
                    <a:pt x="1304544" y="4526280"/>
                  </a:lnTo>
                  <a:lnTo>
                    <a:pt x="1312164" y="4526280"/>
                  </a:lnTo>
                  <a:lnTo>
                    <a:pt x="1315212" y="4523232"/>
                  </a:lnTo>
                  <a:lnTo>
                    <a:pt x="1315212" y="4474464"/>
                  </a:lnTo>
                  <a:close/>
                </a:path>
                <a:path w="2184400" h="4994275">
                  <a:moveTo>
                    <a:pt x="1315212" y="4392168"/>
                  </a:moveTo>
                  <a:lnTo>
                    <a:pt x="1312164" y="4389120"/>
                  </a:lnTo>
                  <a:lnTo>
                    <a:pt x="1304544" y="4389120"/>
                  </a:lnTo>
                  <a:lnTo>
                    <a:pt x="1301496" y="4392168"/>
                  </a:lnTo>
                  <a:lnTo>
                    <a:pt x="1301496" y="4440936"/>
                  </a:lnTo>
                  <a:lnTo>
                    <a:pt x="1304544" y="4443984"/>
                  </a:lnTo>
                  <a:lnTo>
                    <a:pt x="1312164" y="4443984"/>
                  </a:lnTo>
                  <a:lnTo>
                    <a:pt x="1315212" y="4440936"/>
                  </a:lnTo>
                  <a:lnTo>
                    <a:pt x="1315212" y="4392168"/>
                  </a:lnTo>
                  <a:close/>
                </a:path>
                <a:path w="2184400" h="4994275">
                  <a:moveTo>
                    <a:pt x="1315212" y="4308348"/>
                  </a:moveTo>
                  <a:lnTo>
                    <a:pt x="1312164" y="4305300"/>
                  </a:lnTo>
                  <a:lnTo>
                    <a:pt x="1304544" y="4305300"/>
                  </a:lnTo>
                  <a:lnTo>
                    <a:pt x="1301496" y="4308348"/>
                  </a:lnTo>
                  <a:lnTo>
                    <a:pt x="1301496" y="4358640"/>
                  </a:lnTo>
                  <a:lnTo>
                    <a:pt x="1304544" y="4361688"/>
                  </a:lnTo>
                  <a:lnTo>
                    <a:pt x="1312164" y="4361688"/>
                  </a:lnTo>
                  <a:lnTo>
                    <a:pt x="1315212" y="4358640"/>
                  </a:lnTo>
                  <a:lnTo>
                    <a:pt x="1315212" y="4308348"/>
                  </a:lnTo>
                  <a:close/>
                </a:path>
                <a:path w="2184400" h="4994275">
                  <a:moveTo>
                    <a:pt x="1315212" y="4226052"/>
                  </a:moveTo>
                  <a:lnTo>
                    <a:pt x="1312164" y="4223004"/>
                  </a:lnTo>
                  <a:lnTo>
                    <a:pt x="1304544" y="4223004"/>
                  </a:lnTo>
                  <a:lnTo>
                    <a:pt x="1301496" y="4226052"/>
                  </a:lnTo>
                  <a:lnTo>
                    <a:pt x="1301496" y="4274820"/>
                  </a:lnTo>
                  <a:lnTo>
                    <a:pt x="1304544" y="4277868"/>
                  </a:lnTo>
                  <a:lnTo>
                    <a:pt x="1312164" y="4277868"/>
                  </a:lnTo>
                  <a:lnTo>
                    <a:pt x="1315212" y="4274820"/>
                  </a:lnTo>
                  <a:lnTo>
                    <a:pt x="1315212" y="4226052"/>
                  </a:lnTo>
                  <a:close/>
                </a:path>
                <a:path w="2184400" h="4994275">
                  <a:moveTo>
                    <a:pt x="1315212" y="4143756"/>
                  </a:moveTo>
                  <a:lnTo>
                    <a:pt x="1312164" y="4140708"/>
                  </a:lnTo>
                  <a:lnTo>
                    <a:pt x="1304544" y="4140708"/>
                  </a:lnTo>
                  <a:lnTo>
                    <a:pt x="1301496" y="4143756"/>
                  </a:lnTo>
                  <a:lnTo>
                    <a:pt x="1301496" y="4192524"/>
                  </a:lnTo>
                  <a:lnTo>
                    <a:pt x="1304544" y="4195572"/>
                  </a:lnTo>
                  <a:lnTo>
                    <a:pt x="1312164" y="4195572"/>
                  </a:lnTo>
                  <a:lnTo>
                    <a:pt x="1315212" y="4192524"/>
                  </a:lnTo>
                  <a:lnTo>
                    <a:pt x="1315212" y="4143756"/>
                  </a:lnTo>
                  <a:close/>
                </a:path>
                <a:path w="2184400" h="4994275">
                  <a:moveTo>
                    <a:pt x="1315212" y="4059936"/>
                  </a:moveTo>
                  <a:lnTo>
                    <a:pt x="1312164" y="4056888"/>
                  </a:lnTo>
                  <a:lnTo>
                    <a:pt x="1304544" y="4056888"/>
                  </a:lnTo>
                  <a:lnTo>
                    <a:pt x="1301496" y="4059936"/>
                  </a:lnTo>
                  <a:lnTo>
                    <a:pt x="1301496" y="4110228"/>
                  </a:lnTo>
                  <a:lnTo>
                    <a:pt x="1304544" y="4113276"/>
                  </a:lnTo>
                  <a:lnTo>
                    <a:pt x="1312164" y="4113276"/>
                  </a:lnTo>
                  <a:lnTo>
                    <a:pt x="1315212" y="4110228"/>
                  </a:lnTo>
                  <a:lnTo>
                    <a:pt x="1315212" y="4059936"/>
                  </a:lnTo>
                  <a:close/>
                </a:path>
                <a:path w="2184400" h="4994275">
                  <a:moveTo>
                    <a:pt x="1315212" y="3977640"/>
                  </a:moveTo>
                  <a:lnTo>
                    <a:pt x="1312164" y="3974592"/>
                  </a:lnTo>
                  <a:lnTo>
                    <a:pt x="1304544" y="3974592"/>
                  </a:lnTo>
                  <a:lnTo>
                    <a:pt x="1301496" y="3977640"/>
                  </a:lnTo>
                  <a:lnTo>
                    <a:pt x="1301496" y="4026408"/>
                  </a:lnTo>
                  <a:lnTo>
                    <a:pt x="1304544" y="4029456"/>
                  </a:lnTo>
                  <a:lnTo>
                    <a:pt x="1312164" y="4029456"/>
                  </a:lnTo>
                  <a:lnTo>
                    <a:pt x="1315212" y="4026408"/>
                  </a:lnTo>
                  <a:lnTo>
                    <a:pt x="1315212" y="3977640"/>
                  </a:lnTo>
                  <a:close/>
                </a:path>
                <a:path w="2184400" h="4994275">
                  <a:moveTo>
                    <a:pt x="1315212" y="3895344"/>
                  </a:moveTo>
                  <a:lnTo>
                    <a:pt x="1312164" y="3892296"/>
                  </a:lnTo>
                  <a:lnTo>
                    <a:pt x="1304544" y="3892296"/>
                  </a:lnTo>
                  <a:lnTo>
                    <a:pt x="1301496" y="3895344"/>
                  </a:lnTo>
                  <a:lnTo>
                    <a:pt x="1301496" y="3944112"/>
                  </a:lnTo>
                  <a:lnTo>
                    <a:pt x="1304544" y="3947160"/>
                  </a:lnTo>
                  <a:lnTo>
                    <a:pt x="1312164" y="3947160"/>
                  </a:lnTo>
                  <a:lnTo>
                    <a:pt x="1315212" y="3944112"/>
                  </a:lnTo>
                  <a:lnTo>
                    <a:pt x="1315212" y="3895344"/>
                  </a:lnTo>
                  <a:close/>
                </a:path>
                <a:path w="2184400" h="4994275">
                  <a:moveTo>
                    <a:pt x="1315212" y="3811524"/>
                  </a:moveTo>
                  <a:lnTo>
                    <a:pt x="1312164" y="3808476"/>
                  </a:lnTo>
                  <a:lnTo>
                    <a:pt x="1304544" y="3808476"/>
                  </a:lnTo>
                  <a:lnTo>
                    <a:pt x="1301496" y="3811524"/>
                  </a:lnTo>
                  <a:lnTo>
                    <a:pt x="1301496" y="3861816"/>
                  </a:lnTo>
                  <a:lnTo>
                    <a:pt x="1304544" y="3864864"/>
                  </a:lnTo>
                  <a:lnTo>
                    <a:pt x="1312164" y="3864864"/>
                  </a:lnTo>
                  <a:lnTo>
                    <a:pt x="1315212" y="3861816"/>
                  </a:lnTo>
                  <a:lnTo>
                    <a:pt x="1315212" y="3811524"/>
                  </a:lnTo>
                  <a:close/>
                </a:path>
                <a:path w="2184400" h="4994275">
                  <a:moveTo>
                    <a:pt x="1315212" y="3729228"/>
                  </a:moveTo>
                  <a:lnTo>
                    <a:pt x="1312164" y="3726180"/>
                  </a:lnTo>
                  <a:lnTo>
                    <a:pt x="1304544" y="3726180"/>
                  </a:lnTo>
                  <a:lnTo>
                    <a:pt x="1301496" y="3729228"/>
                  </a:lnTo>
                  <a:lnTo>
                    <a:pt x="1301496" y="3777996"/>
                  </a:lnTo>
                  <a:lnTo>
                    <a:pt x="1304544" y="3781044"/>
                  </a:lnTo>
                  <a:lnTo>
                    <a:pt x="1312164" y="3781044"/>
                  </a:lnTo>
                  <a:lnTo>
                    <a:pt x="1315212" y="3777996"/>
                  </a:lnTo>
                  <a:lnTo>
                    <a:pt x="1315212" y="3729228"/>
                  </a:lnTo>
                  <a:close/>
                </a:path>
                <a:path w="2184400" h="4994275">
                  <a:moveTo>
                    <a:pt x="1315212" y="3646932"/>
                  </a:moveTo>
                  <a:lnTo>
                    <a:pt x="1312164" y="3643884"/>
                  </a:lnTo>
                  <a:lnTo>
                    <a:pt x="1304544" y="3643884"/>
                  </a:lnTo>
                  <a:lnTo>
                    <a:pt x="1301496" y="3646932"/>
                  </a:lnTo>
                  <a:lnTo>
                    <a:pt x="1301496" y="3695700"/>
                  </a:lnTo>
                  <a:lnTo>
                    <a:pt x="1304544" y="3698748"/>
                  </a:lnTo>
                  <a:lnTo>
                    <a:pt x="1312164" y="3698748"/>
                  </a:lnTo>
                  <a:lnTo>
                    <a:pt x="1315212" y="3695700"/>
                  </a:lnTo>
                  <a:lnTo>
                    <a:pt x="1315212" y="3646932"/>
                  </a:lnTo>
                  <a:close/>
                </a:path>
                <a:path w="2184400" h="4994275">
                  <a:moveTo>
                    <a:pt x="1315212" y="3563112"/>
                  </a:moveTo>
                  <a:lnTo>
                    <a:pt x="1312164" y="3560064"/>
                  </a:lnTo>
                  <a:lnTo>
                    <a:pt x="1304544" y="3560064"/>
                  </a:lnTo>
                  <a:lnTo>
                    <a:pt x="1301496" y="3563112"/>
                  </a:lnTo>
                  <a:lnTo>
                    <a:pt x="1301496" y="3613404"/>
                  </a:lnTo>
                  <a:lnTo>
                    <a:pt x="1304544" y="3616452"/>
                  </a:lnTo>
                  <a:lnTo>
                    <a:pt x="1312164" y="3616452"/>
                  </a:lnTo>
                  <a:lnTo>
                    <a:pt x="1315212" y="3613404"/>
                  </a:lnTo>
                  <a:lnTo>
                    <a:pt x="1315212" y="3563112"/>
                  </a:lnTo>
                  <a:close/>
                </a:path>
                <a:path w="2184400" h="4994275">
                  <a:moveTo>
                    <a:pt x="1315212" y="3480816"/>
                  </a:moveTo>
                  <a:lnTo>
                    <a:pt x="1312164" y="3477768"/>
                  </a:lnTo>
                  <a:lnTo>
                    <a:pt x="1304544" y="3477768"/>
                  </a:lnTo>
                  <a:lnTo>
                    <a:pt x="1301496" y="3480816"/>
                  </a:lnTo>
                  <a:lnTo>
                    <a:pt x="1301496" y="3529584"/>
                  </a:lnTo>
                  <a:lnTo>
                    <a:pt x="1304544" y="3532632"/>
                  </a:lnTo>
                  <a:lnTo>
                    <a:pt x="1312164" y="3532632"/>
                  </a:lnTo>
                  <a:lnTo>
                    <a:pt x="1315212" y="3529584"/>
                  </a:lnTo>
                  <a:lnTo>
                    <a:pt x="1315212" y="3480816"/>
                  </a:lnTo>
                  <a:close/>
                </a:path>
                <a:path w="2184400" h="4994275">
                  <a:moveTo>
                    <a:pt x="1315212" y="3398520"/>
                  </a:moveTo>
                  <a:lnTo>
                    <a:pt x="1312164" y="3395472"/>
                  </a:lnTo>
                  <a:lnTo>
                    <a:pt x="1304544" y="3395472"/>
                  </a:lnTo>
                  <a:lnTo>
                    <a:pt x="1301496" y="3398520"/>
                  </a:lnTo>
                  <a:lnTo>
                    <a:pt x="1301496" y="3447288"/>
                  </a:lnTo>
                  <a:lnTo>
                    <a:pt x="1304544" y="3450336"/>
                  </a:lnTo>
                  <a:lnTo>
                    <a:pt x="1312164" y="3450336"/>
                  </a:lnTo>
                  <a:lnTo>
                    <a:pt x="1315212" y="3447288"/>
                  </a:lnTo>
                  <a:lnTo>
                    <a:pt x="1315212" y="3398520"/>
                  </a:lnTo>
                  <a:close/>
                </a:path>
                <a:path w="2184400" h="4994275">
                  <a:moveTo>
                    <a:pt x="1315212" y="3316224"/>
                  </a:moveTo>
                  <a:lnTo>
                    <a:pt x="1312164" y="3311652"/>
                  </a:lnTo>
                  <a:lnTo>
                    <a:pt x="1304544" y="3311652"/>
                  </a:lnTo>
                  <a:lnTo>
                    <a:pt x="1301496" y="3316224"/>
                  </a:lnTo>
                  <a:lnTo>
                    <a:pt x="1301496" y="3364992"/>
                  </a:lnTo>
                  <a:lnTo>
                    <a:pt x="1304544" y="3368040"/>
                  </a:lnTo>
                  <a:lnTo>
                    <a:pt x="1312164" y="3368040"/>
                  </a:lnTo>
                  <a:lnTo>
                    <a:pt x="1315212" y="3364992"/>
                  </a:lnTo>
                  <a:lnTo>
                    <a:pt x="1315212" y="3316224"/>
                  </a:lnTo>
                  <a:close/>
                </a:path>
                <a:path w="2184400" h="4994275">
                  <a:moveTo>
                    <a:pt x="1315212" y="3232404"/>
                  </a:moveTo>
                  <a:lnTo>
                    <a:pt x="1312164" y="3229356"/>
                  </a:lnTo>
                  <a:lnTo>
                    <a:pt x="1304544" y="3229356"/>
                  </a:lnTo>
                  <a:lnTo>
                    <a:pt x="1301496" y="3232404"/>
                  </a:lnTo>
                  <a:lnTo>
                    <a:pt x="1301496" y="3281172"/>
                  </a:lnTo>
                  <a:lnTo>
                    <a:pt x="1304544" y="3284220"/>
                  </a:lnTo>
                  <a:lnTo>
                    <a:pt x="1312164" y="3284220"/>
                  </a:lnTo>
                  <a:lnTo>
                    <a:pt x="1315212" y="3281172"/>
                  </a:lnTo>
                  <a:lnTo>
                    <a:pt x="1315212" y="3232404"/>
                  </a:lnTo>
                  <a:close/>
                </a:path>
                <a:path w="2184400" h="4994275">
                  <a:moveTo>
                    <a:pt x="1315212" y="3150108"/>
                  </a:moveTo>
                  <a:lnTo>
                    <a:pt x="1312164" y="3147060"/>
                  </a:lnTo>
                  <a:lnTo>
                    <a:pt x="1304544" y="3147060"/>
                  </a:lnTo>
                  <a:lnTo>
                    <a:pt x="1301496" y="3150108"/>
                  </a:lnTo>
                  <a:lnTo>
                    <a:pt x="1301496" y="3198876"/>
                  </a:lnTo>
                  <a:lnTo>
                    <a:pt x="1304544" y="3201924"/>
                  </a:lnTo>
                  <a:lnTo>
                    <a:pt x="1312164" y="3201924"/>
                  </a:lnTo>
                  <a:lnTo>
                    <a:pt x="1315212" y="3198876"/>
                  </a:lnTo>
                  <a:lnTo>
                    <a:pt x="1315212" y="3150108"/>
                  </a:lnTo>
                  <a:close/>
                </a:path>
                <a:path w="2184400" h="4994275">
                  <a:moveTo>
                    <a:pt x="1315212" y="3067812"/>
                  </a:moveTo>
                  <a:lnTo>
                    <a:pt x="1312164" y="3063240"/>
                  </a:lnTo>
                  <a:lnTo>
                    <a:pt x="1304544" y="3063240"/>
                  </a:lnTo>
                  <a:lnTo>
                    <a:pt x="1301496" y="3067812"/>
                  </a:lnTo>
                  <a:lnTo>
                    <a:pt x="1301496" y="3116580"/>
                  </a:lnTo>
                  <a:lnTo>
                    <a:pt x="1304544" y="3119628"/>
                  </a:lnTo>
                  <a:lnTo>
                    <a:pt x="1312164" y="3119628"/>
                  </a:lnTo>
                  <a:lnTo>
                    <a:pt x="1315212" y="3116580"/>
                  </a:lnTo>
                  <a:lnTo>
                    <a:pt x="1315212" y="3067812"/>
                  </a:lnTo>
                  <a:close/>
                </a:path>
                <a:path w="2184400" h="4994275">
                  <a:moveTo>
                    <a:pt x="1315212" y="2983992"/>
                  </a:moveTo>
                  <a:lnTo>
                    <a:pt x="1312164" y="2980944"/>
                  </a:lnTo>
                  <a:lnTo>
                    <a:pt x="1304544" y="2980944"/>
                  </a:lnTo>
                  <a:lnTo>
                    <a:pt x="1301496" y="2983992"/>
                  </a:lnTo>
                  <a:lnTo>
                    <a:pt x="1301496" y="3032760"/>
                  </a:lnTo>
                  <a:lnTo>
                    <a:pt x="1304544" y="3035808"/>
                  </a:lnTo>
                  <a:lnTo>
                    <a:pt x="1312164" y="3035808"/>
                  </a:lnTo>
                  <a:lnTo>
                    <a:pt x="1315212" y="3032760"/>
                  </a:lnTo>
                  <a:lnTo>
                    <a:pt x="1315212" y="2983992"/>
                  </a:lnTo>
                  <a:close/>
                </a:path>
                <a:path w="2184400" h="4994275">
                  <a:moveTo>
                    <a:pt x="1315212" y="2901696"/>
                  </a:moveTo>
                  <a:lnTo>
                    <a:pt x="1312164" y="2898648"/>
                  </a:lnTo>
                  <a:lnTo>
                    <a:pt x="1304544" y="2898648"/>
                  </a:lnTo>
                  <a:lnTo>
                    <a:pt x="1301496" y="2901696"/>
                  </a:lnTo>
                  <a:lnTo>
                    <a:pt x="1301496" y="2950464"/>
                  </a:lnTo>
                  <a:lnTo>
                    <a:pt x="1304544" y="2953512"/>
                  </a:lnTo>
                  <a:lnTo>
                    <a:pt x="1312164" y="2953512"/>
                  </a:lnTo>
                  <a:lnTo>
                    <a:pt x="1315212" y="2950464"/>
                  </a:lnTo>
                  <a:lnTo>
                    <a:pt x="1315212" y="2901696"/>
                  </a:lnTo>
                  <a:close/>
                </a:path>
                <a:path w="2184400" h="4994275">
                  <a:moveTo>
                    <a:pt x="1315212" y="2819400"/>
                  </a:moveTo>
                  <a:lnTo>
                    <a:pt x="1312164" y="2816364"/>
                  </a:lnTo>
                  <a:lnTo>
                    <a:pt x="1304544" y="2816364"/>
                  </a:lnTo>
                  <a:lnTo>
                    <a:pt x="1301496" y="2819400"/>
                  </a:lnTo>
                  <a:lnTo>
                    <a:pt x="1301496" y="2868168"/>
                  </a:lnTo>
                  <a:lnTo>
                    <a:pt x="1304544" y="2871216"/>
                  </a:lnTo>
                  <a:lnTo>
                    <a:pt x="1312164" y="2871216"/>
                  </a:lnTo>
                  <a:lnTo>
                    <a:pt x="1315212" y="2868168"/>
                  </a:lnTo>
                  <a:lnTo>
                    <a:pt x="1315212" y="2819400"/>
                  </a:lnTo>
                  <a:close/>
                </a:path>
                <a:path w="2184400" h="4994275">
                  <a:moveTo>
                    <a:pt x="1315212" y="2735580"/>
                  </a:moveTo>
                  <a:lnTo>
                    <a:pt x="1312164" y="2732532"/>
                  </a:lnTo>
                  <a:lnTo>
                    <a:pt x="1304544" y="2732532"/>
                  </a:lnTo>
                  <a:lnTo>
                    <a:pt x="1301496" y="2735580"/>
                  </a:lnTo>
                  <a:lnTo>
                    <a:pt x="1301496" y="2784348"/>
                  </a:lnTo>
                  <a:lnTo>
                    <a:pt x="1304544" y="2787396"/>
                  </a:lnTo>
                  <a:lnTo>
                    <a:pt x="1312164" y="2787396"/>
                  </a:lnTo>
                  <a:lnTo>
                    <a:pt x="1315212" y="2784348"/>
                  </a:lnTo>
                  <a:lnTo>
                    <a:pt x="1315212" y="2735580"/>
                  </a:lnTo>
                  <a:close/>
                </a:path>
                <a:path w="2184400" h="4994275">
                  <a:moveTo>
                    <a:pt x="1315212" y="2653284"/>
                  </a:moveTo>
                  <a:lnTo>
                    <a:pt x="1312164" y="2650236"/>
                  </a:lnTo>
                  <a:lnTo>
                    <a:pt x="1304544" y="2650236"/>
                  </a:lnTo>
                  <a:lnTo>
                    <a:pt x="1301496" y="2653284"/>
                  </a:lnTo>
                  <a:lnTo>
                    <a:pt x="1301496" y="2702052"/>
                  </a:lnTo>
                  <a:lnTo>
                    <a:pt x="1304544" y="2705100"/>
                  </a:lnTo>
                  <a:lnTo>
                    <a:pt x="1312164" y="2705100"/>
                  </a:lnTo>
                  <a:lnTo>
                    <a:pt x="1315212" y="2702052"/>
                  </a:lnTo>
                  <a:lnTo>
                    <a:pt x="1315212" y="2653284"/>
                  </a:lnTo>
                  <a:close/>
                </a:path>
                <a:path w="2184400" h="4994275">
                  <a:moveTo>
                    <a:pt x="1315212" y="2570988"/>
                  </a:moveTo>
                  <a:lnTo>
                    <a:pt x="1312164" y="2567940"/>
                  </a:lnTo>
                  <a:lnTo>
                    <a:pt x="1304544" y="2567940"/>
                  </a:lnTo>
                  <a:lnTo>
                    <a:pt x="1301496" y="2570988"/>
                  </a:lnTo>
                  <a:lnTo>
                    <a:pt x="1301496" y="2619756"/>
                  </a:lnTo>
                  <a:lnTo>
                    <a:pt x="1304544" y="2622804"/>
                  </a:lnTo>
                  <a:lnTo>
                    <a:pt x="1312164" y="2622804"/>
                  </a:lnTo>
                  <a:lnTo>
                    <a:pt x="1315212" y="2619756"/>
                  </a:lnTo>
                  <a:lnTo>
                    <a:pt x="1315212" y="2570988"/>
                  </a:lnTo>
                  <a:close/>
                </a:path>
                <a:path w="2184400" h="4994275">
                  <a:moveTo>
                    <a:pt x="1315212" y="2487168"/>
                  </a:moveTo>
                  <a:lnTo>
                    <a:pt x="1312164" y="2484120"/>
                  </a:lnTo>
                  <a:lnTo>
                    <a:pt x="1304544" y="2484120"/>
                  </a:lnTo>
                  <a:lnTo>
                    <a:pt x="1301496" y="2487168"/>
                  </a:lnTo>
                  <a:lnTo>
                    <a:pt x="1301496" y="2535936"/>
                  </a:lnTo>
                  <a:lnTo>
                    <a:pt x="1304544" y="2538984"/>
                  </a:lnTo>
                  <a:lnTo>
                    <a:pt x="1312164" y="2538984"/>
                  </a:lnTo>
                  <a:lnTo>
                    <a:pt x="1315212" y="2535936"/>
                  </a:lnTo>
                  <a:lnTo>
                    <a:pt x="1315212" y="2487168"/>
                  </a:lnTo>
                  <a:close/>
                </a:path>
                <a:path w="2184400" h="4994275">
                  <a:moveTo>
                    <a:pt x="1315212" y="2404872"/>
                  </a:moveTo>
                  <a:lnTo>
                    <a:pt x="1312164" y="2401824"/>
                  </a:lnTo>
                  <a:lnTo>
                    <a:pt x="1304544" y="2401824"/>
                  </a:lnTo>
                  <a:lnTo>
                    <a:pt x="1301496" y="2404872"/>
                  </a:lnTo>
                  <a:lnTo>
                    <a:pt x="1301496" y="2453640"/>
                  </a:lnTo>
                  <a:lnTo>
                    <a:pt x="1304544" y="2456688"/>
                  </a:lnTo>
                  <a:lnTo>
                    <a:pt x="1312164" y="2456688"/>
                  </a:lnTo>
                  <a:lnTo>
                    <a:pt x="1315212" y="2453640"/>
                  </a:lnTo>
                  <a:lnTo>
                    <a:pt x="1315212" y="2404872"/>
                  </a:lnTo>
                  <a:close/>
                </a:path>
                <a:path w="2184400" h="4994275">
                  <a:moveTo>
                    <a:pt x="1315212" y="2322576"/>
                  </a:moveTo>
                  <a:lnTo>
                    <a:pt x="1312164" y="2319528"/>
                  </a:lnTo>
                  <a:lnTo>
                    <a:pt x="1304544" y="2319528"/>
                  </a:lnTo>
                  <a:lnTo>
                    <a:pt x="1301496" y="2322576"/>
                  </a:lnTo>
                  <a:lnTo>
                    <a:pt x="1301496" y="2371344"/>
                  </a:lnTo>
                  <a:lnTo>
                    <a:pt x="1304544" y="2374392"/>
                  </a:lnTo>
                  <a:lnTo>
                    <a:pt x="1312164" y="2374392"/>
                  </a:lnTo>
                  <a:lnTo>
                    <a:pt x="1315212" y="2371344"/>
                  </a:lnTo>
                  <a:lnTo>
                    <a:pt x="1315212" y="2322576"/>
                  </a:lnTo>
                  <a:close/>
                </a:path>
                <a:path w="2184400" h="4994275">
                  <a:moveTo>
                    <a:pt x="1315212" y="2238756"/>
                  </a:moveTo>
                  <a:lnTo>
                    <a:pt x="1312164" y="2235708"/>
                  </a:lnTo>
                  <a:lnTo>
                    <a:pt x="1304544" y="2235708"/>
                  </a:lnTo>
                  <a:lnTo>
                    <a:pt x="1301496" y="2238756"/>
                  </a:lnTo>
                  <a:lnTo>
                    <a:pt x="1301496" y="2287524"/>
                  </a:lnTo>
                  <a:lnTo>
                    <a:pt x="1304544" y="2290572"/>
                  </a:lnTo>
                  <a:lnTo>
                    <a:pt x="1312164" y="2290572"/>
                  </a:lnTo>
                  <a:lnTo>
                    <a:pt x="1315212" y="2287524"/>
                  </a:lnTo>
                  <a:lnTo>
                    <a:pt x="1315212" y="2238756"/>
                  </a:lnTo>
                  <a:close/>
                </a:path>
                <a:path w="2184400" h="4994275">
                  <a:moveTo>
                    <a:pt x="1315212" y="2156460"/>
                  </a:moveTo>
                  <a:lnTo>
                    <a:pt x="1312164" y="2153412"/>
                  </a:lnTo>
                  <a:lnTo>
                    <a:pt x="1304544" y="2153412"/>
                  </a:lnTo>
                  <a:lnTo>
                    <a:pt x="1301496" y="2156460"/>
                  </a:lnTo>
                  <a:lnTo>
                    <a:pt x="1301496" y="2205228"/>
                  </a:lnTo>
                  <a:lnTo>
                    <a:pt x="1304544" y="2208276"/>
                  </a:lnTo>
                  <a:lnTo>
                    <a:pt x="1312164" y="2208276"/>
                  </a:lnTo>
                  <a:lnTo>
                    <a:pt x="1315212" y="2205228"/>
                  </a:lnTo>
                  <a:lnTo>
                    <a:pt x="1315212" y="2156460"/>
                  </a:lnTo>
                  <a:close/>
                </a:path>
                <a:path w="2184400" h="4994275">
                  <a:moveTo>
                    <a:pt x="1315212" y="2074164"/>
                  </a:moveTo>
                  <a:lnTo>
                    <a:pt x="1312164" y="2071116"/>
                  </a:lnTo>
                  <a:lnTo>
                    <a:pt x="1304544" y="2071116"/>
                  </a:lnTo>
                  <a:lnTo>
                    <a:pt x="1301496" y="2074164"/>
                  </a:lnTo>
                  <a:lnTo>
                    <a:pt x="1301496" y="2122932"/>
                  </a:lnTo>
                  <a:lnTo>
                    <a:pt x="1304544" y="2125980"/>
                  </a:lnTo>
                  <a:lnTo>
                    <a:pt x="1312164" y="2125980"/>
                  </a:lnTo>
                  <a:lnTo>
                    <a:pt x="1315212" y="2122932"/>
                  </a:lnTo>
                  <a:lnTo>
                    <a:pt x="1315212" y="2074164"/>
                  </a:lnTo>
                  <a:close/>
                </a:path>
                <a:path w="2184400" h="4994275">
                  <a:moveTo>
                    <a:pt x="1315212" y="1990344"/>
                  </a:moveTo>
                  <a:lnTo>
                    <a:pt x="1312164" y="1987296"/>
                  </a:lnTo>
                  <a:lnTo>
                    <a:pt x="1304544" y="1987296"/>
                  </a:lnTo>
                  <a:lnTo>
                    <a:pt x="1301496" y="1990344"/>
                  </a:lnTo>
                  <a:lnTo>
                    <a:pt x="1301496" y="2039112"/>
                  </a:lnTo>
                  <a:lnTo>
                    <a:pt x="1304544" y="2042160"/>
                  </a:lnTo>
                  <a:lnTo>
                    <a:pt x="1312164" y="2042160"/>
                  </a:lnTo>
                  <a:lnTo>
                    <a:pt x="1315212" y="2039112"/>
                  </a:lnTo>
                  <a:lnTo>
                    <a:pt x="1315212" y="1990344"/>
                  </a:lnTo>
                  <a:close/>
                </a:path>
                <a:path w="2184400" h="4994275">
                  <a:moveTo>
                    <a:pt x="1315212" y="1908048"/>
                  </a:moveTo>
                  <a:lnTo>
                    <a:pt x="1312164" y="1905000"/>
                  </a:lnTo>
                  <a:lnTo>
                    <a:pt x="1304544" y="1905000"/>
                  </a:lnTo>
                  <a:lnTo>
                    <a:pt x="1301496" y="1908048"/>
                  </a:lnTo>
                  <a:lnTo>
                    <a:pt x="1301496" y="1956816"/>
                  </a:lnTo>
                  <a:lnTo>
                    <a:pt x="1304544" y="1959864"/>
                  </a:lnTo>
                  <a:lnTo>
                    <a:pt x="1312164" y="1959864"/>
                  </a:lnTo>
                  <a:lnTo>
                    <a:pt x="1315212" y="1956816"/>
                  </a:lnTo>
                  <a:lnTo>
                    <a:pt x="1315212" y="1908048"/>
                  </a:lnTo>
                  <a:close/>
                </a:path>
                <a:path w="2184400" h="4994275">
                  <a:moveTo>
                    <a:pt x="1315212" y="1825752"/>
                  </a:moveTo>
                  <a:lnTo>
                    <a:pt x="1312164" y="1822704"/>
                  </a:lnTo>
                  <a:lnTo>
                    <a:pt x="1304544" y="1822704"/>
                  </a:lnTo>
                  <a:lnTo>
                    <a:pt x="1301496" y="1825752"/>
                  </a:lnTo>
                  <a:lnTo>
                    <a:pt x="1301496" y="1874520"/>
                  </a:lnTo>
                  <a:lnTo>
                    <a:pt x="1304544" y="1877568"/>
                  </a:lnTo>
                  <a:lnTo>
                    <a:pt x="1312164" y="1877568"/>
                  </a:lnTo>
                  <a:lnTo>
                    <a:pt x="1315212" y="1874520"/>
                  </a:lnTo>
                  <a:lnTo>
                    <a:pt x="1315212" y="1825752"/>
                  </a:lnTo>
                  <a:close/>
                </a:path>
                <a:path w="2184400" h="4994275">
                  <a:moveTo>
                    <a:pt x="1315212" y="1741932"/>
                  </a:moveTo>
                  <a:lnTo>
                    <a:pt x="1312164" y="1738884"/>
                  </a:lnTo>
                  <a:lnTo>
                    <a:pt x="1304544" y="1738884"/>
                  </a:lnTo>
                  <a:lnTo>
                    <a:pt x="1301496" y="1741932"/>
                  </a:lnTo>
                  <a:lnTo>
                    <a:pt x="1301496" y="1790700"/>
                  </a:lnTo>
                  <a:lnTo>
                    <a:pt x="1304544" y="1793748"/>
                  </a:lnTo>
                  <a:lnTo>
                    <a:pt x="1312164" y="1793748"/>
                  </a:lnTo>
                  <a:lnTo>
                    <a:pt x="1315212" y="1790700"/>
                  </a:lnTo>
                  <a:lnTo>
                    <a:pt x="1315212" y="1741932"/>
                  </a:lnTo>
                  <a:close/>
                </a:path>
                <a:path w="2184400" h="4994275">
                  <a:moveTo>
                    <a:pt x="1315212" y="1659636"/>
                  </a:moveTo>
                  <a:lnTo>
                    <a:pt x="1312164" y="1656588"/>
                  </a:lnTo>
                  <a:lnTo>
                    <a:pt x="1304544" y="1656588"/>
                  </a:lnTo>
                  <a:lnTo>
                    <a:pt x="1301496" y="1659636"/>
                  </a:lnTo>
                  <a:lnTo>
                    <a:pt x="1301496" y="1708404"/>
                  </a:lnTo>
                  <a:lnTo>
                    <a:pt x="1304544" y="1711452"/>
                  </a:lnTo>
                  <a:lnTo>
                    <a:pt x="1312164" y="1711452"/>
                  </a:lnTo>
                  <a:lnTo>
                    <a:pt x="1315212" y="1708404"/>
                  </a:lnTo>
                  <a:lnTo>
                    <a:pt x="1315212" y="1659636"/>
                  </a:lnTo>
                  <a:close/>
                </a:path>
                <a:path w="2184400" h="4994275">
                  <a:moveTo>
                    <a:pt x="1315212" y="1577340"/>
                  </a:moveTo>
                  <a:lnTo>
                    <a:pt x="1312164" y="1574292"/>
                  </a:lnTo>
                  <a:lnTo>
                    <a:pt x="1304544" y="1574292"/>
                  </a:lnTo>
                  <a:lnTo>
                    <a:pt x="1301496" y="1577340"/>
                  </a:lnTo>
                  <a:lnTo>
                    <a:pt x="1301496" y="1626108"/>
                  </a:lnTo>
                  <a:lnTo>
                    <a:pt x="1304544" y="1629156"/>
                  </a:lnTo>
                  <a:lnTo>
                    <a:pt x="1312164" y="1629156"/>
                  </a:lnTo>
                  <a:lnTo>
                    <a:pt x="1315212" y="1626108"/>
                  </a:lnTo>
                  <a:lnTo>
                    <a:pt x="1315212" y="1577340"/>
                  </a:lnTo>
                  <a:close/>
                </a:path>
                <a:path w="2184400" h="4994275">
                  <a:moveTo>
                    <a:pt x="1315212" y="1493520"/>
                  </a:moveTo>
                  <a:lnTo>
                    <a:pt x="1312164" y="1490472"/>
                  </a:lnTo>
                  <a:lnTo>
                    <a:pt x="1304544" y="1490472"/>
                  </a:lnTo>
                  <a:lnTo>
                    <a:pt x="1301496" y="1493520"/>
                  </a:lnTo>
                  <a:lnTo>
                    <a:pt x="1301496" y="1542288"/>
                  </a:lnTo>
                  <a:lnTo>
                    <a:pt x="1304544" y="1545336"/>
                  </a:lnTo>
                  <a:lnTo>
                    <a:pt x="1312164" y="1545336"/>
                  </a:lnTo>
                  <a:lnTo>
                    <a:pt x="1315212" y="1542288"/>
                  </a:lnTo>
                  <a:lnTo>
                    <a:pt x="1315212" y="1493520"/>
                  </a:lnTo>
                  <a:close/>
                </a:path>
                <a:path w="2184400" h="4994275">
                  <a:moveTo>
                    <a:pt x="1315212" y="1411224"/>
                  </a:moveTo>
                  <a:lnTo>
                    <a:pt x="1312164" y="1408176"/>
                  </a:lnTo>
                  <a:lnTo>
                    <a:pt x="1304544" y="1408176"/>
                  </a:lnTo>
                  <a:lnTo>
                    <a:pt x="1301496" y="1411224"/>
                  </a:lnTo>
                  <a:lnTo>
                    <a:pt x="1301496" y="1459992"/>
                  </a:lnTo>
                  <a:lnTo>
                    <a:pt x="1304544" y="1463040"/>
                  </a:lnTo>
                  <a:lnTo>
                    <a:pt x="1312164" y="1463040"/>
                  </a:lnTo>
                  <a:lnTo>
                    <a:pt x="1315212" y="1459992"/>
                  </a:lnTo>
                  <a:lnTo>
                    <a:pt x="1315212" y="1411224"/>
                  </a:lnTo>
                  <a:close/>
                </a:path>
                <a:path w="2184400" h="4994275">
                  <a:moveTo>
                    <a:pt x="1315212" y="1328928"/>
                  </a:moveTo>
                  <a:lnTo>
                    <a:pt x="1312164" y="1325880"/>
                  </a:lnTo>
                  <a:lnTo>
                    <a:pt x="1304544" y="1325880"/>
                  </a:lnTo>
                  <a:lnTo>
                    <a:pt x="1301496" y="1328928"/>
                  </a:lnTo>
                  <a:lnTo>
                    <a:pt x="1301496" y="1377696"/>
                  </a:lnTo>
                  <a:lnTo>
                    <a:pt x="1304544" y="1380744"/>
                  </a:lnTo>
                  <a:lnTo>
                    <a:pt x="1312164" y="1380744"/>
                  </a:lnTo>
                  <a:lnTo>
                    <a:pt x="1315212" y="1377696"/>
                  </a:lnTo>
                  <a:lnTo>
                    <a:pt x="1315212" y="1328928"/>
                  </a:lnTo>
                  <a:close/>
                </a:path>
                <a:path w="2184400" h="4994275">
                  <a:moveTo>
                    <a:pt x="1315212" y="1245108"/>
                  </a:moveTo>
                  <a:lnTo>
                    <a:pt x="1312164" y="1242060"/>
                  </a:lnTo>
                  <a:lnTo>
                    <a:pt x="1304544" y="1242060"/>
                  </a:lnTo>
                  <a:lnTo>
                    <a:pt x="1301496" y="1245108"/>
                  </a:lnTo>
                  <a:lnTo>
                    <a:pt x="1301496" y="1293876"/>
                  </a:lnTo>
                  <a:lnTo>
                    <a:pt x="1304544" y="1298448"/>
                  </a:lnTo>
                  <a:lnTo>
                    <a:pt x="1312164" y="1298448"/>
                  </a:lnTo>
                  <a:lnTo>
                    <a:pt x="1315212" y="1293876"/>
                  </a:lnTo>
                  <a:lnTo>
                    <a:pt x="1315212" y="1245108"/>
                  </a:lnTo>
                  <a:close/>
                </a:path>
                <a:path w="2184400" h="4994275">
                  <a:moveTo>
                    <a:pt x="1315212" y="1162812"/>
                  </a:moveTo>
                  <a:lnTo>
                    <a:pt x="1312164" y="1159764"/>
                  </a:lnTo>
                  <a:lnTo>
                    <a:pt x="1304544" y="1159764"/>
                  </a:lnTo>
                  <a:lnTo>
                    <a:pt x="1301496" y="1162812"/>
                  </a:lnTo>
                  <a:lnTo>
                    <a:pt x="1301496" y="1211580"/>
                  </a:lnTo>
                  <a:lnTo>
                    <a:pt x="1304544" y="1214628"/>
                  </a:lnTo>
                  <a:lnTo>
                    <a:pt x="1312164" y="1214628"/>
                  </a:lnTo>
                  <a:lnTo>
                    <a:pt x="1315212" y="1211580"/>
                  </a:lnTo>
                  <a:lnTo>
                    <a:pt x="1315212" y="1162812"/>
                  </a:lnTo>
                  <a:close/>
                </a:path>
                <a:path w="2184400" h="4994275">
                  <a:moveTo>
                    <a:pt x="1315212" y="1080516"/>
                  </a:moveTo>
                  <a:lnTo>
                    <a:pt x="1312164" y="1077468"/>
                  </a:lnTo>
                  <a:lnTo>
                    <a:pt x="1304544" y="1077468"/>
                  </a:lnTo>
                  <a:lnTo>
                    <a:pt x="1301496" y="1080516"/>
                  </a:lnTo>
                  <a:lnTo>
                    <a:pt x="1301496" y="1129284"/>
                  </a:lnTo>
                  <a:lnTo>
                    <a:pt x="1304544" y="1132332"/>
                  </a:lnTo>
                  <a:lnTo>
                    <a:pt x="1312164" y="1132332"/>
                  </a:lnTo>
                  <a:lnTo>
                    <a:pt x="1315212" y="1129284"/>
                  </a:lnTo>
                  <a:lnTo>
                    <a:pt x="1315212" y="1080516"/>
                  </a:lnTo>
                  <a:close/>
                </a:path>
                <a:path w="2184400" h="4994275">
                  <a:moveTo>
                    <a:pt x="1315212" y="996696"/>
                  </a:moveTo>
                  <a:lnTo>
                    <a:pt x="1312164" y="993648"/>
                  </a:lnTo>
                  <a:lnTo>
                    <a:pt x="1304544" y="993648"/>
                  </a:lnTo>
                  <a:lnTo>
                    <a:pt x="1301496" y="996696"/>
                  </a:lnTo>
                  <a:lnTo>
                    <a:pt x="1301496" y="1045464"/>
                  </a:lnTo>
                  <a:lnTo>
                    <a:pt x="1304544" y="1050036"/>
                  </a:lnTo>
                  <a:lnTo>
                    <a:pt x="1312164" y="1050036"/>
                  </a:lnTo>
                  <a:lnTo>
                    <a:pt x="1315212" y="1045464"/>
                  </a:lnTo>
                  <a:lnTo>
                    <a:pt x="1315212" y="996696"/>
                  </a:lnTo>
                  <a:close/>
                </a:path>
                <a:path w="2184400" h="4994275">
                  <a:moveTo>
                    <a:pt x="1315212" y="914400"/>
                  </a:moveTo>
                  <a:lnTo>
                    <a:pt x="1312164" y="911352"/>
                  </a:lnTo>
                  <a:lnTo>
                    <a:pt x="1304544" y="911352"/>
                  </a:lnTo>
                  <a:lnTo>
                    <a:pt x="1301496" y="914400"/>
                  </a:lnTo>
                  <a:lnTo>
                    <a:pt x="1301496" y="963168"/>
                  </a:lnTo>
                  <a:lnTo>
                    <a:pt x="1304544" y="966216"/>
                  </a:lnTo>
                  <a:lnTo>
                    <a:pt x="1312164" y="966216"/>
                  </a:lnTo>
                  <a:lnTo>
                    <a:pt x="1315212" y="963168"/>
                  </a:lnTo>
                  <a:lnTo>
                    <a:pt x="1315212" y="914400"/>
                  </a:lnTo>
                  <a:close/>
                </a:path>
                <a:path w="2184400" h="4994275">
                  <a:moveTo>
                    <a:pt x="1315212" y="832104"/>
                  </a:moveTo>
                  <a:lnTo>
                    <a:pt x="1312164" y="829056"/>
                  </a:lnTo>
                  <a:lnTo>
                    <a:pt x="1304544" y="829056"/>
                  </a:lnTo>
                  <a:lnTo>
                    <a:pt x="1301496" y="832104"/>
                  </a:lnTo>
                  <a:lnTo>
                    <a:pt x="1301496" y="880872"/>
                  </a:lnTo>
                  <a:lnTo>
                    <a:pt x="1304544" y="883920"/>
                  </a:lnTo>
                  <a:lnTo>
                    <a:pt x="1312164" y="883920"/>
                  </a:lnTo>
                  <a:lnTo>
                    <a:pt x="1315212" y="880872"/>
                  </a:lnTo>
                  <a:lnTo>
                    <a:pt x="1315212" y="832104"/>
                  </a:lnTo>
                  <a:close/>
                </a:path>
                <a:path w="2184400" h="4994275">
                  <a:moveTo>
                    <a:pt x="1315212" y="748284"/>
                  </a:moveTo>
                  <a:lnTo>
                    <a:pt x="1312164" y="745236"/>
                  </a:lnTo>
                  <a:lnTo>
                    <a:pt x="1304544" y="745236"/>
                  </a:lnTo>
                  <a:lnTo>
                    <a:pt x="1301496" y="748284"/>
                  </a:lnTo>
                  <a:lnTo>
                    <a:pt x="1301496" y="798576"/>
                  </a:lnTo>
                  <a:lnTo>
                    <a:pt x="1304544" y="801624"/>
                  </a:lnTo>
                  <a:lnTo>
                    <a:pt x="1312164" y="801624"/>
                  </a:lnTo>
                  <a:lnTo>
                    <a:pt x="1315212" y="798576"/>
                  </a:lnTo>
                  <a:lnTo>
                    <a:pt x="1315212" y="748284"/>
                  </a:lnTo>
                  <a:close/>
                </a:path>
                <a:path w="2184400" h="4994275">
                  <a:moveTo>
                    <a:pt x="1315212" y="665988"/>
                  </a:moveTo>
                  <a:lnTo>
                    <a:pt x="1312164" y="662940"/>
                  </a:lnTo>
                  <a:lnTo>
                    <a:pt x="1304544" y="662940"/>
                  </a:lnTo>
                  <a:lnTo>
                    <a:pt x="1301496" y="665988"/>
                  </a:lnTo>
                  <a:lnTo>
                    <a:pt x="1301496" y="714756"/>
                  </a:lnTo>
                  <a:lnTo>
                    <a:pt x="1304544" y="717804"/>
                  </a:lnTo>
                  <a:lnTo>
                    <a:pt x="1312164" y="717804"/>
                  </a:lnTo>
                  <a:lnTo>
                    <a:pt x="1315212" y="714756"/>
                  </a:lnTo>
                  <a:lnTo>
                    <a:pt x="1315212" y="665988"/>
                  </a:lnTo>
                  <a:close/>
                </a:path>
                <a:path w="2184400" h="4994275">
                  <a:moveTo>
                    <a:pt x="1315212" y="583692"/>
                  </a:moveTo>
                  <a:lnTo>
                    <a:pt x="1312164" y="580644"/>
                  </a:lnTo>
                  <a:lnTo>
                    <a:pt x="1304544" y="580644"/>
                  </a:lnTo>
                  <a:lnTo>
                    <a:pt x="1301496" y="583692"/>
                  </a:lnTo>
                  <a:lnTo>
                    <a:pt x="1301496" y="632460"/>
                  </a:lnTo>
                  <a:lnTo>
                    <a:pt x="1304544" y="635508"/>
                  </a:lnTo>
                  <a:lnTo>
                    <a:pt x="1312164" y="635508"/>
                  </a:lnTo>
                  <a:lnTo>
                    <a:pt x="1315212" y="632460"/>
                  </a:lnTo>
                  <a:lnTo>
                    <a:pt x="1315212" y="583692"/>
                  </a:lnTo>
                  <a:close/>
                </a:path>
                <a:path w="2184400" h="4994275">
                  <a:moveTo>
                    <a:pt x="1315212" y="499872"/>
                  </a:moveTo>
                  <a:lnTo>
                    <a:pt x="1312164" y="496824"/>
                  </a:lnTo>
                  <a:lnTo>
                    <a:pt x="1304544" y="496824"/>
                  </a:lnTo>
                  <a:lnTo>
                    <a:pt x="1301496" y="499872"/>
                  </a:lnTo>
                  <a:lnTo>
                    <a:pt x="1301496" y="550164"/>
                  </a:lnTo>
                  <a:lnTo>
                    <a:pt x="1304544" y="553212"/>
                  </a:lnTo>
                  <a:lnTo>
                    <a:pt x="1312164" y="553212"/>
                  </a:lnTo>
                  <a:lnTo>
                    <a:pt x="1315212" y="550164"/>
                  </a:lnTo>
                  <a:lnTo>
                    <a:pt x="1315212" y="499872"/>
                  </a:lnTo>
                  <a:close/>
                </a:path>
                <a:path w="2184400" h="4994275">
                  <a:moveTo>
                    <a:pt x="1315212" y="417576"/>
                  </a:moveTo>
                  <a:lnTo>
                    <a:pt x="1312164" y="414528"/>
                  </a:lnTo>
                  <a:lnTo>
                    <a:pt x="1304544" y="414528"/>
                  </a:lnTo>
                  <a:lnTo>
                    <a:pt x="1301496" y="417576"/>
                  </a:lnTo>
                  <a:lnTo>
                    <a:pt x="1301496" y="466344"/>
                  </a:lnTo>
                  <a:lnTo>
                    <a:pt x="1304544" y="469392"/>
                  </a:lnTo>
                  <a:lnTo>
                    <a:pt x="1312164" y="469392"/>
                  </a:lnTo>
                  <a:lnTo>
                    <a:pt x="1315212" y="466344"/>
                  </a:lnTo>
                  <a:lnTo>
                    <a:pt x="1315212" y="417576"/>
                  </a:lnTo>
                  <a:close/>
                </a:path>
                <a:path w="2184400" h="4994275">
                  <a:moveTo>
                    <a:pt x="1315212" y="335280"/>
                  </a:moveTo>
                  <a:lnTo>
                    <a:pt x="1312164" y="332232"/>
                  </a:lnTo>
                  <a:lnTo>
                    <a:pt x="1304544" y="332232"/>
                  </a:lnTo>
                  <a:lnTo>
                    <a:pt x="1301496" y="335280"/>
                  </a:lnTo>
                  <a:lnTo>
                    <a:pt x="1301496" y="384048"/>
                  </a:lnTo>
                  <a:lnTo>
                    <a:pt x="1304544" y="387096"/>
                  </a:lnTo>
                  <a:lnTo>
                    <a:pt x="1312164" y="387096"/>
                  </a:lnTo>
                  <a:lnTo>
                    <a:pt x="1315212" y="384048"/>
                  </a:lnTo>
                  <a:lnTo>
                    <a:pt x="1315212" y="335280"/>
                  </a:lnTo>
                  <a:close/>
                </a:path>
                <a:path w="2184400" h="4994275">
                  <a:moveTo>
                    <a:pt x="1315212" y="251460"/>
                  </a:moveTo>
                  <a:lnTo>
                    <a:pt x="1312164" y="248412"/>
                  </a:lnTo>
                  <a:lnTo>
                    <a:pt x="1304544" y="248412"/>
                  </a:lnTo>
                  <a:lnTo>
                    <a:pt x="1301496" y="251460"/>
                  </a:lnTo>
                  <a:lnTo>
                    <a:pt x="1301496" y="301752"/>
                  </a:lnTo>
                  <a:lnTo>
                    <a:pt x="1304544" y="304800"/>
                  </a:lnTo>
                  <a:lnTo>
                    <a:pt x="1312164" y="304800"/>
                  </a:lnTo>
                  <a:lnTo>
                    <a:pt x="1315212" y="301752"/>
                  </a:lnTo>
                  <a:lnTo>
                    <a:pt x="1315212" y="251460"/>
                  </a:lnTo>
                  <a:close/>
                </a:path>
                <a:path w="2184400" h="4994275">
                  <a:moveTo>
                    <a:pt x="1315212" y="169164"/>
                  </a:moveTo>
                  <a:lnTo>
                    <a:pt x="1312164" y="166116"/>
                  </a:lnTo>
                  <a:lnTo>
                    <a:pt x="1304544" y="166116"/>
                  </a:lnTo>
                  <a:lnTo>
                    <a:pt x="1301496" y="169164"/>
                  </a:lnTo>
                  <a:lnTo>
                    <a:pt x="1301496" y="217932"/>
                  </a:lnTo>
                  <a:lnTo>
                    <a:pt x="1304544" y="220980"/>
                  </a:lnTo>
                  <a:lnTo>
                    <a:pt x="1312164" y="220980"/>
                  </a:lnTo>
                  <a:lnTo>
                    <a:pt x="1315212" y="217932"/>
                  </a:lnTo>
                  <a:lnTo>
                    <a:pt x="1315212" y="169164"/>
                  </a:lnTo>
                  <a:close/>
                </a:path>
                <a:path w="2184400" h="4994275">
                  <a:moveTo>
                    <a:pt x="1315212" y="86868"/>
                  </a:moveTo>
                  <a:lnTo>
                    <a:pt x="1312164" y="83820"/>
                  </a:lnTo>
                  <a:lnTo>
                    <a:pt x="1304544" y="83820"/>
                  </a:lnTo>
                  <a:lnTo>
                    <a:pt x="1301496" y="86868"/>
                  </a:lnTo>
                  <a:lnTo>
                    <a:pt x="1301496" y="135636"/>
                  </a:lnTo>
                  <a:lnTo>
                    <a:pt x="1304544" y="138684"/>
                  </a:lnTo>
                  <a:lnTo>
                    <a:pt x="1312164" y="138684"/>
                  </a:lnTo>
                  <a:lnTo>
                    <a:pt x="1315212" y="135636"/>
                  </a:lnTo>
                  <a:lnTo>
                    <a:pt x="1315212" y="86868"/>
                  </a:lnTo>
                  <a:close/>
                </a:path>
                <a:path w="2184400" h="4994275">
                  <a:moveTo>
                    <a:pt x="1315212" y="3048"/>
                  </a:moveTo>
                  <a:lnTo>
                    <a:pt x="1312164" y="0"/>
                  </a:lnTo>
                  <a:lnTo>
                    <a:pt x="1304544" y="0"/>
                  </a:lnTo>
                  <a:lnTo>
                    <a:pt x="1301496" y="3048"/>
                  </a:lnTo>
                  <a:lnTo>
                    <a:pt x="1301496" y="53340"/>
                  </a:lnTo>
                  <a:lnTo>
                    <a:pt x="1304544" y="56388"/>
                  </a:lnTo>
                  <a:lnTo>
                    <a:pt x="1312164" y="56388"/>
                  </a:lnTo>
                  <a:lnTo>
                    <a:pt x="1315212" y="53340"/>
                  </a:lnTo>
                  <a:lnTo>
                    <a:pt x="1315212" y="3048"/>
                  </a:lnTo>
                  <a:close/>
                </a:path>
                <a:path w="2184400" h="4994275">
                  <a:moveTo>
                    <a:pt x="1533144" y="4940808"/>
                  </a:moveTo>
                  <a:lnTo>
                    <a:pt x="1530096" y="4937760"/>
                  </a:lnTo>
                  <a:lnTo>
                    <a:pt x="1522476" y="4937760"/>
                  </a:lnTo>
                  <a:lnTo>
                    <a:pt x="1519428" y="4940808"/>
                  </a:lnTo>
                  <a:lnTo>
                    <a:pt x="1519428" y="4989576"/>
                  </a:lnTo>
                  <a:lnTo>
                    <a:pt x="1522476" y="4994148"/>
                  </a:lnTo>
                  <a:lnTo>
                    <a:pt x="1530096" y="4994148"/>
                  </a:lnTo>
                  <a:lnTo>
                    <a:pt x="1533144" y="4989576"/>
                  </a:lnTo>
                  <a:lnTo>
                    <a:pt x="1533144" y="4940808"/>
                  </a:lnTo>
                  <a:close/>
                </a:path>
                <a:path w="2184400" h="4994275">
                  <a:moveTo>
                    <a:pt x="1533144" y="4858512"/>
                  </a:moveTo>
                  <a:lnTo>
                    <a:pt x="1530096" y="4855464"/>
                  </a:lnTo>
                  <a:lnTo>
                    <a:pt x="1522476" y="4855464"/>
                  </a:lnTo>
                  <a:lnTo>
                    <a:pt x="1519428" y="4858512"/>
                  </a:lnTo>
                  <a:lnTo>
                    <a:pt x="1519428" y="4907280"/>
                  </a:lnTo>
                  <a:lnTo>
                    <a:pt x="1522476" y="4910328"/>
                  </a:lnTo>
                  <a:lnTo>
                    <a:pt x="1530096" y="4910328"/>
                  </a:lnTo>
                  <a:lnTo>
                    <a:pt x="1533144" y="4907280"/>
                  </a:lnTo>
                  <a:lnTo>
                    <a:pt x="1533144" y="4858512"/>
                  </a:lnTo>
                  <a:close/>
                </a:path>
                <a:path w="2184400" h="4994275">
                  <a:moveTo>
                    <a:pt x="1533144" y="4776216"/>
                  </a:moveTo>
                  <a:lnTo>
                    <a:pt x="1530096" y="4773168"/>
                  </a:lnTo>
                  <a:lnTo>
                    <a:pt x="1522476" y="4773168"/>
                  </a:lnTo>
                  <a:lnTo>
                    <a:pt x="1519428" y="4776216"/>
                  </a:lnTo>
                  <a:lnTo>
                    <a:pt x="1519428" y="4824984"/>
                  </a:lnTo>
                  <a:lnTo>
                    <a:pt x="1522476" y="4828032"/>
                  </a:lnTo>
                  <a:lnTo>
                    <a:pt x="1530096" y="4828032"/>
                  </a:lnTo>
                  <a:lnTo>
                    <a:pt x="1533144" y="4824984"/>
                  </a:lnTo>
                  <a:lnTo>
                    <a:pt x="1533144" y="4776216"/>
                  </a:lnTo>
                  <a:close/>
                </a:path>
                <a:path w="2184400" h="4994275">
                  <a:moveTo>
                    <a:pt x="1533144" y="4692396"/>
                  </a:moveTo>
                  <a:lnTo>
                    <a:pt x="1530096" y="4689348"/>
                  </a:lnTo>
                  <a:lnTo>
                    <a:pt x="1522476" y="4689348"/>
                  </a:lnTo>
                  <a:lnTo>
                    <a:pt x="1519428" y="4692396"/>
                  </a:lnTo>
                  <a:lnTo>
                    <a:pt x="1519428" y="4742688"/>
                  </a:lnTo>
                  <a:lnTo>
                    <a:pt x="1522476" y="4745736"/>
                  </a:lnTo>
                  <a:lnTo>
                    <a:pt x="1530096" y="4745736"/>
                  </a:lnTo>
                  <a:lnTo>
                    <a:pt x="1533144" y="4742688"/>
                  </a:lnTo>
                  <a:lnTo>
                    <a:pt x="1533144" y="4692396"/>
                  </a:lnTo>
                  <a:close/>
                </a:path>
                <a:path w="2184400" h="4994275">
                  <a:moveTo>
                    <a:pt x="1533144" y="4610100"/>
                  </a:moveTo>
                  <a:lnTo>
                    <a:pt x="1530096" y="4607052"/>
                  </a:lnTo>
                  <a:lnTo>
                    <a:pt x="1522476" y="4607052"/>
                  </a:lnTo>
                  <a:lnTo>
                    <a:pt x="1519428" y="4610100"/>
                  </a:lnTo>
                  <a:lnTo>
                    <a:pt x="1519428" y="4658868"/>
                  </a:lnTo>
                  <a:lnTo>
                    <a:pt x="1522476" y="4661916"/>
                  </a:lnTo>
                  <a:lnTo>
                    <a:pt x="1530096" y="4661916"/>
                  </a:lnTo>
                  <a:lnTo>
                    <a:pt x="1533144" y="4658868"/>
                  </a:lnTo>
                  <a:lnTo>
                    <a:pt x="1533144" y="4610100"/>
                  </a:lnTo>
                  <a:close/>
                </a:path>
                <a:path w="2184400" h="4994275">
                  <a:moveTo>
                    <a:pt x="1533144" y="4527804"/>
                  </a:moveTo>
                  <a:lnTo>
                    <a:pt x="1530096" y="4524756"/>
                  </a:lnTo>
                  <a:lnTo>
                    <a:pt x="1522476" y="4524756"/>
                  </a:lnTo>
                  <a:lnTo>
                    <a:pt x="1519428" y="4527804"/>
                  </a:lnTo>
                  <a:lnTo>
                    <a:pt x="1519428" y="4576572"/>
                  </a:lnTo>
                  <a:lnTo>
                    <a:pt x="1522476" y="4579620"/>
                  </a:lnTo>
                  <a:lnTo>
                    <a:pt x="1530096" y="4579620"/>
                  </a:lnTo>
                  <a:lnTo>
                    <a:pt x="1533144" y="4576572"/>
                  </a:lnTo>
                  <a:lnTo>
                    <a:pt x="1533144" y="4527804"/>
                  </a:lnTo>
                  <a:close/>
                </a:path>
                <a:path w="2184400" h="4994275">
                  <a:moveTo>
                    <a:pt x="1533144" y="4443984"/>
                  </a:moveTo>
                  <a:lnTo>
                    <a:pt x="1530096" y="4440936"/>
                  </a:lnTo>
                  <a:lnTo>
                    <a:pt x="1522476" y="4440936"/>
                  </a:lnTo>
                  <a:lnTo>
                    <a:pt x="1519428" y="4443984"/>
                  </a:lnTo>
                  <a:lnTo>
                    <a:pt x="1519428" y="4494276"/>
                  </a:lnTo>
                  <a:lnTo>
                    <a:pt x="1522476" y="4497324"/>
                  </a:lnTo>
                  <a:lnTo>
                    <a:pt x="1530096" y="4497324"/>
                  </a:lnTo>
                  <a:lnTo>
                    <a:pt x="1533144" y="4494276"/>
                  </a:lnTo>
                  <a:lnTo>
                    <a:pt x="1533144" y="4443984"/>
                  </a:lnTo>
                  <a:close/>
                </a:path>
                <a:path w="2184400" h="4994275">
                  <a:moveTo>
                    <a:pt x="1533144" y="4361688"/>
                  </a:moveTo>
                  <a:lnTo>
                    <a:pt x="1530096" y="4358640"/>
                  </a:lnTo>
                  <a:lnTo>
                    <a:pt x="1522476" y="4358640"/>
                  </a:lnTo>
                  <a:lnTo>
                    <a:pt x="1519428" y="4361688"/>
                  </a:lnTo>
                  <a:lnTo>
                    <a:pt x="1519428" y="4410456"/>
                  </a:lnTo>
                  <a:lnTo>
                    <a:pt x="1522476" y="4413504"/>
                  </a:lnTo>
                  <a:lnTo>
                    <a:pt x="1530096" y="4413504"/>
                  </a:lnTo>
                  <a:lnTo>
                    <a:pt x="1533144" y="4410456"/>
                  </a:lnTo>
                  <a:lnTo>
                    <a:pt x="1533144" y="4361688"/>
                  </a:lnTo>
                  <a:close/>
                </a:path>
                <a:path w="2184400" h="4994275">
                  <a:moveTo>
                    <a:pt x="1533144" y="4279392"/>
                  </a:moveTo>
                  <a:lnTo>
                    <a:pt x="1530096" y="4276344"/>
                  </a:lnTo>
                  <a:lnTo>
                    <a:pt x="1522476" y="4276344"/>
                  </a:lnTo>
                  <a:lnTo>
                    <a:pt x="1519428" y="4279392"/>
                  </a:lnTo>
                  <a:lnTo>
                    <a:pt x="1519428" y="4328160"/>
                  </a:lnTo>
                  <a:lnTo>
                    <a:pt x="1522476" y="4331208"/>
                  </a:lnTo>
                  <a:lnTo>
                    <a:pt x="1530096" y="4331208"/>
                  </a:lnTo>
                  <a:lnTo>
                    <a:pt x="1533144" y="4328160"/>
                  </a:lnTo>
                  <a:lnTo>
                    <a:pt x="1533144" y="4279392"/>
                  </a:lnTo>
                  <a:close/>
                </a:path>
                <a:path w="2184400" h="4994275">
                  <a:moveTo>
                    <a:pt x="1533144" y="4195572"/>
                  </a:moveTo>
                  <a:lnTo>
                    <a:pt x="1530096" y="4192524"/>
                  </a:lnTo>
                  <a:lnTo>
                    <a:pt x="1522476" y="4192524"/>
                  </a:lnTo>
                  <a:lnTo>
                    <a:pt x="1519428" y="4195572"/>
                  </a:lnTo>
                  <a:lnTo>
                    <a:pt x="1519428" y="4245864"/>
                  </a:lnTo>
                  <a:lnTo>
                    <a:pt x="1522476" y="4248912"/>
                  </a:lnTo>
                  <a:lnTo>
                    <a:pt x="1530096" y="4248912"/>
                  </a:lnTo>
                  <a:lnTo>
                    <a:pt x="1533144" y="4245864"/>
                  </a:lnTo>
                  <a:lnTo>
                    <a:pt x="1533144" y="4195572"/>
                  </a:lnTo>
                  <a:close/>
                </a:path>
                <a:path w="2184400" h="4994275">
                  <a:moveTo>
                    <a:pt x="1533144" y="4113276"/>
                  </a:moveTo>
                  <a:lnTo>
                    <a:pt x="1530096" y="4110228"/>
                  </a:lnTo>
                  <a:lnTo>
                    <a:pt x="1522476" y="4110228"/>
                  </a:lnTo>
                  <a:lnTo>
                    <a:pt x="1519428" y="4113276"/>
                  </a:lnTo>
                  <a:lnTo>
                    <a:pt x="1519428" y="4162044"/>
                  </a:lnTo>
                  <a:lnTo>
                    <a:pt x="1522476" y="4165092"/>
                  </a:lnTo>
                  <a:lnTo>
                    <a:pt x="1530096" y="4165092"/>
                  </a:lnTo>
                  <a:lnTo>
                    <a:pt x="1533144" y="4162044"/>
                  </a:lnTo>
                  <a:lnTo>
                    <a:pt x="1533144" y="4113276"/>
                  </a:lnTo>
                  <a:close/>
                </a:path>
                <a:path w="2184400" h="4994275">
                  <a:moveTo>
                    <a:pt x="1533144" y="4030980"/>
                  </a:moveTo>
                  <a:lnTo>
                    <a:pt x="1530096" y="4027932"/>
                  </a:lnTo>
                  <a:lnTo>
                    <a:pt x="1522476" y="4027932"/>
                  </a:lnTo>
                  <a:lnTo>
                    <a:pt x="1519428" y="4030980"/>
                  </a:lnTo>
                  <a:lnTo>
                    <a:pt x="1519428" y="4079748"/>
                  </a:lnTo>
                  <a:lnTo>
                    <a:pt x="1522476" y="4082796"/>
                  </a:lnTo>
                  <a:lnTo>
                    <a:pt x="1530096" y="4082796"/>
                  </a:lnTo>
                  <a:lnTo>
                    <a:pt x="1533144" y="4079748"/>
                  </a:lnTo>
                  <a:lnTo>
                    <a:pt x="1533144" y="4030980"/>
                  </a:lnTo>
                  <a:close/>
                </a:path>
                <a:path w="2184400" h="4994275">
                  <a:moveTo>
                    <a:pt x="1533144" y="3947160"/>
                  </a:moveTo>
                  <a:lnTo>
                    <a:pt x="1530096" y="3944112"/>
                  </a:lnTo>
                  <a:lnTo>
                    <a:pt x="1522476" y="3944112"/>
                  </a:lnTo>
                  <a:lnTo>
                    <a:pt x="1519428" y="3947160"/>
                  </a:lnTo>
                  <a:lnTo>
                    <a:pt x="1519428" y="3997452"/>
                  </a:lnTo>
                  <a:lnTo>
                    <a:pt x="1522476" y="4000500"/>
                  </a:lnTo>
                  <a:lnTo>
                    <a:pt x="1530096" y="4000500"/>
                  </a:lnTo>
                  <a:lnTo>
                    <a:pt x="1533144" y="3997452"/>
                  </a:lnTo>
                  <a:lnTo>
                    <a:pt x="1533144" y="3947160"/>
                  </a:lnTo>
                  <a:close/>
                </a:path>
                <a:path w="2184400" h="4994275">
                  <a:moveTo>
                    <a:pt x="1533144" y="3864864"/>
                  </a:moveTo>
                  <a:lnTo>
                    <a:pt x="1530096" y="3861816"/>
                  </a:lnTo>
                  <a:lnTo>
                    <a:pt x="1522476" y="3861816"/>
                  </a:lnTo>
                  <a:lnTo>
                    <a:pt x="1519428" y="3864864"/>
                  </a:lnTo>
                  <a:lnTo>
                    <a:pt x="1519428" y="3913632"/>
                  </a:lnTo>
                  <a:lnTo>
                    <a:pt x="1522476" y="3916680"/>
                  </a:lnTo>
                  <a:lnTo>
                    <a:pt x="1530096" y="3916680"/>
                  </a:lnTo>
                  <a:lnTo>
                    <a:pt x="1533144" y="3913632"/>
                  </a:lnTo>
                  <a:lnTo>
                    <a:pt x="1533144" y="3864864"/>
                  </a:lnTo>
                  <a:close/>
                </a:path>
                <a:path w="2184400" h="4994275">
                  <a:moveTo>
                    <a:pt x="1533144" y="3782568"/>
                  </a:moveTo>
                  <a:lnTo>
                    <a:pt x="1530096" y="3779520"/>
                  </a:lnTo>
                  <a:lnTo>
                    <a:pt x="1522476" y="3779520"/>
                  </a:lnTo>
                  <a:lnTo>
                    <a:pt x="1519428" y="3782568"/>
                  </a:lnTo>
                  <a:lnTo>
                    <a:pt x="1519428" y="3831336"/>
                  </a:lnTo>
                  <a:lnTo>
                    <a:pt x="1522476" y="3834384"/>
                  </a:lnTo>
                  <a:lnTo>
                    <a:pt x="1530096" y="3834384"/>
                  </a:lnTo>
                  <a:lnTo>
                    <a:pt x="1533144" y="3831336"/>
                  </a:lnTo>
                  <a:lnTo>
                    <a:pt x="1533144" y="3782568"/>
                  </a:lnTo>
                  <a:close/>
                </a:path>
                <a:path w="2184400" h="4994275">
                  <a:moveTo>
                    <a:pt x="1533144" y="3698748"/>
                  </a:moveTo>
                  <a:lnTo>
                    <a:pt x="1530096" y="3695700"/>
                  </a:lnTo>
                  <a:lnTo>
                    <a:pt x="1522476" y="3695700"/>
                  </a:lnTo>
                  <a:lnTo>
                    <a:pt x="1519428" y="3698748"/>
                  </a:lnTo>
                  <a:lnTo>
                    <a:pt x="1519428" y="3749040"/>
                  </a:lnTo>
                  <a:lnTo>
                    <a:pt x="1522476" y="3752088"/>
                  </a:lnTo>
                  <a:lnTo>
                    <a:pt x="1530096" y="3752088"/>
                  </a:lnTo>
                  <a:lnTo>
                    <a:pt x="1533144" y="3749040"/>
                  </a:lnTo>
                  <a:lnTo>
                    <a:pt x="1533144" y="3698748"/>
                  </a:lnTo>
                  <a:close/>
                </a:path>
                <a:path w="2184400" h="4994275">
                  <a:moveTo>
                    <a:pt x="1533144" y="3616452"/>
                  </a:moveTo>
                  <a:lnTo>
                    <a:pt x="1530096" y="3613404"/>
                  </a:lnTo>
                  <a:lnTo>
                    <a:pt x="1522476" y="3613404"/>
                  </a:lnTo>
                  <a:lnTo>
                    <a:pt x="1519428" y="3616452"/>
                  </a:lnTo>
                  <a:lnTo>
                    <a:pt x="1519428" y="3665220"/>
                  </a:lnTo>
                  <a:lnTo>
                    <a:pt x="1522476" y="3668268"/>
                  </a:lnTo>
                  <a:lnTo>
                    <a:pt x="1530096" y="3668268"/>
                  </a:lnTo>
                  <a:lnTo>
                    <a:pt x="1533144" y="3665220"/>
                  </a:lnTo>
                  <a:lnTo>
                    <a:pt x="1533144" y="3616452"/>
                  </a:lnTo>
                  <a:close/>
                </a:path>
                <a:path w="2184400" h="4994275">
                  <a:moveTo>
                    <a:pt x="1533144" y="3534156"/>
                  </a:moveTo>
                  <a:lnTo>
                    <a:pt x="1530096" y="3531108"/>
                  </a:lnTo>
                  <a:lnTo>
                    <a:pt x="1522476" y="3531108"/>
                  </a:lnTo>
                  <a:lnTo>
                    <a:pt x="1519428" y="3534156"/>
                  </a:lnTo>
                  <a:lnTo>
                    <a:pt x="1519428" y="3582924"/>
                  </a:lnTo>
                  <a:lnTo>
                    <a:pt x="1522476" y="3585972"/>
                  </a:lnTo>
                  <a:lnTo>
                    <a:pt x="1530096" y="3585972"/>
                  </a:lnTo>
                  <a:lnTo>
                    <a:pt x="1533144" y="3582924"/>
                  </a:lnTo>
                  <a:lnTo>
                    <a:pt x="1533144" y="3534156"/>
                  </a:lnTo>
                  <a:close/>
                </a:path>
                <a:path w="2184400" h="4994275">
                  <a:moveTo>
                    <a:pt x="1533144" y="3450336"/>
                  </a:moveTo>
                  <a:lnTo>
                    <a:pt x="1530096" y="3447288"/>
                  </a:lnTo>
                  <a:lnTo>
                    <a:pt x="1522476" y="3447288"/>
                  </a:lnTo>
                  <a:lnTo>
                    <a:pt x="1519428" y="3450336"/>
                  </a:lnTo>
                  <a:lnTo>
                    <a:pt x="1519428" y="3500628"/>
                  </a:lnTo>
                  <a:lnTo>
                    <a:pt x="1522476" y="3503676"/>
                  </a:lnTo>
                  <a:lnTo>
                    <a:pt x="1530096" y="3503676"/>
                  </a:lnTo>
                  <a:lnTo>
                    <a:pt x="1533144" y="3500628"/>
                  </a:lnTo>
                  <a:lnTo>
                    <a:pt x="1533144" y="3450336"/>
                  </a:lnTo>
                  <a:close/>
                </a:path>
                <a:path w="2184400" h="4994275">
                  <a:moveTo>
                    <a:pt x="1533144" y="3368040"/>
                  </a:moveTo>
                  <a:lnTo>
                    <a:pt x="1530096" y="3364992"/>
                  </a:lnTo>
                  <a:lnTo>
                    <a:pt x="1522476" y="3364992"/>
                  </a:lnTo>
                  <a:lnTo>
                    <a:pt x="1519428" y="3368040"/>
                  </a:lnTo>
                  <a:lnTo>
                    <a:pt x="1519428" y="3416808"/>
                  </a:lnTo>
                  <a:lnTo>
                    <a:pt x="1522476" y="3419856"/>
                  </a:lnTo>
                  <a:lnTo>
                    <a:pt x="1530096" y="3419856"/>
                  </a:lnTo>
                  <a:lnTo>
                    <a:pt x="1533144" y="3416808"/>
                  </a:lnTo>
                  <a:lnTo>
                    <a:pt x="1533144" y="3368040"/>
                  </a:lnTo>
                  <a:close/>
                </a:path>
                <a:path w="2184400" h="4994275">
                  <a:moveTo>
                    <a:pt x="1533144" y="3285744"/>
                  </a:moveTo>
                  <a:lnTo>
                    <a:pt x="1530096" y="3282696"/>
                  </a:lnTo>
                  <a:lnTo>
                    <a:pt x="1522476" y="3282696"/>
                  </a:lnTo>
                  <a:lnTo>
                    <a:pt x="1519428" y="3285744"/>
                  </a:lnTo>
                  <a:lnTo>
                    <a:pt x="1519428" y="3334512"/>
                  </a:lnTo>
                  <a:lnTo>
                    <a:pt x="1522476" y="3337560"/>
                  </a:lnTo>
                  <a:lnTo>
                    <a:pt x="1530096" y="3337560"/>
                  </a:lnTo>
                  <a:lnTo>
                    <a:pt x="1533144" y="3334512"/>
                  </a:lnTo>
                  <a:lnTo>
                    <a:pt x="1533144" y="3285744"/>
                  </a:lnTo>
                  <a:close/>
                </a:path>
                <a:path w="2184400" h="4994275">
                  <a:moveTo>
                    <a:pt x="1533144" y="3201924"/>
                  </a:moveTo>
                  <a:lnTo>
                    <a:pt x="1530096" y="3198876"/>
                  </a:lnTo>
                  <a:lnTo>
                    <a:pt x="1522476" y="3198876"/>
                  </a:lnTo>
                  <a:lnTo>
                    <a:pt x="1519428" y="3201924"/>
                  </a:lnTo>
                  <a:lnTo>
                    <a:pt x="1519428" y="3252216"/>
                  </a:lnTo>
                  <a:lnTo>
                    <a:pt x="1522476" y="3255264"/>
                  </a:lnTo>
                  <a:lnTo>
                    <a:pt x="1530096" y="3255264"/>
                  </a:lnTo>
                  <a:lnTo>
                    <a:pt x="1533144" y="3252216"/>
                  </a:lnTo>
                  <a:lnTo>
                    <a:pt x="1533144" y="3201924"/>
                  </a:lnTo>
                  <a:close/>
                </a:path>
                <a:path w="2184400" h="4994275">
                  <a:moveTo>
                    <a:pt x="1533144" y="3119628"/>
                  </a:moveTo>
                  <a:lnTo>
                    <a:pt x="1530096" y="3116580"/>
                  </a:lnTo>
                  <a:lnTo>
                    <a:pt x="1522476" y="3116580"/>
                  </a:lnTo>
                  <a:lnTo>
                    <a:pt x="1519428" y="3119628"/>
                  </a:lnTo>
                  <a:lnTo>
                    <a:pt x="1519428" y="3168396"/>
                  </a:lnTo>
                  <a:lnTo>
                    <a:pt x="1522476" y="3171444"/>
                  </a:lnTo>
                  <a:lnTo>
                    <a:pt x="1530096" y="3171444"/>
                  </a:lnTo>
                  <a:lnTo>
                    <a:pt x="1533144" y="3168396"/>
                  </a:lnTo>
                  <a:lnTo>
                    <a:pt x="1533144" y="3119628"/>
                  </a:lnTo>
                  <a:close/>
                </a:path>
                <a:path w="2184400" h="4994275">
                  <a:moveTo>
                    <a:pt x="1533144" y="3037332"/>
                  </a:moveTo>
                  <a:lnTo>
                    <a:pt x="1530096" y="3034284"/>
                  </a:lnTo>
                  <a:lnTo>
                    <a:pt x="1522476" y="3034284"/>
                  </a:lnTo>
                  <a:lnTo>
                    <a:pt x="1519428" y="3037332"/>
                  </a:lnTo>
                  <a:lnTo>
                    <a:pt x="1519428" y="3086100"/>
                  </a:lnTo>
                  <a:lnTo>
                    <a:pt x="1522476" y="3089148"/>
                  </a:lnTo>
                  <a:lnTo>
                    <a:pt x="1530096" y="3089148"/>
                  </a:lnTo>
                  <a:lnTo>
                    <a:pt x="1533144" y="3086100"/>
                  </a:lnTo>
                  <a:lnTo>
                    <a:pt x="1533144" y="3037332"/>
                  </a:lnTo>
                  <a:close/>
                </a:path>
                <a:path w="2184400" h="4994275">
                  <a:moveTo>
                    <a:pt x="1533144" y="2953512"/>
                  </a:moveTo>
                  <a:lnTo>
                    <a:pt x="1530096" y="2950464"/>
                  </a:lnTo>
                  <a:lnTo>
                    <a:pt x="1522476" y="2950464"/>
                  </a:lnTo>
                  <a:lnTo>
                    <a:pt x="1519428" y="2953512"/>
                  </a:lnTo>
                  <a:lnTo>
                    <a:pt x="1519428" y="3003804"/>
                  </a:lnTo>
                  <a:lnTo>
                    <a:pt x="1522476" y="3006852"/>
                  </a:lnTo>
                  <a:lnTo>
                    <a:pt x="1530096" y="3006852"/>
                  </a:lnTo>
                  <a:lnTo>
                    <a:pt x="1533144" y="3003804"/>
                  </a:lnTo>
                  <a:lnTo>
                    <a:pt x="1533144" y="2953512"/>
                  </a:lnTo>
                  <a:close/>
                </a:path>
                <a:path w="2184400" h="4994275">
                  <a:moveTo>
                    <a:pt x="1533144" y="2871216"/>
                  </a:moveTo>
                  <a:lnTo>
                    <a:pt x="1530096" y="2868168"/>
                  </a:lnTo>
                  <a:lnTo>
                    <a:pt x="1522476" y="2868168"/>
                  </a:lnTo>
                  <a:lnTo>
                    <a:pt x="1519428" y="2871216"/>
                  </a:lnTo>
                  <a:lnTo>
                    <a:pt x="1519428" y="2919984"/>
                  </a:lnTo>
                  <a:lnTo>
                    <a:pt x="1522476" y="2923032"/>
                  </a:lnTo>
                  <a:lnTo>
                    <a:pt x="1530096" y="2923032"/>
                  </a:lnTo>
                  <a:lnTo>
                    <a:pt x="1533144" y="2919984"/>
                  </a:lnTo>
                  <a:lnTo>
                    <a:pt x="1533144" y="2871216"/>
                  </a:lnTo>
                  <a:close/>
                </a:path>
                <a:path w="2184400" h="4994275">
                  <a:moveTo>
                    <a:pt x="1533144" y="2788920"/>
                  </a:moveTo>
                  <a:lnTo>
                    <a:pt x="1530096" y="2785872"/>
                  </a:lnTo>
                  <a:lnTo>
                    <a:pt x="1522476" y="2785872"/>
                  </a:lnTo>
                  <a:lnTo>
                    <a:pt x="1519428" y="2788920"/>
                  </a:lnTo>
                  <a:lnTo>
                    <a:pt x="1519428" y="2837688"/>
                  </a:lnTo>
                  <a:lnTo>
                    <a:pt x="1522476" y="2840736"/>
                  </a:lnTo>
                  <a:lnTo>
                    <a:pt x="1530096" y="2840736"/>
                  </a:lnTo>
                  <a:lnTo>
                    <a:pt x="1533144" y="2837688"/>
                  </a:lnTo>
                  <a:lnTo>
                    <a:pt x="1533144" y="2788920"/>
                  </a:lnTo>
                  <a:close/>
                </a:path>
                <a:path w="2184400" h="4994275">
                  <a:moveTo>
                    <a:pt x="1533144" y="2705100"/>
                  </a:moveTo>
                  <a:lnTo>
                    <a:pt x="1530096" y="2702052"/>
                  </a:lnTo>
                  <a:lnTo>
                    <a:pt x="1522476" y="2702052"/>
                  </a:lnTo>
                  <a:lnTo>
                    <a:pt x="1519428" y="2705100"/>
                  </a:lnTo>
                  <a:lnTo>
                    <a:pt x="1519428" y="2755392"/>
                  </a:lnTo>
                  <a:lnTo>
                    <a:pt x="1522476" y="2758440"/>
                  </a:lnTo>
                  <a:lnTo>
                    <a:pt x="1530096" y="2758440"/>
                  </a:lnTo>
                  <a:lnTo>
                    <a:pt x="1533144" y="2755392"/>
                  </a:lnTo>
                  <a:lnTo>
                    <a:pt x="1533144" y="2705100"/>
                  </a:lnTo>
                  <a:close/>
                </a:path>
                <a:path w="2184400" h="4994275">
                  <a:moveTo>
                    <a:pt x="1533144" y="2622804"/>
                  </a:moveTo>
                  <a:lnTo>
                    <a:pt x="1530096" y="2619756"/>
                  </a:lnTo>
                  <a:lnTo>
                    <a:pt x="1522476" y="2619756"/>
                  </a:lnTo>
                  <a:lnTo>
                    <a:pt x="1519428" y="2622804"/>
                  </a:lnTo>
                  <a:lnTo>
                    <a:pt x="1519428" y="2671572"/>
                  </a:lnTo>
                  <a:lnTo>
                    <a:pt x="1522476" y="2674620"/>
                  </a:lnTo>
                  <a:lnTo>
                    <a:pt x="1530096" y="2674620"/>
                  </a:lnTo>
                  <a:lnTo>
                    <a:pt x="1533144" y="2671572"/>
                  </a:lnTo>
                  <a:lnTo>
                    <a:pt x="1533144" y="2622804"/>
                  </a:lnTo>
                  <a:close/>
                </a:path>
                <a:path w="2184400" h="4994275">
                  <a:moveTo>
                    <a:pt x="1533144" y="2540508"/>
                  </a:moveTo>
                  <a:lnTo>
                    <a:pt x="1530096" y="2537460"/>
                  </a:lnTo>
                  <a:lnTo>
                    <a:pt x="1522476" y="2537460"/>
                  </a:lnTo>
                  <a:lnTo>
                    <a:pt x="1519428" y="2540508"/>
                  </a:lnTo>
                  <a:lnTo>
                    <a:pt x="1519428" y="2589276"/>
                  </a:lnTo>
                  <a:lnTo>
                    <a:pt x="1522476" y="2592324"/>
                  </a:lnTo>
                  <a:lnTo>
                    <a:pt x="1530096" y="2592324"/>
                  </a:lnTo>
                  <a:lnTo>
                    <a:pt x="1533144" y="2589276"/>
                  </a:lnTo>
                  <a:lnTo>
                    <a:pt x="1533144" y="2540508"/>
                  </a:lnTo>
                  <a:close/>
                </a:path>
                <a:path w="2184400" h="4994275">
                  <a:moveTo>
                    <a:pt x="1533144" y="2456688"/>
                  </a:moveTo>
                  <a:lnTo>
                    <a:pt x="1530096" y="2453640"/>
                  </a:lnTo>
                  <a:lnTo>
                    <a:pt x="1522476" y="2453640"/>
                  </a:lnTo>
                  <a:lnTo>
                    <a:pt x="1519428" y="2456688"/>
                  </a:lnTo>
                  <a:lnTo>
                    <a:pt x="1519428" y="2506980"/>
                  </a:lnTo>
                  <a:lnTo>
                    <a:pt x="1522476" y="2510028"/>
                  </a:lnTo>
                  <a:lnTo>
                    <a:pt x="1530096" y="2510028"/>
                  </a:lnTo>
                  <a:lnTo>
                    <a:pt x="1533144" y="2506980"/>
                  </a:lnTo>
                  <a:lnTo>
                    <a:pt x="1533144" y="2456688"/>
                  </a:lnTo>
                  <a:close/>
                </a:path>
                <a:path w="2184400" h="4994275">
                  <a:moveTo>
                    <a:pt x="1533144" y="2374392"/>
                  </a:moveTo>
                  <a:lnTo>
                    <a:pt x="1530096" y="2371344"/>
                  </a:lnTo>
                  <a:lnTo>
                    <a:pt x="1522476" y="2371344"/>
                  </a:lnTo>
                  <a:lnTo>
                    <a:pt x="1519428" y="2374392"/>
                  </a:lnTo>
                  <a:lnTo>
                    <a:pt x="1519428" y="2423160"/>
                  </a:lnTo>
                  <a:lnTo>
                    <a:pt x="1522476" y="2426208"/>
                  </a:lnTo>
                  <a:lnTo>
                    <a:pt x="1530096" y="2426208"/>
                  </a:lnTo>
                  <a:lnTo>
                    <a:pt x="1533144" y="2423160"/>
                  </a:lnTo>
                  <a:lnTo>
                    <a:pt x="1533144" y="2374392"/>
                  </a:lnTo>
                  <a:close/>
                </a:path>
                <a:path w="2184400" h="4994275">
                  <a:moveTo>
                    <a:pt x="1533144" y="2292096"/>
                  </a:moveTo>
                  <a:lnTo>
                    <a:pt x="1530096" y="2289048"/>
                  </a:lnTo>
                  <a:lnTo>
                    <a:pt x="1522476" y="2289048"/>
                  </a:lnTo>
                  <a:lnTo>
                    <a:pt x="1519428" y="2292096"/>
                  </a:lnTo>
                  <a:lnTo>
                    <a:pt x="1519428" y="2340864"/>
                  </a:lnTo>
                  <a:lnTo>
                    <a:pt x="1522476" y="2343912"/>
                  </a:lnTo>
                  <a:lnTo>
                    <a:pt x="1530096" y="2343912"/>
                  </a:lnTo>
                  <a:lnTo>
                    <a:pt x="1533144" y="2340864"/>
                  </a:lnTo>
                  <a:lnTo>
                    <a:pt x="1533144" y="2292096"/>
                  </a:lnTo>
                  <a:close/>
                </a:path>
                <a:path w="2184400" h="4994275">
                  <a:moveTo>
                    <a:pt x="1533144" y="2209800"/>
                  </a:moveTo>
                  <a:lnTo>
                    <a:pt x="1530096" y="2205228"/>
                  </a:lnTo>
                  <a:lnTo>
                    <a:pt x="1522476" y="2205228"/>
                  </a:lnTo>
                  <a:lnTo>
                    <a:pt x="1519428" y="2209800"/>
                  </a:lnTo>
                  <a:lnTo>
                    <a:pt x="1519428" y="2258568"/>
                  </a:lnTo>
                  <a:lnTo>
                    <a:pt x="1522476" y="2261616"/>
                  </a:lnTo>
                  <a:lnTo>
                    <a:pt x="1530096" y="2261616"/>
                  </a:lnTo>
                  <a:lnTo>
                    <a:pt x="1533144" y="2258568"/>
                  </a:lnTo>
                  <a:lnTo>
                    <a:pt x="1533144" y="2209800"/>
                  </a:lnTo>
                  <a:close/>
                </a:path>
                <a:path w="2184400" h="4994275">
                  <a:moveTo>
                    <a:pt x="1533144" y="2125980"/>
                  </a:moveTo>
                  <a:lnTo>
                    <a:pt x="1530096" y="2122932"/>
                  </a:lnTo>
                  <a:lnTo>
                    <a:pt x="1522476" y="2122932"/>
                  </a:lnTo>
                  <a:lnTo>
                    <a:pt x="1519428" y="2125980"/>
                  </a:lnTo>
                  <a:lnTo>
                    <a:pt x="1519428" y="2174748"/>
                  </a:lnTo>
                  <a:lnTo>
                    <a:pt x="1522476" y="2177796"/>
                  </a:lnTo>
                  <a:lnTo>
                    <a:pt x="1530096" y="2177796"/>
                  </a:lnTo>
                  <a:lnTo>
                    <a:pt x="1533144" y="2174748"/>
                  </a:lnTo>
                  <a:lnTo>
                    <a:pt x="1533144" y="2125980"/>
                  </a:lnTo>
                  <a:close/>
                </a:path>
                <a:path w="2184400" h="4994275">
                  <a:moveTo>
                    <a:pt x="1533144" y="2043684"/>
                  </a:moveTo>
                  <a:lnTo>
                    <a:pt x="1530096" y="2040636"/>
                  </a:lnTo>
                  <a:lnTo>
                    <a:pt x="1522476" y="2040636"/>
                  </a:lnTo>
                  <a:lnTo>
                    <a:pt x="1519428" y="2043684"/>
                  </a:lnTo>
                  <a:lnTo>
                    <a:pt x="1519428" y="2092452"/>
                  </a:lnTo>
                  <a:lnTo>
                    <a:pt x="1522476" y="2095500"/>
                  </a:lnTo>
                  <a:lnTo>
                    <a:pt x="1530096" y="2095500"/>
                  </a:lnTo>
                  <a:lnTo>
                    <a:pt x="1533144" y="2092452"/>
                  </a:lnTo>
                  <a:lnTo>
                    <a:pt x="1533144" y="2043684"/>
                  </a:lnTo>
                  <a:close/>
                </a:path>
                <a:path w="2184400" h="4994275">
                  <a:moveTo>
                    <a:pt x="1533144" y="1961388"/>
                  </a:moveTo>
                  <a:lnTo>
                    <a:pt x="1530096" y="1956816"/>
                  </a:lnTo>
                  <a:lnTo>
                    <a:pt x="1522476" y="1956816"/>
                  </a:lnTo>
                  <a:lnTo>
                    <a:pt x="1519428" y="1961388"/>
                  </a:lnTo>
                  <a:lnTo>
                    <a:pt x="1519428" y="2010156"/>
                  </a:lnTo>
                  <a:lnTo>
                    <a:pt x="1522476" y="2013204"/>
                  </a:lnTo>
                  <a:lnTo>
                    <a:pt x="1530096" y="2013204"/>
                  </a:lnTo>
                  <a:lnTo>
                    <a:pt x="1533144" y="2010156"/>
                  </a:lnTo>
                  <a:lnTo>
                    <a:pt x="1533144" y="1961388"/>
                  </a:lnTo>
                  <a:close/>
                </a:path>
                <a:path w="2184400" h="4994275">
                  <a:moveTo>
                    <a:pt x="1533144" y="1877568"/>
                  </a:moveTo>
                  <a:lnTo>
                    <a:pt x="1530096" y="1874520"/>
                  </a:lnTo>
                  <a:lnTo>
                    <a:pt x="1522476" y="1874520"/>
                  </a:lnTo>
                  <a:lnTo>
                    <a:pt x="1519428" y="1877568"/>
                  </a:lnTo>
                  <a:lnTo>
                    <a:pt x="1519428" y="1926336"/>
                  </a:lnTo>
                  <a:lnTo>
                    <a:pt x="1522476" y="1929384"/>
                  </a:lnTo>
                  <a:lnTo>
                    <a:pt x="1530096" y="1929384"/>
                  </a:lnTo>
                  <a:lnTo>
                    <a:pt x="1533144" y="1926336"/>
                  </a:lnTo>
                  <a:lnTo>
                    <a:pt x="1533144" y="1877568"/>
                  </a:lnTo>
                  <a:close/>
                </a:path>
                <a:path w="2184400" h="4994275">
                  <a:moveTo>
                    <a:pt x="1533144" y="1795272"/>
                  </a:moveTo>
                  <a:lnTo>
                    <a:pt x="1530096" y="1792224"/>
                  </a:lnTo>
                  <a:lnTo>
                    <a:pt x="1522476" y="1792224"/>
                  </a:lnTo>
                  <a:lnTo>
                    <a:pt x="1519428" y="1795272"/>
                  </a:lnTo>
                  <a:lnTo>
                    <a:pt x="1519428" y="1844040"/>
                  </a:lnTo>
                  <a:lnTo>
                    <a:pt x="1522476" y="1847088"/>
                  </a:lnTo>
                  <a:lnTo>
                    <a:pt x="1530096" y="1847088"/>
                  </a:lnTo>
                  <a:lnTo>
                    <a:pt x="1533144" y="1844040"/>
                  </a:lnTo>
                  <a:lnTo>
                    <a:pt x="1533144" y="1795272"/>
                  </a:lnTo>
                  <a:close/>
                </a:path>
                <a:path w="2184400" h="4994275">
                  <a:moveTo>
                    <a:pt x="1533144" y="1712976"/>
                  </a:moveTo>
                  <a:lnTo>
                    <a:pt x="1530096" y="1709928"/>
                  </a:lnTo>
                  <a:lnTo>
                    <a:pt x="1522476" y="1709928"/>
                  </a:lnTo>
                  <a:lnTo>
                    <a:pt x="1519428" y="1712976"/>
                  </a:lnTo>
                  <a:lnTo>
                    <a:pt x="1519428" y="1761744"/>
                  </a:lnTo>
                  <a:lnTo>
                    <a:pt x="1522476" y="1764792"/>
                  </a:lnTo>
                  <a:lnTo>
                    <a:pt x="1530096" y="1764792"/>
                  </a:lnTo>
                  <a:lnTo>
                    <a:pt x="1533144" y="1761744"/>
                  </a:lnTo>
                  <a:lnTo>
                    <a:pt x="1533144" y="1712976"/>
                  </a:lnTo>
                  <a:close/>
                </a:path>
                <a:path w="2184400" h="4994275">
                  <a:moveTo>
                    <a:pt x="1533144" y="1629156"/>
                  </a:moveTo>
                  <a:lnTo>
                    <a:pt x="1530096" y="1626108"/>
                  </a:lnTo>
                  <a:lnTo>
                    <a:pt x="1522476" y="1626108"/>
                  </a:lnTo>
                  <a:lnTo>
                    <a:pt x="1519428" y="1629156"/>
                  </a:lnTo>
                  <a:lnTo>
                    <a:pt x="1519428" y="1677924"/>
                  </a:lnTo>
                  <a:lnTo>
                    <a:pt x="1522476" y="1680972"/>
                  </a:lnTo>
                  <a:lnTo>
                    <a:pt x="1530096" y="1680972"/>
                  </a:lnTo>
                  <a:lnTo>
                    <a:pt x="1533144" y="1677924"/>
                  </a:lnTo>
                  <a:lnTo>
                    <a:pt x="1533144" y="1629156"/>
                  </a:lnTo>
                  <a:close/>
                </a:path>
                <a:path w="2184400" h="4994275">
                  <a:moveTo>
                    <a:pt x="1533144" y="1546860"/>
                  </a:moveTo>
                  <a:lnTo>
                    <a:pt x="1530096" y="1543812"/>
                  </a:lnTo>
                  <a:lnTo>
                    <a:pt x="1522476" y="1543812"/>
                  </a:lnTo>
                  <a:lnTo>
                    <a:pt x="1519428" y="1546860"/>
                  </a:lnTo>
                  <a:lnTo>
                    <a:pt x="1519428" y="1595628"/>
                  </a:lnTo>
                  <a:lnTo>
                    <a:pt x="1522476" y="1598676"/>
                  </a:lnTo>
                  <a:lnTo>
                    <a:pt x="1530096" y="1598676"/>
                  </a:lnTo>
                  <a:lnTo>
                    <a:pt x="1533144" y="1595628"/>
                  </a:lnTo>
                  <a:lnTo>
                    <a:pt x="1533144" y="1546860"/>
                  </a:lnTo>
                  <a:close/>
                </a:path>
                <a:path w="2184400" h="4994275">
                  <a:moveTo>
                    <a:pt x="1533144" y="1464564"/>
                  </a:moveTo>
                  <a:lnTo>
                    <a:pt x="1530096" y="1461516"/>
                  </a:lnTo>
                  <a:lnTo>
                    <a:pt x="1522476" y="1461516"/>
                  </a:lnTo>
                  <a:lnTo>
                    <a:pt x="1519428" y="1464564"/>
                  </a:lnTo>
                  <a:lnTo>
                    <a:pt x="1519428" y="1513332"/>
                  </a:lnTo>
                  <a:lnTo>
                    <a:pt x="1522476" y="1516380"/>
                  </a:lnTo>
                  <a:lnTo>
                    <a:pt x="1530096" y="1516380"/>
                  </a:lnTo>
                  <a:lnTo>
                    <a:pt x="1533144" y="1513332"/>
                  </a:lnTo>
                  <a:lnTo>
                    <a:pt x="1533144" y="1464564"/>
                  </a:lnTo>
                  <a:close/>
                </a:path>
                <a:path w="2184400" h="4994275">
                  <a:moveTo>
                    <a:pt x="1533144" y="1380744"/>
                  </a:moveTo>
                  <a:lnTo>
                    <a:pt x="1530096" y="1377696"/>
                  </a:lnTo>
                  <a:lnTo>
                    <a:pt x="1522476" y="1377696"/>
                  </a:lnTo>
                  <a:lnTo>
                    <a:pt x="1519428" y="1380744"/>
                  </a:lnTo>
                  <a:lnTo>
                    <a:pt x="1519428" y="1429512"/>
                  </a:lnTo>
                  <a:lnTo>
                    <a:pt x="1522476" y="1432560"/>
                  </a:lnTo>
                  <a:lnTo>
                    <a:pt x="1530096" y="1432560"/>
                  </a:lnTo>
                  <a:lnTo>
                    <a:pt x="1533144" y="1429512"/>
                  </a:lnTo>
                  <a:lnTo>
                    <a:pt x="1533144" y="1380744"/>
                  </a:lnTo>
                  <a:close/>
                </a:path>
                <a:path w="2184400" h="4994275">
                  <a:moveTo>
                    <a:pt x="1533144" y="1298448"/>
                  </a:moveTo>
                  <a:lnTo>
                    <a:pt x="1530096" y="1295400"/>
                  </a:lnTo>
                  <a:lnTo>
                    <a:pt x="1522476" y="1295400"/>
                  </a:lnTo>
                  <a:lnTo>
                    <a:pt x="1519428" y="1298448"/>
                  </a:lnTo>
                  <a:lnTo>
                    <a:pt x="1519428" y="1347216"/>
                  </a:lnTo>
                  <a:lnTo>
                    <a:pt x="1522476" y="1350264"/>
                  </a:lnTo>
                  <a:lnTo>
                    <a:pt x="1530096" y="1350264"/>
                  </a:lnTo>
                  <a:lnTo>
                    <a:pt x="1533144" y="1347216"/>
                  </a:lnTo>
                  <a:lnTo>
                    <a:pt x="1533144" y="1298448"/>
                  </a:lnTo>
                  <a:close/>
                </a:path>
                <a:path w="2184400" h="4994275">
                  <a:moveTo>
                    <a:pt x="1533144" y="1216152"/>
                  </a:moveTo>
                  <a:lnTo>
                    <a:pt x="1530096" y="1213104"/>
                  </a:lnTo>
                  <a:lnTo>
                    <a:pt x="1522476" y="1213104"/>
                  </a:lnTo>
                  <a:lnTo>
                    <a:pt x="1519428" y="1216152"/>
                  </a:lnTo>
                  <a:lnTo>
                    <a:pt x="1519428" y="1264920"/>
                  </a:lnTo>
                  <a:lnTo>
                    <a:pt x="1522476" y="1267968"/>
                  </a:lnTo>
                  <a:lnTo>
                    <a:pt x="1530096" y="1267968"/>
                  </a:lnTo>
                  <a:lnTo>
                    <a:pt x="1533144" y="1264920"/>
                  </a:lnTo>
                  <a:lnTo>
                    <a:pt x="1533144" y="1216152"/>
                  </a:lnTo>
                  <a:close/>
                </a:path>
                <a:path w="2184400" h="4994275">
                  <a:moveTo>
                    <a:pt x="1533144" y="1132332"/>
                  </a:moveTo>
                  <a:lnTo>
                    <a:pt x="1530096" y="1129284"/>
                  </a:lnTo>
                  <a:lnTo>
                    <a:pt x="1522476" y="1129284"/>
                  </a:lnTo>
                  <a:lnTo>
                    <a:pt x="1519428" y="1132332"/>
                  </a:lnTo>
                  <a:lnTo>
                    <a:pt x="1519428" y="1181100"/>
                  </a:lnTo>
                  <a:lnTo>
                    <a:pt x="1522476" y="1184148"/>
                  </a:lnTo>
                  <a:lnTo>
                    <a:pt x="1530096" y="1184148"/>
                  </a:lnTo>
                  <a:lnTo>
                    <a:pt x="1533144" y="1181100"/>
                  </a:lnTo>
                  <a:lnTo>
                    <a:pt x="1533144" y="1132332"/>
                  </a:lnTo>
                  <a:close/>
                </a:path>
                <a:path w="2184400" h="4994275">
                  <a:moveTo>
                    <a:pt x="1533144" y="1050036"/>
                  </a:moveTo>
                  <a:lnTo>
                    <a:pt x="1530096" y="1046988"/>
                  </a:lnTo>
                  <a:lnTo>
                    <a:pt x="1522476" y="1046988"/>
                  </a:lnTo>
                  <a:lnTo>
                    <a:pt x="1519428" y="1050036"/>
                  </a:lnTo>
                  <a:lnTo>
                    <a:pt x="1519428" y="1098804"/>
                  </a:lnTo>
                  <a:lnTo>
                    <a:pt x="1522476" y="1101852"/>
                  </a:lnTo>
                  <a:lnTo>
                    <a:pt x="1530096" y="1101852"/>
                  </a:lnTo>
                  <a:lnTo>
                    <a:pt x="1533144" y="1098804"/>
                  </a:lnTo>
                  <a:lnTo>
                    <a:pt x="1533144" y="1050036"/>
                  </a:lnTo>
                  <a:close/>
                </a:path>
                <a:path w="2184400" h="4994275">
                  <a:moveTo>
                    <a:pt x="1533144" y="967740"/>
                  </a:moveTo>
                  <a:lnTo>
                    <a:pt x="1530096" y="964692"/>
                  </a:lnTo>
                  <a:lnTo>
                    <a:pt x="1522476" y="964692"/>
                  </a:lnTo>
                  <a:lnTo>
                    <a:pt x="1519428" y="967740"/>
                  </a:lnTo>
                  <a:lnTo>
                    <a:pt x="1519428" y="1016508"/>
                  </a:lnTo>
                  <a:lnTo>
                    <a:pt x="1522476" y="1019556"/>
                  </a:lnTo>
                  <a:lnTo>
                    <a:pt x="1530096" y="1019556"/>
                  </a:lnTo>
                  <a:lnTo>
                    <a:pt x="1533144" y="1016508"/>
                  </a:lnTo>
                  <a:lnTo>
                    <a:pt x="1533144" y="967740"/>
                  </a:lnTo>
                  <a:close/>
                </a:path>
                <a:path w="2184400" h="4994275">
                  <a:moveTo>
                    <a:pt x="1533144" y="883920"/>
                  </a:moveTo>
                  <a:lnTo>
                    <a:pt x="1530096" y="880872"/>
                  </a:lnTo>
                  <a:lnTo>
                    <a:pt x="1522476" y="880872"/>
                  </a:lnTo>
                  <a:lnTo>
                    <a:pt x="1519428" y="883920"/>
                  </a:lnTo>
                  <a:lnTo>
                    <a:pt x="1519428" y="932688"/>
                  </a:lnTo>
                  <a:lnTo>
                    <a:pt x="1522476" y="935736"/>
                  </a:lnTo>
                  <a:lnTo>
                    <a:pt x="1530096" y="935736"/>
                  </a:lnTo>
                  <a:lnTo>
                    <a:pt x="1533144" y="932688"/>
                  </a:lnTo>
                  <a:lnTo>
                    <a:pt x="1533144" y="883920"/>
                  </a:lnTo>
                  <a:close/>
                </a:path>
                <a:path w="2184400" h="4994275">
                  <a:moveTo>
                    <a:pt x="1533144" y="801624"/>
                  </a:moveTo>
                  <a:lnTo>
                    <a:pt x="1530096" y="798576"/>
                  </a:lnTo>
                  <a:lnTo>
                    <a:pt x="1522476" y="798576"/>
                  </a:lnTo>
                  <a:lnTo>
                    <a:pt x="1519428" y="801624"/>
                  </a:lnTo>
                  <a:lnTo>
                    <a:pt x="1519428" y="850392"/>
                  </a:lnTo>
                  <a:lnTo>
                    <a:pt x="1522476" y="853440"/>
                  </a:lnTo>
                  <a:lnTo>
                    <a:pt x="1530096" y="853440"/>
                  </a:lnTo>
                  <a:lnTo>
                    <a:pt x="1533144" y="850392"/>
                  </a:lnTo>
                  <a:lnTo>
                    <a:pt x="1533144" y="801624"/>
                  </a:lnTo>
                  <a:close/>
                </a:path>
                <a:path w="2184400" h="4994275">
                  <a:moveTo>
                    <a:pt x="1533144" y="719328"/>
                  </a:moveTo>
                  <a:lnTo>
                    <a:pt x="1530096" y="716280"/>
                  </a:lnTo>
                  <a:lnTo>
                    <a:pt x="1522476" y="716280"/>
                  </a:lnTo>
                  <a:lnTo>
                    <a:pt x="1519428" y="719328"/>
                  </a:lnTo>
                  <a:lnTo>
                    <a:pt x="1519428" y="768096"/>
                  </a:lnTo>
                  <a:lnTo>
                    <a:pt x="1522476" y="771144"/>
                  </a:lnTo>
                  <a:lnTo>
                    <a:pt x="1530096" y="771144"/>
                  </a:lnTo>
                  <a:lnTo>
                    <a:pt x="1533144" y="768096"/>
                  </a:lnTo>
                  <a:lnTo>
                    <a:pt x="1533144" y="719328"/>
                  </a:lnTo>
                  <a:close/>
                </a:path>
                <a:path w="2184400" h="4994275">
                  <a:moveTo>
                    <a:pt x="1533144" y="635508"/>
                  </a:moveTo>
                  <a:lnTo>
                    <a:pt x="1530096" y="632460"/>
                  </a:lnTo>
                  <a:lnTo>
                    <a:pt x="1522476" y="632460"/>
                  </a:lnTo>
                  <a:lnTo>
                    <a:pt x="1519428" y="635508"/>
                  </a:lnTo>
                  <a:lnTo>
                    <a:pt x="1519428" y="684276"/>
                  </a:lnTo>
                  <a:lnTo>
                    <a:pt x="1522476" y="687324"/>
                  </a:lnTo>
                  <a:lnTo>
                    <a:pt x="1530096" y="687324"/>
                  </a:lnTo>
                  <a:lnTo>
                    <a:pt x="1533144" y="684276"/>
                  </a:lnTo>
                  <a:lnTo>
                    <a:pt x="1533144" y="635508"/>
                  </a:lnTo>
                  <a:close/>
                </a:path>
                <a:path w="2184400" h="4994275">
                  <a:moveTo>
                    <a:pt x="1533144" y="553212"/>
                  </a:moveTo>
                  <a:lnTo>
                    <a:pt x="1530096" y="550164"/>
                  </a:lnTo>
                  <a:lnTo>
                    <a:pt x="1522476" y="550164"/>
                  </a:lnTo>
                  <a:lnTo>
                    <a:pt x="1519428" y="553212"/>
                  </a:lnTo>
                  <a:lnTo>
                    <a:pt x="1519428" y="601980"/>
                  </a:lnTo>
                  <a:lnTo>
                    <a:pt x="1522476" y="605028"/>
                  </a:lnTo>
                  <a:lnTo>
                    <a:pt x="1530096" y="605028"/>
                  </a:lnTo>
                  <a:lnTo>
                    <a:pt x="1533144" y="601980"/>
                  </a:lnTo>
                  <a:lnTo>
                    <a:pt x="1533144" y="553212"/>
                  </a:lnTo>
                  <a:close/>
                </a:path>
                <a:path w="2184400" h="4994275">
                  <a:moveTo>
                    <a:pt x="1533144" y="470916"/>
                  </a:moveTo>
                  <a:lnTo>
                    <a:pt x="1530096" y="467868"/>
                  </a:lnTo>
                  <a:lnTo>
                    <a:pt x="1522476" y="467868"/>
                  </a:lnTo>
                  <a:lnTo>
                    <a:pt x="1519428" y="470916"/>
                  </a:lnTo>
                  <a:lnTo>
                    <a:pt x="1519428" y="519684"/>
                  </a:lnTo>
                  <a:lnTo>
                    <a:pt x="1522476" y="522732"/>
                  </a:lnTo>
                  <a:lnTo>
                    <a:pt x="1530096" y="522732"/>
                  </a:lnTo>
                  <a:lnTo>
                    <a:pt x="1533144" y="519684"/>
                  </a:lnTo>
                  <a:lnTo>
                    <a:pt x="1533144" y="470916"/>
                  </a:lnTo>
                  <a:close/>
                </a:path>
                <a:path w="2184400" h="4994275">
                  <a:moveTo>
                    <a:pt x="1533144" y="387096"/>
                  </a:moveTo>
                  <a:lnTo>
                    <a:pt x="1530096" y="384048"/>
                  </a:lnTo>
                  <a:lnTo>
                    <a:pt x="1522476" y="384048"/>
                  </a:lnTo>
                  <a:lnTo>
                    <a:pt x="1519428" y="387096"/>
                  </a:lnTo>
                  <a:lnTo>
                    <a:pt x="1519428" y="435864"/>
                  </a:lnTo>
                  <a:lnTo>
                    <a:pt x="1522476" y="438912"/>
                  </a:lnTo>
                  <a:lnTo>
                    <a:pt x="1530096" y="438912"/>
                  </a:lnTo>
                  <a:lnTo>
                    <a:pt x="1533144" y="435864"/>
                  </a:lnTo>
                  <a:lnTo>
                    <a:pt x="1533144" y="387096"/>
                  </a:lnTo>
                  <a:close/>
                </a:path>
                <a:path w="2184400" h="4994275">
                  <a:moveTo>
                    <a:pt x="1533144" y="304800"/>
                  </a:moveTo>
                  <a:lnTo>
                    <a:pt x="1530096" y="301752"/>
                  </a:lnTo>
                  <a:lnTo>
                    <a:pt x="1522476" y="301752"/>
                  </a:lnTo>
                  <a:lnTo>
                    <a:pt x="1519428" y="304800"/>
                  </a:lnTo>
                  <a:lnTo>
                    <a:pt x="1519428" y="353568"/>
                  </a:lnTo>
                  <a:lnTo>
                    <a:pt x="1522476" y="356616"/>
                  </a:lnTo>
                  <a:lnTo>
                    <a:pt x="1530096" y="356616"/>
                  </a:lnTo>
                  <a:lnTo>
                    <a:pt x="1533144" y="353568"/>
                  </a:lnTo>
                  <a:lnTo>
                    <a:pt x="1533144" y="304800"/>
                  </a:lnTo>
                  <a:close/>
                </a:path>
                <a:path w="2184400" h="4994275">
                  <a:moveTo>
                    <a:pt x="1533144" y="222504"/>
                  </a:moveTo>
                  <a:lnTo>
                    <a:pt x="1530096" y="219456"/>
                  </a:lnTo>
                  <a:lnTo>
                    <a:pt x="1522476" y="219456"/>
                  </a:lnTo>
                  <a:lnTo>
                    <a:pt x="1519428" y="222504"/>
                  </a:lnTo>
                  <a:lnTo>
                    <a:pt x="1519428" y="271272"/>
                  </a:lnTo>
                  <a:lnTo>
                    <a:pt x="1522476" y="274320"/>
                  </a:lnTo>
                  <a:lnTo>
                    <a:pt x="1530096" y="274320"/>
                  </a:lnTo>
                  <a:lnTo>
                    <a:pt x="1533144" y="271272"/>
                  </a:lnTo>
                  <a:lnTo>
                    <a:pt x="1533144" y="222504"/>
                  </a:lnTo>
                  <a:close/>
                </a:path>
                <a:path w="2184400" h="4994275">
                  <a:moveTo>
                    <a:pt x="1533144" y="138684"/>
                  </a:moveTo>
                  <a:lnTo>
                    <a:pt x="1530096" y="135636"/>
                  </a:lnTo>
                  <a:lnTo>
                    <a:pt x="1522476" y="135636"/>
                  </a:lnTo>
                  <a:lnTo>
                    <a:pt x="1519428" y="138684"/>
                  </a:lnTo>
                  <a:lnTo>
                    <a:pt x="1519428" y="187452"/>
                  </a:lnTo>
                  <a:lnTo>
                    <a:pt x="1522476" y="192024"/>
                  </a:lnTo>
                  <a:lnTo>
                    <a:pt x="1530096" y="192024"/>
                  </a:lnTo>
                  <a:lnTo>
                    <a:pt x="1533144" y="187452"/>
                  </a:lnTo>
                  <a:lnTo>
                    <a:pt x="1533144" y="138684"/>
                  </a:lnTo>
                  <a:close/>
                </a:path>
                <a:path w="2184400" h="4994275">
                  <a:moveTo>
                    <a:pt x="1749552" y="4940808"/>
                  </a:moveTo>
                  <a:lnTo>
                    <a:pt x="1746504" y="4937760"/>
                  </a:lnTo>
                  <a:lnTo>
                    <a:pt x="1738884" y="4937760"/>
                  </a:lnTo>
                  <a:lnTo>
                    <a:pt x="1735836" y="4940808"/>
                  </a:lnTo>
                  <a:lnTo>
                    <a:pt x="1735836" y="4989576"/>
                  </a:lnTo>
                  <a:lnTo>
                    <a:pt x="1738884" y="4994148"/>
                  </a:lnTo>
                  <a:lnTo>
                    <a:pt x="1746504" y="4994148"/>
                  </a:lnTo>
                  <a:lnTo>
                    <a:pt x="1749552" y="4989576"/>
                  </a:lnTo>
                  <a:lnTo>
                    <a:pt x="1749552" y="4940808"/>
                  </a:lnTo>
                  <a:close/>
                </a:path>
                <a:path w="2184400" h="4994275">
                  <a:moveTo>
                    <a:pt x="1749552" y="4858512"/>
                  </a:moveTo>
                  <a:lnTo>
                    <a:pt x="1746504" y="4855464"/>
                  </a:lnTo>
                  <a:lnTo>
                    <a:pt x="1738884" y="4855464"/>
                  </a:lnTo>
                  <a:lnTo>
                    <a:pt x="1735836" y="4858512"/>
                  </a:lnTo>
                  <a:lnTo>
                    <a:pt x="1735836" y="4907280"/>
                  </a:lnTo>
                  <a:lnTo>
                    <a:pt x="1738884" y="4910328"/>
                  </a:lnTo>
                  <a:lnTo>
                    <a:pt x="1746504" y="4910328"/>
                  </a:lnTo>
                  <a:lnTo>
                    <a:pt x="1749552" y="4907280"/>
                  </a:lnTo>
                  <a:lnTo>
                    <a:pt x="1749552" y="4858512"/>
                  </a:lnTo>
                  <a:close/>
                </a:path>
                <a:path w="2184400" h="4994275">
                  <a:moveTo>
                    <a:pt x="1749552" y="4776216"/>
                  </a:moveTo>
                  <a:lnTo>
                    <a:pt x="1746504" y="4773168"/>
                  </a:lnTo>
                  <a:lnTo>
                    <a:pt x="1738884" y="4773168"/>
                  </a:lnTo>
                  <a:lnTo>
                    <a:pt x="1735836" y="4776216"/>
                  </a:lnTo>
                  <a:lnTo>
                    <a:pt x="1735836" y="4824984"/>
                  </a:lnTo>
                  <a:lnTo>
                    <a:pt x="1738884" y="4828032"/>
                  </a:lnTo>
                  <a:lnTo>
                    <a:pt x="1746504" y="4828032"/>
                  </a:lnTo>
                  <a:lnTo>
                    <a:pt x="1749552" y="4824984"/>
                  </a:lnTo>
                  <a:lnTo>
                    <a:pt x="1749552" y="4776216"/>
                  </a:lnTo>
                  <a:close/>
                </a:path>
                <a:path w="2184400" h="4994275">
                  <a:moveTo>
                    <a:pt x="1749552" y="4692396"/>
                  </a:moveTo>
                  <a:lnTo>
                    <a:pt x="1746504" y="4689348"/>
                  </a:lnTo>
                  <a:lnTo>
                    <a:pt x="1738884" y="4689348"/>
                  </a:lnTo>
                  <a:lnTo>
                    <a:pt x="1735836" y="4692396"/>
                  </a:lnTo>
                  <a:lnTo>
                    <a:pt x="1735836" y="4742688"/>
                  </a:lnTo>
                  <a:lnTo>
                    <a:pt x="1738884" y="4745736"/>
                  </a:lnTo>
                  <a:lnTo>
                    <a:pt x="1746504" y="4745736"/>
                  </a:lnTo>
                  <a:lnTo>
                    <a:pt x="1749552" y="4742688"/>
                  </a:lnTo>
                  <a:lnTo>
                    <a:pt x="1749552" y="4692396"/>
                  </a:lnTo>
                  <a:close/>
                </a:path>
                <a:path w="2184400" h="4994275">
                  <a:moveTo>
                    <a:pt x="1749552" y="4610100"/>
                  </a:moveTo>
                  <a:lnTo>
                    <a:pt x="1746504" y="4607052"/>
                  </a:lnTo>
                  <a:lnTo>
                    <a:pt x="1738884" y="4607052"/>
                  </a:lnTo>
                  <a:lnTo>
                    <a:pt x="1735836" y="4610100"/>
                  </a:lnTo>
                  <a:lnTo>
                    <a:pt x="1735836" y="4658868"/>
                  </a:lnTo>
                  <a:lnTo>
                    <a:pt x="1738884" y="4661916"/>
                  </a:lnTo>
                  <a:lnTo>
                    <a:pt x="1746504" y="4661916"/>
                  </a:lnTo>
                  <a:lnTo>
                    <a:pt x="1749552" y="4658868"/>
                  </a:lnTo>
                  <a:lnTo>
                    <a:pt x="1749552" y="4610100"/>
                  </a:lnTo>
                  <a:close/>
                </a:path>
                <a:path w="2184400" h="4994275">
                  <a:moveTo>
                    <a:pt x="1749552" y="4527804"/>
                  </a:moveTo>
                  <a:lnTo>
                    <a:pt x="1746504" y="4524756"/>
                  </a:lnTo>
                  <a:lnTo>
                    <a:pt x="1738884" y="4524756"/>
                  </a:lnTo>
                  <a:lnTo>
                    <a:pt x="1735836" y="4527804"/>
                  </a:lnTo>
                  <a:lnTo>
                    <a:pt x="1735836" y="4576572"/>
                  </a:lnTo>
                  <a:lnTo>
                    <a:pt x="1738884" y="4579620"/>
                  </a:lnTo>
                  <a:lnTo>
                    <a:pt x="1746504" y="4579620"/>
                  </a:lnTo>
                  <a:lnTo>
                    <a:pt x="1749552" y="4576572"/>
                  </a:lnTo>
                  <a:lnTo>
                    <a:pt x="1749552" y="4527804"/>
                  </a:lnTo>
                  <a:close/>
                </a:path>
                <a:path w="2184400" h="4994275">
                  <a:moveTo>
                    <a:pt x="1749552" y="4443984"/>
                  </a:moveTo>
                  <a:lnTo>
                    <a:pt x="1746504" y="4440936"/>
                  </a:lnTo>
                  <a:lnTo>
                    <a:pt x="1738884" y="4440936"/>
                  </a:lnTo>
                  <a:lnTo>
                    <a:pt x="1735836" y="4443984"/>
                  </a:lnTo>
                  <a:lnTo>
                    <a:pt x="1735836" y="4494276"/>
                  </a:lnTo>
                  <a:lnTo>
                    <a:pt x="1738884" y="4497324"/>
                  </a:lnTo>
                  <a:lnTo>
                    <a:pt x="1746504" y="4497324"/>
                  </a:lnTo>
                  <a:lnTo>
                    <a:pt x="1749552" y="4494276"/>
                  </a:lnTo>
                  <a:lnTo>
                    <a:pt x="1749552" y="4443984"/>
                  </a:lnTo>
                  <a:close/>
                </a:path>
                <a:path w="2184400" h="4994275">
                  <a:moveTo>
                    <a:pt x="1749552" y="4361688"/>
                  </a:moveTo>
                  <a:lnTo>
                    <a:pt x="1746504" y="4358640"/>
                  </a:lnTo>
                  <a:lnTo>
                    <a:pt x="1738884" y="4358640"/>
                  </a:lnTo>
                  <a:lnTo>
                    <a:pt x="1735836" y="4361688"/>
                  </a:lnTo>
                  <a:lnTo>
                    <a:pt x="1735836" y="4410456"/>
                  </a:lnTo>
                  <a:lnTo>
                    <a:pt x="1738884" y="4413504"/>
                  </a:lnTo>
                  <a:lnTo>
                    <a:pt x="1746504" y="4413504"/>
                  </a:lnTo>
                  <a:lnTo>
                    <a:pt x="1749552" y="4410456"/>
                  </a:lnTo>
                  <a:lnTo>
                    <a:pt x="1749552" y="4361688"/>
                  </a:lnTo>
                  <a:close/>
                </a:path>
                <a:path w="2184400" h="4994275">
                  <a:moveTo>
                    <a:pt x="1749552" y="4279392"/>
                  </a:moveTo>
                  <a:lnTo>
                    <a:pt x="1746504" y="4276344"/>
                  </a:lnTo>
                  <a:lnTo>
                    <a:pt x="1738884" y="4276344"/>
                  </a:lnTo>
                  <a:lnTo>
                    <a:pt x="1735836" y="4279392"/>
                  </a:lnTo>
                  <a:lnTo>
                    <a:pt x="1735836" y="4328160"/>
                  </a:lnTo>
                  <a:lnTo>
                    <a:pt x="1738884" y="4331208"/>
                  </a:lnTo>
                  <a:lnTo>
                    <a:pt x="1746504" y="4331208"/>
                  </a:lnTo>
                  <a:lnTo>
                    <a:pt x="1749552" y="4328160"/>
                  </a:lnTo>
                  <a:lnTo>
                    <a:pt x="1749552" y="4279392"/>
                  </a:lnTo>
                  <a:close/>
                </a:path>
                <a:path w="2184400" h="4994275">
                  <a:moveTo>
                    <a:pt x="1749552" y="4195572"/>
                  </a:moveTo>
                  <a:lnTo>
                    <a:pt x="1746504" y="4192524"/>
                  </a:lnTo>
                  <a:lnTo>
                    <a:pt x="1738884" y="4192524"/>
                  </a:lnTo>
                  <a:lnTo>
                    <a:pt x="1735836" y="4195572"/>
                  </a:lnTo>
                  <a:lnTo>
                    <a:pt x="1735836" y="4245864"/>
                  </a:lnTo>
                  <a:lnTo>
                    <a:pt x="1738884" y="4248912"/>
                  </a:lnTo>
                  <a:lnTo>
                    <a:pt x="1746504" y="4248912"/>
                  </a:lnTo>
                  <a:lnTo>
                    <a:pt x="1749552" y="4245864"/>
                  </a:lnTo>
                  <a:lnTo>
                    <a:pt x="1749552" y="4195572"/>
                  </a:lnTo>
                  <a:close/>
                </a:path>
                <a:path w="2184400" h="4994275">
                  <a:moveTo>
                    <a:pt x="1749552" y="4113276"/>
                  </a:moveTo>
                  <a:lnTo>
                    <a:pt x="1746504" y="4110228"/>
                  </a:lnTo>
                  <a:lnTo>
                    <a:pt x="1738884" y="4110228"/>
                  </a:lnTo>
                  <a:lnTo>
                    <a:pt x="1735836" y="4113276"/>
                  </a:lnTo>
                  <a:lnTo>
                    <a:pt x="1735836" y="4162044"/>
                  </a:lnTo>
                  <a:lnTo>
                    <a:pt x="1738884" y="4165092"/>
                  </a:lnTo>
                  <a:lnTo>
                    <a:pt x="1746504" y="4165092"/>
                  </a:lnTo>
                  <a:lnTo>
                    <a:pt x="1749552" y="4162044"/>
                  </a:lnTo>
                  <a:lnTo>
                    <a:pt x="1749552" y="4113276"/>
                  </a:lnTo>
                  <a:close/>
                </a:path>
                <a:path w="2184400" h="4994275">
                  <a:moveTo>
                    <a:pt x="1749552" y="4030980"/>
                  </a:moveTo>
                  <a:lnTo>
                    <a:pt x="1746504" y="4027932"/>
                  </a:lnTo>
                  <a:lnTo>
                    <a:pt x="1738884" y="4027932"/>
                  </a:lnTo>
                  <a:lnTo>
                    <a:pt x="1735836" y="4030980"/>
                  </a:lnTo>
                  <a:lnTo>
                    <a:pt x="1735836" y="4079748"/>
                  </a:lnTo>
                  <a:lnTo>
                    <a:pt x="1738884" y="4082796"/>
                  </a:lnTo>
                  <a:lnTo>
                    <a:pt x="1746504" y="4082796"/>
                  </a:lnTo>
                  <a:lnTo>
                    <a:pt x="1749552" y="4079748"/>
                  </a:lnTo>
                  <a:lnTo>
                    <a:pt x="1749552" y="4030980"/>
                  </a:lnTo>
                  <a:close/>
                </a:path>
                <a:path w="2184400" h="4994275">
                  <a:moveTo>
                    <a:pt x="1749552" y="3947160"/>
                  </a:moveTo>
                  <a:lnTo>
                    <a:pt x="1746504" y="3944112"/>
                  </a:lnTo>
                  <a:lnTo>
                    <a:pt x="1738884" y="3944112"/>
                  </a:lnTo>
                  <a:lnTo>
                    <a:pt x="1735836" y="3947160"/>
                  </a:lnTo>
                  <a:lnTo>
                    <a:pt x="1735836" y="3997452"/>
                  </a:lnTo>
                  <a:lnTo>
                    <a:pt x="1738884" y="4000500"/>
                  </a:lnTo>
                  <a:lnTo>
                    <a:pt x="1746504" y="4000500"/>
                  </a:lnTo>
                  <a:lnTo>
                    <a:pt x="1749552" y="3997452"/>
                  </a:lnTo>
                  <a:lnTo>
                    <a:pt x="1749552" y="3947160"/>
                  </a:lnTo>
                  <a:close/>
                </a:path>
                <a:path w="2184400" h="4994275">
                  <a:moveTo>
                    <a:pt x="1749552" y="3864864"/>
                  </a:moveTo>
                  <a:lnTo>
                    <a:pt x="1746504" y="3861816"/>
                  </a:lnTo>
                  <a:lnTo>
                    <a:pt x="1738884" y="3861816"/>
                  </a:lnTo>
                  <a:lnTo>
                    <a:pt x="1735836" y="3864864"/>
                  </a:lnTo>
                  <a:lnTo>
                    <a:pt x="1735836" y="3913632"/>
                  </a:lnTo>
                  <a:lnTo>
                    <a:pt x="1738884" y="3916680"/>
                  </a:lnTo>
                  <a:lnTo>
                    <a:pt x="1746504" y="3916680"/>
                  </a:lnTo>
                  <a:lnTo>
                    <a:pt x="1749552" y="3913632"/>
                  </a:lnTo>
                  <a:lnTo>
                    <a:pt x="1749552" y="3864864"/>
                  </a:lnTo>
                  <a:close/>
                </a:path>
                <a:path w="2184400" h="4994275">
                  <a:moveTo>
                    <a:pt x="1749552" y="3782568"/>
                  </a:moveTo>
                  <a:lnTo>
                    <a:pt x="1746504" y="3779520"/>
                  </a:lnTo>
                  <a:lnTo>
                    <a:pt x="1738884" y="3779520"/>
                  </a:lnTo>
                  <a:lnTo>
                    <a:pt x="1735836" y="3782568"/>
                  </a:lnTo>
                  <a:lnTo>
                    <a:pt x="1735836" y="3831336"/>
                  </a:lnTo>
                  <a:lnTo>
                    <a:pt x="1738884" y="3834384"/>
                  </a:lnTo>
                  <a:lnTo>
                    <a:pt x="1746504" y="3834384"/>
                  </a:lnTo>
                  <a:lnTo>
                    <a:pt x="1749552" y="3831336"/>
                  </a:lnTo>
                  <a:lnTo>
                    <a:pt x="1749552" y="3782568"/>
                  </a:lnTo>
                  <a:close/>
                </a:path>
                <a:path w="2184400" h="4994275">
                  <a:moveTo>
                    <a:pt x="1749552" y="3698748"/>
                  </a:moveTo>
                  <a:lnTo>
                    <a:pt x="1746504" y="3695700"/>
                  </a:lnTo>
                  <a:lnTo>
                    <a:pt x="1738884" y="3695700"/>
                  </a:lnTo>
                  <a:lnTo>
                    <a:pt x="1735836" y="3698748"/>
                  </a:lnTo>
                  <a:lnTo>
                    <a:pt x="1735836" y="3749040"/>
                  </a:lnTo>
                  <a:lnTo>
                    <a:pt x="1738884" y="3752088"/>
                  </a:lnTo>
                  <a:lnTo>
                    <a:pt x="1746504" y="3752088"/>
                  </a:lnTo>
                  <a:lnTo>
                    <a:pt x="1749552" y="3749040"/>
                  </a:lnTo>
                  <a:lnTo>
                    <a:pt x="1749552" y="3698748"/>
                  </a:lnTo>
                  <a:close/>
                </a:path>
                <a:path w="2184400" h="4994275">
                  <a:moveTo>
                    <a:pt x="1749552" y="3616452"/>
                  </a:moveTo>
                  <a:lnTo>
                    <a:pt x="1746504" y="3613404"/>
                  </a:lnTo>
                  <a:lnTo>
                    <a:pt x="1738884" y="3613404"/>
                  </a:lnTo>
                  <a:lnTo>
                    <a:pt x="1735836" y="3616452"/>
                  </a:lnTo>
                  <a:lnTo>
                    <a:pt x="1735836" y="3665220"/>
                  </a:lnTo>
                  <a:lnTo>
                    <a:pt x="1738884" y="3668268"/>
                  </a:lnTo>
                  <a:lnTo>
                    <a:pt x="1746504" y="3668268"/>
                  </a:lnTo>
                  <a:lnTo>
                    <a:pt x="1749552" y="3665220"/>
                  </a:lnTo>
                  <a:lnTo>
                    <a:pt x="1749552" y="3616452"/>
                  </a:lnTo>
                  <a:close/>
                </a:path>
                <a:path w="2184400" h="4994275">
                  <a:moveTo>
                    <a:pt x="1749552" y="3534156"/>
                  </a:moveTo>
                  <a:lnTo>
                    <a:pt x="1746504" y="3531108"/>
                  </a:lnTo>
                  <a:lnTo>
                    <a:pt x="1738884" y="3531108"/>
                  </a:lnTo>
                  <a:lnTo>
                    <a:pt x="1735836" y="3534156"/>
                  </a:lnTo>
                  <a:lnTo>
                    <a:pt x="1735836" y="3582924"/>
                  </a:lnTo>
                  <a:lnTo>
                    <a:pt x="1738884" y="3585972"/>
                  </a:lnTo>
                  <a:lnTo>
                    <a:pt x="1746504" y="3585972"/>
                  </a:lnTo>
                  <a:lnTo>
                    <a:pt x="1749552" y="3582924"/>
                  </a:lnTo>
                  <a:lnTo>
                    <a:pt x="1749552" y="3534156"/>
                  </a:lnTo>
                  <a:close/>
                </a:path>
                <a:path w="2184400" h="4994275">
                  <a:moveTo>
                    <a:pt x="1749552" y="3450336"/>
                  </a:moveTo>
                  <a:lnTo>
                    <a:pt x="1746504" y="3447288"/>
                  </a:lnTo>
                  <a:lnTo>
                    <a:pt x="1738884" y="3447288"/>
                  </a:lnTo>
                  <a:lnTo>
                    <a:pt x="1735836" y="3450336"/>
                  </a:lnTo>
                  <a:lnTo>
                    <a:pt x="1735836" y="3500628"/>
                  </a:lnTo>
                  <a:lnTo>
                    <a:pt x="1738884" y="3503676"/>
                  </a:lnTo>
                  <a:lnTo>
                    <a:pt x="1746504" y="3503676"/>
                  </a:lnTo>
                  <a:lnTo>
                    <a:pt x="1749552" y="3500628"/>
                  </a:lnTo>
                  <a:lnTo>
                    <a:pt x="1749552" y="3450336"/>
                  </a:lnTo>
                  <a:close/>
                </a:path>
                <a:path w="2184400" h="4994275">
                  <a:moveTo>
                    <a:pt x="1749552" y="3368040"/>
                  </a:moveTo>
                  <a:lnTo>
                    <a:pt x="1746504" y="3364992"/>
                  </a:lnTo>
                  <a:lnTo>
                    <a:pt x="1738884" y="3364992"/>
                  </a:lnTo>
                  <a:lnTo>
                    <a:pt x="1735836" y="3368040"/>
                  </a:lnTo>
                  <a:lnTo>
                    <a:pt x="1735836" y="3416808"/>
                  </a:lnTo>
                  <a:lnTo>
                    <a:pt x="1738884" y="3419856"/>
                  </a:lnTo>
                  <a:lnTo>
                    <a:pt x="1746504" y="3419856"/>
                  </a:lnTo>
                  <a:lnTo>
                    <a:pt x="1749552" y="3416808"/>
                  </a:lnTo>
                  <a:lnTo>
                    <a:pt x="1749552" y="3368040"/>
                  </a:lnTo>
                  <a:close/>
                </a:path>
                <a:path w="2184400" h="4994275">
                  <a:moveTo>
                    <a:pt x="1749552" y="3285744"/>
                  </a:moveTo>
                  <a:lnTo>
                    <a:pt x="1746504" y="3282696"/>
                  </a:lnTo>
                  <a:lnTo>
                    <a:pt x="1738884" y="3282696"/>
                  </a:lnTo>
                  <a:lnTo>
                    <a:pt x="1735836" y="3285744"/>
                  </a:lnTo>
                  <a:lnTo>
                    <a:pt x="1735836" y="3334512"/>
                  </a:lnTo>
                  <a:lnTo>
                    <a:pt x="1738884" y="3337560"/>
                  </a:lnTo>
                  <a:lnTo>
                    <a:pt x="1746504" y="3337560"/>
                  </a:lnTo>
                  <a:lnTo>
                    <a:pt x="1749552" y="3334512"/>
                  </a:lnTo>
                  <a:lnTo>
                    <a:pt x="1749552" y="3285744"/>
                  </a:lnTo>
                  <a:close/>
                </a:path>
                <a:path w="2184400" h="4994275">
                  <a:moveTo>
                    <a:pt x="1749552" y="3201924"/>
                  </a:moveTo>
                  <a:lnTo>
                    <a:pt x="1746504" y="3198876"/>
                  </a:lnTo>
                  <a:lnTo>
                    <a:pt x="1738884" y="3198876"/>
                  </a:lnTo>
                  <a:lnTo>
                    <a:pt x="1735836" y="3201924"/>
                  </a:lnTo>
                  <a:lnTo>
                    <a:pt x="1735836" y="3252216"/>
                  </a:lnTo>
                  <a:lnTo>
                    <a:pt x="1738884" y="3255264"/>
                  </a:lnTo>
                  <a:lnTo>
                    <a:pt x="1746504" y="3255264"/>
                  </a:lnTo>
                  <a:lnTo>
                    <a:pt x="1749552" y="3252216"/>
                  </a:lnTo>
                  <a:lnTo>
                    <a:pt x="1749552" y="3201924"/>
                  </a:lnTo>
                  <a:close/>
                </a:path>
                <a:path w="2184400" h="4994275">
                  <a:moveTo>
                    <a:pt x="1749552" y="3119628"/>
                  </a:moveTo>
                  <a:lnTo>
                    <a:pt x="1746504" y="3116580"/>
                  </a:lnTo>
                  <a:lnTo>
                    <a:pt x="1738884" y="3116580"/>
                  </a:lnTo>
                  <a:lnTo>
                    <a:pt x="1735836" y="3119628"/>
                  </a:lnTo>
                  <a:lnTo>
                    <a:pt x="1735836" y="3168396"/>
                  </a:lnTo>
                  <a:lnTo>
                    <a:pt x="1738884" y="3171444"/>
                  </a:lnTo>
                  <a:lnTo>
                    <a:pt x="1746504" y="3171444"/>
                  </a:lnTo>
                  <a:lnTo>
                    <a:pt x="1749552" y="3168396"/>
                  </a:lnTo>
                  <a:lnTo>
                    <a:pt x="1749552" y="3119628"/>
                  </a:lnTo>
                  <a:close/>
                </a:path>
                <a:path w="2184400" h="4994275">
                  <a:moveTo>
                    <a:pt x="1749552" y="3037332"/>
                  </a:moveTo>
                  <a:lnTo>
                    <a:pt x="1746504" y="3034284"/>
                  </a:lnTo>
                  <a:lnTo>
                    <a:pt x="1738884" y="3034284"/>
                  </a:lnTo>
                  <a:lnTo>
                    <a:pt x="1735836" y="3037332"/>
                  </a:lnTo>
                  <a:lnTo>
                    <a:pt x="1735836" y="3086100"/>
                  </a:lnTo>
                  <a:lnTo>
                    <a:pt x="1738884" y="3089148"/>
                  </a:lnTo>
                  <a:lnTo>
                    <a:pt x="1746504" y="3089148"/>
                  </a:lnTo>
                  <a:lnTo>
                    <a:pt x="1749552" y="3086100"/>
                  </a:lnTo>
                  <a:lnTo>
                    <a:pt x="1749552" y="3037332"/>
                  </a:lnTo>
                  <a:close/>
                </a:path>
                <a:path w="2184400" h="4994275">
                  <a:moveTo>
                    <a:pt x="1749552" y="2953512"/>
                  </a:moveTo>
                  <a:lnTo>
                    <a:pt x="1746504" y="2950464"/>
                  </a:lnTo>
                  <a:lnTo>
                    <a:pt x="1738884" y="2950464"/>
                  </a:lnTo>
                  <a:lnTo>
                    <a:pt x="1735836" y="2953512"/>
                  </a:lnTo>
                  <a:lnTo>
                    <a:pt x="1735836" y="3003804"/>
                  </a:lnTo>
                  <a:lnTo>
                    <a:pt x="1738884" y="3006852"/>
                  </a:lnTo>
                  <a:lnTo>
                    <a:pt x="1746504" y="3006852"/>
                  </a:lnTo>
                  <a:lnTo>
                    <a:pt x="1749552" y="3003804"/>
                  </a:lnTo>
                  <a:lnTo>
                    <a:pt x="1749552" y="2953512"/>
                  </a:lnTo>
                  <a:close/>
                </a:path>
                <a:path w="2184400" h="4994275">
                  <a:moveTo>
                    <a:pt x="1749552" y="2871216"/>
                  </a:moveTo>
                  <a:lnTo>
                    <a:pt x="1746504" y="2868168"/>
                  </a:lnTo>
                  <a:lnTo>
                    <a:pt x="1738884" y="2868168"/>
                  </a:lnTo>
                  <a:lnTo>
                    <a:pt x="1735836" y="2871216"/>
                  </a:lnTo>
                  <a:lnTo>
                    <a:pt x="1735836" y="2919984"/>
                  </a:lnTo>
                  <a:lnTo>
                    <a:pt x="1738884" y="2923032"/>
                  </a:lnTo>
                  <a:lnTo>
                    <a:pt x="1746504" y="2923032"/>
                  </a:lnTo>
                  <a:lnTo>
                    <a:pt x="1749552" y="2919984"/>
                  </a:lnTo>
                  <a:lnTo>
                    <a:pt x="1749552" y="2871216"/>
                  </a:lnTo>
                  <a:close/>
                </a:path>
                <a:path w="2184400" h="4994275">
                  <a:moveTo>
                    <a:pt x="1749552" y="2788920"/>
                  </a:moveTo>
                  <a:lnTo>
                    <a:pt x="1746504" y="2785872"/>
                  </a:lnTo>
                  <a:lnTo>
                    <a:pt x="1738884" y="2785872"/>
                  </a:lnTo>
                  <a:lnTo>
                    <a:pt x="1735836" y="2788920"/>
                  </a:lnTo>
                  <a:lnTo>
                    <a:pt x="1735836" y="2837688"/>
                  </a:lnTo>
                  <a:lnTo>
                    <a:pt x="1738884" y="2840736"/>
                  </a:lnTo>
                  <a:lnTo>
                    <a:pt x="1746504" y="2840736"/>
                  </a:lnTo>
                  <a:lnTo>
                    <a:pt x="1749552" y="2837688"/>
                  </a:lnTo>
                  <a:lnTo>
                    <a:pt x="1749552" y="2788920"/>
                  </a:lnTo>
                  <a:close/>
                </a:path>
                <a:path w="2184400" h="4994275">
                  <a:moveTo>
                    <a:pt x="1749552" y="2705100"/>
                  </a:moveTo>
                  <a:lnTo>
                    <a:pt x="1746504" y="2702052"/>
                  </a:lnTo>
                  <a:lnTo>
                    <a:pt x="1738884" y="2702052"/>
                  </a:lnTo>
                  <a:lnTo>
                    <a:pt x="1735836" y="2705100"/>
                  </a:lnTo>
                  <a:lnTo>
                    <a:pt x="1735836" y="2755392"/>
                  </a:lnTo>
                  <a:lnTo>
                    <a:pt x="1738884" y="2758440"/>
                  </a:lnTo>
                  <a:lnTo>
                    <a:pt x="1746504" y="2758440"/>
                  </a:lnTo>
                  <a:lnTo>
                    <a:pt x="1749552" y="2755392"/>
                  </a:lnTo>
                  <a:lnTo>
                    <a:pt x="1749552" y="2705100"/>
                  </a:lnTo>
                  <a:close/>
                </a:path>
                <a:path w="2184400" h="4994275">
                  <a:moveTo>
                    <a:pt x="1749552" y="2622804"/>
                  </a:moveTo>
                  <a:lnTo>
                    <a:pt x="1746504" y="2619756"/>
                  </a:lnTo>
                  <a:lnTo>
                    <a:pt x="1738884" y="2619756"/>
                  </a:lnTo>
                  <a:lnTo>
                    <a:pt x="1735836" y="2622804"/>
                  </a:lnTo>
                  <a:lnTo>
                    <a:pt x="1735836" y="2671572"/>
                  </a:lnTo>
                  <a:lnTo>
                    <a:pt x="1738884" y="2674620"/>
                  </a:lnTo>
                  <a:lnTo>
                    <a:pt x="1746504" y="2674620"/>
                  </a:lnTo>
                  <a:lnTo>
                    <a:pt x="1749552" y="2671572"/>
                  </a:lnTo>
                  <a:lnTo>
                    <a:pt x="1749552" y="2622804"/>
                  </a:lnTo>
                  <a:close/>
                </a:path>
                <a:path w="2184400" h="4994275">
                  <a:moveTo>
                    <a:pt x="1749552" y="2540508"/>
                  </a:moveTo>
                  <a:lnTo>
                    <a:pt x="1746504" y="2537460"/>
                  </a:lnTo>
                  <a:lnTo>
                    <a:pt x="1738884" y="2537460"/>
                  </a:lnTo>
                  <a:lnTo>
                    <a:pt x="1735836" y="2540508"/>
                  </a:lnTo>
                  <a:lnTo>
                    <a:pt x="1735836" y="2589276"/>
                  </a:lnTo>
                  <a:lnTo>
                    <a:pt x="1738884" y="2592324"/>
                  </a:lnTo>
                  <a:lnTo>
                    <a:pt x="1746504" y="2592324"/>
                  </a:lnTo>
                  <a:lnTo>
                    <a:pt x="1749552" y="2589276"/>
                  </a:lnTo>
                  <a:lnTo>
                    <a:pt x="1749552" y="2540508"/>
                  </a:lnTo>
                  <a:close/>
                </a:path>
                <a:path w="2184400" h="4994275">
                  <a:moveTo>
                    <a:pt x="1749552" y="2456688"/>
                  </a:moveTo>
                  <a:lnTo>
                    <a:pt x="1746504" y="2453640"/>
                  </a:lnTo>
                  <a:lnTo>
                    <a:pt x="1738884" y="2453640"/>
                  </a:lnTo>
                  <a:lnTo>
                    <a:pt x="1735836" y="2456688"/>
                  </a:lnTo>
                  <a:lnTo>
                    <a:pt x="1735836" y="2506980"/>
                  </a:lnTo>
                  <a:lnTo>
                    <a:pt x="1738884" y="2510028"/>
                  </a:lnTo>
                  <a:lnTo>
                    <a:pt x="1746504" y="2510028"/>
                  </a:lnTo>
                  <a:lnTo>
                    <a:pt x="1749552" y="2506980"/>
                  </a:lnTo>
                  <a:lnTo>
                    <a:pt x="1749552" y="2456688"/>
                  </a:lnTo>
                  <a:close/>
                </a:path>
                <a:path w="2184400" h="4994275">
                  <a:moveTo>
                    <a:pt x="1749552" y="2374392"/>
                  </a:moveTo>
                  <a:lnTo>
                    <a:pt x="1746504" y="2371344"/>
                  </a:lnTo>
                  <a:lnTo>
                    <a:pt x="1738884" y="2371344"/>
                  </a:lnTo>
                  <a:lnTo>
                    <a:pt x="1735836" y="2374392"/>
                  </a:lnTo>
                  <a:lnTo>
                    <a:pt x="1735836" y="2423160"/>
                  </a:lnTo>
                  <a:lnTo>
                    <a:pt x="1738884" y="2426208"/>
                  </a:lnTo>
                  <a:lnTo>
                    <a:pt x="1746504" y="2426208"/>
                  </a:lnTo>
                  <a:lnTo>
                    <a:pt x="1749552" y="2423160"/>
                  </a:lnTo>
                  <a:lnTo>
                    <a:pt x="1749552" y="2374392"/>
                  </a:lnTo>
                  <a:close/>
                </a:path>
                <a:path w="2184400" h="4994275">
                  <a:moveTo>
                    <a:pt x="1749552" y="2292096"/>
                  </a:moveTo>
                  <a:lnTo>
                    <a:pt x="1746504" y="2289048"/>
                  </a:lnTo>
                  <a:lnTo>
                    <a:pt x="1738884" y="2289048"/>
                  </a:lnTo>
                  <a:lnTo>
                    <a:pt x="1735836" y="2292096"/>
                  </a:lnTo>
                  <a:lnTo>
                    <a:pt x="1735836" y="2340864"/>
                  </a:lnTo>
                  <a:lnTo>
                    <a:pt x="1738884" y="2343912"/>
                  </a:lnTo>
                  <a:lnTo>
                    <a:pt x="1746504" y="2343912"/>
                  </a:lnTo>
                  <a:lnTo>
                    <a:pt x="1749552" y="2340864"/>
                  </a:lnTo>
                  <a:lnTo>
                    <a:pt x="1749552" y="2292096"/>
                  </a:lnTo>
                  <a:close/>
                </a:path>
                <a:path w="2184400" h="4994275">
                  <a:moveTo>
                    <a:pt x="1749552" y="2209800"/>
                  </a:moveTo>
                  <a:lnTo>
                    <a:pt x="1746504" y="2205228"/>
                  </a:lnTo>
                  <a:lnTo>
                    <a:pt x="1738884" y="2205228"/>
                  </a:lnTo>
                  <a:lnTo>
                    <a:pt x="1735836" y="2209800"/>
                  </a:lnTo>
                  <a:lnTo>
                    <a:pt x="1735836" y="2258568"/>
                  </a:lnTo>
                  <a:lnTo>
                    <a:pt x="1738884" y="2261616"/>
                  </a:lnTo>
                  <a:lnTo>
                    <a:pt x="1746504" y="2261616"/>
                  </a:lnTo>
                  <a:lnTo>
                    <a:pt x="1749552" y="2258568"/>
                  </a:lnTo>
                  <a:lnTo>
                    <a:pt x="1749552" y="2209800"/>
                  </a:lnTo>
                  <a:close/>
                </a:path>
                <a:path w="2184400" h="4994275">
                  <a:moveTo>
                    <a:pt x="1749552" y="2125980"/>
                  </a:moveTo>
                  <a:lnTo>
                    <a:pt x="1746504" y="2122932"/>
                  </a:lnTo>
                  <a:lnTo>
                    <a:pt x="1738884" y="2122932"/>
                  </a:lnTo>
                  <a:lnTo>
                    <a:pt x="1735836" y="2125980"/>
                  </a:lnTo>
                  <a:lnTo>
                    <a:pt x="1735836" y="2174748"/>
                  </a:lnTo>
                  <a:lnTo>
                    <a:pt x="1738884" y="2177796"/>
                  </a:lnTo>
                  <a:lnTo>
                    <a:pt x="1746504" y="2177796"/>
                  </a:lnTo>
                  <a:lnTo>
                    <a:pt x="1749552" y="2174748"/>
                  </a:lnTo>
                  <a:lnTo>
                    <a:pt x="1749552" y="2125980"/>
                  </a:lnTo>
                  <a:close/>
                </a:path>
                <a:path w="2184400" h="4994275">
                  <a:moveTo>
                    <a:pt x="1749552" y="2043684"/>
                  </a:moveTo>
                  <a:lnTo>
                    <a:pt x="1746504" y="2040636"/>
                  </a:lnTo>
                  <a:lnTo>
                    <a:pt x="1738884" y="2040636"/>
                  </a:lnTo>
                  <a:lnTo>
                    <a:pt x="1735836" y="2043684"/>
                  </a:lnTo>
                  <a:lnTo>
                    <a:pt x="1735836" y="2092452"/>
                  </a:lnTo>
                  <a:lnTo>
                    <a:pt x="1738884" y="2095500"/>
                  </a:lnTo>
                  <a:lnTo>
                    <a:pt x="1746504" y="2095500"/>
                  </a:lnTo>
                  <a:lnTo>
                    <a:pt x="1749552" y="2092452"/>
                  </a:lnTo>
                  <a:lnTo>
                    <a:pt x="1749552" y="2043684"/>
                  </a:lnTo>
                  <a:close/>
                </a:path>
                <a:path w="2184400" h="4994275">
                  <a:moveTo>
                    <a:pt x="1749552" y="1961388"/>
                  </a:moveTo>
                  <a:lnTo>
                    <a:pt x="1746504" y="1956816"/>
                  </a:lnTo>
                  <a:lnTo>
                    <a:pt x="1738884" y="1956816"/>
                  </a:lnTo>
                  <a:lnTo>
                    <a:pt x="1735836" y="1961388"/>
                  </a:lnTo>
                  <a:lnTo>
                    <a:pt x="1735836" y="2010156"/>
                  </a:lnTo>
                  <a:lnTo>
                    <a:pt x="1738884" y="2013204"/>
                  </a:lnTo>
                  <a:lnTo>
                    <a:pt x="1746504" y="2013204"/>
                  </a:lnTo>
                  <a:lnTo>
                    <a:pt x="1749552" y="2010156"/>
                  </a:lnTo>
                  <a:lnTo>
                    <a:pt x="1749552" y="1961388"/>
                  </a:lnTo>
                  <a:close/>
                </a:path>
                <a:path w="2184400" h="4994275">
                  <a:moveTo>
                    <a:pt x="1749552" y="1877568"/>
                  </a:moveTo>
                  <a:lnTo>
                    <a:pt x="1746504" y="1874520"/>
                  </a:lnTo>
                  <a:lnTo>
                    <a:pt x="1738884" y="1874520"/>
                  </a:lnTo>
                  <a:lnTo>
                    <a:pt x="1735836" y="1877568"/>
                  </a:lnTo>
                  <a:lnTo>
                    <a:pt x="1735836" y="1926336"/>
                  </a:lnTo>
                  <a:lnTo>
                    <a:pt x="1738884" y="1929384"/>
                  </a:lnTo>
                  <a:lnTo>
                    <a:pt x="1746504" y="1929384"/>
                  </a:lnTo>
                  <a:lnTo>
                    <a:pt x="1749552" y="1926336"/>
                  </a:lnTo>
                  <a:lnTo>
                    <a:pt x="1749552" y="1877568"/>
                  </a:lnTo>
                  <a:close/>
                </a:path>
                <a:path w="2184400" h="4994275">
                  <a:moveTo>
                    <a:pt x="1749552" y="1795272"/>
                  </a:moveTo>
                  <a:lnTo>
                    <a:pt x="1746504" y="1792224"/>
                  </a:lnTo>
                  <a:lnTo>
                    <a:pt x="1738884" y="1792224"/>
                  </a:lnTo>
                  <a:lnTo>
                    <a:pt x="1735836" y="1795272"/>
                  </a:lnTo>
                  <a:lnTo>
                    <a:pt x="1735836" y="1844040"/>
                  </a:lnTo>
                  <a:lnTo>
                    <a:pt x="1738884" y="1847088"/>
                  </a:lnTo>
                  <a:lnTo>
                    <a:pt x="1746504" y="1847088"/>
                  </a:lnTo>
                  <a:lnTo>
                    <a:pt x="1749552" y="1844040"/>
                  </a:lnTo>
                  <a:lnTo>
                    <a:pt x="1749552" y="1795272"/>
                  </a:lnTo>
                  <a:close/>
                </a:path>
                <a:path w="2184400" h="4994275">
                  <a:moveTo>
                    <a:pt x="1749552" y="1712976"/>
                  </a:moveTo>
                  <a:lnTo>
                    <a:pt x="1746504" y="1709928"/>
                  </a:lnTo>
                  <a:lnTo>
                    <a:pt x="1738884" y="1709928"/>
                  </a:lnTo>
                  <a:lnTo>
                    <a:pt x="1735836" y="1712976"/>
                  </a:lnTo>
                  <a:lnTo>
                    <a:pt x="1735836" y="1761744"/>
                  </a:lnTo>
                  <a:lnTo>
                    <a:pt x="1738884" y="1764792"/>
                  </a:lnTo>
                  <a:lnTo>
                    <a:pt x="1746504" y="1764792"/>
                  </a:lnTo>
                  <a:lnTo>
                    <a:pt x="1749552" y="1761744"/>
                  </a:lnTo>
                  <a:lnTo>
                    <a:pt x="1749552" y="1712976"/>
                  </a:lnTo>
                  <a:close/>
                </a:path>
                <a:path w="2184400" h="4994275">
                  <a:moveTo>
                    <a:pt x="1749552" y="1629156"/>
                  </a:moveTo>
                  <a:lnTo>
                    <a:pt x="1746504" y="1626108"/>
                  </a:lnTo>
                  <a:lnTo>
                    <a:pt x="1738884" y="1626108"/>
                  </a:lnTo>
                  <a:lnTo>
                    <a:pt x="1735836" y="1629156"/>
                  </a:lnTo>
                  <a:lnTo>
                    <a:pt x="1735836" y="1677924"/>
                  </a:lnTo>
                  <a:lnTo>
                    <a:pt x="1738884" y="1680972"/>
                  </a:lnTo>
                  <a:lnTo>
                    <a:pt x="1746504" y="1680972"/>
                  </a:lnTo>
                  <a:lnTo>
                    <a:pt x="1749552" y="1677924"/>
                  </a:lnTo>
                  <a:lnTo>
                    <a:pt x="1749552" y="1629156"/>
                  </a:lnTo>
                  <a:close/>
                </a:path>
                <a:path w="2184400" h="4994275">
                  <a:moveTo>
                    <a:pt x="1749552" y="1546860"/>
                  </a:moveTo>
                  <a:lnTo>
                    <a:pt x="1746504" y="1543812"/>
                  </a:lnTo>
                  <a:lnTo>
                    <a:pt x="1738884" y="1543812"/>
                  </a:lnTo>
                  <a:lnTo>
                    <a:pt x="1735836" y="1546860"/>
                  </a:lnTo>
                  <a:lnTo>
                    <a:pt x="1735836" y="1595628"/>
                  </a:lnTo>
                  <a:lnTo>
                    <a:pt x="1738884" y="1598676"/>
                  </a:lnTo>
                  <a:lnTo>
                    <a:pt x="1746504" y="1598676"/>
                  </a:lnTo>
                  <a:lnTo>
                    <a:pt x="1749552" y="1595628"/>
                  </a:lnTo>
                  <a:lnTo>
                    <a:pt x="1749552" y="1546860"/>
                  </a:lnTo>
                  <a:close/>
                </a:path>
                <a:path w="2184400" h="4994275">
                  <a:moveTo>
                    <a:pt x="1749552" y="1464564"/>
                  </a:moveTo>
                  <a:lnTo>
                    <a:pt x="1746504" y="1461516"/>
                  </a:lnTo>
                  <a:lnTo>
                    <a:pt x="1738884" y="1461516"/>
                  </a:lnTo>
                  <a:lnTo>
                    <a:pt x="1735836" y="1464564"/>
                  </a:lnTo>
                  <a:lnTo>
                    <a:pt x="1735836" y="1513332"/>
                  </a:lnTo>
                  <a:lnTo>
                    <a:pt x="1738884" y="1516380"/>
                  </a:lnTo>
                  <a:lnTo>
                    <a:pt x="1746504" y="1516380"/>
                  </a:lnTo>
                  <a:lnTo>
                    <a:pt x="1749552" y="1513332"/>
                  </a:lnTo>
                  <a:lnTo>
                    <a:pt x="1749552" y="1464564"/>
                  </a:lnTo>
                  <a:close/>
                </a:path>
                <a:path w="2184400" h="4994275">
                  <a:moveTo>
                    <a:pt x="1749552" y="1380744"/>
                  </a:moveTo>
                  <a:lnTo>
                    <a:pt x="1746504" y="1377696"/>
                  </a:lnTo>
                  <a:lnTo>
                    <a:pt x="1738884" y="1377696"/>
                  </a:lnTo>
                  <a:lnTo>
                    <a:pt x="1735836" y="1380744"/>
                  </a:lnTo>
                  <a:lnTo>
                    <a:pt x="1735836" y="1429512"/>
                  </a:lnTo>
                  <a:lnTo>
                    <a:pt x="1738884" y="1432560"/>
                  </a:lnTo>
                  <a:lnTo>
                    <a:pt x="1746504" y="1432560"/>
                  </a:lnTo>
                  <a:lnTo>
                    <a:pt x="1749552" y="1429512"/>
                  </a:lnTo>
                  <a:lnTo>
                    <a:pt x="1749552" y="1380744"/>
                  </a:lnTo>
                  <a:close/>
                </a:path>
                <a:path w="2184400" h="4994275">
                  <a:moveTo>
                    <a:pt x="1749552" y="1298448"/>
                  </a:moveTo>
                  <a:lnTo>
                    <a:pt x="1746504" y="1295400"/>
                  </a:lnTo>
                  <a:lnTo>
                    <a:pt x="1738884" y="1295400"/>
                  </a:lnTo>
                  <a:lnTo>
                    <a:pt x="1735836" y="1298448"/>
                  </a:lnTo>
                  <a:lnTo>
                    <a:pt x="1735836" y="1347216"/>
                  </a:lnTo>
                  <a:lnTo>
                    <a:pt x="1738884" y="1350264"/>
                  </a:lnTo>
                  <a:lnTo>
                    <a:pt x="1746504" y="1350264"/>
                  </a:lnTo>
                  <a:lnTo>
                    <a:pt x="1749552" y="1347216"/>
                  </a:lnTo>
                  <a:lnTo>
                    <a:pt x="1749552" y="1298448"/>
                  </a:lnTo>
                  <a:close/>
                </a:path>
                <a:path w="2184400" h="4994275">
                  <a:moveTo>
                    <a:pt x="1749552" y="1216152"/>
                  </a:moveTo>
                  <a:lnTo>
                    <a:pt x="1746504" y="1213104"/>
                  </a:lnTo>
                  <a:lnTo>
                    <a:pt x="1738884" y="1213104"/>
                  </a:lnTo>
                  <a:lnTo>
                    <a:pt x="1735836" y="1216152"/>
                  </a:lnTo>
                  <a:lnTo>
                    <a:pt x="1735836" y="1264920"/>
                  </a:lnTo>
                  <a:lnTo>
                    <a:pt x="1738884" y="1267968"/>
                  </a:lnTo>
                  <a:lnTo>
                    <a:pt x="1746504" y="1267968"/>
                  </a:lnTo>
                  <a:lnTo>
                    <a:pt x="1749552" y="1264920"/>
                  </a:lnTo>
                  <a:lnTo>
                    <a:pt x="1749552" y="1216152"/>
                  </a:lnTo>
                  <a:close/>
                </a:path>
                <a:path w="2184400" h="4994275">
                  <a:moveTo>
                    <a:pt x="1749552" y="1132332"/>
                  </a:moveTo>
                  <a:lnTo>
                    <a:pt x="1746504" y="1129284"/>
                  </a:lnTo>
                  <a:lnTo>
                    <a:pt x="1738884" y="1129284"/>
                  </a:lnTo>
                  <a:lnTo>
                    <a:pt x="1735836" y="1132332"/>
                  </a:lnTo>
                  <a:lnTo>
                    <a:pt x="1735836" y="1181100"/>
                  </a:lnTo>
                  <a:lnTo>
                    <a:pt x="1738884" y="1184148"/>
                  </a:lnTo>
                  <a:lnTo>
                    <a:pt x="1746504" y="1184148"/>
                  </a:lnTo>
                  <a:lnTo>
                    <a:pt x="1749552" y="1181100"/>
                  </a:lnTo>
                  <a:lnTo>
                    <a:pt x="1749552" y="1132332"/>
                  </a:lnTo>
                  <a:close/>
                </a:path>
                <a:path w="2184400" h="4994275">
                  <a:moveTo>
                    <a:pt x="1749552" y="1050036"/>
                  </a:moveTo>
                  <a:lnTo>
                    <a:pt x="1746504" y="1046988"/>
                  </a:lnTo>
                  <a:lnTo>
                    <a:pt x="1738884" y="1046988"/>
                  </a:lnTo>
                  <a:lnTo>
                    <a:pt x="1735836" y="1050036"/>
                  </a:lnTo>
                  <a:lnTo>
                    <a:pt x="1735836" y="1098804"/>
                  </a:lnTo>
                  <a:lnTo>
                    <a:pt x="1738884" y="1101852"/>
                  </a:lnTo>
                  <a:lnTo>
                    <a:pt x="1746504" y="1101852"/>
                  </a:lnTo>
                  <a:lnTo>
                    <a:pt x="1749552" y="1098804"/>
                  </a:lnTo>
                  <a:lnTo>
                    <a:pt x="1749552" y="1050036"/>
                  </a:lnTo>
                  <a:close/>
                </a:path>
                <a:path w="2184400" h="4994275">
                  <a:moveTo>
                    <a:pt x="1749552" y="967740"/>
                  </a:moveTo>
                  <a:lnTo>
                    <a:pt x="1746504" y="964692"/>
                  </a:lnTo>
                  <a:lnTo>
                    <a:pt x="1738884" y="964692"/>
                  </a:lnTo>
                  <a:lnTo>
                    <a:pt x="1735836" y="967740"/>
                  </a:lnTo>
                  <a:lnTo>
                    <a:pt x="1735836" y="1016508"/>
                  </a:lnTo>
                  <a:lnTo>
                    <a:pt x="1738884" y="1019556"/>
                  </a:lnTo>
                  <a:lnTo>
                    <a:pt x="1746504" y="1019556"/>
                  </a:lnTo>
                  <a:lnTo>
                    <a:pt x="1749552" y="1016508"/>
                  </a:lnTo>
                  <a:lnTo>
                    <a:pt x="1749552" y="967740"/>
                  </a:lnTo>
                  <a:close/>
                </a:path>
                <a:path w="2184400" h="4994275">
                  <a:moveTo>
                    <a:pt x="1749552" y="883920"/>
                  </a:moveTo>
                  <a:lnTo>
                    <a:pt x="1746504" y="880872"/>
                  </a:lnTo>
                  <a:lnTo>
                    <a:pt x="1738884" y="880872"/>
                  </a:lnTo>
                  <a:lnTo>
                    <a:pt x="1735836" y="883920"/>
                  </a:lnTo>
                  <a:lnTo>
                    <a:pt x="1735836" y="932688"/>
                  </a:lnTo>
                  <a:lnTo>
                    <a:pt x="1738884" y="935736"/>
                  </a:lnTo>
                  <a:lnTo>
                    <a:pt x="1746504" y="935736"/>
                  </a:lnTo>
                  <a:lnTo>
                    <a:pt x="1749552" y="932688"/>
                  </a:lnTo>
                  <a:lnTo>
                    <a:pt x="1749552" y="883920"/>
                  </a:lnTo>
                  <a:close/>
                </a:path>
                <a:path w="2184400" h="4994275">
                  <a:moveTo>
                    <a:pt x="1749552" y="801624"/>
                  </a:moveTo>
                  <a:lnTo>
                    <a:pt x="1746504" y="798576"/>
                  </a:lnTo>
                  <a:lnTo>
                    <a:pt x="1738884" y="798576"/>
                  </a:lnTo>
                  <a:lnTo>
                    <a:pt x="1735836" y="801624"/>
                  </a:lnTo>
                  <a:lnTo>
                    <a:pt x="1735836" y="850392"/>
                  </a:lnTo>
                  <a:lnTo>
                    <a:pt x="1738884" y="853440"/>
                  </a:lnTo>
                  <a:lnTo>
                    <a:pt x="1746504" y="853440"/>
                  </a:lnTo>
                  <a:lnTo>
                    <a:pt x="1749552" y="850392"/>
                  </a:lnTo>
                  <a:lnTo>
                    <a:pt x="1749552" y="801624"/>
                  </a:lnTo>
                  <a:close/>
                </a:path>
                <a:path w="2184400" h="4994275">
                  <a:moveTo>
                    <a:pt x="1749552" y="719328"/>
                  </a:moveTo>
                  <a:lnTo>
                    <a:pt x="1746504" y="716280"/>
                  </a:lnTo>
                  <a:lnTo>
                    <a:pt x="1738884" y="716280"/>
                  </a:lnTo>
                  <a:lnTo>
                    <a:pt x="1735836" y="719328"/>
                  </a:lnTo>
                  <a:lnTo>
                    <a:pt x="1735836" y="768096"/>
                  </a:lnTo>
                  <a:lnTo>
                    <a:pt x="1738884" y="771144"/>
                  </a:lnTo>
                  <a:lnTo>
                    <a:pt x="1746504" y="771144"/>
                  </a:lnTo>
                  <a:lnTo>
                    <a:pt x="1749552" y="768096"/>
                  </a:lnTo>
                  <a:lnTo>
                    <a:pt x="1749552" y="719328"/>
                  </a:lnTo>
                  <a:close/>
                </a:path>
                <a:path w="2184400" h="4994275">
                  <a:moveTo>
                    <a:pt x="1749552" y="635508"/>
                  </a:moveTo>
                  <a:lnTo>
                    <a:pt x="1746504" y="632460"/>
                  </a:lnTo>
                  <a:lnTo>
                    <a:pt x="1738884" y="632460"/>
                  </a:lnTo>
                  <a:lnTo>
                    <a:pt x="1735836" y="635508"/>
                  </a:lnTo>
                  <a:lnTo>
                    <a:pt x="1735836" y="684276"/>
                  </a:lnTo>
                  <a:lnTo>
                    <a:pt x="1738884" y="687324"/>
                  </a:lnTo>
                  <a:lnTo>
                    <a:pt x="1746504" y="687324"/>
                  </a:lnTo>
                  <a:lnTo>
                    <a:pt x="1749552" y="684276"/>
                  </a:lnTo>
                  <a:lnTo>
                    <a:pt x="1749552" y="635508"/>
                  </a:lnTo>
                  <a:close/>
                </a:path>
                <a:path w="2184400" h="4994275">
                  <a:moveTo>
                    <a:pt x="1749552" y="553212"/>
                  </a:moveTo>
                  <a:lnTo>
                    <a:pt x="1746504" y="550164"/>
                  </a:lnTo>
                  <a:lnTo>
                    <a:pt x="1738884" y="550164"/>
                  </a:lnTo>
                  <a:lnTo>
                    <a:pt x="1735836" y="553212"/>
                  </a:lnTo>
                  <a:lnTo>
                    <a:pt x="1735836" y="601980"/>
                  </a:lnTo>
                  <a:lnTo>
                    <a:pt x="1738884" y="605028"/>
                  </a:lnTo>
                  <a:lnTo>
                    <a:pt x="1746504" y="605028"/>
                  </a:lnTo>
                  <a:lnTo>
                    <a:pt x="1749552" y="601980"/>
                  </a:lnTo>
                  <a:lnTo>
                    <a:pt x="1749552" y="553212"/>
                  </a:lnTo>
                  <a:close/>
                </a:path>
                <a:path w="2184400" h="4994275">
                  <a:moveTo>
                    <a:pt x="1749552" y="470916"/>
                  </a:moveTo>
                  <a:lnTo>
                    <a:pt x="1746504" y="467868"/>
                  </a:lnTo>
                  <a:lnTo>
                    <a:pt x="1738884" y="467868"/>
                  </a:lnTo>
                  <a:lnTo>
                    <a:pt x="1735836" y="470916"/>
                  </a:lnTo>
                  <a:lnTo>
                    <a:pt x="1735836" y="519684"/>
                  </a:lnTo>
                  <a:lnTo>
                    <a:pt x="1738884" y="522732"/>
                  </a:lnTo>
                  <a:lnTo>
                    <a:pt x="1746504" y="522732"/>
                  </a:lnTo>
                  <a:lnTo>
                    <a:pt x="1749552" y="519684"/>
                  </a:lnTo>
                  <a:lnTo>
                    <a:pt x="1749552" y="470916"/>
                  </a:lnTo>
                  <a:close/>
                </a:path>
                <a:path w="2184400" h="4994275">
                  <a:moveTo>
                    <a:pt x="1749552" y="387096"/>
                  </a:moveTo>
                  <a:lnTo>
                    <a:pt x="1746504" y="384048"/>
                  </a:lnTo>
                  <a:lnTo>
                    <a:pt x="1738884" y="384048"/>
                  </a:lnTo>
                  <a:lnTo>
                    <a:pt x="1735836" y="387096"/>
                  </a:lnTo>
                  <a:lnTo>
                    <a:pt x="1735836" y="435864"/>
                  </a:lnTo>
                  <a:lnTo>
                    <a:pt x="1738884" y="438912"/>
                  </a:lnTo>
                  <a:lnTo>
                    <a:pt x="1746504" y="438912"/>
                  </a:lnTo>
                  <a:lnTo>
                    <a:pt x="1749552" y="435864"/>
                  </a:lnTo>
                  <a:lnTo>
                    <a:pt x="1749552" y="387096"/>
                  </a:lnTo>
                  <a:close/>
                </a:path>
                <a:path w="2184400" h="4994275">
                  <a:moveTo>
                    <a:pt x="1749552" y="304800"/>
                  </a:moveTo>
                  <a:lnTo>
                    <a:pt x="1746504" y="301752"/>
                  </a:lnTo>
                  <a:lnTo>
                    <a:pt x="1738884" y="301752"/>
                  </a:lnTo>
                  <a:lnTo>
                    <a:pt x="1735836" y="304800"/>
                  </a:lnTo>
                  <a:lnTo>
                    <a:pt x="1735836" y="353568"/>
                  </a:lnTo>
                  <a:lnTo>
                    <a:pt x="1738884" y="356616"/>
                  </a:lnTo>
                  <a:lnTo>
                    <a:pt x="1746504" y="356616"/>
                  </a:lnTo>
                  <a:lnTo>
                    <a:pt x="1749552" y="353568"/>
                  </a:lnTo>
                  <a:lnTo>
                    <a:pt x="1749552" y="304800"/>
                  </a:lnTo>
                  <a:close/>
                </a:path>
                <a:path w="2184400" h="4994275">
                  <a:moveTo>
                    <a:pt x="1749552" y="222504"/>
                  </a:moveTo>
                  <a:lnTo>
                    <a:pt x="1746504" y="219456"/>
                  </a:lnTo>
                  <a:lnTo>
                    <a:pt x="1738884" y="219456"/>
                  </a:lnTo>
                  <a:lnTo>
                    <a:pt x="1735836" y="222504"/>
                  </a:lnTo>
                  <a:lnTo>
                    <a:pt x="1735836" y="271272"/>
                  </a:lnTo>
                  <a:lnTo>
                    <a:pt x="1738884" y="274320"/>
                  </a:lnTo>
                  <a:lnTo>
                    <a:pt x="1746504" y="274320"/>
                  </a:lnTo>
                  <a:lnTo>
                    <a:pt x="1749552" y="271272"/>
                  </a:lnTo>
                  <a:lnTo>
                    <a:pt x="1749552" y="222504"/>
                  </a:lnTo>
                  <a:close/>
                </a:path>
                <a:path w="2184400" h="4994275">
                  <a:moveTo>
                    <a:pt x="1749552" y="138684"/>
                  </a:moveTo>
                  <a:lnTo>
                    <a:pt x="1746504" y="135636"/>
                  </a:lnTo>
                  <a:lnTo>
                    <a:pt x="1738884" y="135636"/>
                  </a:lnTo>
                  <a:lnTo>
                    <a:pt x="1735836" y="138684"/>
                  </a:lnTo>
                  <a:lnTo>
                    <a:pt x="1735836" y="187452"/>
                  </a:lnTo>
                  <a:lnTo>
                    <a:pt x="1738884" y="192024"/>
                  </a:lnTo>
                  <a:lnTo>
                    <a:pt x="1746504" y="192024"/>
                  </a:lnTo>
                  <a:lnTo>
                    <a:pt x="1749552" y="187452"/>
                  </a:lnTo>
                  <a:lnTo>
                    <a:pt x="1749552" y="138684"/>
                  </a:lnTo>
                  <a:close/>
                </a:path>
                <a:path w="2184400" h="4994275">
                  <a:moveTo>
                    <a:pt x="1967484" y="4527804"/>
                  </a:moveTo>
                  <a:lnTo>
                    <a:pt x="1964436" y="4524756"/>
                  </a:lnTo>
                  <a:lnTo>
                    <a:pt x="1956816" y="4524756"/>
                  </a:lnTo>
                  <a:lnTo>
                    <a:pt x="1953768" y="4527804"/>
                  </a:lnTo>
                  <a:lnTo>
                    <a:pt x="1953768" y="4576572"/>
                  </a:lnTo>
                  <a:lnTo>
                    <a:pt x="1956816" y="4579620"/>
                  </a:lnTo>
                  <a:lnTo>
                    <a:pt x="1964436" y="4579620"/>
                  </a:lnTo>
                  <a:lnTo>
                    <a:pt x="1967484" y="4576572"/>
                  </a:lnTo>
                  <a:lnTo>
                    <a:pt x="1967484" y="4527804"/>
                  </a:lnTo>
                  <a:close/>
                </a:path>
                <a:path w="2184400" h="4994275">
                  <a:moveTo>
                    <a:pt x="1967484" y="4443984"/>
                  </a:moveTo>
                  <a:lnTo>
                    <a:pt x="1964436" y="4440936"/>
                  </a:lnTo>
                  <a:lnTo>
                    <a:pt x="1956816" y="4440936"/>
                  </a:lnTo>
                  <a:lnTo>
                    <a:pt x="1953768" y="4443984"/>
                  </a:lnTo>
                  <a:lnTo>
                    <a:pt x="1953768" y="4494276"/>
                  </a:lnTo>
                  <a:lnTo>
                    <a:pt x="1956816" y="4497324"/>
                  </a:lnTo>
                  <a:lnTo>
                    <a:pt x="1964436" y="4497324"/>
                  </a:lnTo>
                  <a:lnTo>
                    <a:pt x="1967484" y="4494276"/>
                  </a:lnTo>
                  <a:lnTo>
                    <a:pt x="1967484" y="4443984"/>
                  </a:lnTo>
                  <a:close/>
                </a:path>
                <a:path w="2184400" h="4994275">
                  <a:moveTo>
                    <a:pt x="1967484" y="4361688"/>
                  </a:moveTo>
                  <a:lnTo>
                    <a:pt x="1964436" y="4358640"/>
                  </a:lnTo>
                  <a:lnTo>
                    <a:pt x="1956816" y="4358640"/>
                  </a:lnTo>
                  <a:lnTo>
                    <a:pt x="1953768" y="4361688"/>
                  </a:lnTo>
                  <a:lnTo>
                    <a:pt x="1953768" y="4410456"/>
                  </a:lnTo>
                  <a:lnTo>
                    <a:pt x="1956816" y="4413504"/>
                  </a:lnTo>
                  <a:lnTo>
                    <a:pt x="1964436" y="4413504"/>
                  </a:lnTo>
                  <a:lnTo>
                    <a:pt x="1967484" y="4410456"/>
                  </a:lnTo>
                  <a:lnTo>
                    <a:pt x="1967484" y="4361688"/>
                  </a:lnTo>
                  <a:close/>
                </a:path>
                <a:path w="2184400" h="4994275">
                  <a:moveTo>
                    <a:pt x="1967484" y="4279392"/>
                  </a:moveTo>
                  <a:lnTo>
                    <a:pt x="1964436" y="4276344"/>
                  </a:lnTo>
                  <a:lnTo>
                    <a:pt x="1956816" y="4276344"/>
                  </a:lnTo>
                  <a:lnTo>
                    <a:pt x="1953768" y="4279392"/>
                  </a:lnTo>
                  <a:lnTo>
                    <a:pt x="1953768" y="4328160"/>
                  </a:lnTo>
                  <a:lnTo>
                    <a:pt x="1956816" y="4331208"/>
                  </a:lnTo>
                  <a:lnTo>
                    <a:pt x="1964436" y="4331208"/>
                  </a:lnTo>
                  <a:lnTo>
                    <a:pt x="1967484" y="4328160"/>
                  </a:lnTo>
                  <a:lnTo>
                    <a:pt x="1967484" y="4279392"/>
                  </a:lnTo>
                  <a:close/>
                </a:path>
                <a:path w="2184400" h="4994275">
                  <a:moveTo>
                    <a:pt x="1967484" y="4195572"/>
                  </a:moveTo>
                  <a:lnTo>
                    <a:pt x="1964436" y="4192524"/>
                  </a:lnTo>
                  <a:lnTo>
                    <a:pt x="1956816" y="4192524"/>
                  </a:lnTo>
                  <a:lnTo>
                    <a:pt x="1953768" y="4195572"/>
                  </a:lnTo>
                  <a:lnTo>
                    <a:pt x="1953768" y="4245864"/>
                  </a:lnTo>
                  <a:lnTo>
                    <a:pt x="1956816" y="4248912"/>
                  </a:lnTo>
                  <a:lnTo>
                    <a:pt x="1964436" y="4248912"/>
                  </a:lnTo>
                  <a:lnTo>
                    <a:pt x="1967484" y="4245864"/>
                  </a:lnTo>
                  <a:lnTo>
                    <a:pt x="1967484" y="4195572"/>
                  </a:lnTo>
                  <a:close/>
                </a:path>
                <a:path w="2184400" h="4994275">
                  <a:moveTo>
                    <a:pt x="1967484" y="4113276"/>
                  </a:moveTo>
                  <a:lnTo>
                    <a:pt x="1964436" y="4110228"/>
                  </a:lnTo>
                  <a:lnTo>
                    <a:pt x="1956816" y="4110228"/>
                  </a:lnTo>
                  <a:lnTo>
                    <a:pt x="1953768" y="4113276"/>
                  </a:lnTo>
                  <a:lnTo>
                    <a:pt x="1953768" y="4162044"/>
                  </a:lnTo>
                  <a:lnTo>
                    <a:pt x="1956816" y="4165092"/>
                  </a:lnTo>
                  <a:lnTo>
                    <a:pt x="1964436" y="4165092"/>
                  </a:lnTo>
                  <a:lnTo>
                    <a:pt x="1967484" y="4162044"/>
                  </a:lnTo>
                  <a:lnTo>
                    <a:pt x="1967484" y="4113276"/>
                  </a:lnTo>
                  <a:close/>
                </a:path>
                <a:path w="2184400" h="4994275">
                  <a:moveTo>
                    <a:pt x="1967484" y="4030980"/>
                  </a:moveTo>
                  <a:lnTo>
                    <a:pt x="1964436" y="4027932"/>
                  </a:lnTo>
                  <a:lnTo>
                    <a:pt x="1956816" y="4027932"/>
                  </a:lnTo>
                  <a:lnTo>
                    <a:pt x="1953768" y="4030980"/>
                  </a:lnTo>
                  <a:lnTo>
                    <a:pt x="1953768" y="4079748"/>
                  </a:lnTo>
                  <a:lnTo>
                    <a:pt x="1956816" y="4082796"/>
                  </a:lnTo>
                  <a:lnTo>
                    <a:pt x="1964436" y="4082796"/>
                  </a:lnTo>
                  <a:lnTo>
                    <a:pt x="1967484" y="4079748"/>
                  </a:lnTo>
                  <a:lnTo>
                    <a:pt x="1967484" y="4030980"/>
                  </a:lnTo>
                  <a:close/>
                </a:path>
                <a:path w="2184400" h="4994275">
                  <a:moveTo>
                    <a:pt x="1967484" y="3947160"/>
                  </a:moveTo>
                  <a:lnTo>
                    <a:pt x="1964436" y="3944112"/>
                  </a:lnTo>
                  <a:lnTo>
                    <a:pt x="1956816" y="3944112"/>
                  </a:lnTo>
                  <a:lnTo>
                    <a:pt x="1953768" y="3947160"/>
                  </a:lnTo>
                  <a:lnTo>
                    <a:pt x="1953768" y="3997452"/>
                  </a:lnTo>
                  <a:lnTo>
                    <a:pt x="1956816" y="4000500"/>
                  </a:lnTo>
                  <a:lnTo>
                    <a:pt x="1964436" y="4000500"/>
                  </a:lnTo>
                  <a:lnTo>
                    <a:pt x="1967484" y="3997452"/>
                  </a:lnTo>
                  <a:lnTo>
                    <a:pt x="1967484" y="3947160"/>
                  </a:lnTo>
                  <a:close/>
                </a:path>
                <a:path w="2184400" h="4994275">
                  <a:moveTo>
                    <a:pt x="1967484" y="3864864"/>
                  </a:moveTo>
                  <a:lnTo>
                    <a:pt x="1964436" y="3861816"/>
                  </a:lnTo>
                  <a:lnTo>
                    <a:pt x="1956816" y="3861816"/>
                  </a:lnTo>
                  <a:lnTo>
                    <a:pt x="1953768" y="3864864"/>
                  </a:lnTo>
                  <a:lnTo>
                    <a:pt x="1953768" y="3913632"/>
                  </a:lnTo>
                  <a:lnTo>
                    <a:pt x="1956816" y="3916680"/>
                  </a:lnTo>
                  <a:lnTo>
                    <a:pt x="1964436" y="3916680"/>
                  </a:lnTo>
                  <a:lnTo>
                    <a:pt x="1967484" y="3913632"/>
                  </a:lnTo>
                  <a:lnTo>
                    <a:pt x="1967484" y="3864864"/>
                  </a:lnTo>
                  <a:close/>
                </a:path>
                <a:path w="2184400" h="4994275">
                  <a:moveTo>
                    <a:pt x="1967484" y="3782568"/>
                  </a:moveTo>
                  <a:lnTo>
                    <a:pt x="1964436" y="3779520"/>
                  </a:lnTo>
                  <a:lnTo>
                    <a:pt x="1956816" y="3779520"/>
                  </a:lnTo>
                  <a:lnTo>
                    <a:pt x="1953768" y="3782568"/>
                  </a:lnTo>
                  <a:lnTo>
                    <a:pt x="1953768" y="3831336"/>
                  </a:lnTo>
                  <a:lnTo>
                    <a:pt x="1956816" y="3834384"/>
                  </a:lnTo>
                  <a:lnTo>
                    <a:pt x="1964436" y="3834384"/>
                  </a:lnTo>
                  <a:lnTo>
                    <a:pt x="1967484" y="3831336"/>
                  </a:lnTo>
                  <a:lnTo>
                    <a:pt x="1967484" y="3782568"/>
                  </a:lnTo>
                  <a:close/>
                </a:path>
                <a:path w="2184400" h="4994275">
                  <a:moveTo>
                    <a:pt x="1967484" y="3698748"/>
                  </a:moveTo>
                  <a:lnTo>
                    <a:pt x="1964436" y="3695700"/>
                  </a:lnTo>
                  <a:lnTo>
                    <a:pt x="1956816" y="3695700"/>
                  </a:lnTo>
                  <a:lnTo>
                    <a:pt x="1953768" y="3698748"/>
                  </a:lnTo>
                  <a:lnTo>
                    <a:pt x="1953768" y="3749040"/>
                  </a:lnTo>
                  <a:lnTo>
                    <a:pt x="1956816" y="3752088"/>
                  </a:lnTo>
                  <a:lnTo>
                    <a:pt x="1964436" y="3752088"/>
                  </a:lnTo>
                  <a:lnTo>
                    <a:pt x="1967484" y="3749040"/>
                  </a:lnTo>
                  <a:lnTo>
                    <a:pt x="1967484" y="3698748"/>
                  </a:lnTo>
                  <a:close/>
                </a:path>
                <a:path w="2184400" h="4994275">
                  <a:moveTo>
                    <a:pt x="1967484" y="3616452"/>
                  </a:moveTo>
                  <a:lnTo>
                    <a:pt x="1964436" y="3613404"/>
                  </a:lnTo>
                  <a:lnTo>
                    <a:pt x="1956816" y="3613404"/>
                  </a:lnTo>
                  <a:lnTo>
                    <a:pt x="1953768" y="3616452"/>
                  </a:lnTo>
                  <a:lnTo>
                    <a:pt x="1953768" y="3665220"/>
                  </a:lnTo>
                  <a:lnTo>
                    <a:pt x="1956816" y="3668268"/>
                  </a:lnTo>
                  <a:lnTo>
                    <a:pt x="1964436" y="3668268"/>
                  </a:lnTo>
                  <a:lnTo>
                    <a:pt x="1967484" y="3665220"/>
                  </a:lnTo>
                  <a:lnTo>
                    <a:pt x="1967484" y="3616452"/>
                  </a:lnTo>
                  <a:close/>
                </a:path>
                <a:path w="2184400" h="4994275">
                  <a:moveTo>
                    <a:pt x="1967484" y="3534156"/>
                  </a:moveTo>
                  <a:lnTo>
                    <a:pt x="1964436" y="3531108"/>
                  </a:lnTo>
                  <a:lnTo>
                    <a:pt x="1956816" y="3531108"/>
                  </a:lnTo>
                  <a:lnTo>
                    <a:pt x="1953768" y="3534156"/>
                  </a:lnTo>
                  <a:lnTo>
                    <a:pt x="1953768" y="3582924"/>
                  </a:lnTo>
                  <a:lnTo>
                    <a:pt x="1956816" y="3585972"/>
                  </a:lnTo>
                  <a:lnTo>
                    <a:pt x="1964436" y="3585972"/>
                  </a:lnTo>
                  <a:lnTo>
                    <a:pt x="1967484" y="3582924"/>
                  </a:lnTo>
                  <a:lnTo>
                    <a:pt x="1967484" y="3534156"/>
                  </a:lnTo>
                  <a:close/>
                </a:path>
                <a:path w="2184400" h="4994275">
                  <a:moveTo>
                    <a:pt x="1967484" y="3450336"/>
                  </a:moveTo>
                  <a:lnTo>
                    <a:pt x="1964436" y="3447288"/>
                  </a:lnTo>
                  <a:lnTo>
                    <a:pt x="1956816" y="3447288"/>
                  </a:lnTo>
                  <a:lnTo>
                    <a:pt x="1953768" y="3450336"/>
                  </a:lnTo>
                  <a:lnTo>
                    <a:pt x="1953768" y="3500628"/>
                  </a:lnTo>
                  <a:lnTo>
                    <a:pt x="1956816" y="3503676"/>
                  </a:lnTo>
                  <a:lnTo>
                    <a:pt x="1964436" y="3503676"/>
                  </a:lnTo>
                  <a:lnTo>
                    <a:pt x="1967484" y="3500628"/>
                  </a:lnTo>
                  <a:lnTo>
                    <a:pt x="1967484" y="3450336"/>
                  </a:lnTo>
                  <a:close/>
                </a:path>
                <a:path w="2184400" h="4994275">
                  <a:moveTo>
                    <a:pt x="1967484" y="3368040"/>
                  </a:moveTo>
                  <a:lnTo>
                    <a:pt x="1964436" y="3364992"/>
                  </a:lnTo>
                  <a:lnTo>
                    <a:pt x="1956816" y="3364992"/>
                  </a:lnTo>
                  <a:lnTo>
                    <a:pt x="1953768" y="3368040"/>
                  </a:lnTo>
                  <a:lnTo>
                    <a:pt x="1953768" y="3416808"/>
                  </a:lnTo>
                  <a:lnTo>
                    <a:pt x="1956816" y="3419856"/>
                  </a:lnTo>
                  <a:lnTo>
                    <a:pt x="1964436" y="3419856"/>
                  </a:lnTo>
                  <a:lnTo>
                    <a:pt x="1967484" y="3416808"/>
                  </a:lnTo>
                  <a:lnTo>
                    <a:pt x="1967484" y="3368040"/>
                  </a:lnTo>
                  <a:close/>
                </a:path>
                <a:path w="2184400" h="4994275">
                  <a:moveTo>
                    <a:pt x="1967484" y="3285744"/>
                  </a:moveTo>
                  <a:lnTo>
                    <a:pt x="1964436" y="3282696"/>
                  </a:lnTo>
                  <a:lnTo>
                    <a:pt x="1956816" y="3282696"/>
                  </a:lnTo>
                  <a:lnTo>
                    <a:pt x="1953768" y="3285744"/>
                  </a:lnTo>
                  <a:lnTo>
                    <a:pt x="1953768" y="3334512"/>
                  </a:lnTo>
                  <a:lnTo>
                    <a:pt x="1956816" y="3337560"/>
                  </a:lnTo>
                  <a:lnTo>
                    <a:pt x="1964436" y="3337560"/>
                  </a:lnTo>
                  <a:lnTo>
                    <a:pt x="1967484" y="3334512"/>
                  </a:lnTo>
                  <a:lnTo>
                    <a:pt x="1967484" y="3285744"/>
                  </a:lnTo>
                  <a:close/>
                </a:path>
                <a:path w="2184400" h="4994275">
                  <a:moveTo>
                    <a:pt x="1967484" y="3201924"/>
                  </a:moveTo>
                  <a:lnTo>
                    <a:pt x="1964436" y="3198876"/>
                  </a:lnTo>
                  <a:lnTo>
                    <a:pt x="1956816" y="3198876"/>
                  </a:lnTo>
                  <a:lnTo>
                    <a:pt x="1953768" y="3201924"/>
                  </a:lnTo>
                  <a:lnTo>
                    <a:pt x="1953768" y="3252216"/>
                  </a:lnTo>
                  <a:lnTo>
                    <a:pt x="1956816" y="3255264"/>
                  </a:lnTo>
                  <a:lnTo>
                    <a:pt x="1964436" y="3255264"/>
                  </a:lnTo>
                  <a:lnTo>
                    <a:pt x="1967484" y="3252216"/>
                  </a:lnTo>
                  <a:lnTo>
                    <a:pt x="1967484" y="3201924"/>
                  </a:lnTo>
                  <a:close/>
                </a:path>
                <a:path w="2184400" h="4994275">
                  <a:moveTo>
                    <a:pt x="1967484" y="3119628"/>
                  </a:moveTo>
                  <a:lnTo>
                    <a:pt x="1964436" y="3116580"/>
                  </a:lnTo>
                  <a:lnTo>
                    <a:pt x="1956816" y="3116580"/>
                  </a:lnTo>
                  <a:lnTo>
                    <a:pt x="1953768" y="3119628"/>
                  </a:lnTo>
                  <a:lnTo>
                    <a:pt x="1953768" y="3168396"/>
                  </a:lnTo>
                  <a:lnTo>
                    <a:pt x="1956816" y="3171444"/>
                  </a:lnTo>
                  <a:lnTo>
                    <a:pt x="1964436" y="3171444"/>
                  </a:lnTo>
                  <a:lnTo>
                    <a:pt x="1967484" y="3168396"/>
                  </a:lnTo>
                  <a:lnTo>
                    <a:pt x="1967484" y="3119628"/>
                  </a:lnTo>
                  <a:close/>
                </a:path>
                <a:path w="2184400" h="4994275">
                  <a:moveTo>
                    <a:pt x="1967484" y="3037332"/>
                  </a:moveTo>
                  <a:lnTo>
                    <a:pt x="1964436" y="3034284"/>
                  </a:lnTo>
                  <a:lnTo>
                    <a:pt x="1956816" y="3034284"/>
                  </a:lnTo>
                  <a:lnTo>
                    <a:pt x="1953768" y="3037332"/>
                  </a:lnTo>
                  <a:lnTo>
                    <a:pt x="1953768" y="3086100"/>
                  </a:lnTo>
                  <a:lnTo>
                    <a:pt x="1956816" y="3089148"/>
                  </a:lnTo>
                  <a:lnTo>
                    <a:pt x="1964436" y="3089148"/>
                  </a:lnTo>
                  <a:lnTo>
                    <a:pt x="1967484" y="3086100"/>
                  </a:lnTo>
                  <a:lnTo>
                    <a:pt x="1967484" y="3037332"/>
                  </a:lnTo>
                  <a:close/>
                </a:path>
                <a:path w="2184400" h="4994275">
                  <a:moveTo>
                    <a:pt x="1967484" y="2953512"/>
                  </a:moveTo>
                  <a:lnTo>
                    <a:pt x="1964436" y="2950464"/>
                  </a:lnTo>
                  <a:lnTo>
                    <a:pt x="1956816" y="2950464"/>
                  </a:lnTo>
                  <a:lnTo>
                    <a:pt x="1953768" y="2953512"/>
                  </a:lnTo>
                  <a:lnTo>
                    <a:pt x="1953768" y="3003804"/>
                  </a:lnTo>
                  <a:lnTo>
                    <a:pt x="1956816" y="3006852"/>
                  </a:lnTo>
                  <a:lnTo>
                    <a:pt x="1964436" y="3006852"/>
                  </a:lnTo>
                  <a:lnTo>
                    <a:pt x="1967484" y="3003804"/>
                  </a:lnTo>
                  <a:lnTo>
                    <a:pt x="1967484" y="2953512"/>
                  </a:lnTo>
                  <a:close/>
                </a:path>
                <a:path w="2184400" h="4994275">
                  <a:moveTo>
                    <a:pt x="1967484" y="2871216"/>
                  </a:moveTo>
                  <a:lnTo>
                    <a:pt x="1964436" y="2868168"/>
                  </a:lnTo>
                  <a:lnTo>
                    <a:pt x="1956816" y="2868168"/>
                  </a:lnTo>
                  <a:lnTo>
                    <a:pt x="1953768" y="2871216"/>
                  </a:lnTo>
                  <a:lnTo>
                    <a:pt x="1953768" y="2919984"/>
                  </a:lnTo>
                  <a:lnTo>
                    <a:pt x="1956816" y="2923032"/>
                  </a:lnTo>
                  <a:lnTo>
                    <a:pt x="1964436" y="2923032"/>
                  </a:lnTo>
                  <a:lnTo>
                    <a:pt x="1967484" y="2919984"/>
                  </a:lnTo>
                  <a:lnTo>
                    <a:pt x="1967484" y="2871216"/>
                  </a:lnTo>
                  <a:close/>
                </a:path>
                <a:path w="2184400" h="4994275">
                  <a:moveTo>
                    <a:pt x="1967484" y="2788920"/>
                  </a:moveTo>
                  <a:lnTo>
                    <a:pt x="1964436" y="2785872"/>
                  </a:lnTo>
                  <a:lnTo>
                    <a:pt x="1956816" y="2785872"/>
                  </a:lnTo>
                  <a:lnTo>
                    <a:pt x="1953768" y="2788920"/>
                  </a:lnTo>
                  <a:lnTo>
                    <a:pt x="1953768" y="2837688"/>
                  </a:lnTo>
                  <a:lnTo>
                    <a:pt x="1956816" y="2840736"/>
                  </a:lnTo>
                  <a:lnTo>
                    <a:pt x="1964436" y="2840736"/>
                  </a:lnTo>
                  <a:lnTo>
                    <a:pt x="1967484" y="2837688"/>
                  </a:lnTo>
                  <a:lnTo>
                    <a:pt x="1967484" y="2788920"/>
                  </a:lnTo>
                  <a:close/>
                </a:path>
                <a:path w="2184400" h="4994275">
                  <a:moveTo>
                    <a:pt x="1967484" y="2705100"/>
                  </a:moveTo>
                  <a:lnTo>
                    <a:pt x="1964436" y="2702052"/>
                  </a:lnTo>
                  <a:lnTo>
                    <a:pt x="1956816" y="2702052"/>
                  </a:lnTo>
                  <a:lnTo>
                    <a:pt x="1953768" y="2705100"/>
                  </a:lnTo>
                  <a:lnTo>
                    <a:pt x="1953768" y="2755392"/>
                  </a:lnTo>
                  <a:lnTo>
                    <a:pt x="1956816" y="2758440"/>
                  </a:lnTo>
                  <a:lnTo>
                    <a:pt x="1964436" y="2758440"/>
                  </a:lnTo>
                  <a:lnTo>
                    <a:pt x="1967484" y="2755392"/>
                  </a:lnTo>
                  <a:lnTo>
                    <a:pt x="1967484" y="2705100"/>
                  </a:lnTo>
                  <a:close/>
                </a:path>
                <a:path w="2184400" h="4994275">
                  <a:moveTo>
                    <a:pt x="1967484" y="2622804"/>
                  </a:moveTo>
                  <a:lnTo>
                    <a:pt x="1964436" y="2619756"/>
                  </a:lnTo>
                  <a:lnTo>
                    <a:pt x="1956816" y="2619756"/>
                  </a:lnTo>
                  <a:lnTo>
                    <a:pt x="1953768" y="2622804"/>
                  </a:lnTo>
                  <a:lnTo>
                    <a:pt x="1953768" y="2671572"/>
                  </a:lnTo>
                  <a:lnTo>
                    <a:pt x="1956816" y="2674620"/>
                  </a:lnTo>
                  <a:lnTo>
                    <a:pt x="1964436" y="2674620"/>
                  </a:lnTo>
                  <a:lnTo>
                    <a:pt x="1967484" y="2671572"/>
                  </a:lnTo>
                  <a:lnTo>
                    <a:pt x="1967484" y="2622804"/>
                  </a:lnTo>
                  <a:close/>
                </a:path>
                <a:path w="2184400" h="4994275">
                  <a:moveTo>
                    <a:pt x="1967484" y="2540508"/>
                  </a:moveTo>
                  <a:lnTo>
                    <a:pt x="1964436" y="2537460"/>
                  </a:lnTo>
                  <a:lnTo>
                    <a:pt x="1956816" y="2537460"/>
                  </a:lnTo>
                  <a:lnTo>
                    <a:pt x="1953768" y="2540508"/>
                  </a:lnTo>
                  <a:lnTo>
                    <a:pt x="1953768" y="2589276"/>
                  </a:lnTo>
                  <a:lnTo>
                    <a:pt x="1956816" y="2592324"/>
                  </a:lnTo>
                  <a:lnTo>
                    <a:pt x="1964436" y="2592324"/>
                  </a:lnTo>
                  <a:lnTo>
                    <a:pt x="1967484" y="2589276"/>
                  </a:lnTo>
                  <a:lnTo>
                    <a:pt x="1967484" y="2540508"/>
                  </a:lnTo>
                  <a:close/>
                </a:path>
                <a:path w="2184400" h="4994275">
                  <a:moveTo>
                    <a:pt x="1967484" y="2456688"/>
                  </a:moveTo>
                  <a:lnTo>
                    <a:pt x="1964436" y="2453640"/>
                  </a:lnTo>
                  <a:lnTo>
                    <a:pt x="1956816" y="2453640"/>
                  </a:lnTo>
                  <a:lnTo>
                    <a:pt x="1953768" y="2456688"/>
                  </a:lnTo>
                  <a:lnTo>
                    <a:pt x="1953768" y="2506980"/>
                  </a:lnTo>
                  <a:lnTo>
                    <a:pt x="1956816" y="2510028"/>
                  </a:lnTo>
                  <a:lnTo>
                    <a:pt x="1964436" y="2510028"/>
                  </a:lnTo>
                  <a:lnTo>
                    <a:pt x="1967484" y="2506980"/>
                  </a:lnTo>
                  <a:lnTo>
                    <a:pt x="1967484" y="2456688"/>
                  </a:lnTo>
                  <a:close/>
                </a:path>
                <a:path w="2184400" h="4994275">
                  <a:moveTo>
                    <a:pt x="1967484" y="2374392"/>
                  </a:moveTo>
                  <a:lnTo>
                    <a:pt x="1964436" y="2371344"/>
                  </a:lnTo>
                  <a:lnTo>
                    <a:pt x="1956816" y="2371344"/>
                  </a:lnTo>
                  <a:lnTo>
                    <a:pt x="1953768" y="2374392"/>
                  </a:lnTo>
                  <a:lnTo>
                    <a:pt x="1953768" y="2423160"/>
                  </a:lnTo>
                  <a:lnTo>
                    <a:pt x="1956816" y="2426208"/>
                  </a:lnTo>
                  <a:lnTo>
                    <a:pt x="1964436" y="2426208"/>
                  </a:lnTo>
                  <a:lnTo>
                    <a:pt x="1967484" y="2423160"/>
                  </a:lnTo>
                  <a:lnTo>
                    <a:pt x="1967484" y="2374392"/>
                  </a:lnTo>
                  <a:close/>
                </a:path>
                <a:path w="2184400" h="4994275">
                  <a:moveTo>
                    <a:pt x="1967484" y="2292096"/>
                  </a:moveTo>
                  <a:lnTo>
                    <a:pt x="1964436" y="2289048"/>
                  </a:lnTo>
                  <a:lnTo>
                    <a:pt x="1956816" y="2289048"/>
                  </a:lnTo>
                  <a:lnTo>
                    <a:pt x="1953768" y="2292096"/>
                  </a:lnTo>
                  <a:lnTo>
                    <a:pt x="1953768" y="2340864"/>
                  </a:lnTo>
                  <a:lnTo>
                    <a:pt x="1956816" y="2343912"/>
                  </a:lnTo>
                  <a:lnTo>
                    <a:pt x="1964436" y="2343912"/>
                  </a:lnTo>
                  <a:lnTo>
                    <a:pt x="1967484" y="2340864"/>
                  </a:lnTo>
                  <a:lnTo>
                    <a:pt x="1967484" y="2292096"/>
                  </a:lnTo>
                  <a:close/>
                </a:path>
                <a:path w="2184400" h="4994275">
                  <a:moveTo>
                    <a:pt x="1967484" y="2209800"/>
                  </a:moveTo>
                  <a:lnTo>
                    <a:pt x="1964436" y="2205228"/>
                  </a:lnTo>
                  <a:lnTo>
                    <a:pt x="1956816" y="2205228"/>
                  </a:lnTo>
                  <a:lnTo>
                    <a:pt x="1953768" y="2209800"/>
                  </a:lnTo>
                  <a:lnTo>
                    <a:pt x="1953768" y="2258568"/>
                  </a:lnTo>
                  <a:lnTo>
                    <a:pt x="1956816" y="2261616"/>
                  </a:lnTo>
                  <a:lnTo>
                    <a:pt x="1964436" y="2261616"/>
                  </a:lnTo>
                  <a:lnTo>
                    <a:pt x="1967484" y="2258568"/>
                  </a:lnTo>
                  <a:lnTo>
                    <a:pt x="1967484" y="2209800"/>
                  </a:lnTo>
                  <a:close/>
                </a:path>
                <a:path w="2184400" h="4994275">
                  <a:moveTo>
                    <a:pt x="1967484" y="2125980"/>
                  </a:moveTo>
                  <a:lnTo>
                    <a:pt x="1964436" y="2122932"/>
                  </a:lnTo>
                  <a:lnTo>
                    <a:pt x="1956816" y="2122932"/>
                  </a:lnTo>
                  <a:lnTo>
                    <a:pt x="1953768" y="2125980"/>
                  </a:lnTo>
                  <a:lnTo>
                    <a:pt x="1953768" y="2174748"/>
                  </a:lnTo>
                  <a:lnTo>
                    <a:pt x="1956816" y="2177796"/>
                  </a:lnTo>
                  <a:lnTo>
                    <a:pt x="1964436" y="2177796"/>
                  </a:lnTo>
                  <a:lnTo>
                    <a:pt x="1967484" y="2174748"/>
                  </a:lnTo>
                  <a:lnTo>
                    <a:pt x="1967484" y="2125980"/>
                  </a:lnTo>
                  <a:close/>
                </a:path>
                <a:path w="2184400" h="4994275">
                  <a:moveTo>
                    <a:pt x="1967484" y="2043684"/>
                  </a:moveTo>
                  <a:lnTo>
                    <a:pt x="1964436" y="2040636"/>
                  </a:lnTo>
                  <a:lnTo>
                    <a:pt x="1956816" y="2040636"/>
                  </a:lnTo>
                  <a:lnTo>
                    <a:pt x="1953768" y="2043684"/>
                  </a:lnTo>
                  <a:lnTo>
                    <a:pt x="1953768" y="2092452"/>
                  </a:lnTo>
                  <a:lnTo>
                    <a:pt x="1956816" y="2095500"/>
                  </a:lnTo>
                  <a:lnTo>
                    <a:pt x="1964436" y="2095500"/>
                  </a:lnTo>
                  <a:lnTo>
                    <a:pt x="1967484" y="2092452"/>
                  </a:lnTo>
                  <a:lnTo>
                    <a:pt x="1967484" y="2043684"/>
                  </a:lnTo>
                  <a:close/>
                </a:path>
                <a:path w="2184400" h="4994275">
                  <a:moveTo>
                    <a:pt x="1967484" y="1961388"/>
                  </a:moveTo>
                  <a:lnTo>
                    <a:pt x="1964436" y="1956816"/>
                  </a:lnTo>
                  <a:lnTo>
                    <a:pt x="1956816" y="1956816"/>
                  </a:lnTo>
                  <a:lnTo>
                    <a:pt x="1953768" y="1961388"/>
                  </a:lnTo>
                  <a:lnTo>
                    <a:pt x="1953768" y="2010156"/>
                  </a:lnTo>
                  <a:lnTo>
                    <a:pt x="1956816" y="2013204"/>
                  </a:lnTo>
                  <a:lnTo>
                    <a:pt x="1964436" y="2013204"/>
                  </a:lnTo>
                  <a:lnTo>
                    <a:pt x="1967484" y="2010156"/>
                  </a:lnTo>
                  <a:lnTo>
                    <a:pt x="1967484" y="1961388"/>
                  </a:lnTo>
                  <a:close/>
                </a:path>
                <a:path w="2184400" h="4994275">
                  <a:moveTo>
                    <a:pt x="1967484" y="1877568"/>
                  </a:moveTo>
                  <a:lnTo>
                    <a:pt x="1964436" y="1874520"/>
                  </a:lnTo>
                  <a:lnTo>
                    <a:pt x="1956816" y="1874520"/>
                  </a:lnTo>
                  <a:lnTo>
                    <a:pt x="1953768" y="1877568"/>
                  </a:lnTo>
                  <a:lnTo>
                    <a:pt x="1953768" y="1926336"/>
                  </a:lnTo>
                  <a:lnTo>
                    <a:pt x="1956816" y="1929384"/>
                  </a:lnTo>
                  <a:lnTo>
                    <a:pt x="1964436" y="1929384"/>
                  </a:lnTo>
                  <a:lnTo>
                    <a:pt x="1967484" y="1926336"/>
                  </a:lnTo>
                  <a:lnTo>
                    <a:pt x="1967484" y="1877568"/>
                  </a:lnTo>
                  <a:close/>
                </a:path>
                <a:path w="2184400" h="4994275">
                  <a:moveTo>
                    <a:pt x="1967484" y="1795272"/>
                  </a:moveTo>
                  <a:lnTo>
                    <a:pt x="1964436" y="1792224"/>
                  </a:lnTo>
                  <a:lnTo>
                    <a:pt x="1956816" y="1792224"/>
                  </a:lnTo>
                  <a:lnTo>
                    <a:pt x="1953768" y="1795272"/>
                  </a:lnTo>
                  <a:lnTo>
                    <a:pt x="1953768" y="1844040"/>
                  </a:lnTo>
                  <a:lnTo>
                    <a:pt x="1956816" y="1847088"/>
                  </a:lnTo>
                  <a:lnTo>
                    <a:pt x="1964436" y="1847088"/>
                  </a:lnTo>
                  <a:lnTo>
                    <a:pt x="1967484" y="1844040"/>
                  </a:lnTo>
                  <a:lnTo>
                    <a:pt x="1967484" y="1795272"/>
                  </a:lnTo>
                  <a:close/>
                </a:path>
                <a:path w="2184400" h="4994275">
                  <a:moveTo>
                    <a:pt x="1967484" y="1712976"/>
                  </a:moveTo>
                  <a:lnTo>
                    <a:pt x="1964436" y="1709928"/>
                  </a:lnTo>
                  <a:lnTo>
                    <a:pt x="1956816" y="1709928"/>
                  </a:lnTo>
                  <a:lnTo>
                    <a:pt x="1953768" y="1712976"/>
                  </a:lnTo>
                  <a:lnTo>
                    <a:pt x="1953768" y="1761744"/>
                  </a:lnTo>
                  <a:lnTo>
                    <a:pt x="1956816" y="1764792"/>
                  </a:lnTo>
                  <a:lnTo>
                    <a:pt x="1964436" y="1764792"/>
                  </a:lnTo>
                  <a:lnTo>
                    <a:pt x="1967484" y="1761744"/>
                  </a:lnTo>
                  <a:lnTo>
                    <a:pt x="1967484" y="1712976"/>
                  </a:lnTo>
                  <a:close/>
                </a:path>
                <a:path w="2184400" h="4994275">
                  <a:moveTo>
                    <a:pt x="1967484" y="1629156"/>
                  </a:moveTo>
                  <a:lnTo>
                    <a:pt x="1964436" y="1626108"/>
                  </a:lnTo>
                  <a:lnTo>
                    <a:pt x="1956816" y="1626108"/>
                  </a:lnTo>
                  <a:lnTo>
                    <a:pt x="1953768" y="1629156"/>
                  </a:lnTo>
                  <a:lnTo>
                    <a:pt x="1953768" y="1677924"/>
                  </a:lnTo>
                  <a:lnTo>
                    <a:pt x="1956816" y="1680972"/>
                  </a:lnTo>
                  <a:lnTo>
                    <a:pt x="1964436" y="1680972"/>
                  </a:lnTo>
                  <a:lnTo>
                    <a:pt x="1967484" y="1677924"/>
                  </a:lnTo>
                  <a:lnTo>
                    <a:pt x="1967484" y="1629156"/>
                  </a:lnTo>
                  <a:close/>
                </a:path>
                <a:path w="2184400" h="4994275">
                  <a:moveTo>
                    <a:pt x="1967484" y="1546860"/>
                  </a:moveTo>
                  <a:lnTo>
                    <a:pt x="1964436" y="1543812"/>
                  </a:lnTo>
                  <a:lnTo>
                    <a:pt x="1956816" y="1543812"/>
                  </a:lnTo>
                  <a:lnTo>
                    <a:pt x="1953768" y="1546860"/>
                  </a:lnTo>
                  <a:lnTo>
                    <a:pt x="1953768" y="1595628"/>
                  </a:lnTo>
                  <a:lnTo>
                    <a:pt x="1956816" y="1598676"/>
                  </a:lnTo>
                  <a:lnTo>
                    <a:pt x="1964436" y="1598676"/>
                  </a:lnTo>
                  <a:lnTo>
                    <a:pt x="1967484" y="1595628"/>
                  </a:lnTo>
                  <a:lnTo>
                    <a:pt x="1967484" y="1546860"/>
                  </a:lnTo>
                  <a:close/>
                </a:path>
                <a:path w="2184400" h="4994275">
                  <a:moveTo>
                    <a:pt x="1967484" y="1464564"/>
                  </a:moveTo>
                  <a:lnTo>
                    <a:pt x="1964436" y="1461516"/>
                  </a:lnTo>
                  <a:lnTo>
                    <a:pt x="1956816" y="1461516"/>
                  </a:lnTo>
                  <a:lnTo>
                    <a:pt x="1953768" y="1464564"/>
                  </a:lnTo>
                  <a:lnTo>
                    <a:pt x="1953768" y="1513332"/>
                  </a:lnTo>
                  <a:lnTo>
                    <a:pt x="1956816" y="1516380"/>
                  </a:lnTo>
                  <a:lnTo>
                    <a:pt x="1964436" y="1516380"/>
                  </a:lnTo>
                  <a:lnTo>
                    <a:pt x="1967484" y="1513332"/>
                  </a:lnTo>
                  <a:lnTo>
                    <a:pt x="1967484" y="1464564"/>
                  </a:lnTo>
                  <a:close/>
                </a:path>
                <a:path w="2184400" h="4994275">
                  <a:moveTo>
                    <a:pt x="1967484" y="1380744"/>
                  </a:moveTo>
                  <a:lnTo>
                    <a:pt x="1964436" y="1377696"/>
                  </a:lnTo>
                  <a:lnTo>
                    <a:pt x="1956816" y="1377696"/>
                  </a:lnTo>
                  <a:lnTo>
                    <a:pt x="1953768" y="1380744"/>
                  </a:lnTo>
                  <a:lnTo>
                    <a:pt x="1953768" y="1429512"/>
                  </a:lnTo>
                  <a:lnTo>
                    <a:pt x="1956816" y="1432560"/>
                  </a:lnTo>
                  <a:lnTo>
                    <a:pt x="1964436" y="1432560"/>
                  </a:lnTo>
                  <a:lnTo>
                    <a:pt x="1967484" y="1429512"/>
                  </a:lnTo>
                  <a:lnTo>
                    <a:pt x="1967484" y="1380744"/>
                  </a:lnTo>
                  <a:close/>
                </a:path>
                <a:path w="2184400" h="4994275">
                  <a:moveTo>
                    <a:pt x="1967484" y="1298448"/>
                  </a:moveTo>
                  <a:lnTo>
                    <a:pt x="1964436" y="1295400"/>
                  </a:lnTo>
                  <a:lnTo>
                    <a:pt x="1956816" y="1295400"/>
                  </a:lnTo>
                  <a:lnTo>
                    <a:pt x="1953768" y="1298448"/>
                  </a:lnTo>
                  <a:lnTo>
                    <a:pt x="1953768" y="1347216"/>
                  </a:lnTo>
                  <a:lnTo>
                    <a:pt x="1956816" y="1350264"/>
                  </a:lnTo>
                  <a:lnTo>
                    <a:pt x="1964436" y="1350264"/>
                  </a:lnTo>
                  <a:lnTo>
                    <a:pt x="1967484" y="1347216"/>
                  </a:lnTo>
                  <a:lnTo>
                    <a:pt x="1967484" y="1298448"/>
                  </a:lnTo>
                  <a:close/>
                </a:path>
                <a:path w="2184400" h="4994275">
                  <a:moveTo>
                    <a:pt x="1967484" y="1216152"/>
                  </a:moveTo>
                  <a:lnTo>
                    <a:pt x="1964436" y="1213104"/>
                  </a:lnTo>
                  <a:lnTo>
                    <a:pt x="1956816" y="1213104"/>
                  </a:lnTo>
                  <a:lnTo>
                    <a:pt x="1953768" y="1216152"/>
                  </a:lnTo>
                  <a:lnTo>
                    <a:pt x="1953768" y="1264920"/>
                  </a:lnTo>
                  <a:lnTo>
                    <a:pt x="1956816" y="1267968"/>
                  </a:lnTo>
                  <a:lnTo>
                    <a:pt x="1964436" y="1267968"/>
                  </a:lnTo>
                  <a:lnTo>
                    <a:pt x="1967484" y="1264920"/>
                  </a:lnTo>
                  <a:lnTo>
                    <a:pt x="1967484" y="1216152"/>
                  </a:lnTo>
                  <a:close/>
                </a:path>
                <a:path w="2184400" h="4994275">
                  <a:moveTo>
                    <a:pt x="1967484" y="1132332"/>
                  </a:moveTo>
                  <a:lnTo>
                    <a:pt x="1964436" y="1129284"/>
                  </a:lnTo>
                  <a:lnTo>
                    <a:pt x="1956816" y="1129284"/>
                  </a:lnTo>
                  <a:lnTo>
                    <a:pt x="1953768" y="1132332"/>
                  </a:lnTo>
                  <a:lnTo>
                    <a:pt x="1953768" y="1181100"/>
                  </a:lnTo>
                  <a:lnTo>
                    <a:pt x="1956816" y="1184148"/>
                  </a:lnTo>
                  <a:lnTo>
                    <a:pt x="1964436" y="1184148"/>
                  </a:lnTo>
                  <a:lnTo>
                    <a:pt x="1967484" y="1181100"/>
                  </a:lnTo>
                  <a:lnTo>
                    <a:pt x="1967484" y="1132332"/>
                  </a:lnTo>
                  <a:close/>
                </a:path>
                <a:path w="2184400" h="4994275">
                  <a:moveTo>
                    <a:pt x="1967484" y="1050036"/>
                  </a:moveTo>
                  <a:lnTo>
                    <a:pt x="1964436" y="1046988"/>
                  </a:lnTo>
                  <a:lnTo>
                    <a:pt x="1956816" y="1046988"/>
                  </a:lnTo>
                  <a:lnTo>
                    <a:pt x="1953768" y="1050036"/>
                  </a:lnTo>
                  <a:lnTo>
                    <a:pt x="1953768" y="1098804"/>
                  </a:lnTo>
                  <a:lnTo>
                    <a:pt x="1956816" y="1101852"/>
                  </a:lnTo>
                  <a:lnTo>
                    <a:pt x="1964436" y="1101852"/>
                  </a:lnTo>
                  <a:lnTo>
                    <a:pt x="1967484" y="1098804"/>
                  </a:lnTo>
                  <a:lnTo>
                    <a:pt x="1967484" y="1050036"/>
                  </a:lnTo>
                  <a:close/>
                </a:path>
                <a:path w="2184400" h="4994275">
                  <a:moveTo>
                    <a:pt x="1967484" y="967740"/>
                  </a:moveTo>
                  <a:lnTo>
                    <a:pt x="1964436" y="964692"/>
                  </a:lnTo>
                  <a:lnTo>
                    <a:pt x="1956816" y="964692"/>
                  </a:lnTo>
                  <a:lnTo>
                    <a:pt x="1953768" y="967740"/>
                  </a:lnTo>
                  <a:lnTo>
                    <a:pt x="1953768" y="1016508"/>
                  </a:lnTo>
                  <a:lnTo>
                    <a:pt x="1956816" y="1019556"/>
                  </a:lnTo>
                  <a:lnTo>
                    <a:pt x="1964436" y="1019556"/>
                  </a:lnTo>
                  <a:lnTo>
                    <a:pt x="1967484" y="1016508"/>
                  </a:lnTo>
                  <a:lnTo>
                    <a:pt x="1967484" y="967740"/>
                  </a:lnTo>
                  <a:close/>
                </a:path>
                <a:path w="2184400" h="4994275">
                  <a:moveTo>
                    <a:pt x="1967484" y="883920"/>
                  </a:moveTo>
                  <a:lnTo>
                    <a:pt x="1964436" y="880872"/>
                  </a:lnTo>
                  <a:lnTo>
                    <a:pt x="1956816" y="880872"/>
                  </a:lnTo>
                  <a:lnTo>
                    <a:pt x="1953768" y="883920"/>
                  </a:lnTo>
                  <a:lnTo>
                    <a:pt x="1953768" y="932688"/>
                  </a:lnTo>
                  <a:lnTo>
                    <a:pt x="1956816" y="935736"/>
                  </a:lnTo>
                  <a:lnTo>
                    <a:pt x="1964436" y="935736"/>
                  </a:lnTo>
                  <a:lnTo>
                    <a:pt x="1967484" y="932688"/>
                  </a:lnTo>
                  <a:lnTo>
                    <a:pt x="1967484" y="883920"/>
                  </a:lnTo>
                  <a:close/>
                </a:path>
                <a:path w="2184400" h="4994275">
                  <a:moveTo>
                    <a:pt x="1967484" y="801624"/>
                  </a:moveTo>
                  <a:lnTo>
                    <a:pt x="1964436" y="798576"/>
                  </a:lnTo>
                  <a:lnTo>
                    <a:pt x="1956816" y="798576"/>
                  </a:lnTo>
                  <a:lnTo>
                    <a:pt x="1953768" y="801624"/>
                  </a:lnTo>
                  <a:lnTo>
                    <a:pt x="1953768" y="850392"/>
                  </a:lnTo>
                  <a:lnTo>
                    <a:pt x="1956816" y="853440"/>
                  </a:lnTo>
                  <a:lnTo>
                    <a:pt x="1964436" y="853440"/>
                  </a:lnTo>
                  <a:lnTo>
                    <a:pt x="1967484" y="850392"/>
                  </a:lnTo>
                  <a:lnTo>
                    <a:pt x="1967484" y="801624"/>
                  </a:lnTo>
                  <a:close/>
                </a:path>
                <a:path w="2184400" h="4994275">
                  <a:moveTo>
                    <a:pt x="1967484" y="719328"/>
                  </a:moveTo>
                  <a:lnTo>
                    <a:pt x="1964436" y="716280"/>
                  </a:lnTo>
                  <a:lnTo>
                    <a:pt x="1956816" y="716280"/>
                  </a:lnTo>
                  <a:lnTo>
                    <a:pt x="1953768" y="719328"/>
                  </a:lnTo>
                  <a:lnTo>
                    <a:pt x="1953768" y="768096"/>
                  </a:lnTo>
                  <a:lnTo>
                    <a:pt x="1956816" y="771144"/>
                  </a:lnTo>
                  <a:lnTo>
                    <a:pt x="1964436" y="771144"/>
                  </a:lnTo>
                  <a:lnTo>
                    <a:pt x="1967484" y="768096"/>
                  </a:lnTo>
                  <a:lnTo>
                    <a:pt x="1967484" y="719328"/>
                  </a:lnTo>
                  <a:close/>
                </a:path>
                <a:path w="2184400" h="4994275">
                  <a:moveTo>
                    <a:pt x="1967484" y="635508"/>
                  </a:moveTo>
                  <a:lnTo>
                    <a:pt x="1964436" y="632460"/>
                  </a:lnTo>
                  <a:lnTo>
                    <a:pt x="1956816" y="632460"/>
                  </a:lnTo>
                  <a:lnTo>
                    <a:pt x="1953768" y="635508"/>
                  </a:lnTo>
                  <a:lnTo>
                    <a:pt x="1953768" y="684276"/>
                  </a:lnTo>
                  <a:lnTo>
                    <a:pt x="1956816" y="687324"/>
                  </a:lnTo>
                  <a:lnTo>
                    <a:pt x="1964436" y="687324"/>
                  </a:lnTo>
                  <a:lnTo>
                    <a:pt x="1967484" y="684276"/>
                  </a:lnTo>
                  <a:lnTo>
                    <a:pt x="1967484" y="635508"/>
                  </a:lnTo>
                  <a:close/>
                </a:path>
                <a:path w="2184400" h="4994275">
                  <a:moveTo>
                    <a:pt x="1967484" y="553212"/>
                  </a:moveTo>
                  <a:lnTo>
                    <a:pt x="1964436" y="550164"/>
                  </a:lnTo>
                  <a:lnTo>
                    <a:pt x="1956816" y="550164"/>
                  </a:lnTo>
                  <a:lnTo>
                    <a:pt x="1953768" y="553212"/>
                  </a:lnTo>
                  <a:lnTo>
                    <a:pt x="1953768" y="601980"/>
                  </a:lnTo>
                  <a:lnTo>
                    <a:pt x="1956816" y="605028"/>
                  </a:lnTo>
                  <a:lnTo>
                    <a:pt x="1964436" y="605028"/>
                  </a:lnTo>
                  <a:lnTo>
                    <a:pt x="1967484" y="601980"/>
                  </a:lnTo>
                  <a:lnTo>
                    <a:pt x="1967484" y="553212"/>
                  </a:lnTo>
                  <a:close/>
                </a:path>
                <a:path w="2184400" h="4994275">
                  <a:moveTo>
                    <a:pt x="1967484" y="470916"/>
                  </a:moveTo>
                  <a:lnTo>
                    <a:pt x="1964436" y="467868"/>
                  </a:lnTo>
                  <a:lnTo>
                    <a:pt x="1956816" y="467868"/>
                  </a:lnTo>
                  <a:lnTo>
                    <a:pt x="1953768" y="470916"/>
                  </a:lnTo>
                  <a:lnTo>
                    <a:pt x="1953768" y="519684"/>
                  </a:lnTo>
                  <a:lnTo>
                    <a:pt x="1956816" y="522732"/>
                  </a:lnTo>
                  <a:lnTo>
                    <a:pt x="1964436" y="522732"/>
                  </a:lnTo>
                  <a:lnTo>
                    <a:pt x="1967484" y="519684"/>
                  </a:lnTo>
                  <a:lnTo>
                    <a:pt x="1967484" y="470916"/>
                  </a:lnTo>
                  <a:close/>
                </a:path>
                <a:path w="2184400" h="4994275">
                  <a:moveTo>
                    <a:pt x="1967484" y="387096"/>
                  </a:moveTo>
                  <a:lnTo>
                    <a:pt x="1964436" y="384048"/>
                  </a:lnTo>
                  <a:lnTo>
                    <a:pt x="1956816" y="384048"/>
                  </a:lnTo>
                  <a:lnTo>
                    <a:pt x="1953768" y="387096"/>
                  </a:lnTo>
                  <a:lnTo>
                    <a:pt x="1953768" y="435864"/>
                  </a:lnTo>
                  <a:lnTo>
                    <a:pt x="1956816" y="438912"/>
                  </a:lnTo>
                  <a:lnTo>
                    <a:pt x="1964436" y="438912"/>
                  </a:lnTo>
                  <a:lnTo>
                    <a:pt x="1967484" y="435864"/>
                  </a:lnTo>
                  <a:lnTo>
                    <a:pt x="1967484" y="387096"/>
                  </a:lnTo>
                  <a:close/>
                </a:path>
                <a:path w="2184400" h="4994275">
                  <a:moveTo>
                    <a:pt x="1967484" y="304800"/>
                  </a:moveTo>
                  <a:lnTo>
                    <a:pt x="1964436" y="301752"/>
                  </a:lnTo>
                  <a:lnTo>
                    <a:pt x="1956816" y="301752"/>
                  </a:lnTo>
                  <a:lnTo>
                    <a:pt x="1953768" y="304800"/>
                  </a:lnTo>
                  <a:lnTo>
                    <a:pt x="1953768" y="353568"/>
                  </a:lnTo>
                  <a:lnTo>
                    <a:pt x="1956816" y="356616"/>
                  </a:lnTo>
                  <a:lnTo>
                    <a:pt x="1964436" y="356616"/>
                  </a:lnTo>
                  <a:lnTo>
                    <a:pt x="1967484" y="353568"/>
                  </a:lnTo>
                  <a:lnTo>
                    <a:pt x="1967484" y="304800"/>
                  </a:lnTo>
                  <a:close/>
                </a:path>
                <a:path w="2184400" h="4994275">
                  <a:moveTo>
                    <a:pt x="1967484" y="222504"/>
                  </a:moveTo>
                  <a:lnTo>
                    <a:pt x="1964436" y="219456"/>
                  </a:lnTo>
                  <a:lnTo>
                    <a:pt x="1956816" y="219456"/>
                  </a:lnTo>
                  <a:lnTo>
                    <a:pt x="1953768" y="222504"/>
                  </a:lnTo>
                  <a:lnTo>
                    <a:pt x="1953768" y="271272"/>
                  </a:lnTo>
                  <a:lnTo>
                    <a:pt x="1956816" y="274320"/>
                  </a:lnTo>
                  <a:lnTo>
                    <a:pt x="1964436" y="274320"/>
                  </a:lnTo>
                  <a:lnTo>
                    <a:pt x="1967484" y="271272"/>
                  </a:lnTo>
                  <a:lnTo>
                    <a:pt x="1967484" y="222504"/>
                  </a:lnTo>
                  <a:close/>
                </a:path>
                <a:path w="2184400" h="4994275">
                  <a:moveTo>
                    <a:pt x="1967484" y="138684"/>
                  </a:moveTo>
                  <a:lnTo>
                    <a:pt x="1964436" y="135636"/>
                  </a:lnTo>
                  <a:lnTo>
                    <a:pt x="1956816" y="135636"/>
                  </a:lnTo>
                  <a:lnTo>
                    <a:pt x="1953768" y="138684"/>
                  </a:lnTo>
                  <a:lnTo>
                    <a:pt x="1953768" y="187452"/>
                  </a:lnTo>
                  <a:lnTo>
                    <a:pt x="1956816" y="192024"/>
                  </a:lnTo>
                  <a:lnTo>
                    <a:pt x="1964436" y="192024"/>
                  </a:lnTo>
                  <a:lnTo>
                    <a:pt x="1967484" y="187452"/>
                  </a:lnTo>
                  <a:lnTo>
                    <a:pt x="1967484" y="138684"/>
                  </a:lnTo>
                  <a:close/>
                </a:path>
                <a:path w="2184400" h="4994275">
                  <a:moveTo>
                    <a:pt x="2183892" y="4361688"/>
                  </a:moveTo>
                  <a:lnTo>
                    <a:pt x="2180844" y="4358640"/>
                  </a:lnTo>
                  <a:lnTo>
                    <a:pt x="2173224" y="4358640"/>
                  </a:lnTo>
                  <a:lnTo>
                    <a:pt x="2170176" y="4361688"/>
                  </a:lnTo>
                  <a:lnTo>
                    <a:pt x="2170176" y="4375404"/>
                  </a:lnTo>
                  <a:lnTo>
                    <a:pt x="2173224" y="4378452"/>
                  </a:lnTo>
                  <a:lnTo>
                    <a:pt x="2180844" y="4378452"/>
                  </a:lnTo>
                  <a:lnTo>
                    <a:pt x="2183892" y="4375404"/>
                  </a:lnTo>
                  <a:lnTo>
                    <a:pt x="2183892" y="4361688"/>
                  </a:lnTo>
                  <a:close/>
                </a:path>
                <a:path w="2184400" h="4994275">
                  <a:moveTo>
                    <a:pt x="2183892" y="4279392"/>
                  </a:moveTo>
                  <a:lnTo>
                    <a:pt x="2180844" y="4276344"/>
                  </a:lnTo>
                  <a:lnTo>
                    <a:pt x="2173224" y="4276344"/>
                  </a:lnTo>
                  <a:lnTo>
                    <a:pt x="2170176" y="4279392"/>
                  </a:lnTo>
                  <a:lnTo>
                    <a:pt x="2170176" y="4328160"/>
                  </a:lnTo>
                  <a:lnTo>
                    <a:pt x="2173224" y="4331208"/>
                  </a:lnTo>
                  <a:lnTo>
                    <a:pt x="2180844" y="4331208"/>
                  </a:lnTo>
                  <a:lnTo>
                    <a:pt x="2183892" y="4328160"/>
                  </a:lnTo>
                  <a:lnTo>
                    <a:pt x="2183892" y="4279392"/>
                  </a:lnTo>
                  <a:close/>
                </a:path>
                <a:path w="2184400" h="4994275">
                  <a:moveTo>
                    <a:pt x="2183892" y="4195572"/>
                  </a:moveTo>
                  <a:lnTo>
                    <a:pt x="2180844" y="4192524"/>
                  </a:lnTo>
                  <a:lnTo>
                    <a:pt x="2173224" y="4192524"/>
                  </a:lnTo>
                  <a:lnTo>
                    <a:pt x="2170176" y="4195572"/>
                  </a:lnTo>
                  <a:lnTo>
                    <a:pt x="2170176" y="4245864"/>
                  </a:lnTo>
                  <a:lnTo>
                    <a:pt x="2173224" y="4248912"/>
                  </a:lnTo>
                  <a:lnTo>
                    <a:pt x="2180844" y="4248912"/>
                  </a:lnTo>
                  <a:lnTo>
                    <a:pt x="2183892" y="4245864"/>
                  </a:lnTo>
                  <a:lnTo>
                    <a:pt x="2183892" y="4195572"/>
                  </a:lnTo>
                  <a:close/>
                </a:path>
                <a:path w="2184400" h="4994275">
                  <a:moveTo>
                    <a:pt x="2183892" y="4113276"/>
                  </a:moveTo>
                  <a:lnTo>
                    <a:pt x="2180844" y="4110228"/>
                  </a:lnTo>
                  <a:lnTo>
                    <a:pt x="2173224" y="4110228"/>
                  </a:lnTo>
                  <a:lnTo>
                    <a:pt x="2170176" y="4113276"/>
                  </a:lnTo>
                  <a:lnTo>
                    <a:pt x="2170176" y="4162044"/>
                  </a:lnTo>
                  <a:lnTo>
                    <a:pt x="2173224" y="4165092"/>
                  </a:lnTo>
                  <a:lnTo>
                    <a:pt x="2180844" y="4165092"/>
                  </a:lnTo>
                  <a:lnTo>
                    <a:pt x="2183892" y="4162044"/>
                  </a:lnTo>
                  <a:lnTo>
                    <a:pt x="2183892" y="4113276"/>
                  </a:lnTo>
                  <a:close/>
                </a:path>
                <a:path w="2184400" h="4994275">
                  <a:moveTo>
                    <a:pt x="2183892" y="4030980"/>
                  </a:moveTo>
                  <a:lnTo>
                    <a:pt x="2180844" y="4027932"/>
                  </a:lnTo>
                  <a:lnTo>
                    <a:pt x="2173224" y="4027932"/>
                  </a:lnTo>
                  <a:lnTo>
                    <a:pt x="2170176" y="4030980"/>
                  </a:lnTo>
                  <a:lnTo>
                    <a:pt x="2170176" y="4079748"/>
                  </a:lnTo>
                  <a:lnTo>
                    <a:pt x="2173224" y="4082796"/>
                  </a:lnTo>
                  <a:lnTo>
                    <a:pt x="2180844" y="4082796"/>
                  </a:lnTo>
                  <a:lnTo>
                    <a:pt x="2183892" y="4079748"/>
                  </a:lnTo>
                  <a:lnTo>
                    <a:pt x="2183892" y="4030980"/>
                  </a:lnTo>
                  <a:close/>
                </a:path>
                <a:path w="2184400" h="4994275">
                  <a:moveTo>
                    <a:pt x="2183892" y="3947160"/>
                  </a:moveTo>
                  <a:lnTo>
                    <a:pt x="2180844" y="3944112"/>
                  </a:lnTo>
                  <a:lnTo>
                    <a:pt x="2173224" y="3944112"/>
                  </a:lnTo>
                  <a:lnTo>
                    <a:pt x="2170176" y="3947160"/>
                  </a:lnTo>
                  <a:lnTo>
                    <a:pt x="2170176" y="3997452"/>
                  </a:lnTo>
                  <a:lnTo>
                    <a:pt x="2173224" y="4000500"/>
                  </a:lnTo>
                  <a:lnTo>
                    <a:pt x="2180844" y="4000500"/>
                  </a:lnTo>
                  <a:lnTo>
                    <a:pt x="2183892" y="3997452"/>
                  </a:lnTo>
                  <a:lnTo>
                    <a:pt x="2183892" y="3947160"/>
                  </a:lnTo>
                  <a:close/>
                </a:path>
                <a:path w="2184400" h="4994275">
                  <a:moveTo>
                    <a:pt x="2183892" y="3864864"/>
                  </a:moveTo>
                  <a:lnTo>
                    <a:pt x="2180844" y="3861816"/>
                  </a:lnTo>
                  <a:lnTo>
                    <a:pt x="2173224" y="3861816"/>
                  </a:lnTo>
                  <a:lnTo>
                    <a:pt x="2170176" y="3864864"/>
                  </a:lnTo>
                  <a:lnTo>
                    <a:pt x="2170176" y="3913632"/>
                  </a:lnTo>
                  <a:lnTo>
                    <a:pt x="2173224" y="3916680"/>
                  </a:lnTo>
                  <a:lnTo>
                    <a:pt x="2180844" y="3916680"/>
                  </a:lnTo>
                  <a:lnTo>
                    <a:pt x="2183892" y="3913632"/>
                  </a:lnTo>
                  <a:lnTo>
                    <a:pt x="2183892" y="3864864"/>
                  </a:lnTo>
                  <a:close/>
                </a:path>
                <a:path w="2184400" h="4994275">
                  <a:moveTo>
                    <a:pt x="2183892" y="3782568"/>
                  </a:moveTo>
                  <a:lnTo>
                    <a:pt x="2180844" y="3779520"/>
                  </a:lnTo>
                  <a:lnTo>
                    <a:pt x="2173224" y="3779520"/>
                  </a:lnTo>
                  <a:lnTo>
                    <a:pt x="2170176" y="3782568"/>
                  </a:lnTo>
                  <a:lnTo>
                    <a:pt x="2170176" y="3831336"/>
                  </a:lnTo>
                  <a:lnTo>
                    <a:pt x="2173224" y="3834384"/>
                  </a:lnTo>
                  <a:lnTo>
                    <a:pt x="2180844" y="3834384"/>
                  </a:lnTo>
                  <a:lnTo>
                    <a:pt x="2183892" y="3831336"/>
                  </a:lnTo>
                  <a:lnTo>
                    <a:pt x="2183892" y="3782568"/>
                  </a:lnTo>
                  <a:close/>
                </a:path>
                <a:path w="2184400" h="4994275">
                  <a:moveTo>
                    <a:pt x="2183892" y="3698748"/>
                  </a:moveTo>
                  <a:lnTo>
                    <a:pt x="2180844" y="3695700"/>
                  </a:lnTo>
                  <a:lnTo>
                    <a:pt x="2173224" y="3695700"/>
                  </a:lnTo>
                  <a:lnTo>
                    <a:pt x="2170176" y="3698748"/>
                  </a:lnTo>
                  <a:lnTo>
                    <a:pt x="2170176" y="3749040"/>
                  </a:lnTo>
                  <a:lnTo>
                    <a:pt x="2173224" y="3752088"/>
                  </a:lnTo>
                  <a:lnTo>
                    <a:pt x="2180844" y="3752088"/>
                  </a:lnTo>
                  <a:lnTo>
                    <a:pt x="2183892" y="3749040"/>
                  </a:lnTo>
                  <a:lnTo>
                    <a:pt x="2183892" y="3698748"/>
                  </a:lnTo>
                  <a:close/>
                </a:path>
                <a:path w="2184400" h="4994275">
                  <a:moveTo>
                    <a:pt x="2183892" y="3616452"/>
                  </a:moveTo>
                  <a:lnTo>
                    <a:pt x="2180844" y="3613404"/>
                  </a:lnTo>
                  <a:lnTo>
                    <a:pt x="2173224" y="3613404"/>
                  </a:lnTo>
                  <a:lnTo>
                    <a:pt x="2170176" y="3616452"/>
                  </a:lnTo>
                  <a:lnTo>
                    <a:pt x="2170176" y="3665220"/>
                  </a:lnTo>
                  <a:lnTo>
                    <a:pt x="2173224" y="3668268"/>
                  </a:lnTo>
                  <a:lnTo>
                    <a:pt x="2180844" y="3668268"/>
                  </a:lnTo>
                  <a:lnTo>
                    <a:pt x="2183892" y="3665220"/>
                  </a:lnTo>
                  <a:lnTo>
                    <a:pt x="2183892" y="3616452"/>
                  </a:lnTo>
                  <a:close/>
                </a:path>
                <a:path w="2184400" h="4994275">
                  <a:moveTo>
                    <a:pt x="2183892" y="3534156"/>
                  </a:moveTo>
                  <a:lnTo>
                    <a:pt x="2180844" y="3531108"/>
                  </a:lnTo>
                  <a:lnTo>
                    <a:pt x="2173224" y="3531108"/>
                  </a:lnTo>
                  <a:lnTo>
                    <a:pt x="2170176" y="3534156"/>
                  </a:lnTo>
                  <a:lnTo>
                    <a:pt x="2170176" y="3582924"/>
                  </a:lnTo>
                  <a:lnTo>
                    <a:pt x="2173224" y="3585972"/>
                  </a:lnTo>
                  <a:lnTo>
                    <a:pt x="2180844" y="3585972"/>
                  </a:lnTo>
                  <a:lnTo>
                    <a:pt x="2183892" y="3582924"/>
                  </a:lnTo>
                  <a:lnTo>
                    <a:pt x="2183892" y="3534156"/>
                  </a:lnTo>
                  <a:close/>
                </a:path>
                <a:path w="2184400" h="4994275">
                  <a:moveTo>
                    <a:pt x="2183892" y="3450336"/>
                  </a:moveTo>
                  <a:lnTo>
                    <a:pt x="2180844" y="3447288"/>
                  </a:lnTo>
                  <a:lnTo>
                    <a:pt x="2173224" y="3447288"/>
                  </a:lnTo>
                  <a:lnTo>
                    <a:pt x="2170176" y="3450336"/>
                  </a:lnTo>
                  <a:lnTo>
                    <a:pt x="2170176" y="3500628"/>
                  </a:lnTo>
                  <a:lnTo>
                    <a:pt x="2173224" y="3503676"/>
                  </a:lnTo>
                  <a:lnTo>
                    <a:pt x="2180844" y="3503676"/>
                  </a:lnTo>
                  <a:lnTo>
                    <a:pt x="2183892" y="3500628"/>
                  </a:lnTo>
                  <a:lnTo>
                    <a:pt x="2183892" y="3450336"/>
                  </a:lnTo>
                  <a:close/>
                </a:path>
                <a:path w="2184400" h="4994275">
                  <a:moveTo>
                    <a:pt x="2183892" y="3368040"/>
                  </a:moveTo>
                  <a:lnTo>
                    <a:pt x="2180844" y="3364992"/>
                  </a:lnTo>
                  <a:lnTo>
                    <a:pt x="2173224" y="3364992"/>
                  </a:lnTo>
                  <a:lnTo>
                    <a:pt x="2170176" y="3368040"/>
                  </a:lnTo>
                  <a:lnTo>
                    <a:pt x="2170176" y="3416808"/>
                  </a:lnTo>
                  <a:lnTo>
                    <a:pt x="2173224" y="3419856"/>
                  </a:lnTo>
                  <a:lnTo>
                    <a:pt x="2180844" y="3419856"/>
                  </a:lnTo>
                  <a:lnTo>
                    <a:pt x="2183892" y="3416808"/>
                  </a:lnTo>
                  <a:lnTo>
                    <a:pt x="2183892" y="3368040"/>
                  </a:lnTo>
                  <a:close/>
                </a:path>
                <a:path w="2184400" h="4994275">
                  <a:moveTo>
                    <a:pt x="2183892" y="3285744"/>
                  </a:moveTo>
                  <a:lnTo>
                    <a:pt x="2180844" y="3282696"/>
                  </a:lnTo>
                  <a:lnTo>
                    <a:pt x="2173224" y="3282696"/>
                  </a:lnTo>
                  <a:lnTo>
                    <a:pt x="2170176" y="3285744"/>
                  </a:lnTo>
                  <a:lnTo>
                    <a:pt x="2170176" y="3334512"/>
                  </a:lnTo>
                  <a:lnTo>
                    <a:pt x="2173224" y="3337560"/>
                  </a:lnTo>
                  <a:lnTo>
                    <a:pt x="2180844" y="3337560"/>
                  </a:lnTo>
                  <a:lnTo>
                    <a:pt x="2183892" y="3334512"/>
                  </a:lnTo>
                  <a:lnTo>
                    <a:pt x="2183892" y="3285744"/>
                  </a:lnTo>
                  <a:close/>
                </a:path>
                <a:path w="2184400" h="4994275">
                  <a:moveTo>
                    <a:pt x="2183892" y="3201924"/>
                  </a:moveTo>
                  <a:lnTo>
                    <a:pt x="2180844" y="3198876"/>
                  </a:lnTo>
                  <a:lnTo>
                    <a:pt x="2173224" y="3198876"/>
                  </a:lnTo>
                  <a:lnTo>
                    <a:pt x="2170176" y="3201924"/>
                  </a:lnTo>
                  <a:lnTo>
                    <a:pt x="2170176" y="3252216"/>
                  </a:lnTo>
                  <a:lnTo>
                    <a:pt x="2173224" y="3255264"/>
                  </a:lnTo>
                  <a:lnTo>
                    <a:pt x="2180844" y="3255264"/>
                  </a:lnTo>
                  <a:lnTo>
                    <a:pt x="2183892" y="3252216"/>
                  </a:lnTo>
                  <a:lnTo>
                    <a:pt x="2183892" y="3201924"/>
                  </a:lnTo>
                  <a:close/>
                </a:path>
                <a:path w="2184400" h="4994275">
                  <a:moveTo>
                    <a:pt x="2183892" y="3119628"/>
                  </a:moveTo>
                  <a:lnTo>
                    <a:pt x="2180844" y="3116580"/>
                  </a:lnTo>
                  <a:lnTo>
                    <a:pt x="2173224" y="3116580"/>
                  </a:lnTo>
                  <a:lnTo>
                    <a:pt x="2170176" y="3119628"/>
                  </a:lnTo>
                  <a:lnTo>
                    <a:pt x="2170176" y="3168396"/>
                  </a:lnTo>
                  <a:lnTo>
                    <a:pt x="2173224" y="3171444"/>
                  </a:lnTo>
                  <a:lnTo>
                    <a:pt x="2180844" y="3171444"/>
                  </a:lnTo>
                  <a:lnTo>
                    <a:pt x="2183892" y="3168396"/>
                  </a:lnTo>
                  <a:lnTo>
                    <a:pt x="2183892" y="3119628"/>
                  </a:lnTo>
                  <a:close/>
                </a:path>
                <a:path w="2184400" h="4994275">
                  <a:moveTo>
                    <a:pt x="2183892" y="3037332"/>
                  </a:moveTo>
                  <a:lnTo>
                    <a:pt x="2180844" y="3034284"/>
                  </a:lnTo>
                  <a:lnTo>
                    <a:pt x="2173224" y="3034284"/>
                  </a:lnTo>
                  <a:lnTo>
                    <a:pt x="2170176" y="3037332"/>
                  </a:lnTo>
                  <a:lnTo>
                    <a:pt x="2170176" y="3086100"/>
                  </a:lnTo>
                  <a:lnTo>
                    <a:pt x="2173224" y="3089148"/>
                  </a:lnTo>
                  <a:lnTo>
                    <a:pt x="2180844" y="3089148"/>
                  </a:lnTo>
                  <a:lnTo>
                    <a:pt x="2183892" y="3086100"/>
                  </a:lnTo>
                  <a:lnTo>
                    <a:pt x="2183892" y="3037332"/>
                  </a:lnTo>
                  <a:close/>
                </a:path>
                <a:path w="2184400" h="4994275">
                  <a:moveTo>
                    <a:pt x="2183892" y="2953512"/>
                  </a:moveTo>
                  <a:lnTo>
                    <a:pt x="2180844" y="2950464"/>
                  </a:lnTo>
                  <a:lnTo>
                    <a:pt x="2173224" y="2950464"/>
                  </a:lnTo>
                  <a:lnTo>
                    <a:pt x="2170176" y="2953512"/>
                  </a:lnTo>
                  <a:lnTo>
                    <a:pt x="2170176" y="3003804"/>
                  </a:lnTo>
                  <a:lnTo>
                    <a:pt x="2173224" y="3006852"/>
                  </a:lnTo>
                  <a:lnTo>
                    <a:pt x="2180844" y="3006852"/>
                  </a:lnTo>
                  <a:lnTo>
                    <a:pt x="2183892" y="3003804"/>
                  </a:lnTo>
                  <a:lnTo>
                    <a:pt x="2183892" y="2953512"/>
                  </a:lnTo>
                  <a:close/>
                </a:path>
                <a:path w="2184400" h="4994275">
                  <a:moveTo>
                    <a:pt x="2183892" y="2871216"/>
                  </a:moveTo>
                  <a:lnTo>
                    <a:pt x="2180844" y="2868168"/>
                  </a:lnTo>
                  <a:lnTo>
                    <a:pt x="2173224" y="2868168"/>
                  </a:lnTo>
                  <a:lnTo>
                    <a:pt x="2170176" y="2871216"/>
                  </a:lnTo>
                  <a:lnTo>
                    <a:pt x="2170176" y="2919984"/>
                  </a:lnTo>
                  <a:lnTo>
                    <a:pt x="2173224" y="2923032"/>
                  </a:lnTo>
                  <a:lnTo>
                    <a:pt x="2180844" y="2923032"/>
                  </a:lnTo>
                  <a:lnTo>
                    <a:pt x="2183892" y="2919984"/>
                  </a:lnTo>
                  <a:lnTo>
                    <a:pt x="2183892" y="2871216"/>
                  </a:lnTo>
                  <a:close/>
                </a:path>
                <a:path w="2184400" h="4994275">
                  <a:moveTo>
                    <a:pt x="2183892" y="2788920"/>
                  </a:moveTo>
                  <a:lnTo>
                    <a:pt x="2180844" y="2785872"/>
                  </a:lnTo>
                  <a:lnTo>
                    <a:pt x="2173224" y="2785872"/>
                  </a:lnTo>
                  <a:lnTo>
                    <a:pt x="2170176" y="2788920"/>
                  </a:lnTo>
                  <a:lnTo>
                    <a:pt x="2170176" y="2837688"/>
                  </a:lnTo>
                  <a:lnTo>
                    <a:pt x="2173224" y="2840736"/>
                  </a:lnTo>
                  <a:lnTo>
                    <a:pt x="2180844" y="2840736"/>
                  </a:lnTo>
                  <a:lnTo>
                    <a:pt x="2183892" y="2837688"/>
                  </a:lnTo>
                  <a:lnTo>
                    <a:pt x="2183892" y="2788920"/>
                  </a:lnTo>
                  <a:close/>
                </a:path>
                <a:path w="2184400" h="4994275">
                  <a:moveTo>
                    <a:pt x="2183892" y="2705100"/>
                  </a:moveTo>
                  <a:lnTo>
                    <a:pt x="2180844" y="2702052"/>
                  </a:lnTo>
                  <a:lnTo>
                    <a:pt x="2173224" y="2702052"/>
                  </a:lnTo>
                  <a:lnTo>
                    <a:pt x="2170176" y="2705100"/>
                  </a:lnTo>
                  <a:lnTo>
                    <a:pt x="2170176" y="2755392"/>
                  </a:lnTo>
                  <a:lnTo>
                    <a:pt x="2173224" y="2758440"/>
                  </a:lnTo>
                  <a:lnTo>
                    <a:pt x="2180844" y="2758440"/>
                  </a:lnTo>
                  <a:lnTo>
                    <a:pt x="2183892" y="2755392"/>
                  </a:lnTo>
                  <a:lnTo>
                    <a:pt x="2183892" y="2705100"/>
                  </a:lnTo>
                  <a:close/>
                </a:path>
                <a:path w="2184400" h="4994275">
                  <a:moveTo>
                    <a:pt x="2183892" y="2622804"/>
                  </a:moveTo>
                  <a:lnTo>
                    <a:pt x="2180844" y="2619756"/>
                  </a:lnTo>
                  <a:lnTo>
                    <a:pt x="2173224" y="2619756"/>
                  </a:lnTo>
                  <a:lnTo>
                    <a:pt x="2170176" y="2622804"/>
                  </a:lnTo>
                  <a:lnTo>
                    <a:pt x="2170176" y="2671572"/>
                  </a:lnTo>
                  <a:lnTo>
                    <a:pt x="2173224" y="2674620"/>
                  </a:lnTo>
                  <a:lnTo>
                    <a:pt x="2180844" y="2674620"/>
                  </a:lnTo>
                  <a:lnTo>
                    <a:pt x="2183892" y="2671572"/>
                  </a:lnTo>
                  <a:lnTo>
                    <a:pt x="2183892" y="2622804"/>
                  </a:lnTo>
                  <a:close/>
                </a:path>
                <a:path w="2184400" h="4994275">
                  <a:moveTo>
                    <a:pt x="2183892" y="2540508"/>
                  </a:moveTo>
                  <a:lnTo>
                    <a:pt x="2180844" y="2537460"/>
                  </a:lnTo>
                  <a:lnTo>
                    <a:pt x="2173224" y="2537460"/>
                  </a:lnTo>
                  <a:lnTo>
                    <a:pt x="2170176" y="2540508"/>
                  </a:lnTo>
                  <a:lnTo>
                    <a:pt x="2170176" y="2589276"/>
                  </a:lnTo>
                  <a:lnTo>
                    <a:pt x="2173224" y="2592324"/>
                  </a:lnTo>
                  <a:lnTo>
                    <a:pt x="2180844" y="2592324"/>
                  </a:lnTo>
                  <a:lnTo>
                    <a:pt x="2183892" y="2589276"/>
                  </a:lnTo>
                  <a:lnTo>
                    <a:pt x="2183892" y="2540508"/>
                  </a:lnTo>
                  <a:close/>
                </a:path>
                <a:path w="2184400" h="4994275">
                  <a:moveTo>
                    <a:pt x="2183892" y="2456688"/>
                  </a:moveTo>
                  <a:lnTo>
                    <a:pt x="2180844" y="2453640"/>
                  </a:lnTo>
                  <a:lnTo>
                    <a:pt x="2173224" y="2453640"/>
                  </a:lnTo>
                  <a:lnTo>
                    <a:pt x="2170176" y="2456688"/>
                  </a:lnTo>
                  <a:lnTo>
                    <a:pt x="2170176" y="2506980"/>
                  </a:lnTo>
                  <a:lnTo>
                    <a:pt x="2173224" y="2510028"/>
                  </a:lnTo>
                  <a:lnTo>
                    <a:pt x="2180844" y="2510028"/>
                  </a:lnTo>
                  <a:lnTo>
                    <a:pt x="2183892" y="2506980"/>
                  </a:lnTo>
                  <a:lnTo>
                    <a:pt x="2183892" y="2456688"/>
                  </a:lnTo>
                  <a:close/>
                </a:path>
                <a:path w="2184400" h="4994275">
                  <a:moveTo>
                    <a:pt x="2183892" y="2374392"/>
                  </a:moveTo>
                  <a:lnTo>
                    <a:pt x="2180844" y="2371344"/>
                  </a:lnTo>
                  <a:lnTo>
                    <a:pt x="2173224" y="2371344"/>
                  </a:lnTo>
                  <a:lnTo>
                    <a:pt x="2170176" y="2374392"/>
                  </a:lnTo>
                  <a:lnTo>
                    <a:pt x="2170176" y="2423160"/>
                  </a:lnTo>
                  <a:lnTo>
                    <a:pt x="2173224" y="2426208"/>
                  </a:lnTo>
                  <a:lnTo>
                    <a:pt x="2180844" y="2426208"/>
                  </a:lnTo>
                  <a:lnTo>
                    <a:pt x="2183892" y="2423160"/>
                  </a:lnTo>
                  <a:lnTo>
                    <a:pt x="2183892" y="2374392"/>
                  </a:lnTo>
                  <a:close/>
                </a:path>
                <a:path w="2184400" h="4994275">
                  <a:moveTo>
                    <a:pt x="2183892" y="2292096"/>
                  </a:moveTo>
                  <a:lnTo>
                    <a:pt x="2180844" y="2289048"/>
                  </a:lnTo>
                  <a:lnTo>
                    <a:pt x="2173224" y="2289048"/>
                  </a:lnTo>
                  <a:lnTo>
                    <a:pt x="2170176" y="2292096"/>
                  </a:lnTo>
                  <a:lnTo>
                    <a:pt x="2170176" y="2340864"/>
                  </a:lnTo>
                  <a:lnTo>
                    <a:pt x="2173224" y="2343912"/>
                  </a:lnTo>
                  <a:lnTo>
                    <a:pt x="2180844" y="2343912"/>
                  </a:lnTo>
                  <a:lnTo>
                    <a:pt x="2183892" y="2340864"/>
                  </a:lnTo>
                  <a:lnTo>
                    <a:pt x="2183892" y="2292096"/>
                  </a:lnTo>
                  <a:close/>
                </a:path>
                <a:path w="2184400" h="4994275">
                  <a:moveTo>
                    <a:pt x="2183892" y="2209800"/>
                  </a:moveTo>
                  <a:lnTo>
                    <a:pt x="2180844" y="2205228"/>
                  </a:lnTo>
                  <a:lnTo>
                    <a:pt x="2173224" y="2205228"/>
                  </a:lnTo>
                  <a:lnTo>
                    <a:pt x="2170176" y="2209800"/>
                  </a:lnTo>
                  <a:lnTo>
                    <a:pt x="2170176" y="2258568"/>
                  </a:lnTo>
                  <a:lnTo>
                    <a:pt x="2173224" y="2261616"/>
                  </a:lnTo>
                  <a:lnTo>
                    <a:pt x="2180844" y="2261616"/>
                  </a:lnTo>
                  <a:lnTo>
                    <a:pt x="2183892" y="2258568"/>
                  </a:lnTo>
                  <a:lnTo>
                    <a:pt x="2183892" y="2209800"/>
                  </a:lnTo>
                  <a:close/>
                </a:path>
                <a:path w="2184400" h="4994275">
                  <a:moveTo>
                    <a:pt x="2183892" y="2125980"/>
                  </a:moveTo>
                  <a:lnTo>
                    <a:pt x="2180844" y="2122932"/>
                  </a:lnTo>
                  <a:lnTo>
                    <a:pt x="2173224" y="2122932"/>
                  </a:lnTo>
                  <a:lnTo>
                    <a:pt x="2170176" y="2125980"/>
                  </a:lnTo>
                  <a:lnTo>
                    <a:pt x="2170176" y="2174748"/>
                  </a:lnTo>
                  <a:lnTo>
                    <a:pt x="2173224" y="2177796"/>
                  </a:lnTo>
                  <a:lnTo>
                    <a:pt x="2180844" y="2177796"/>
                  </a:lnTo>
                  <a:lnTo>
                    <a:pt x="2183892" y="2174748"/>
                  </a:lnTo>
                  <a:lnTo>
                    <a:pt x="2183892" y="2125980"/>
                  </a:lnTo>
                  <a:close/>
                </a:path>
                <a:path w="2184400" h="4994275">
                  <a:moveTo>
                    <a:pt x="2183892" y="2043684"/>
                  </a:moveTo>
                  <a:lnTo>
                    <a:pt x="2180844" y="2040636"/>
                  </a:lnTo>
                  <a:lnTo>
                    <a:pt x="2173224" y="2040636"/>
                  </a:lnTo>
                  <a:lnTo>
                    <a:pt x="2170176" y="2043684"/>
                  </a:lnTo>
                  <a:lnTo>
                    <a:pt x="2170176" y="2092452"/>
                  </a:lnTo>
                  <a:lnTo>
                    <a:pt x="2173224" y="2095500"/>
                  </a:lnTo>
                  <a:lnTo>
                    <a:pt x="2180844" y="2095500"/>
                  </a:lnTo>
                  <a:lnTo>
                    <a:pt x="2183892" y="2092452"/>
                  </a:lnTo>
                  <a:lnTo>
                    <a:pt x="2183892" y="2043684"/>
                  </a:lnTo>
                  <a:close/>
                </a:path>
                <a:path w="2184400" h="4994275">
                  <a:moveTo>
                    <a:pt x="2183892" y="1961388"/>
                  </a:moveTo>
                  <a:lnTo>
                    <a:pt x="2180844" y="1956816"/>
                  </a:lnTo>
                  <a:lnTo>
                    <a:pt x="2173224" y="1956816"/>
                  </a:lnTo>
                  <a:lnTo>
                    <a:pt x="2170176" y="1961388"/>
                  </a:lnTo>
                  <a:lnTo>
                    <a:pt x="2170176" y="2010156"/>
                  </a:lnTo>
                  <a:lnTo>
                    <a:pt x="2173224" y="2013204"/>
                  </a:lnTo>
                  <a:lnTo>
                    <a:pt x="2180844" y="2013204"/>
                  </a:lnTo>
                  <a:lnTo>
                    <a:pt x="2183892" y="2010156"/>
                  </a:lnTo>
                  <a:lnTo>
                    <a:pt x="2183892" y="1961388"/>
                  </a:lnTo>
                  <a:close/>
                </a:path>
                <a:path w="2184400" h="4994275">
                  <a:moveTo>
                    <a:pt x="2183892" y="1877568"/>
                  </a:moveTo>
                  <a:lnTo>
                    <a:pt x="2180844" y="1874520"/>
                  </a:lnTo>
                  <a:lnTo>
                    <a:pt x="2173224" y="1874520"/>
                  </a:lnTo>
                  <a:lnTo>
                    <a:pt x="2170176" y="1877568"/>
                  </a:lnTo>
                  <a:lnTo>
                    <a:pt x="2170176" y="1926336"/>
                  </a:lnTo>
                  <a:lnTo>
                    <a:pt x="2173224" y="1929384"/>
                  </a:lnTo>
                  <a:lnTo>
                    <a:pt x="2180844" y="1929384"/>
                  </a:lnTo>
                  <a:lnTo>
                    <a:pt x="2183892" y="1926336"/>
                  </a:lnTo>
                  <a:lnTo>
                    <a:pt x="2183892" y="1877568"/>
                  </a:lnTo>
                  <a:close/>
                </a:path>
                <a:path w="2184400" h="4994275">
                  <a:moveTo>
                    <a:pt x="2183892" y="1795272"/>
                  </a:moveTo>
                  <a:lnTo>
                    <a:pt x="2180844" y="1792224"/>
                  </a:lnTo>
                  <a:lnTo>
                    <a:pt x="2173224" y="1792224"/>
                  </a:lnTo>
                  <a:lnTo>
                    <a:pt x="2170176" y="1795272"/>
                  </a:lnTo>
                  <a:lnTo>
                    <a:pt x="2170176" y="1844040"/>
                  </a:lnTo>
                  <a:lnTo>
                    <a:pt x="2173224" y="1847088"/>
                  </a:lnTo>
                  <a:lnTo>
                    <a:pt x="2180844" y="1847088"/>
                  </a:lnTo>
                  <a:lnTo>
                    <a:pt x="2183892" y="1844040"/>
                  </a:lnTo>
                  <a:lnTo>
                    <a:pt x="2183892" y="1795272"/>
                  </a:lnTo>
                  <a:close/>
                </a:path>
                <a:path w="2184400" h="4994275">
                  <a:moveTo>
                    <a:pt x="2183892" y="1712976"/>
                  </a:moveTo>
                  <a:lnTo>
                    <a:pt x="2180844" y="1709928"/>
                  </a:lnTo>
                  <a:lnTo>
                    <a:pt x="2173224" y="1709928"/>
                  </a:lnTo>
                  <a:lnTo>
                    <a:pt x="2170176" y="1712976"/>
                  </a:lnTo>
                  <a:lnTo>
                    <a:pt x="2170176" y="1761744"/>
                  </a:lnTo>
                  <a:lnTo>
                    <a:pt x="2173224" y="1764792"/>
                  </a:lnTo>
                  <a:lnTo>
                    <a:pt x="2180844" y="1764792"/>
                  </a:lnTo>
                  <a:lnTo>
                    <a:pt x="2183892" y="1761744"/>
                  </a:lnTo>
                  <a:lnTo>
                    <a:pt x="2183892" y="1712976"/>
                  </a:lnTo>
                  <a:close/>
                </a:path>
                <a:path w="2184400" h="4994275">
                  <a:moveTo>
                    <a:pt x="2183892" y="1629156"/>
                  </a:moveTo>
                  <a:lnTo>
                    <a:pt x="2180844" y="1626108"/>
                  </a:lnTo>
                  <a:lnTo>
                    <a:pt x="2173224" y="1626108"/>
                  </a:lnTo>
                  <a:lnTo>
                    <a:pt x="2170176" y="1629156"/>
                  </a:lnTo>
                  <a:lnTo>
                    <a:pt x="2170176" y="1677924"/>
                  </a:lnTo>
                  <a:lnTo>
                    <a:pt x="2173224" y="1680972"/>
                  </a:lnTo>
                  <a:lnTo>
                    <a:pt x="2180844" y="1680972"/>
                  </a:lnTo>
                  <a:lnTo>
                    <a:pt x="2183892" y="1677924"/>
                  </a:lnTo>
                  <a:lnTo>
                    <a:pt x="2183892" y="1629156"/>
                  </a:lnTo>
                  <a:close/>
                </a:path>
                <a:path w="2184400" h="4994275">
                  <a:moveTo>
                    <a:pt x="2183892" y="1546860"/>
                  </a:moveTo>
                  <a:lnTo>
                    <a:pt x="2180844" y="1543812"/>
                  </a:lnTo>
                  <a:lnTo>
                    <a:pt x="2173224" y="1543812"/>
                  </a:lnTo>
                  <a:lnTo>
                    <a:pt x="2170176" y="1546860"/>
                  </a:lnTo>
                  <a:lnTo>
                    <a:pt x="2170176" y="1595628"/>
                  </a:lnTo>
                  <a:lnTo>
                    <a:pt x="2173224" y="1598676"/>
                  </a:lnTo>
                  <a:lnTo>
                    <a:pt x="2180844" y="1598676"/>
                  </a:lnTo>
                  <a:lnTo>
                    <a:pt x="2183892" y="1595628"/>
                  </a:lnTo>
                  <a:lnTo>
                    <a:pt x="2183892" y="1546860"/>
                  </a:lnTo>
                  <a:close/>
                </a:path>
                <a:path w="2184400" h="4994275">
                  <a:moveTo>
                    <a:pt x="2183892" y="1464564"/>
                  </a:moveTo>
                  <a:lnTo>
                    <a:pt x="2180844" y="1461516"/>
                  </a:lnTo>
                  <a:lnTo>
                    <a:pt x="2173224" y="1461516"/>
                  </a:lnTo>
                  <a:lnTo>
                    <a:pt x="2170176" y="1464564"/>
                  </a:lnTo>
                  <a:lnTo>
                    <a:pt x="2170176" y="1513332"/>
                  </a:lnTo>
                  <a:lnTo>
                    <a:pt x="2173224" y="1516380"/>
                  </a:lnTo>
                  <a:lnTo>
                    <a:pt x="2180844" y="1516380"/>
                  </a:lnTo>
                  <a:lnTo>
                    <a:pt x="2183892" y="1513332"/>
                  </a:lnTo>
                  <a:lnTo>
                    <a:pt x="2183892" y="1464564"/>
                  </a:lnTo>
                  <a:close/>
                </a:path>
                <a:path w="2184400" h="4994275">
                  <a:moveTo>
                    <a:pt x="2183892" y="1380744"/>
                  </a:moveTo>
                  <a:lnTo>
                    <a:pt x="2180844" y="1377696"/>
                  </a:lnTo>
                  <a:lnTo>
                    <a:pt x="2173224" y="1377696"/>
                  </a:lnTo>
                  <a:lnTo>
                    <a:pt x="2170176" y="1380744"/>
                  </a:lnTo>
                  <a:lnTo>
                    <a:pt x="2170176" y="1429512"/>
                  </a:lnTo>
                  <a:lnTo>
                    <a:pt x="2173224" y="1432560"/>
                  </a:lnTo>
                  <a:lnTo>
                    <a:pt x="2180844" y="1432560"/>
                  </a:lnTo>
                  <a:lnTo>
                    <a:pt x="2183892" y="1429512"/>
                  </a:lnTo>
                  <a:lnTo>
                    <a:pt x="2183892" y="1380744"/>
                  </a:lnTo>
                  <a:close/>
                </a:path>
                <a:path w="2184400" h="4994275">
                  <a:moveTo>
                    <a:pt x="2183892" y="1298448"/>
                  </a:moveTo>
                  <a:lnTo>
                    <a:pt x="2180844" y="1295400"/>
                  </a:lnTo>
                  <a:lnTo>
                    <a:pt x="2173224" y="1295400"/>
                  </a:lnTo>
                  <a:lnTo>
                    <a:pt x="2170176" y="1298448"/>
                  </a:lnTo>
                  <a:lnTo>
                    <a:pt x="2170176" y="1347216"/>
                  </a:lnTo>
                  <a:lnTo>
                    <a:pt x="2173224" y="1350264"/>
                  </a:lnTo>
                  <a:lnTo>
                    <a:pt x="2180844" y="1350264"/>
                  </a:lnTo>
                  <a:lnTo>
                    <a:pt x="2183892" y="1347216"/>
                  </a:lnTo>
                  <a:lnTo>
                    <a:pt x="2183892" y="1298448"/>
                  </a:lnTo>
                  <a:close/>
                </a:path>
                <a:path w="2184400" h="4994275">
                  <a:moveTo>
                    <a:pt x="2183892" y="1216152"/>
                  </a:moveTo>
                  <a:lnTo>
                    <a:pt x="2180844" y="1213104"/>
                  </a:lnTo>
                  <a:lnTo>
                    <a:pt x="2173224" y="1213104"/>
                  </a:lnTo>
                  <a:lnTo>
                    <a:pt x="2170176" y="1216152"/>
                  </a:lnTo>
                  <a:lnTo>
                    <a:pt x="2170176" y="1264920"/>
                  </a:lnTo>
                  <a:lnTo>
                    <a:pt x="2173224" y="1267968"/>
                  </a:lnTo>
                  <a:lnTo>
                    <a:pt x="2180844" y="1267968"/>
                  </a:lnTo>
                  <a:lnTo>
                    <a:pt x="2183892" y="1264920"/>
                  </a:lnTo>
                  <a:lnTo>
                    <a:pt x="2183892" y="1216152"/>
                  </a:lnTo>
                  <a:close/>
                </a:path>
                <a:path w="2184400" h="4994275">
                  <a:moveTo>
                    <a:pt x="2183892" y="1132332"/>
                  </a:moveTo>
                  <a:lnTo>
                    <a:pt x="2180844" y="1129284"/>
                  </a:lnTo>
                  <a:lnTo>
                    <a:pt x="2173224" y="1129284"/>
                  </a:lnTo>
                  <a:lnTo>
                    <a:pt x="2170176" y="1132332"/>
                  </a:lnTo>
                  <a:lnTo>
                    <a:pt x="2170176" y="1181100"/>
                  </a:lnTo>
                  <a:lnTo>
                    <a:pt x="2173224" y="1184148"/>
                  </a:lnTo>
                  <a:lnTo>
                    <a:pt x="2180844" y="1184148"/>
                  </a:lnTo>
                  <a:lnTo>
                    <a:pt x="2183892" y="1181100"/>
                  </a:lnTo>
                  <a:lnTo>
                    <a:pt x="2183892" y="1132332"/>
                  </a:lnTo>
                  <a:close/>
                </a:path>
                <a:path w="2184400" h="4994275">
                  <a:moveTo>
                    <a:pt x="2183892" y="1050036"/>
                  </a:moveTo>
                  <a:lnTo>
                    <a:pt x="2180844" y="1046988"/>
                  </a:lnTo>
                  <a:lnTo>
                    <a:pt x="2173224" y="1046988"/>
                  </a:lnTo>
                  <a:lnTo>
                    <a:pt x="2170176" y="1050036"/>
                  </a:lnTo>
                  <a:lnTo>
                    <a:pt x="2170176" y="1098804"/>
                  </a:lnTo>
                  <a:lnTo>
                    <a:pt x="2173224" y="1101852"/>
                  </a:lnTo>
                  <a:lnTo>
                    <a:pt x="2180844" y="1101852"/>
                  </a:lnTo>
                  <a:lnTo>
                    <a:pt x="2183892" y="1098804"/>
                  </a:lnTo>
                  <a:lnTo>
                    <a:pt x="2183892" y="1050036"/>
                  </a:lnTo>
                  <a:close/>
                </a:path>
                <a:path w="2184400" h="4994275">
                  <a:moveTo>
                    <a:pt x="2183892" y="967740"/>
                  </a:moveTo>
                  <a:lnTo>
                    <a:pt x="2180844" y="964692"/>
                  </a:lnTo>
                  <a:lnTo>
                    <a:pt x="2173224" y="964692"/>
                  </a:lnTo>
                  <a:lnTo>
                    <a:pt x="2170176" y="967740"/>
                  </a:lnTo>
                  <a:lnTo>
                    <a:pt x="2170176" y="1016508"/>
                  </a:lnTo>
                  <a:lnTo>
                    <a:pt x="2173224" y="1019556"/>
                  </a:lnTo>
                  <a:lnTo>
                    <a:pt x="2180844" y="1019556"/>
                  </a:lnTo>
                  <a:lnTo>
                    <a:pt x="2183892" y="1016508"/>
                  </a:lnTo>
                  <a:lnTo>
                    <a:pt x="2183892" y="967740"/>
                  </a:lnTo>
                  <a:close/>
                </a:path>
                <a:path w="2184400" h="4994275">
                  <a:moveTo>
                    <a:pt x="2183892" y="883920"/>
                  </a:moveTo>
                  <a:lnTo>
                    <a:pt x="2180844" y="880872"/>
                  </a:lnTo>
                  <a:lnTo>
                    <a:pt x="2173224" y="880872"/>
                  </a:lnTo>
                  <a:lnTo>
                    <a:pt x="2170176" y="883920"/>
                  </a:lnTo>
                  <a:lnTo>
                    <a:pt x="2170176" y="932688"/>
                  </a:lnTo>
                  <a:lnTo>
                    <a:pt x="2173224" y="935736"/>
                  </a:lnTo>
                  <a:lnTo>
                    <a:pt x="2180844" y="935736"/>
                  </a:lnTo>
                  <a:lnTo>
                    <a:pt x="2183892" y="932688"/>
                  </a:lnTo>
                  <a:lnTo>
                    <a:pt x="2183892" y="883920"/>
                  </a:lnTo>
                  <a:close/>
                </a:path>
                <a:path w="2184400" h="4994275">
                  <a:moveTo>
                    <a:pt x="2183892" y="801624"/>
                  </a:moveTo>
                  <a:lnTo>
                    <a:pt x="2180844" y="798576"/>
                  </a:lnTo>
                  <a:lnTo>
                    <a:pt x="2173224" y="798576"/>
                  </a:lnTo>
                  <a:lnTo>
                    <a:pt x="2170176" y="801624"/>
                  </a:lnTo>
                  <a:lnTo>
                    <a:pt x="2170176" y="850392"/>
                  </a:lnTo>
                  <a:lnTo>
                    <a:pt x="2173224" y="853440"/>
                  </a:lnTo>
                  <a:lnTo>
                    <a:pt x="2180844" y="853440"/>
                  </a:lnTo>
                  <a:lnTo>
                    <a:pt x="2183892" y="850392"/>
                  </a:lnTo>
                  <a:lnTo>
                    <a:pt x="2183892" y="801624"/>
                  </a:lnTo>
                  <a:close/>
                </a:path>
                <a:path w="2184400" h="4994275">
                  <a:moveTo>
                    <a:pt x="2183892" y="719328"/>
                  </a:moveTo>
                  <a:lnTo>
                    <a:pt x="2180844" y="716280"/>
                  </a:lnTo>
                  <a:lnTo>
                    <a:pt x="2173224" y="716280"/>
                  </a:lnTo>
                  <a:lnTo>
                    <a:pt x="2170176" y="719328"/>
                  </a:lnTo>
                  <a:lnTo>
                    <a:pt x="2170176" y="768096"/>
                  </a:lnTo>
                  <a:lnTo>
                    <a:pt x="2173224" y="771144"/>
                  </a:lnTo>
                  <a:lnTo>
                    <a:pt x="2180844" y="771144"/>
                  </a:lnTo>
                  <a:lnTo>
                    <a:pt x="2183892" y="768096"/>
                  </a:lnTo>
                  <a:lnTo>
                    <a:pt x="2183892" y="719328"/>
                  </a:lnTo>
                  <a:close/>
                </a:path>
                <a:path w="2184400" h="4994275">
                  <a:moveTo>
                    <a:pt x="2183892" y="635508"/>
                  </a:moveTo>
                  <a:lnTo>
                    <a:pt x="2180844" y="632460"/>
                  </a:lnTo>
                  <a:lnTo>
                    <a:pt x="2173224" y="632460"/>
                  </a:lnTo>
                  <a:lnTo>
                    <a:pt x="2170176" y="635508"/>
                  </a:lnTo>
                  <a:lnTo>
                    <a:pt x="2170176" y="684276"/>
                  </a:lnTo>
                  <a:lnTo>
                    <a:pt x="2173224" y="687324"/>
                  </a:lnTo>
                  <a:lnTo>
                    <a:pt x="2180844" y="687324"/>
                  </a:lnTo>
                  <a:lnTo>
                    <a:pt x="2183892" y="684276"/>
                  </a:lnTo>
                  <a:lnTo>
                    <a:pt x="2183892" y="635508"/>
                  </a:lnTo>
                  <a:close/>
                </a:path>
                <a:path w="2184400" h="4994275">
                  <a:moveTo>
                    <a:pt x="2183892" y="553212"/>
                  </a:moveTo>
                  <a:lnTo>
                    <a:pt x="2180844" y="550164"/>
                  </a:lnTo>
                  <a:lnTo>
                    <a:pt x="2173224" y="550164"/>
                  </a:lnTo>
                  <a:lnTo>
                    <a:pt x="2170176" y="553212"/>
                  </a:lnTo>
                  <a:lnTo>
                    <a:pt x="2170176" y="601980"/>
                  </a:lnTo>
                  <a:lnTo>
                    <a:pt x="2173224" y="605028"/>
                  </a:lnTo>
                  <a:lnTo>
                    <a:pt x="2180844" y="605028"/>
                  </a:lnTo>
                  <a:lnTo>
                    <a:pt x="2183892" y="601980"/>
                  </a:lnTo>
                  <a:lnTo>
                    <a:pt x="2183892" y="553212"/>
                  </a:lnTo>
                  <a:close/>
                </a:path>
                <a:path w="2184400" h="4994275">
                  <a:moveTo>
                    <a:pt x="2183892" y="470916"/>
                  </a:moveTo>
                  <a:lnTo>
                    <a:pt x="2180844" y="467868"/>
                  </a:lnTo>
                  <a:lnTo>
                    <a:pt x="2173224" y="467868"/>
                  </a:lnTo>
                  <a:lnTo>
                    <a:pt x="2170176" y="470916"/>
                  </a:lnTo>
                  <a:lnTo>
                    <a:pt x="2170176" y="519684"/>
                  </a:lnTo>
                  <a:lnTo>
                    <a:pt x="2173224" y="522732"/>
                  </a:lnTo>
                  <a:lnTo>
                    <a:pt x="2180844" y="522732"/>
                  </a:lnTo>
                  <a:lnTo>
                    <a:pt x="2183892" y="519684"/>
                  </a:lnTo>
                  <a:lnTo>
                    <a:pt x="2183892" y="470916"/>
                  </a:lnTo>
                  <a:close/>
                </a:path>
                <a:path w="2184400" h="4994275">
                  <a:moveTo>
                    <a:pt x="2183892" y="387096"/>
                  </a:moveTo>
                  <a:lnTo>
                    <a:pt x="2180844" y="384048"/>
                  </a:lnTo>
                  <a:lnTo>
                    <a:pt x="2173224" y="384048"/>
                  </a:lnTo>
                  <a:lnTo>
                    <a:pt x="2170176" y="387096"/>
                  </a:lnTo>
                  <a:lnTo>
                    <a:pt x="2170176" y="435864"/>
                  </a:lnTo>
                  <a:lnTo>
                    <a:pt x="2173224" y="438912"/>
                  </a:lnTo>
                  <a:lnTo>
                    <a:pt x="2180844" y="438912"/>
                  </a:lnTo>
                  <a:lnTo>
                    <a:pt x="2183892" y="435864"/>
                  </a:lnTo>
                  <a:lnTo>
                    <a:pt x="2183892" y="387096"/>
                  </a:lnTo>
                  <a:close/>
                </a:path>
                <a:path w="2184400" h="4994275">
                  <a:moveTo>
                    <a:pt x="2183892" y="304800"/>
                  </a:moveTo>
                  <a:lnTo>
                    <a:pt x="2180844" y="301752"/>
                  </a:lnTo>
                  <a:lnTo>
                    <a:pt x="2173224" y="301752"/>
                  </a:lnTo>
                  <a:lnTo>
                    <a:pt x="2170176" y="304800"/>
                  </a:lnTo>
                  <a:lnTo>
                    <a:pt x="2170176" y="353568"/>
                  </a:lnTo>
                  <a:lnTo>
                    <a:pt x="2173224" y="356616"/>
                  </a:lnTo>
                  <a:lnTo>
                    <a:pt x="2180844" y="356616"/>
                  </a:lnTo>
                  <a:lnTo>
                    <a:pt x="2183892" y="353568"/>
                  </a:lnTo>
                  <a:lnTo>
                    <a:pt x="2183892" y="304800"/>
                  </a:lnTo>
                  <a:close/>
                </a:path>
                <a:path w="2184400" h="4994275">
                  <a:moveTo>
                    <a:pt x="2183892" y="222504"/>
                  </a:moveTo>
                  <a:lnTo>
                    <a:pt x="2180844" y="219456"/>
                  </a:lnTo>
                  <a:lnTo>
                    <a:pt x="2173224" y="219456"/>
                  </a:lnTo>
                  <a:lnTo>
                    <a:pt x="2170176" y="222504"/>
                  </a:lnTo>
                  <a:lnTo>
                    <a:pt x="2170176" y="271272"/>
                  </a:lnTo>
                  <a:lnTo>
                    <a:pt x="2173224" y="274320"/>
                  </a:lnTo>
                  <a:lnTo>
                    <a:pt x="2180844" y="274320"/>
                  </a:lnTo>
                  <a:lnTo>
                    <a:pt x="2183892" y="271272"/>
                  </a:lnTo>
                  <a:lnTo>
                    <a:pt x="2183892" y="222504"/>
                  </a:lnTo>
                  <a:close/>
                </a:path>
                <a:path w="2184400" h="4994275">
                  <a:moveTo>
                    <a:pt x="2183892" y="138684"/>
                  </a:moveTo>
                  <a:lnTo>
                    <a:pt x="2180844" y="135636"/>
                  </a:lnTo>
                  <a:lnTo>
                    <a:pt x="2173224" y="135636"/>
                  </a:lnTo>
                  <a:lnTo>
                    <a:pt x="2170176" y="138684"/>
                  </a:lnTo>
                  <a:lnTo>
                    <a:pt x="2170176" y="187452"/>
                  </a:lnTo>
                  <a:lnTo>
                    <a:pt x="2173224" y="192024"/>
                  </a:lnTo>
                  <a:lnTo>
                    <a:pt x="2180844" y="192024"/>
                  </a:lnTo>
                  <a:lnTo>
                    <a:pt x="2183892" y="187452"/>
                  </a:lnTo>
                  <a:lnTo>
                    <a:pt x="2183892" y="138684"/>
                  </a:lnTo>
                  <a:close/>
                </a:path>
              </a:pathLst>
            </a:custGeom>
            <a:solidFill>
              <a:srgbClr val="9A9A9A"/>
            </a:solidFill>
          </p:spPr>
          <p:txBody>
            <a:bodyPr wrap="square" lIns="0" tIns="0" rIns="0" bIns="0" rtlCol="0"/>
            <a:lstStyle/>
            <a:p>
              <a:endParaRPr/>
            </a:p>
          </p:txBody>
        </p:sp>
        <p:sp>
          <p:nvSpPr>
            <p:cNvPr id="53" name="object 53"/>
            <p:cNvSpPr/>
            <p:nvPr/>
          </p:nvSpPr>
          <p:spPr>
            <a:xfrm>
              <a:off x="5274564" y="553211"/>
              <a:ext cx="2714625" cy="5476240"/>
            </a:xfrm>
            <a:custGeom>
              <a:avLst/>
              <a:gdLst/>
              <a:ahLst/>
              <a:cxnLst/>
              <a:rect l="l" t="t" r="r" b="b"/>
              <a:pathLst>
                <a:path w="2714625" h="5476240">
                  <a:moveTo>
                    <a:pt x="0" y="2359151"/>
                  </a:moveTo>
                  <a:lnTo>
                    <a:pt x="2714243" y="2359151"/>
                  </a:lnTo>
                </a:path>
                <a:path w="2714625" h="5476240">
                  <a:moveTo>
                    <a:pt x="0" y="1545335"/>
                  </a:moveTo>
                  <a:lnTo>
                    <a:pt x="2714243" y="1545335"/>
                  </a:lnTo>
                </a:path>
                <a:path w="2714625" h="5476240">
                  <a:moveTo>
                    <a:pt x="0" y="1952243"/>
                  </a:moveTo>
                  <a:lnTo>
                    <a:pt x="2714243" y="1952243"/>
                  </a:lnTo>
                </a:path>
                <a:path w="2714625" h="5476240">
                  <a:moveTo>
                    <a:pt x="0" y="1138427"/>
                  </a:moveTo>
                  <a:lnTo>
                    <a:pt x="2714243" y="1138427"/>
                  </a:lnTo>
                </a:path>
                <a:path w="2714625" h="5476240">
                  <a:moveTo>
                    <a:pt x="0" y="0"/>
                  </a:moveTo>
                  <a:lnTo>
                    <a:pt x="0" y="5475731"/>
                  </a:lnTo>
                </a:path>
                <a:path w="2714625" h="5476240">
                  <a:moveTo>
                    <a:pt x="0" y="326135"/>
                  </a:moveTo>
                  <a:lnTo>
                    <a:pt x="2714243" y="326135"/>
                  </a:lnTo>
                </a:path>
              </a:pathLst>
            </a:custGeom>
            <a:ln w="13715">
              <a:solidFill>
                <a:srgbClr val="666666"/>
              </a:solidFill>
            </a:ln>
          </p:spPr>
          <p:txBody>
            <a:bodyPr wrap="square" lIns="0" tIns="0" rIns="0" bIns="0" rtlCol="0"/>
            <a:lstStyle/>
            <a:p>
              <a:endParaRPr/>
            </a:p>
          </p:txBody>
        </p:sp>
        <p:sp>
          <p:nvSpPr>
            <p:cNvPr id="54" name="object 54"/>
            <p:cNvSpPr/>
            <p:nvPr/>
          </p:nvSpPr>
          <p:spPr>
            <a:xfrm>
              <a:off x="5484876" y="736091"/>
              <a:ext cx="13970" cy="4361815"/>
            </a:xfrm>
            <a:custGeom>
              <a:avLst/>
              <a:gdLst/>
              <a:ahLst/>
              <a:cxnLst/>
              <a:rect l="l" t="t" r="r" b="b"/>
              <a:pathLst>
                <a:path w="13970" h="4361815">
                  <a:moveTo>
                    <a:pt x="10668" y="0"/>
                  </a:moveTo>
                  <a:lnTo>
                    <a:pt x="3048" y="0"/>
                  </a:lnTo>
                  <a:lnTo>
                    <a:pt x="0" y="3048"/>
                  </a:lnTo>
                  <a:lnTo>
                    <a:pt x="0" y="53340"/>
                  </a:lnTo>
                  <a:lnTo>
                    <a:pt x="3048" y="56387"/>
                  </a:lnTo>
                  <a:lnTo>
                    <a:pt x="10668" y="56387"/>
                  </a:lnTo>
                  <a:lnTo>
                    <a:pt x="13715" y="53340"/>
                  </a:lnTo>
                  <a:lnTo>
                    <a:pt x="13715" y="3048"/>
                  </a:lnTo>
                  <a:lnTo>
                    <a:pt x="10668" y="0"/>
                  </a:lnTo>
                  <a:close/>
                </a:path>
                <a:path w="13970" h="4361815">
                  <a:moveTo>
                    <a:pt x="10668" y="83820"/>
                  </a:moveTo>
                  <a:lnTo>
                    <a:pt x="3048" y="83820"/>
                  </a:lnTo>
                  <a:lnTo>
                    <a:pt x="0" y="86868"/>
                  </a:lnTo>
                  <a:lnTo>
                    <a:pt x="0" y="135636"/>
                  </a:lnTo>
                  <a:lnTo>
                    <a:pt x="3048" y="138684"/>
                  </a:lnTo>
                  <a:lnTo>
                    <a:pt x="10668" y="138684"/>
                  </a:lnTo>
                  <a:lnTo>
                    <a:pt x="13715" y="135636"/>
                  </a:lnTo>
                  <a:lnTo>
                    <a:pt x="13715" y="86868"/>
                  </a:lnTo>
                  <a:lnTo>
                    <a:pt x="10668" y="83820"/>
                  </a:lnTo>
                  <a:close/>
                </a:path>
                <a:path w="13970" h="4361815">
                  <a:moveTo>
                    <a:pt x="10668" y="166116"/>
                  </a:moveTo>
                  <a:lnTo>
                    <a:pt x="3048" y="166116"/>
                  </a:lnTo>
                  <a:lnTo>
                    <a:pt x="0" y="169163"/>
                  </a:lnTo>
                  <a:lnTo>
                    <a:pt x="0" y="217932"/>
                  </a:lnTo>
                  <a:lnTo>
                    <a:pt x="3048" y="220980"/>
                  </a:lnTo>
                  <a:lnTo>
                    <a:pt x="10668" y="220980"/>
                  </a:lnTo>
                  <a:lnTo>
                    <a:pt x="13715" y="217932"/>
                  </a:lnTo>
                  <a:lnTo>
                    <a:pt x="13715" y="169163"/>
                  </a:lnTo>
                  <a:lnTo>
                    <a:pt x="10668" y="166116"/>
                  </a:lnTo>
                  <a:close/>
                </a:path>
                <a:path w="13970" h="4361815">
                  <a:moveTo>
                    <a:pt x="10668" y="248412"/>
                  </a:moveTo>
                  <a:lnTo>
                    <a:pt x="3048" y="248412"/>
                  </a:lnTo>
                  <a:lnTo>
                    <a:pt x="0" y="251460"/>
                  </a:lnTo>
                  <a:lnTo>
                    <a:pt x="0" y="301752"/>
                  </a:lnTo>
                  <a:lnTo>
                    <a:pt x="3048" y="304800"/>
                  </a:lnTo>
                  <a:lnTo>
                    <a:pt x="10668" y="304800"/>
                  </a:lnTo>
                  <a:lnTo>
                    <a:pt x="13715" y="301752"/>
                  </a:lnTo>
                  <a:lnTo>
                    <a:pt x="13715" y="251460"/>
                  </a:lnTo>
                  <a:lnTo>
                    <a:pt x="10668" y="248412"/>
                  </a:lnTo>
                  <a:close/>
                </a:path>
                <a:path w="13970" h="4361815">
                  <a:moveTo>
                    <a:pt x="10668" y="332232"/>
                  </a:moveTo>
                  <a:lnTo>
                    <a:pt x="3048" y="332232"/>
                  </a:lnTo>
                  <a:lnTo>
                    <a:pt x="0" y="335280"/>
                  </a:lnTo>
                  <a:lnTo>
                    <a:pt x="0" y="384048"/>
                  </a:lnTo>
                  <a:lnTo>
                    <a:pt x="3048" y="387096"/>
                  </a:lnTo>
                  <a:lnTo>
                    <a:pt x="10668" y="387096"/>
                  </a:lnTo>
                  <a:lnTo>
                    <a:pt x="13715" y="384048"/>
                  </a:lnTo>
                  <a:lnTo>
                    <a:pt x="13715" y="335280"/>
                  </a:lnTo>
                  <a:lnTo>
                    <a:pt x="10668" y="332232"/>
                  </a:lnTo>
                  <a:close/>
                </a:path>
                <a:path w="13970" h="4361815">
                  <a:moveTo>
                    <a:pt x="10668" y="414528"/>
                  </a:moveTo>
                  <a:lnTo>
                    <a:pt x="3048" y="414528"/>
                  </a:lnTo>
                  <a:lnTo>
                    <a:pt x="0" y="417575"/>
                  </a:lnTo>
                  <a:lnTo>
                    <a:pt x="0" y="466344"/>
                  </a:lnTo>
                  <a:lnTo>
                    <a:pt x="3048" y="469392"/>
                  </a:lnTo>
                  <a:lnTo>
                    <a:pt x="10668" y="469392"/>
                  </a:lnTo>
                  <a:lnTo>
                    <a:pt x="13715" y="466344"/>
                  </a:lnTo>
                  <a:lnTo>
                    <a:pt x="13715" y="417575"/>
                  </a:lnTo>
                  <a:lnTo>
                    <a:pt x="10668" y="414528"/>
                  </a:lnTo>
                  <a:close/>
                </a:path>
                <a:path w="13970" h="4361815">
                  <a:moveTo>
                    <a:pt x="10668" y="496824"/>
                  </a:moveTo>
                  <a:lnTo>
                    <a:pt x="3048" y="496824"/>
                  </a:lnTo>
                  <a:lnTo>
                    <a:pt x="0" y="499872"/>
                  </a:lnTo>
                  <a:lnTo>
                    <a:pt x="0" y="550163"/>
                  </a:lnTo>
                  <a:lnTo>
                    <a:pt x="3048" y="553212"/>
                  </a:lnTo>
                  <a:lnTo>
                    <a:pt x="10668" y="553212"/>
                  </a:lnTo>
                  <a:lnTo>
                    <a:pt x="13715" y="550163"/>
                  </a:lnTo>
                  <a:lnTo>
                    <a:pt x="13715" y="499872"/>
                  </a:lnTo>
                  <a:lnTo>
                    <a:pt x="10668" y="496824"/>
                  </a:lnTo>
                  <a:close/>
                </a:path>
                <a:path w="13970" h="4361815">
                  <a:moveTo>
                    <a:pt x="10668" y="580644"/>
                  </a:moveTo>
                  <a:lnTo>
                    <a:pt x="3048" y="580644"/>
                  </a:lnTo>
                  <a:lnTo>
                    <a:pt x="0" y="583692"/>
                  </a:lnTo>
                  <a:lnTo>
                    <a:pt x="0" y="632460"/>
                  </a:lnTo>
                  <a:lnTo>
                    <a:pt x="3048" y="635508"/>
                  </a:lnTo>
                  <a:lnTo>
                    <a:pt x="10668" y="635508"/>
                  </a:lnTo>
                  <a:lnTo>
                    <a:pt x="13715" y="632460"/>
                  </a:lnTo>
                  <a:lnTo>
                    <a:pt x="13715" y="583692"/>
                  </a:lnTo>
                  <a:lnTo>
                    <a:pt x="10668" y="580644"/>
                  </a:lnTo>
                  <a:close/>
                </a:path>
                <a:path w="13970" h="4361815">
                  <a:moveTo>
                    <a:pt x="10668" y="662940"/>
                  </a:moveTo>
                  <a:lnTo>
                    <a:pt x="3048" y="662940"/>
                  </a:lnTo>
                  <a:lnTo>
                    <a:pt x="0" y="665988"/>
                  </a:lnTo>
                  <a:lnTo>
                    <a:pt x="0" y="714756"/>
                  </a:lnTo>
                  <a:lnTo>
                    <a:pt x="3048" y="717804"/>
                  </a:lnTo>
                  <a:lnTo>
                    <a:pt x="10668" y="717804"/>
                  </a:lnTo>
                  <a:lnTo>
                    <a:pt x="13715" y="714756"/>
                  </a:lnTo>
                  <a:lnTo>
                    <a:pt x="13715" y="665988"/>
                  </a:lnTo>
                  <a:lnTo>
                    <a:pt x="10668" y="662940"/>
                  </a:lnTo>
                  <a:close/>
                </a:path>
                <a:path w="13970" h="4361815">
                  <a:moveTo>
                    <a:pt x="10668" y="745236"/>
                  </a:moveTo>
                  <a:lnTo>
                    <a:pt x="3048" y="745236"/>
                  </a:lnTo>
                  <a:lnTo>
                    <a:pt x="0" y="748284"/>
                  </a:lnTo>
                  <a:lnTo>
                    <a:pt x="0" y="798576"/>
                  </a:lnTo>
                  <a:lnTo>
                    <a:pt x="3048" y="801624"/>
                  </a:lnTo>
                  <a:lnTo>
                    <a:pt x="10668" y="801624"/>
                  </a:lnTo>
                  <a:lnTo>
                    <a:pt x="13715" y="798576"/>
                  </a:lnTo>
                  <a:lnTo>
                    <a:pt x="13715" y="748284"/>
                  </a:lnTo>
                  <a:lnTo>
                    <a:pt x="10668" y="745236"/>
                  </a:lnTo>
                  <a:close/>
                </a:path>
                <a:path w="13970" h="4361815">
                  <a:moveTo>
                    <a:pt x="10668" y="829056"/>
                  </a:moveTo>
                  <a:lnTo>
                    <a:pt x="3048" y="829056"/>
                  </a:lnTo>
                  <a:lnTo>
                    <a:pt x="0" y="832104"/>
                  </a:lnTo>
                  <a:lnTo>
                    <a:pt x="0" y="880872"/>
                  </a:lnTo>
                  <a:lnTo>
                    <a:pt x="3048" y="883920"/>
                  </a:lnTo>
                  <a:lnTo>
                    <a:pt x="10668" y="883920"/>
                  </a:lnTo>
                  <a:lnTo>
                    <a:pt x="13715" y="880872"/>
                  </a:lnTo>
                  <a:lnTo>
                    <a:pt x="13715" y="832104"/>
                  </a:lnTo>
                  <a:lnTo>
                    <a:pt x="10668" y="829056"/>
                  </a:lnTo>
                  <a:close/>
                </a:path>
                <a:path w="13970" h="4361815">
                  <a:moveTo>
                    <a:pt x="10668" y="911352"/>
                  </a:moveTo>
                  <a:lnTo>
                    <a:pt x="3048" y="911352"/>
                  </a:lnTo>
                  <a:lnTo>
                    <a:pt x="0" y="914400"/>
                  </a:lnTo>
                  <a:lnTo>
                    <a:pt x="0" y="963168"/>
                  </a:lnTo>
                  <a:lnTo>
                    <a:pt x="3048" y="966216"/>
                  </a:lnTo>
                  <a:lnTo>
                    <a:pt x="10668" y="966216"/>
                  </a:lnTo>
                  <a:lnTo>
                    <a:pt x="13715" y="963168"/>
                  </a:lnTo>
                  <a:lnTo>
                    <a:pt x="13715" y="914400"/>
                  </a:lnTo>
                  <a:lnTo>
                    <a:pt x="10668" y="911352"/>
                  </a:lnTo>
                  <a:close/>
                </a:path>
                <a:path w="13970" h="4361815">
                  <a:moveTo>
                    <a:pt x="10668" y="993648"/>
                  </a:moveTo>
                  <a:lnTo>
                    <a:pt x="3048" y="993648"/>
                  </a:lnTo>
                  <a:lnTo>
                    <a:pt x="0" y="996696"/>
                  </a:lnTo>
                  <a:lnTo>
                    <a:pt x="0" y="1045463"/>
                  </a:lnTo>
                  <a:lnTo>
                    <a:pt x="3048" y="1050036"/>
                  </a:lnTo>
                  <a:lnTo>
                    <a:pt x="10668" y="1050036"/>
                  </a:lnTo>
                  <a:lnTo>
                    <a:pt x="13715" y="1045463"/>
                  </a:lnTo>
                  <a:lnTo>
                    <a:pt x="13715" y="996696"/>
                  </a:lnTo>
                  <a:lnTo>
                    <a:pt x="10668" y="993648"/>
                  </a:lnTo>
                  <a:close/>
                </a:path>
                <a:path w="13970" h="4361815">
                  <a:moveTo>
                    <a:pt x="10668" y="1077468"/>
                  </a:moveTo>
                  <a:lnTo>
                    <a:pt x="3048" y="1077468"/>
                  </a:lnTo>
                  <a:lnTo>
                    <a:pt x="0" y="1080516"/>
                  </a:lnTo>
                  <a:lnTo>
                    <a:pt x="0" y="1129284"/>
                  </a:lnTo>
                  <a:lnTo>
                    <a:pt x="3048" y="1132332"/>
                  </a:lnTo>
                  <a:lnTo>
                    <a:pt x="10668" y="1132332"/>
                  </a:lnTo>
                  <a:lnTo>
                    <a:pt x="13715" y="1129284"/>
                  </a:lnTo>
                  <a:lnTo>
                    <a:pt x="13715" y="1080516"/>
                  </a:lnTo>
                  <a:lnTo>
                    <a:pt x="10668" y="1077468"/>
                  </a:lnTo>
                  <a:close/>
                </a:path>
                <a:path w="13970" h="4361815">
                  <a:moveTo>
                    <a:pt x="10668" y="1159764"/>
                  </a:moveTo>
                  <a:lnTo>
                    <a:pt x="3048" y="1159764"/>
                  </a:lnTo>
                  <a:lnTo>
                    <a:pt x="0" y="1162812"/>
                  </a:lnTo>
                  <a:lnTo>
                    <a:pt x="0" y="1211580"/>
                  </a:lnTo>
                  <a:lnTo>
                    <a:pt x="3048" y="1214628"/>
                  </a:lnTo>
                  <a:lnTo>
                    <a:pt x="10668" y="1214628"/>
                  </a:lnTo>
                  <a:lnTo>
                    <a:pt x="13715" y="1211580"/>
                  </a:lnTo>
                  <a:lnTo>
                    <a:pt x="13715" y="1162812"/>
                  </a:lnTo>
                  <a:lnTo>
                    <a:pt x="10668" y="1159764"/>
                  </a:lnTo>
                  <a:close/>
                </a:path>
                <a:path w="13970" h="4361815">
                  <a:moveTo>
                    <a:pt x="10668" y="1242060"/>
                  </a:moveTo>
                  <a:lnTo>
                    <a:pt x="3048" y="1242060"/>
                  </a:lnTo>
                  <a:lnTo>
                    <a:pt x="0" y="1245108"/>
                  </a:lnTo>
                  <a:lnTo>
                    <a:pt x="0" y="1293876"/>
                  </a:lnTo>
                  <a:lnTo>
                    <a:pt x="3048" y="1298448"/>
                  </a:lnTo>
                  <a:lnTo>
                    <a:pt x="10668" y="1298448"/>
                  </a:lnTo>
                  <a:lnTo>
                    <a:pt x="13715" y="1293876"/>
                  </a:lnTo>
                  <a:lnTo>
                    <a:pt x="13715" y="1245108"/>
                  </a:lnTo>
                  <a:lnTo>
                    <a:pt x="10668" y="1242060"/>
                  </a:lnTo>
                  <a:close/>
                </a:path>
                <a:path w="13970" h="4361815">
                  <a:moveTo>
                    <a:pt x="10668" y="1325880"/>
                  </a:moveTo>
                  <a:lnTo>
                    <a:pt x="3048" y="1325880"/>
                  </a:lnTo>
                  <a:lnTo>
                    <a:pt x="0" y="1328928"/>
                  </a:lnTo>
                  <a:lnTo>
                    <a:pt x="0" y="1377696"/>
                  </a:lnTo>
                  <a:lnTo>
                    <a:pt x="3048" y="1380744"/>
                  </a:lnTo>
                  <a:lnTo>
                    <a:pt x="10668" y="1380744"/>
                  </a:lnTo>
                  <a:lnTo>
                    <a:pt x="13715" y="1377696"/>
                  </a:lnTo>
                  <a:lnTo>
                    <a:pt x="13715" y="1328928"/>
                  </a:lnTo>
                  <a:lnTo>
                    <a:pt x="10668" y="1325880"/>
                  </a:lnTo>
                  <a:close/>
                </a:path>
                <a:path w="13970" h="4361815">
                  <a:moveTo>
                    <a:pt x="10668" y="1408176"/>
                  </a:moveTo>
                  <a:lnTo>
                    <a:pt x="3048" y="1408176"/>
                  </a:lnTo>
                  <a:lnTo>
                    <a:pt x="0" y="1411224"/>
                  </a:lnTo>
                  <a:lnTo>
                    <a:pt x="0" y="1459992"/>
                  </a:lnTo>
                  <a:lnTo>
                    <a:pt x="3048" y="1463040"/>
                  </a:lnTo>
                  <a:lnTo>
                    <a:pt x="10668" y="1463040"/>
                  </a:lnTo>
                  <a:lnTo>
                    <a:pt x="13715" y="1459992"/>
                  </a:lnTo>
                  <a:lnTo>
                    <a:pt x="13715" y="1411224"/>
                  </a:lnTo>
                  <a:lnTo>
                    <a:pt x="10668" y="1408176"/>
                  </a:lnTo>
                  <a:close/>
                </a:path>
                <a:path w="13970" h="4361815">
                  <a:moveTo>
                    <a:pt x="10668" y="1490472"/>
                  </a:moveTo>
                  <a:lnTo>
                    <a:pt x="3048" y="1490472"/>
                  </a:lnTo>
                  <a:lnTo>
                    <a:pt x="0" y="1493520"/>
                  </a:lnTo>
                  <a:lnTo>
                    <a:pt x="0" y="1542288"/>
                  </a:lnTo>
                  <a:lnTo>
                    <a:pt x="3048" y="1545336"/>
                  </a:lnTo>
                  <a:lnTo>
                    <a:pt x="10668" y="1545336"/>
                  </a:lnTo>
                  <a:lnTo>
                    <a:pt x="13715" y="1542288"/>
                  </a:lnTo>
                  <a:lnTo>
                    <a:pt x="13715" y="1493520"/>
                  </a:lnTo>
                  <a:lnTo>
                    <a:pt x="10668" y="1490472"/>
                  </a:lnTo>
                  <a:close/>
                </a:path>
                <a:path w="13970" h="4361815">
                  <a:moveTo>
                    <a:pt x="10668" y="1574292"/>
                  </a:moveTo>
                  <a:lnTo>
                    <a:pt x="3048" y="1574292"/>
                  </a:lnTo>
                  <a:lnTo>
                    <a:pt x="0" y="1577340"/>
                  </a:lnTo>
                  <a:lnTo>
                    <a:pt x="0" y="1626108"/>
                  </a:lnTo>
                  <a:lnTo>
                    <a:pt x="3048" y="1629156"/>
                  </a:lnTo>
                  <a:lnTo>
                    <a:pt x="10668" y="1629156"/>
                  </a:lnTo>
                  <a:lnTo>
                    <a:pt x="13715" y="1626108"/>
                  </a:lnTo>
                  <a:lnTo>
                    <a:pt x="13715" y="1577340"/>
                  </a:lnTo>
                  <a:lnTo>
                    <a:pt x="10668" y="1574292"/>
                  </a:lnTo>
                  <a:close/>
                </a:path>
                <a:path w="13970" h="4361815">
                  <a:moveTo>
                    <a:pt x="10668" y="1656588"/>
                  </a:moveTo>
                  <a:lnTo>
                    <a:pt x="3048" y="1656588"/>
                  </a:lnTo>
                  <a:lnTo>
                    <a:pt x="0" y="1659636"/>
                  </a:lnTo>
                  <a:lnTo>
                    <a:pt x="0" y="1708404"/>
                  </a:lnTo>
                  <a:lnTo>
                    <a:pt x="3048" y="1711452"/>
                  </a:lnTo>
                  <a:lnTo>
                    <a:pt x="10668" y="1711452"/>
                  </a:lnTo>
                  <a:lnTo>
                    <a:pt x="13715" y="1708404"/>
                  </a:lnTo>
                  <a:lnTo>
                    <a:pt x="13715" y="1659636"/>
                  </a:lnTo>
                  <a:lnTo>
                    <a:pt x="10668" y="1656588"/>
                  </a:lnTo>
                  <a:close/>
                </a:path>
                <a:path w="13970" h="4361815">
                  <a:moveTo>
                    <a:pt x="10668" y="1738884"/>
                  </a:moveTo>
                  <a:lnTo>
                    <a:pt x="3048" y="1738884"/>
                  </a:lnTo>
                  <a:lnTo>
                    <a:pt x="0" y="1741932"/>
                  </a:lnTo>
                  <a:lnTo>
                    <a:pt x="0" y="1790700"/>
                  </a:lnTo>
                  <a:lnTo>
                    <a:pt x="3048" y="1793748"/>
                  </a:lnTo>
                  <a:lnTo>
                    <a:pt x="10668" y="1793748"/>
                  </a:lnTo>
                  <a:lnTo>
                    <a:pt x="13715" y="1790700"/>
                  </a:lnTo>
                  <a:lnTo>
                    <a:pt x="13715" y="1741932"/>
                  </a:lnTo>
                  <a:lnTo>
                    <a:pt x="10668" y="1738884"/>
                  </a:lnTo>
                  <a:close/>
                </a:path>
                <a:path w="13970" h="4361815">
                  <a:moveTo>
                    <a:pt x="10668" y="1822704"/>
                  </a:moveTo>
                  <a:lnTo>
                    <a:pt x="3048" y="1822704"/>
                  </a:lnTo>
                  <a:lnTo>
                    <a:pt x="0" y="1825752"/>
                  </a:lnTo>
                  <a:lnTo>
                    <a:pt x="0" y="1874520"/>
                  </a:lnTo>
                  <a:lnTo>
                    <a:pt x="3048" y="1877568"/>
                  </a:lnTo>
                  <a:lnTo>
                    <a:pt x="10668" y="1877568"/>
                  </a:lnTo>
                  <a:lnTo>
                    <a:pt x="13715" y="1874520"/>
                  </a:lnTo>
                  <a:lnTo>
                    <a:pt x="13715" y="1825752"/>
                  </a:lnTo>
                  <a:lnTo>
                    <a:pt x="10668" y="1822704"/>
                  </a:lnTo>
                  <a:close/>
                </a:path>
                <a:path w="13970" h="4361815">
                  <a:moveTo>
                    <a:pt x="10668" y="1905000"/>
                  </a:moveTo>
                  <a:lnTo>
                    <a:pt x="3048" y="1905000"/>
                  </a:lnTo>
                  <a:lnTo>
                    <a:pt x="0" y="1908048"/>
                  </a:lnTo>
                  <a:lnTo>
                    <a:pt x="0" y="1956816"/>
                  </a:lnTo>
                  <a:lnTo>
                    <a:pt x="3048" y="1959864"/>
                  </a:lnTo>
                  <a:lnTo>
                    <a:pt x="10668" y="1959864"/>
                  </a:lnTo>
                  <a:lnTo>
                    <a:pt x="13715" y="1956816"/>
                  </a:lnTo>
                  <a:lnTo>
                    <a:pt x="13715" y="1908048"/>
                  </a:lnTo>
                  <a:lnTo>
                    <a:pt x="10668" y="1905000"/>
                  </a:lnTo>
                  <a:close/>
                </a:path>
                <a:path w="13970" h="4361815">
                  <a:moveTo>
                    <a:pt x="10668" y="1987296"/>
                  </a:moveTo>
                  <a:lnTo>
                    <a:pt x="3048" y="1987296"/>
                  </a:lnTo>
                  <a:lnTo>
                    <a:pt x="0" y="1990344"/>
                  </a:lnTo>
                  <a:lnTo>
                    <a:pt x="0" y="2039112"/>
                  </a:lnTo>
                  <a:lnTo>
                    <a:pt x="3048" y="2042160"/>
                  </a:lnTo>
                  <a:lnTo>
                    <a:pt x="10668" y="2042160"/>
                  </a:lnTo>
                  <a:lnTo>
                    <a:pt x="13715" y="2039112"/>
                  </a:lnTo>
                  <a:lnTo>
                    <a:pt x="13715" y="1990344"/>
                  </a:lnTo>
                  <a:lnTo>
                    <a:pt x="10668" y="1987296"/>
                  </a:lnTo>
                  <a:close/>
                </a:path>
                <a:path w="13970" h="4361815">
                  <a:moveTo>
                    <a:pt x="10668" y="2071116"/>
                  </a:moveTo>
                  <a:lnTo>
                    <a:pt x="3048" y="2071116"/>
                  </a:lnTo>
                  <a:lnTo>
                    <a:pt x="0" y="2074164"/>
                  </a:lnTo>
                  <a:lnTo>
                    <a:pt x="0" y="2122932"/>
                  </a:lnTo>
                  <a:lnTo>
                    <a:pt x="3048" y="2125980"/>
                  </a:lnTo>
                  <a:lnTo>
                    <a:pt x="10668" y="2125980"/>
                  </a:lnTo>
                  <a:lnTo>
                    <a:pt x="13715" y="2122932"/>
                  </a:lnTo>
                  <a:lnTo>
                    <a:pt x="13715" y="2074164"/>
                  </a:lnTo>
                  <a:lnTo>
                    <a:pt x="10668" y="2071116"/>
                  </a:lnTo>
                  <a:close/>
                </a:path>
                <a:path w="13970" h="4361815">
                  <a:moveTo>
                    <a:pt x="10668" y="2153412"/>
                  </a:moveTo>
                  <a:lnTo>
                    <a:pt x="3048" y="2153412"/>
                  </a:lnTo>
                  <a:lnTo>
                    <a:pt x="0" y="2156460"/>
                  </a:lnTo>
                  <a:lnTo>
                    <a:pt x="0" y="2205228"/>
                  </a:lnTo>
                  <a:lnTo>
                    <a:pt x="3048" y="2208276"/>
                  </a:lnTo>
                  <a:lnTo>
                    <a:pt x="10668" y="2208276"/>
                  </a:lnTo>
                  <a:lnTo>
                    <a:pt x="13715" y="2205228"/>
                  </a:lnTo>
                  <a:lnTo>
                    <a:pt x="13715" y="2156460"/>
                  </a:lnTo>
                  <a:lnTo>
                    <a:pt x="10668" y="2153412"/>
                  </a:lnTo>
                  <a:close/>
                </a:path>
                <a:path w="13970" h="4361815">
                  <a:moveTo>
                    <a:pt x="10668" y="2235708"/>
                  </a:moveTo>
                  <a:lnTo>
                    <a:pt x="3048" y="2235708"/>
                  </a:lnTo>
                  <a:lnTo>
                    <a:pt x="0" y="2238756"/>
                  </a:lnTo>
                  <a:lnTo>
                    <a:pt x="0" y="2287524"/>
                  </a:lnTo>
                  <a:lnTo>
                    <a:pt x="3048" y="2290572"/>
                  </a:lnTo>
                  <a:lnTo>
                    <a:pt x="10668" y="2290572"/>
                  </a:lnTo>
                  <a:lnTo>
                    <a:pt x="13715" y="2287524"/>
                  </a:lnTo>
                  <a:lnTo>
                    <a:pt x="13715" y="2238756"/>
                  </a:lnTo>
                  <a:lnTo>
                    <a:pt x="10668" y="2235708"/>
                  </a:lnTo>
                  <a:close/>
                </a:path>
                <a:path w="13970" h="4361815">
                  <a:moveTo>
                    <a:pt x="10668" y="2319528"/>
                  </a:moveTo>
                  <a:lnTo>
                    <a:pt x="3048" y="2319528"/>
                  </a:lnTo>
                  <a:lnTo>
                    <a:pt x="0" y="2322576"/>
                  </a:lnTo>
                  <a:lnTo>
                    <a:pt x="0" y="2371344"/>
                  </a:lnTo>
                  <a:lnTo>
                    <a:pt x="3048" y="2374392"/>
                  </a:lnTo>
                  <a:lnTo>
                    <a:pt x="10668" y="2374392"/>
                  </a:lnTo>
                  <a:lnTo>
                    <a:pt x="13715" y="2371344"/>
                  </a:lnTo>
                  <a:lnTo>
                    <a:pt x="13715" y="2322576"/>
                  </a:lnTo>
                  <a:lnTo>
                    <a:pt x="10668" y="2319528"/>
                  </a:lnTo>
                  <a:close/>
                </a:path>
                <a:path w="13970" h="4361815">
                  <a:moveTo>
                    <a:pt x="10668" y="2401824"/>
                  </a:moveTo>
                  <a:lnTo>
                    <a:pt x="3048" y="2401824"/>
                  </a:lnTo>
                  <a:lnTo>
                    <a:pt x="0" y="2404872"/>
                  </a:lnTo>
                  <a:lnTo>
                    <a:pt x="0" y="2453640"/>
                  </a:lnTo>
                  <a:lnTo>
                    <a:pt x="3048" y="2456688"/>
                  </a:lnTo>
                  <a:lnTo>
                    <a:pt x="10668" y="2456688"/>
                  </a:lnTo>
                  <a:lnTo>
                    <a:pt x="13715" y="2453640"/>
                  </a:lnTo>
                  <a:lnTo>
                    <a:pt x="13715" y="2404872"/>
                  </a:lnTo>
                  <a:lnTo>
                    <a:pt x="10668" y="2401824"/>
                  </a:lnTo>
                  <a:close/>
                </a:path>
                <a:path w="13970" h="4361815">
                  <a:moveTo>
                    <a:pt x="10668" y="2484120"/>
                  </a:moveTo>
                  <a:lnTo>
                    <a:pt x="3048" y="2484120"/>
                  </a:lnTo>
                  <a:lnTo>
                    <a:pt x="0" y="2487168"/>
                  </a:lnTo>
                  <a:lnTo>
                    <a:pt x="0" y="2535936"/>
                  </a:lnTo>
                  <a:lnTo>
                    <a:pt x="3048" y="2538984"/>
                  </a:lnTo>
                  <a:lnTo>
                    <a:pt x="10668" y="2538984"/>
                  </a:lnTo>
                  <a:lnTo>
                    <a:pt x="13715" y="2535936"/>
                  </a:lnTo>
                  <a:lnTo>
                    <a:pt x="13715" y="2487168"/>
                  </a:lnTo>
                  <a:lnTo>
                    <a:pt x="10668" y="2484120"/>
                  </a:lnTo>
                  <a:close/>
                </a:path>
                <a:path w="13970" h="4361815">
                  <a:moveTo>
                    <a:pt x="10668" y="2567940"/>
                  </a:moveTo>
                  <a:lnTo>
                    <a:pt x="3048" y="2567940"/>
                  </a:lnTo>
                  <a:lnTo>
                    <a:pt x="0" y="2570988"/>
                  </a:lnTo>
                  <a:lnTo>
                    <a:pt x="0" y="2619756"/>
                  </a:lnTo>
                  <a:lnTo>
                    <a:pt x="3048" y="2622804"/>
                  </a:lnTo>
                  <a:lnTo>
                    <a:pt x="10668" y="2622804"/>
                  </a:lnTo>
                  <a:lnTo>
                    <a:pt x="13715" y="2619756"/>
                  </a:lnTo>
                  <a:lnTo>
                    <a:pt x="13715" y="2570988"/>
                  </a:lnTo>
                  <a:lnTo>
                    <a:pt x="10668" y="2567940"/>
                  </a:lnTo>
                  <a:close/>
                </a:path>
                <a:path w="13970" h="4361815">
                  <a:moveTo>
                    <a:pt x="10668" y="2650236"/>
                  </a:moveTo>
                  <a:lnTo>
                    <a:pt x="3048" y="2650236"/>
                  </a:lnTo>
                  <a:lnTo>
                    <a:pt x="0" y="2653284"/>
                  </a:lnTo>
                  <a:lnTo>
                    <a:pt x="0" y="2702052"/>
                  </a:lnTo>
                  <a:lnTo>
                    <a:pt x="3048" y="2705100"/>
                  </a:lnTo>
                  <a:lnTo>
                    <a:pt x="10668" y="2705100"/>
                  </a:lnTo>
                  <a:lnTo>
                    <a:pt x="13715" y="2702052"/>
                  </a:lnTo>
                  <a:lnTo>
                    <a:pt x="13715" y="2653284"/>
                  </a:lnTo>
                  <a:lnTo>
                    <a:pt x="10668" y="2650236"/>
                  </a:lnTo>
                  <a:close/>
                </a:path>
                <a:path w="13970" h="4361815">
                  <a:moveTo>
                    <a:pt x="10668" y="2732532"/>
                  </a:moveTo>
                  <a:lnTo>
                    <a:pt x="3048" y="2732532"/>
                  </a:lnTo>
                  <a:lnTo>
                    <a:pt x="0" y="2735580"/>
                  </a:lnTo>
                  <a:lnTo>
                    <a:pt x="0" y="2784348"/>
                  </a:lnTo>
                  <a:lnTo>
                    <a:pt x="3048" y="2787396"/>
                  </a:lnTo>
                  <a:lnTo>
                    <a:pt x="10668" y="2787396"/>
                  </a:lnTo>
                  <a:lnTo>
                    <a:pt x="13715" y="2784348"/>
                  </a:lnTo>
                  <a:lnTo>
                    <a:pt x="13715" y="2735580"/>
                  </a:lnTo>
                  <a:lnTo>
                    <a:pt x="10668" y="2732532"/>
                  </a:lnTo>
                  <a:close/>
                </a:path>
                <a:path w="13970" h="4361815">
                  <a:moveTo>
                    <a:pt x="10668" y="2816352"/>
                  </a:moveTo>
                  <a:lnTo>
                    <a:pt x="3048" y="2816352"/>
                  </a:lnTo>
                  <a:lnTo>
                    <a:pt x="0" y="2819400"/>
                  </a:lnTo>
                  <a:lnTo>
                    <a:pt x="0" y="2868168"/>
                  </a:lnTo>
                  <a:lnTo>
                    <a:pt x="3048" y="2871216"/>
                  </a:lnTo>
                  <a:lnTo>
                    <a:pt x="10668" y="2871216"/>
                  </a:lnTo>
                  <a:lnTo>
                    <a:pt x="13715" y="2868168"/>
                  </a:lnTo>
                  <a:lnTo>
                    <a:pt x="13715" y="2819400"/>
                  </a:lnTo>
                  <a:lnTo>
                    <a:pt x="10668" y="2816352"/>
                  </a:lnTo>
                  <a:close/>
                </a:path>
                <a:path w="13970" h="4361815">
                  <a:moveTo>
                    <a:pt x="10668" y="2898648"/>
                  </a:moveTo>
                  <a:lnTo>
                    <a:pt x="3048" y="2898648"/>
                  </a:lnTo>
                  <a:lnTo>
                    <a:pt x="0" y="2901696"/>
                  </a:lnTo>
                  <a:lnTo>
                    <a:pt x="0" y="2950464"/>
                  </a:lnTo>
                  <a:lnTo>
                    <a:pt x="3048" y="2953512"/>
                  </a:lnTo>
                  <a:lnTo>
                    <a:pt x="10668" y="2953512"/>
                  </a:lnTo>
                  <a:lnTo>
                    <a:pt x="13715" y="2950464"/>
                  </a:lnTo>
                  <a:lnTo>
                    <a:pt x="13715" y="2901696"/>
                  </a:lnTo>
                  <a:lnTo>
                    <a:pt x="10668" y="2898648"/>
                  </a:lnTo>
                  <a:close/>
                </a:path>
                <a:path w="13970" h="4361815">
                  <a:moveTo>
                    <a:pt x="10668" y="2980944"/>
                  </a:moveTo>
                  <a:lnTo>
                    <a:pt x="3048" y="2980944"/>
                  </a:lnTo>
                  <a:lnTo>
                    <a:pt x="0" y="2983992"/>
                  </a:lnTo>
                  <a:lnTo>
                    <a:pt x="0" y="3032760"/>
                  </a:lnTo>
                  <a:lnTo>
                    <a:pt x="3048" y="3035808"/>
                  </a:lnTo>
                  <a:lnTo>
                    <a:pt x="10668" y="3035808"/>
                  </a:lnTo>
                  <a:lnTo>
                    <a:pt x="13715" y="3032760"/>
                  </a:lnTo>
                  <a:lnTo>
                    <a:pt x="13715" y="2983992"/>
                  </a:lnTo>
                  <a:lnTo>
                    <a:pt x="10668" y="2980944"/>
                  </a:lnTo>
                  <a:close/>
                </a:path>
                <a:path w="13970" h="4361815">
                  <a:moveTo>
                    <a:pt x="10668" y="3063240"/>
                  </a:moveTo>
                  <a:lnTo>
                    <a:pt x="3048" y="3063240"/>
                  </a:lnTo>
                  <a:lnTo>
                    <a:pt x="0" y="3067812"/>
                  </a:lnTo>
                  <a:lnTo>
                    <a:pt x="0" y="3116580"/>
                  </a:lnTo>
                  <a:lnTo>
                    <a:pt x="3048" y="3119628"/>
                  </a:lnTo>
                  <a:lnTo>
                    <a:pt x="10668" y="3119628"/>
                  </a:lnTo>
                  <a:lnTo>
                    <a:pt x="13715" y="3116580"/>
                  </a:lnTo>
                  <a:lnTo>
                    <a:pt x="13715" y="3067812"/>
                  </a:lnTo>
                  <a:lnTo>
                    <a:pt x="10668" y="3063240"/>
                  </a:lnTo>
                  <a:close/>
                </a:path>
                <a:path w="13970" h="4361815">
                  <a:moveTo>
                    <a:pt x="10668" y="3147060"/>
                  </a:moveTo>
                  <a:lnTo>
                    <a:pt x="3048" y="3147060"/>
                  </a:lnTo>
                  <a:lnTo>
                    <a:pt x="0" y="3150108"/>
                  </a:lnTo>
                  <a:lnTo>
                    <a:pt x="0" y="3198876"/>
                  </a:lnTo>
                  <a:lnTo>
                    <a:pt x="3048" y="3201924"/>
                  </a:lnTo>
                  <a:lnTo>
                    <a:pt x="10668" y="3201924"/>
                  </a:lnTo>
                  <a:lnTo>
                    <a:pt x="13715" y="3198876"/>
                  </a:lnTo>
                  <a:lnTo>
                    <a:pt x="13715" y="3150108"/>
                  </a:lnTo>
                  <a:lnTo>
                    <a:pt x="10668" y="3147060"/>
                  </a:lnTo>
                  <a:close/>
                </a:path>
                <a:path w="13970" h="4361815">
                  <a:moveTo>
                    <a:pt x="10668" y="3229356"/>
                  </a:moveTo>
                  <a:lnTo>
                    <a:pt x="3048" y="3229356"/>
                  </a:lnTo>
                  <a:lnTo>
                    <a:pt x="0" y="3232404"/>
                  </a:lnTo>
                  <a:lnTo>
                    <a:pt x="0" y="3281172"/>
                  </a:lnTo>
                  <a:lnTo>
                    <a:pt x="3048" y="3284220"/>
                  </a:lnTo>
                  <a:lnTo>
                    <a:pt x="10668" y="3284220"/>
                  </a:lnTo>
                  <a:lnTo>
                    <a:pt x="13715" y="3281172"/>
                  </a:lnTo>
                  <a:lnTo>
                    <a:pt x="13715" y="3232404"/>
                  </a:lnTo>
                  <a:lnTo>
                    <a:pt x="10668" y="3229356"/>
                  </a:lnTo>
                  <a:close/>
                </a:path>
                <a:path w="13970" h="4361815">
                  <a:moveTo>
                    <a:pt x="10668" y="3311652"/>
                  </a:moveTo>
                  <a:lnTo>
                    <a:pt x="3048" y="3311652"/>
                  </a:lnTo>
                  <a:lnTo>
                    <a:pt x="0" y="3316224"/>
                  </a:lnTo>
                  <a:lnTo>
                    <a:pt x="0" y="3364992"/>
                  </a:lnTo>
                  <a:lnTo>
                    <a:pt x="3048" y="3368040"/>
                  </a:lnTo>
                  <a:lnTo>
                    <a:pt x="10668" y="3368040"/>
                  </a:lnTo>
                  <a:lnTo>
                    <a:pt x="13715" y="3364992"/>
                  </a:lnTo>
                  <a:lnTo>
                    <a:pt x="13715" y="3316224"/>
                  </a:lnTo>
                  <a:lnTo>
                    <a:pt x="10668" y="3311652"/>
                  </a:lnTo>
                  <a:close/>
                </a:path>
                <a:path w="13970" h="4361815">
                  <a:moveTo>
                    <a:pt x="10668" y="3395472"/>
                  </a:moveTo>
                  <a:lnTo>
                    <a:pt x="3048" y="3395472"/>
                  </a:lnTo>
                  <a:lnTo>
                    <a:pt x="0" y="3398520"/>
                  </a:lnTo>
                  <a:lnTo>
                    <a:pt x="0" y="3447288"/>
                  </a:lnTo>
                  <a:lnTo>
                    <a:pt x="3048" y="3450336"/>
                  </a:lnTo>
                  <a:lnTo>
                    <a:pt x="10668" y="3450336"/>
                  </a:lnTo>
                  <a:lnTo>
                    <a:pt x="13715" y="3447288"/>
                  </a:lnTo>
                  <a:lnTo>
                    <a:pt x="13715" y="3398520"/>
                  </a:lnTo>
                  <a:lnTo>
                    <a:pt x="10668" y="3395472"/>
                  </a:lnTo>
                  <a:close/>
                </a:path>
                <a:path w="13970" h="4361815">
                  <a:moveTo>
                    <a:pt x="10668" y="3477768"/>
                  </a:moveTo>
                  <a:lnTo>
                    <a:pt x="3048" y="3477768"/>
                  </a:lnTo>
                  <a:lnTo>
                    <a:pt x="0" y="3480816"/>
                  </a:lnTo>
                  <a:lnTo>
                    <a:pt x="0" y="3529584"/>
                  </a:lnTo>
                  <a:lnTo>
                    <a:pt x="3048" y="3532632"/>
                  </a:lnTo>
                  <a:lnTo>
                    <a:pt x="10668" y="3532632"/>
                  </a:lnTo>
                  <a:lnTo>
                    <a:pt x="13715" y="3529584"/>
                  </a:lnTo>
                  <a:lnTo>
                    <a:pt x="13715" y="3480816"/>
                  </a:lnTo>
                  <a:lnTo>
                    <a:pt x="10668" y="3477768"/>
                  </a:lnTo>
                  <a:close/>
                </a:path>
                <a:path w="13970" h="4361815">
                  <a:moveTo>
                    <a:pt x="10668" y="3560064"/>
                  </a:moveTo>
                  <a:lnTo>
                    <a:pt x="3048" y="3560064"/>
                  </a:lnTo>
                  <a:lnTo>
                    <a:pt x="0" y="3563112"/>
                  </a:lnTo>
                  <a:lnTo>
                    <a:pt x="0" y="3613404"/>
                  </a:lnTo>
                  <a:lnTo>
                    <a:pt x="3048" y="3616452"/>
                  </a:lnTo>
                  <a:lnTo>
                    <a:pt x="10668" y="3616452"/>
                  </a:lnTo>
                  <a:lnTo>
                    <a:pt x="13715" y="3613404"/>
                  </a:lnTo>
                  <a:lnTo>
                    <a:pt x="13715" y="3563112"/>
                  </a:lnTo>
                  <a:lnTo>
                    <a:pt x="10668" y="3560064"/>
                  </a:lnTo>
                  <a:close/>
                </a:path>
                <a:path w="13970" h="4361815">
                  <a:moveTo>
                    <a:pt x="10668" y="3643884"/>
                  </a:moveTo>
                  <a:lnTo>
                    <a:pt x="3048" y="3643884"/>
                  </a:lnTo>
                  <a:lnTo>
                    <a:pt x="0" y="3646932"/>
                  </a:lnTo>
                  <a:lnTo>
                    <a:pt x="0" y="3695700"/>
                  </a:lnTo>
                  <a:lnTo>
                    <a:pt x="3048" y="3698748"/>
                  </a:lnTo>
                  <a:lnTo>
                    <a:pt x="10668" y="3698748"/>
                  </a:lnTo>
                  <a:lnTo>
                    <a:pt x="13715" y="3695700"/>
                  </a:lnTo>
                  <a:lnTo>
                    <a:pt x="13715" y="3646932"/>
                  </a:lnTo>
                  <a:lnTo>
                    <a:pt x="10668" y="3643884"/>
                  </a:lnTo>
                  <a:close/>
                </a:path>
                <a:path w="13970" h="4361815">
                  <a:moveTo>
                    <a:pt x="10668" y="3726180"/>
                  </a:moveTo>
                  <a:lnTo>
                    <a:pt x="3048" y="3726180"/>
                  </a:lnTo>
                  <a:lnTo>
                    <a:pt x="0" y="3729228"/>
                  </a:lnTo>
                  <a:lnTo>
                    <a:pt x="0" y="3777996"/>
                  </a:lnTo>
                  <a:lnTo>
                    <a:pt x="3048" y="3781044"/>
                  </a:lnTo>
                  <a:lnTo>
                    <a:pt x="10668" y="3781044"/>
                  </a:lnTo>
                  <a:lnTo>
                    <a:pt x="13715" y="3777996"/>
                  </a:lnTo>
                  <a:lnTo>
                    <a:pt x="13715" y="3729228"/>
                  </a:lnTo>
                  <a:lnTo>
                    <a:pt x="10668" y="3726180"/>
                  </a:lnTo>
                  <a:close/>
                </a:path>
                <a:path w="13970" h="4361815">
                  <a:moveTo>
                    <a:pt x="10668" y="3808476"/>
                  </a:moveTo>
                  <a:lnTo>
                    <a:pt x="3048" y="3808476"/>
                  </a:lnTo>
                  <a:lnTo>
                    <a:pt x="0" y="3811524"/>
                  </a:lnTo>
                  <a:lnTo>
                    <a:pt x="0" y="3861816"/>
                  </a:lnTo>
                  <a:lnTo>
                    <a:pt x="3048" y="3864864"/>
                  </a:lnTo>
                  <a:lnTo>
                    <a:pt x="10668" y="3864864"/>
                  </a:lnTo>
                  <a:lnTo>
                    <a:pt x="13715" y="3861816"/>
                  </a:lnTo>
                  <a:lnTo>
                    <a:pt x="13715" y="3811524"/>
                  </a:lnTo>
                  <a:lnTo>
                    <a:pt x="10668" y="3808476"/>
                  </a:lnTo>
                  <a:close/>
                </a:path>
                <a:path w="13970" h="4361815">
                  <a:moveTo>
                    <a:pt x="10668" y="3892296"/>
                  </a:moveTo>
                  <a:lnTo>
                    <a:pt x="3048" y="3892296"/>
                  </a:lnTo>
                  <a:lnTo>
                    <a:pt x="0" y="3895344"/>
                  </a:lnTo>
                  <a:lnTo>
                    <a:pt x="0" y="3944112"/>
                  </a:lnTo>
                  <a:lnTo>
                    <a:pt x="3048" y="3947160"/>
                  </a:lnTo>
                  <a:lnTo>
                    <a:pt x="10668" y="3947160"/>
                  </a:lnTo>
                  <a:lnTo>
                    <a:pt x="13715" y="3944112"/>
                  </a:lnTo>
                  <a:lnTo>
                    <a:pt x="13715" y="3895344"/>
                  </a:lnTo>
                  <a:lnTo>
                    <a:pt x="10668" y="3892296"/>
                  </a:lnTo>
                  <a:close/>
                </a:path>
                <a:path w="13970" h="4361815">
                  <a:moveTo>
                    <a:pt x="10668" y="3974592"/>
                  </a:moveTo>
                  <a:lnTo>
                    <a:pt x="3048" y="3974592"/>
                  </a:lnTo>
                  <a:lnTo>
                    <a:pt x="0" y="3977640"/>
                  </a:lnTo>
                  <a:lnTo>
                    <a:pt x="0" y="4026408"/>
                  </a:lnTo>
                  <a:lnTo>
                    <a:pt x="3048" y="4029456"/>
                  </a:lnTo>
                  <a:lnTo>
                    <a:pt x="10668" y="4029456"/>
                  </a:lnTo>
                  <a:lnTo>
                    <a:pt x="13715" y="4026408"/>
                  </a:lnTo>
                  <a:lnTo>
                    <a:pt x="13715" y="3977640"/>
                  </a:lnTo>
                  <a:lnTo>
                    <a:pt x="10668" y="3974592"/>
                  </a:lnTo>
                  <a:close/>
                </a:path>
                <a:path w="13970" h="4361815">
                  <a:moveTo>
                    <a:pt x="10668" y="4056888"/>
                  </a:moveTo>
                  <a:lnTo>
                    <a:pt x="3048" y="4056888"/>
                  </a:lnTo>
                  <a:lnTo>
                    <a:pt x="0" y="4059936"/>
                  </a:lnTo>
                  <a:lnTo>
                    <a:pt x="0" y="4110228"/>
                  </a:lnTo>
                  <a:lnTo>
                    <a:pt x="3048" y="4113276"/>
                  </a:lnTo>
                  <a:lnTo>
                    <a:pt x="10668" y="4113276"/>
                  </a:lnTo>
                  <a:lnTo>
                    <a:pt x="13715" y="4110228"/>
                  </a:lnTo>
                  <a:lnTo>
                    <a:pt x="13715" y="4059936"/>
                  </a:lnTo>
                  <a:lnTo>
                    <a:pt x="10668" y="4056888"/>
                  </a:lnTo>
                  <a:close/>
                </a:path>
                <a:path w="13970" h="4361815">
                  <a:moveTo>
                    <a:pt x="10668" y="4140708"/>
                  </a:moveTo>
                  <a:lnTo>
                    <a:pt x="3048" y="4140708"/>
                  </a:lnTo>
                  <a:lnTo>
                    <a:pt x="0" y="4143756"/>
                  </a:lnTo>
                  <a:lnTo>
                    <a:pt x="0" y="4192524"/>
                  </a:lnTo>
                  <a:lnTo>
                    <a:pt x="3048" y="4195572"/>
                  </a:lnTo>
                  <a:lnTo>
                    <a:pt x="10668" y="4195572"/>
                  </a:lnTo>
                  <a:lnTo>
                    <a:pt x="13715" y="4192524"/>
                  </a:lnTo>
                  <a:lnTo>
                    <a:pt x="13715" y="4143756"/>
                  </a:lnTo>
                  <a:lnTo>
                    <a:pt x="10668" y="4140708"/>
                  </a:lnTo>
                  <a:close/>
                </a:path>
                <a:path w="13970" h="4361815">
                  <a:moveTo>
                    <a:pt x="10668" y="4223004"/>
                  </a:moveTo>
                  <a:lnTo>
                    <a:pt x="3048" y="4223004"/>
                  </a:lnTo>
                  <a:lnTo>
                    <a:pt x="0" y="4226052"/>
                  </a:lnTo>
                  <a:lnTo>
                    <a:pt x="0" y="4274820"/>
                  </a:lnTo>
                  <a:lnTo>
                    <a:pt x="3048" y="4277868"/>
                  </a:lnTo>
                  <a:lnTo>
                    <a:pt x="10668" y="4277868"/>
                  </a:lnTo>
                  <a:lnTo>
                    <a:pt x="13715" y="4274820"/>
                  </a:lnTo>
                  <a:lnTo>
                    <a:pt x="13715" y="4226052"/>
                  </a:lnTo>
                  <a:lnTo>
                    <a:pt x="10668" y="4223004"/>
                  </a:lnTo>
                  <a:close/>
                </a:path>
                <a:path w="13970" h="4361815">
                  <a:moveTo>
                    <a:pt x="10668" y="4305300"/>
                  </a:moveTo>
                  <a:lnTo>
                    <a:pt x="3048" y="4305300"/>
                  </a:lnTo>
                  <a:lnTo>
                    <a:pt x="0" y="4308348"/>
                  </a:lnTo>
                  <a:lnTo>
                    <a:pt x="0" y="4358640"/>
                  </a:lnTo>
                  <a:lnTo>
                    <a:pt x="3048" y="4361688"/>
                  </a:lnTo>
                  <a:lnTo>
                    <a:pt x="10668" y="4361688"/>
                  </a:lnTo>
                  <a:lnTo>
                    <a:pt x="13715" y="4358640"/>
                  </a:lnTo>
                  <a:lnTo>
                    <a:pt x="13715" y="4308348"/>
                  </a:lnTo>
                  <a:lnTo>
                    <a:pt x="10668" y="4305300"/>
                  </a:lnTo>
                  <a:close/>
                </a:path>
              </a:pathLst>
            </a:custGeom>
            <a:solidFill>
              <a:srgbClr val="9A9A9A"/>
            </a:solidFill>
          </p:spPr>
          <p:txBody>
            <a:bodyPr wrap="square" lIns="0" tIns="0" rIns="0" bIns="0" rtlCol="0"/>
            <a:lstStyle/>
            <a:p>
              <a:endParaRPr/>
            </a:p>
          </p:txBody>
        </p:sp>
        <p:sp>
          <p:nvSpPr>
            <p:cNvPr id="55" name="object 55"/>
            <p:cNvSpPr/>
            <p:nvPr/>
          </p:nvSpPr>
          <p:spPr>
            <a:xfrm>
              <a:off x="5274564" y="702563"/>
              <a:ext cx="2604770" cy="177165"/>
            </a:xfrm>
            <a:custGeom>
              <a:avLst/>
              <a:gdLst/>
              <a:ahLst/>
              <a:cxnLst/>
              <a:rect l="l" t="t" r="r" b="b"/>
              <a:pathLst>
                <a:path w="2604770" h="177165">
                  <a:moveTo>
                    <a:pt x="0" y="176783"/>
                  </a:moveTo>
                  <a:lnTo>
                    <a:pt x="0" y="0"/>
                  </a:lnTo>
                  <a:lnTo>
                    <a:pt x="434339" y="0"/>
                  </a:lnTo>
                  <a:lnTo>
                    <a:pt x="434339" y="176783"/>
                  </a:lnTo>
                </a:path>
                <a:path w="2604770" h="177165">
                  <a:moveTo>
                    <a:pt x="1303019" y="176783"/>
                  </a:moveTo>
                  <a:lnTo>
                    <a:pt x="1303019" y="0"/>
                  </a:lnTo>
                  <a:lnTo>
                    <a:pt x="1737359" y="0"/>
                  </a:lnTo>
                  <a:lnTo>
                    <a:pt x="1737359" y="176783"/>
                  </a:lnTo>
                </a:path>
                <a:path w="2604770" h="177165">
                  <a:moveTo>
                    <a:pt x="434339" y="173735"/>
                  </a:moveTo>
                  <a:lnTo>
                    <a:pt x="1303019" y="173735"/>
                  </a:lnTo>
                </a:path>
                <a:path w="2604770" h="177165">
                  <a:moveTo>
                    <a:pt x="1737359" y="173735"/>
                  </a:moveTo>
                  <a:lnTo>
                    <a:pt x="2604515" y="173735"/>
                  </a:lnTo>
                </a:path>
              </a:pathLst>
            </a:custGeom>
            <a:ln w="22859">
              <a:solidFill>
                <a:srgbClr val="800000"/>
              </a:solidFill>
            </a:ln>
          </p:spPr>
          <p:txBody>
            <a:bodyPr wrap="square" lIns="0" tIns="0" rIns="0" bIns="0" rtlCol="0"/>
            <a:lstStyle/>
            <a:p>
              <a:endParaRPr/>
            </a:p>
          </p:txBody>
        </p:sp>
        <p:sp>
          <p:nvSpPr>
            <p:cNvPr id="56" name="object 56"/>
            <p:cNvSpPr/>
            <p:nvPr/>
          </p:nvSpPr>
          <p:spPr>
            <a:xfrm>
              <a:off x="5492496" y="1286255"/>
              <a:ext cx="2496820" cy="0"/>
            </a:xfrm>
            <a:custGeom>
              <a:avLst/>
              <a:gdLst/>
              <a:ahLst/>
              <a:cxnLst/>
              <a:rect l="l" t="t" r="r" b="b"/>
              <a:pathLst>
                <a:path w="2496820">
                  <a:moveTo>
                    <a:pt x="0" y="0"/>
                  </a:moveTo>
                  <a:lnTo>
                    <a:pt x="2496311" y="0"/>
                  </a:lnTo>
                </a:path>
              </a:pathLst>
            </a:custGeom>
            <a:ln w="13715">
              <a:solidFill>
                <a:srgbClr val="666666"/>
              </a:solidFill>
            </a:ln>
          </p:spPr>
          <p:txBody>
            <a:bodyPr wrap="square" lIns="0" tIns="0" rIns="0" bIns="0" rtlCol="0"/>
            <a:lstStyle/>
            <a:p>
              <a:endParaRPr/>
            </a:p>
          </p:txBody>
        </p:sp>
        <p:sp>
          <p:nvSpPr>
            <p:cNvPr id="57" name="object 57"/>
            <p:cNvSpPr/>
            <p:nvPr/>
          </p:nvSpPr>
          <p:spPr>
            <a:xfrm>
              <a:off x="5274564" y="1109471"/>
              <a:ext cx="2632075" cy="1803400"/>
            </a:xfrm>
            <a:custGeom>
              <a:avLst/>
              <a:gdLst/>
              <a:ahLst/>
              <a:cxnLst/>
              <a:rect l="l" t="t" r="r" b="b"/>
              <a:pathLst>
                <a:path w="2632075" h="1803400">
                  <a:moveTo>
                    <a:pt x="217931" y="176783"/>
                  </a:moveTo>
                  <a:lnTo>
                    <a:pt x="217931" y="0"/>
                  </a:lnTo>
                  <a:lnTo>
                    <a:pt x="652271" y="0"/>
                  </a:lnTo>
                  <a:lnTo>
                    <a:pt x="652271" y="176783"/>
                  </a:lnTo>
                </a:path>
                <a:path w="2632075" h="1803400">
                  <a:moveTo>
                    <a:pt x="1519427" y="176783"/>
                  </a:moveTo>
                  <a:lnTo>
                    <a:pt x="1519427" y="0"/>
                  </a:lnTo>
                  <a:lnTo>
                    <a:pt x="1953767" y="0"/>
                  </a:lnTo>
                  <a:lnTo>
                    <a:pt x="1953767" y="176783"/>
                  </a:lnTo>
                </a:path>
                <a:path w="2632075" h="1803400">
                  <a:moveTo>
                    <a:pt x="652271" y="173735"/>
                  </a:moveTo>
                  <a:lnTo>
                    <a:pt x="1519427" y="173735"/>
                  </a:lnTo>
                </a:path>
                <a:path w="2632075" h="1803400">
                  <a:moveTo>
                    <a:pt x="1953767" y="173735"/>
                  </a:moveTo>
                  <a:lnTo>
                    <a:pt x="2604515" y="173735"/>
                  </a:lnTo>
                </a:path>
                <a:path w="2632075" h="1803400">
                  <a:moveTo>
                    <a:pt x="0" y="176783"/>
                  </a:moveTo>
                  <a:lnTo>
                    <a:pt x="217931" y="176783"/>
                  </a:lnTo>
                </a:path>
                <a:path w="2632075" h="1803400">
                  <a:moveTo>
                    <a:pt x="434339" y="582167"/>
                  </a:moveTo>
                  <a:lnTo>
                    <a:pt x="434339" y="406907"/>
                  </a:lnTo>
                  <a:lnTo>
                    <a:pt x="868679" y="406907"/>
                  </a:lnTo>
                  <a:lnTo>
                    <a:pt x="868679" y="582167"/>
                  </a:lnTo>
                </a:path>
                <a:path w="2632075" h="1803400">
                  <a:moveTo>
                    <a:pt x="1737359" y="582167"/>
                  </a:moveTo>
                  <a:lnTo>
                    <a:pt x="1737359" y="406907"/>
                  </a:lnTo>
                  <a:lnTo>
                    <a:pt x="2171699" y="406907"/>
                  </a:lnTo>
                  <a:lnTo>
                    <a:pt x="2171699" y="582167"/>
                  </a:lnTo>
                </a:path>
                <a:path w="2632075" h="1803400">
                  <a:moveTo>
                    <a:pt x="868679" y="580643"/>
                  </a:moveTo>
                  <a:lnTo>
                    <a:pt x="1737359" y="580643"/>
                  </a:lnTo>
                </a:path>
                <a:path w="2632075" h="1803400">
                  <a:moveTo>
                    <a:pt x="2171699" y="580643"/>
                  </a:moveTo>
                  <a:lnTo>
                    <a:pt x="2631947" y="580643"/>
                  </a:lnTo>
                </a:path>
                <a:path w="2632075" h="1803400">
                  <a:moveTo>
                    <a:pt x="0" y="582167"/>
                  </a:moveTo>
                  <a:lnTo>
                    <a:pt x="434339" y="582167"/>
                  </a:lnTo>
                </a:path>
                <a:path w="2632075" h="1803400">
                  <a:moveTo>
                    <a:pt x="652271" y="989075"/>
                  </a:moveTo>
                  <a:lnTo>
                    <a:pt x="652271" y="812291"/>
                  </a:lnTo>
                  <a:lnTo>
                    <a:pt x="1086611" y="812291"/>
                  </a:lnTo>
                  <a:lnTo>
                    <a:pt x="1086611" y="989075"/>
                  </a:lnTo>
                </a:path>
                <a:path w="2632075" h="1803400">
                  <a:moveTo>
                    <a:pt x="1953767" y="989075"/>
                  </a:moveTo>
                  <a:lnTo>
                    <a:pt x="1953767" y="812291"/>
                  </a:lnTo>
                  <a:lnTo>
                    <a:pt x="2388107" y="812291"/>
                  </a:lnTo>
                  <a:lnTo>
                    <a:pt x="2388107" y="989075"/>
                  </a:lnTo>
                </a:path>
                <a:path w="2632075" h="1803400">
                  <a:moveTo>
                    <a:pt x="1086611" y="986027"/>
                  </a:moveTo>
                  <a:lnTo>
                    <a:pt x="1953767" y="986027"/>
                  </a:lnTo>
                </a:path>
                <a:path w="2632075" h="1803400">
                  <a:moveTo>
                    <a:pt x="0" y="989075"/>
                  </a:moveTo>
                  <a:lnTo>
                    <a:pt x="652271" y="989075"/>
                  </a:lnTo>
                </a:path>
                <a:path w="2632075" h="1803400">
                  <a:moveTo>
                    <a:pt x="868679" y="1395983"/>
                  </a:moveTo>
                  <a:lnTo>
                    <a:pt x="868679" y="1219199"/>
                  </a:lnTo>
                  <a:lnTo>
                    <a:pt x="1303019" y="1219199"/>
                  </a:lnTo>
                  <a:lnTo>
                    <a:pt x="1303019" y="1395983"/>
                  </a:lnTo>
                </a:path>
                <a:path w="2632075" h="1803400">
                  <a:moveTo>
                    <a:pt x="1303019" y="1392935"/>
                  </a:moveTo>
                  <a:lnTo>
                    <a:pt x="2171699" y="1392935"/>
                  </a:lnTo>
                </a:path>
                <a:path w="2632075" h="1803400">
                  <a:moveTo>
                    <a:pt x="0" y="1395983"/>
                  </a:moveTo>
                  <a:lnTo>
                    <a:pt x="868679" y="1395983"/>
                  </a:lnTo>
                </a:path>
                <a:path w="2632075" h="1803400">
                  <a:moveTo>
                    <a:pt x="217931" y="1629155"/>
                  </a:moveTo>
                  <a:lnTo>
                    <a:pt x="217931" y="1802891"/>
                  </a:lnTo>
                </a:path>
                <a:path w="2632075" h="1803400">
                  <a:moveTo>
                    <a:pt x="1086611" y="1802891"/>
                  </a:moveTo>
                  <a:lnTo>
                    <a:pt x="1086611" y="1626107"/>
                  </a:lnTo>
                  <a:lnTo>
                    <a:pt x="1519427" y="1626107"/>
                  </a:lnTo>
                  <a:lnTo>
                    <a:pt x="1519427" y="1802891"/>
                  </a:lnTo>
                </a:path>
                <a:path w="2632075" h="1803400">
                  <a:moveTo>
                    <a:pt x="1519427" y="1799843"/>
                  </a:moveTo>
                  <a:lnTo>
                    <a:pt x="2388107" y="1799843"/>
                  </a:lnTo>
                </a:path>
                <a:path w="2632075" h="1803400">
                  <a:moveTo>
                    <a:pt x="217931" y="1802891"/>
                  </a:moveTo>
                  <a:lnTo>
                    <a:pt x="1086611" y="1802891"/>
                  </a:lnTo>
                </a:path>
                <a:path w="2632075" h="1803400">
                  <a:moveTo>
                    <a:pt x="0" y="1629155"/>
                  </a:moveTo>
                  <a:lnTo>
                    <a:pt x="217931" y="1629155"/>
                  </a:lnTo>
                </a:path>
                <a:path w="2632075" h="1803400">
                  <a:moveTo>
                    <a:pt x="2388107" y="1623059"/>
                  </a:moveTo>
                  <a:lnTo>
                    <a:pt x="2388107" y="1796795"/>
                  </a:lnTo>
                </a:path>
                <a:path w="2632075" h="1803400">
                  <a:moveTo>
                    <a:pt x="2388107" y="1623059"/>
                  </a:moveTo>
                  <a:lnTo>
                    <a:pt x="2604515" y="1623059"/>
                  </a:lnTo>
                </a:path>
                <a:path w="2632075" h="1803400">
                  <a:moveTo>
                    <a:pt x="2171699" y="1232915"/>
                  </a:moveTo>
                  <a:lnTo>
                    <a:pt x="2171699" y="1389887"/>
                  </a:lnTo>
                </a:path>
                <a:path w="2632075" h="1803400">
                  <a:moveTo>
                    <a:pt x="2171699" y="1222247"/>
                  </a:moveTo>
                  <a:lnTo>
                    <a:pt x="2604515" y="1222247"/>
                  </a:lnTo>
                </a:path>
              </a:pathLst>
            </a:custGeom>
            <a:ln w="22859">
              <a:solidFill>
                <a:srgbClr val="800000"/>
              </a:solidFill>
            </a:ln>
          </p:spPr>
          <p:txBody>
            <a:bodyPr wrap="square" lIns="0" tIns="0" rIns="0" bIns="0" rtlCol="0"/>
            <a:lstStyle/>
            <a:p>
              <a:endParaRPr/>
            </a:p>
          </p:txBody>
        </p:sp>
        <p:sp>
          <p:nvSpPr>
            <p:cNvPr id="58" name="object 58"/>
            <p:cNvSpPr/>
            <p:nvPr/>
          </p:nvSpPr>
          <p:spPr>
            <a:xfrm>
              <a:off x="5274564" y="3480815"/>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59" name="object 59"/>
            <p:cNvSpPr/>
            <p:nvPr/>
          </p:nvSpPr>
          <p:spPr>
            <a:xfrm>
              <a:off x="5274564" y="3264407"/>
              <a:ext cx="2604770" cy="433070"/>
            </a:xfrm>
            <a:custGeom>
              <a:avLst/>
              <a:gdLst/>
              <a:ahLst/>
              <a:cxnLst/>
              <a:rect l="l" t="t" r="r" b="b"/>
              <a:pathLst>
                <a:path w="2604770" h="433070">
                  <a:moveTo>
                    <a:pt x="0" y="216407"/>
                  </a:moveTo>
                  <a:lnTo>
                    <a:pt x="0" y="0"/>
                  </a:lnTo>
                  <a:lnTo>
                    <a:pt x="434339" y="0"/>
                  </a:lnTo>
                  <a:lnTo>
                    <a:pt x="434339" y="216407"/>
                  </a:lnTo>
                  <a:lnTo>
                    <a:pt x="652271" y="216407"/>
                  </a:lnTo>
                  <a:lnTo>
                    <a:pt x="652271" y="432815"/>
                  </a:lnTo>
                  <a:lnTo>
                    <a:pt x="1086611" y="432815"/>
                  </a:lnTo>
                  <a:lnTo>
                    <a:pt x="1086611" y="216407"/>
                  </a:lnTo>
                  <a:lnTo>
                    <a:pt x="1303019" y="216407"/>
                  </a:lnTo>
                  <a:lnTo>
                    <a:pt x="1303019" y="0"/>
                  </a:lnTo>
                  <a:lnTo>
                    <a:pt x="1737359" y="0"/>
                  </a:lnTo>
                  <a:lnTo>
                    <a:pt x="1737359" y="216407"/>
                  </a:lnTo>
                  <a:lnTo>
                    <a:pt x="1953767" y="216407"/>
                  </a:lnTo>
                  <a:lnTo>
                    <a:pt x="1953767" y="432815"/>
                  </a:lnTo>
                  <a:lnTo>
                    <a:pt x="2388107" y="432815"/>
                  </a:lnTo>
                  <a:lnTo>
                    <a:pt x="2388107" y="216407"/>
                  </a:lnTo>
                  <a:lnTo>
                    <a:pt x="2604515" y="216407"/>
                  </a:lnTo>
                </a:path>
              </a:pathLst>
            </a:custGeom>
            <a:ln w="22859">
              <a:solidFill>
                <a:srgbClr val="FF0000"/>
              </a:solidFill>
            </a:ln>
          </p:spPr>
          <p:txBody>
            <a:bodyPr wrap="square" lIns="0" tIns="0" rIns="0" bIns="0" rtlCol="0"/>
            <a:lstStyle/>
            <a:p>
              <a:endParaRPr/>
            </a:p>
          </p:txBody>
        </p:sp>
        <p:sp>
          <p:nvSpPr>
            <p:cNvPr id="60" name="object 60"/>
            <p:cNvSpPr/>
            <p:nvPr/>
          </p:nvSpPr>
          <p:spPr>
            <a:xfrm>
              <a:off x="4948428" y="1107947"/>
              <a:ext cx="118872" cy="137160"/>
            </a:xfrm>
            <a:prstGeom prst="rect">
              <a:avLst/>
            </a:prstGeom>
            <a:blipFill>
              <a:blip r:embed="rId2" cstate="print"/>
              <a:stretch>
                <a:fillRect/>
              </a:stretch>
            </a:blipFill>
          </p:spPr>
          <p:txBody>
            <a:bodyPr wrap="square" lIns="0" tIns="0" rIns="0" bIns="0" rtlCol="0"/>
            <a:lstStyle/>
            <a:p>
              <a:endParaRPr/>
            </a:p>
          </p:txBody>
        </p:sp>
        <p:sp>
          <p:nvSpPr>
            <p:cNvPr id="61" name="object 61"/>
            <p:cNvSpPr/>
            <p:nvPr/>
          </p:nvSpPr>
          <p:spPr>
            <a:xfrm>
              <a:off x="5061204" y="1216151"/>
              <a:ext cx="160020" cy="96012"/>
            </a:xfrm>
            <a:prstGeom prst="rect">
              <a:avLst/>
            </a:prstGeom>
            <a:blipFill>
              <a:blip r:embed="rId3" cstate="print"/>
              <a:stretch>
                <a:fillRect/>
              </a:stretch>
            </a:blipFill>
          </p:spPr>
          <p:txBody>
            <a:bodyPr wrap="square" lIns="0" tIns="0" rIns="0" bIns="0" rtlCol="0"/>
            <a:lstStyle/>
            <a:p>
              <a:endParaRPr/>
            </a:p>
          </p:txBody>
        </p:sp>
        <p:sp>
          <p:nvSpPr>
            <p:cNvPr id="62" name="object 62"/>
            <p:cNvSpPr/>
            <p:nvPr/>
          </p:nvSpPr>
          <p:spPr>
            <a:xfrm>
              <a:off x="4948428" y="1475231"/>
              <a:ext cx="118872" cy="137160"/>
            </a:xfrm>
            <a:prstGeom prst="rect">
              <a:avLst/>
            </a:prstGeom>
            <a:blipFill>
              <a:blip r:embed="rId2" cstate="print"/>
              <a:stretch>
                <a:fillRect/>
              </a:stretch>
            </a:blipFill>
          </p:spPr>
          <p:txBody>
            <a:bodyPr wrap="square" lIns="0" tIns="0" rIns="0" bIns="0" rtlCol="0"/>
            <a:lstStyle/>
            <a:p>
              <a:endParaRPr/>
            </a:p>
          </p:txBody>
        </p:sp>
        <p:sp>
          <p:nvSpPr>
            <p:cNvPr id="63" name="object 63"/>
            <p:cNvSpPr/>
            <p:nvPr/>
          </p:nvSpPr>
          <p:spPr>
            <a:xfrm>
              <a:off x="5061204" y="1581912"/>
              <a:ext cx="160020" cy="96012"/>
            </a:xfrm>
            <a:prstGeom prst="rect">
              <a:avLst/>
            </a:prstGeom>
            <a:blipFill>
              <a:blip r:embed="rId4" cstate="print"/>
              <a:stretch>
                <a:fillRect/>
              </a:stretch>
            </a:blipFill>
          </p:spPr>
          <p:txBody>
            <a:bodyPr wrap="square" lIns="0" tIns="0" rIns="0" bIns="0" rtlCol="0"/>
            <a:lstStyle/>
            <a:p>
              <a:endParaRPr/>
            </a:p>
          </p:txBody>
        </p:sp>
        <p:sp>
          <p:nvSpPr>
            <p:cNvPr id="64" name="object 64"/>
            <p:cNvSpPr/>
            <p:nvPr/>
          </p:nvSpPr>
          <p:spPr>
            <a:xfrm>
              <a:off x="4834128" y="5384292"/>
              <a:ext cx="152400" cy="164591"/>
            </a:xfrm>
            <a:prstGeom prst="rect">
              <a:avLst/>
            </a:prstGeom>
            <a:blipFill>
              <a:blip r:embed="rId5" cstate="print"/>
              <a:stretch>
                <a:fillRect/>
              </a:stretch>
            </a:blipFill>
          </p:spPr>
          <p:txBody>
            <a:bodyPr wrap="square" lIns="0" tIns="0" rIns="0" bIns="0" rtlCol="0"/>
            <a:lstStyle/>
            <a:p>
              <a:endParaRPr/>
            </a:p>
          </p:txBody>
        </p:sp>
        <p:sp>
          <p:nvSpPr>
            <p:cNvPr id="65" name="object 65"/>
            <p:cNvSpPr/>
            <p:nvPr/>
          </p:nvSpPr>
          <p:spPr>
            <a:xfrm>
              <a:off x="4974336" y="5515355"/>
              <a:ext cx="204215" cy="109728"/>
            </a:xfrm>
            <a:prstGeom prst="rect">
              <a:avLst/>
            </a:prstGeom>
            <a:blipFill>
              <a:blip r:embed="rId6" cstate="print"/>
              <a:stretch>
                <a:fillRect/>
              </a:stretch>
            </a:blipFill>
          </p:spPr>
          <p:txBody>
            <a:bodyPr wrap="square" lIns="0" tIns="0" rIns="0" bIns="0" rtlCol="0"/>
            <a:lstStyle/>
            <a:p>
              <a:endParaRPr/>
            </a:p>
          </p:txBody>
        </p:sp>
        <p:sp>
          <p:nvSpPr>
            <p:cNvPr id="66" name="object 66"/>
            <p:cNvSpPr/>
            <p:nvPr/>
          </p:nvSpPr>
          <p:spPr>
            <a:xfrm>
              <a:off x="7662672" y="2093975"/>
              <a:ext cx="216535" cy="411480"/>
            </a:xfrm>
            <a:custGeom>
              <a:avLst/>
              <a:gdLst/>
              <a:ahLst/>
              <a:cxnLst/>
              <a:rect l="l" t="t" r="r" b="b"/>
              <a:pathLst>
                <a:path w="216534" h="411480">
                  <a:moveTo>
                    <a:pt x="216407" y="237743"/>
                  </a:moveTo>
                  <a:lnTo>
                    <a:pt x="216407" y="411479"/>
                  </a:lnTo>
                </a:path>
                <a:path w="216534" h="411480">
                  <a:moveTo>
                    <a:pt x="0" y="0"/>
                  </a:moveTo>
                  <a:lnTo>
                    <a:pt x="216407" y="0"/>
                  </a:lnTo>
                </a:path>
              </a:pathLst>
            </a:custGeom>
            <a:ln w="22859">
              <a:solidFill>
                <a:srgbClr val="800000"/>
              </a:solidFill>
            </a:ln>
          </p:spPr>
          <p:txBody>
            <a:bodyPr wrap="square" lIns="0" tIns="0" rIns="0" bIns="0" rtlCol="0"/>
            <a:lstStyle/>
            <a:p>
              <a:endParaRPr/>
            </a:p>
          </p:txBody>
        </p:sp>
        <p:sp>
          <p:nvSpPr>
            <p:cNvPr id="67" name="object 67"/>
            <p:cNvSpPr/>
            <p:nvPr/>
          </p:nvSpPr>
          <p:spPr>
            <a:xfrm>
              <a:off x="5274564" y="3860291"/>
              <a:ext cx="2604770" cy="434340"/>
            </a:xfrm>
            <a:custGeom>
              <a:avLst/>
              <a:gdLst/>
              <a:ahLst/>
              <a:cxnLst/>
              <a:rect l="l" t="t" r="r" b="b"/>
              <a:pathLst>
                <a:path w="2604770" h="434339">
                  <a:moveTo>
                    <a:pt x="0" y="434339"/>
                  </a:moveTo>
                  <a:lnTo>
                    <a:pt x="217931" y="434339"/>
                  </a:lnTo>
                  <a:lnTo>
                    <a:pt x="217931" y="216407"/>
                  </a:lnTo>
                  <a:lnTo>
                    <a:pt x="434339" y="216407"/>
                  </a:lnTo>
                  <a:lnTo>
                    <a:pt x="434339" y="0"/>
                  </a:lnTo>
                  <a:lnTo>
                    <a:pt x="868679" y="0"/>
                  </a:lnTo>
                  <a:lnTo>
                    <a:pt x="868679" y="216407"/>
                  </a:lnTo>
                  <a:lnTo>
                    <a:pt x="1086611" y="216407"/>
                  </a:lnTo>
                  <a:lnTo>
                    <a:pt x="1086611" y="434339"/>
                  </a:lnTo>
                  <a:lnTo>
                    <a:pt x="1519427" y="434339"/>
                  </a:lnTo>
                  <a:lnTo>
                    <a:pt x="1519427" y="216407"/>
                  </a:lnTo>
                  <a:lnTo>
                    <a:pt x="1737359" y="216407"/>
                  </a:lnTo>
                  <a:lnTo>
                    <a:pt x="1737359" y="0"/>
                  </a:lnTo>
                  <a:lnTo>
                    <a:pt x="2171699" y="0"/>
                  </a:lnTo>
                  <a:lnTo>
                    <a:pt x="2171699" y="216407"/>
                  </a:lnTo>
                  <a:lnTo>
                    <a:pt x="2388107" y="216407"/>
                  </a:lnTo>
                  <a:lnTo>
                    <a:pt x="2388107" y="434339"/>
                  </a:lnTo>
                  <a:lnTo>
                    <a:pt x="2604515" y="434339"/>
                  </a:lnTo>
                </a:path>
              </a:pathLst>
            </a:custGeom>
            <a:ln w="22859">
              <a:solidFill>
                <a:srgbClr val="FF9900"/>
              </a:solidFill>
            </a:ln>
          </p:spPr>
          <p:txBody>
            <a:bodyPr wrap="square" lIns="0" tIns="0" rIns="0" bIns="0" rtlCol="0"/>
            <a:lstStyle/>
            <a:p>
              <a:endParaRPr/>
            </a:p>
          </p:txBody>
        </p:sp>
        <p:sp>
          <p:nvSpPr>
            <p:cNvPr id="68" name="object 68"/>
            <p:cNvSpPr/>
            <p:nvPr/>
          </p:nvSpPr>
          <p:spPr>
            <a:xfrm>
              <a:off x="5274564" y="4674107"/>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69" name="object 69"/>
            <p:cNvSpPr/>
            <p:nvPr/>
          </p:nvSpPr>
          <p:spPr>
            <a:xfrm>
              <a:off x="5274564" y="4456175"/>
              <a:ext cx="2604770" cy="434340"/>
            </a:xfrm>
            <a:custGeom>
              <a:avLst/>
              <a:gdLst/>
              <a:ahLst/>
              <a:cxnLst/>
              <a:rect l="l" t="t" r="r" b="b"/>
              <a:pathLst>
                <a:path w="2604770" h="434339">
                  <a:moveTo>
                    <a:pt x="0" y="217931"/>
                  </a:moveTo>
                  <a:lnTo>
                    <a:pt x="217931" y="217931"/>
                  </a:lnTo>
                  <a:lnTo>
                    <a:pt x="217931" y="434339"/>
                  </a:lnTo>
                  <a:lnTo>
                    <a:pt x="652271" y="434339"/>
                  </a:lnTo>
                  <a:lnTo>
                    <a:pt x="652271" y="217931"/>
                  </a:lnTo>
                  <a:lnTo>
                    <a:pt x="868679" y="217931"/>
                  </a:lnTo>
                  <a:lnTo>
                    <a:pt x="868679" y="0"/>
                  </a:lnTo>
                  <a:lnTo>
                    <a:pt x="1303019" y="0"/>
                  </a:lnTo>
                  <a:lnTo>
                    <a:pt x="1303019" y="217931"/>
                  </a:lnTo>
                  <a:lnTo>
                    <a:pt x="1519427" y="217931"/>
                  </a:lnTo>
                  <a:lnTo>
                    <a:pt x="1519427" y="434339"/>
                  </a:lnTo>
                  <a:lnTo>
                    <a:pt x="1953767" y="434339"/>
                  </a:lnTo>
                  <a:lnTo>
                    <a:pt x="1953767" y="217931"/>
                  </a:lnTo>
                  <a:lnTo>
                    <a:pt x="2171699" y="217931"/>
                  </a:lnTo>
                  <a:lnTo>
                    <a:pt x="2171699" y="0"/>
                  </a:lnTo>
                  <a:lnTo>
                    <a:pt x="2604515" y="0"/>
                  </a:lnTo>
                  <a:lnTo>
                    <a:pt x="2604515" y="217931"/>
                  </a:lnTo>
                </a:path>
              </a:pathLst>
            </a:custGeom>
            <a:ln w="22859">
              <a:solidFill>
                <a:srgbClr val="0000FF"/>
              </a:solidFill>
            </a:ln>
          </p:spPr>
          <p:txBody>
            <a:bodyPr wrap="square" lIns="0" tIns="0" rIns="0" bIns="0" rtlCol="0"/>
            <a:lstStyle/>
            <a:p>
              <a:endParaRPr/>
            </a:p>
          </p:txBody>
        </p:sp>
        <p:sp>
          <p:nvSpPr>
            <p:cNvPr id="70" name="object 70"/>
            <p:cNvSpPr/>
            <p:nvPr/>
          </p:nvSpPr>
          <p:spPr>
            <a:xfrm>
              <a:off x="5274564" y="5541263"/>
              <a:ext cx="2714625" cy="0"/>
            </a:xfrm>
            <a:custGeom>
              <a:avLst/>
              <a:gdLst/>
              <a:ahLst/>
              <a:cxnLst/>
              <a:rect l="l" t="t" r="r" b="b"/>
              <a:pathLst>
                <a:path w="2714625">
                  <a:moveTo>
                    <a:pt x="0" y="0"/>
                  </a:moveTo>
                  <a:lnTo>
                    <a:pt x="2714243" y="0"/>
                  </a:lnTo>
                </a:path>
              </a:pathLst>
            </a:custGeom>
            <a:ln w="13715">
              <a:solidFill>
                <a:srgbClr val="666666"/>
              </a:solidFill>
            </a:ln>
          </p:spPr>
          <p:txBody>
            <a:bodyPr wrap="square" lIns="0" tIns="0" rIns="0" bIns="0" rtlCol="0"/>
            <a:lstStyle/>
            <a:p>
              <a:endParaRPr/>
            </a:p>
          </p:txBody>
        </p:sp>
        <p:sp>
          <p:nvSpPr>
            <p:cNvPr id="71" name="object 71"/>
            <p:cNvSpPr/>
            <p:nvPr/>
          </p:nvSpPr>
          <p:spPr>
            <a:xfrm>
              <a:off x="5274564" y="5106923"/>
              <a:ext cx="2604770" cy="867410"/>
            </a:xfrm>
            <a:custGeom>
              <a:avLst/>
              <a:gdLst/>
              <a:ahLst/>
              <a:cxnLst/>
              <a:rect l="l" t="t" r="r" b="b"/>
              <a:pathLst>
                <a:path w="2604770" h="867410">
                  <a:moveTo>
                    <a:pt x="434339" y="434339"/>
                  </a:moveTo>
                  <a:lnTo>
                    <a:pt x="434339" y="650747"/>
                  </a:lnTo>
                  <a:lnTo>
                    <a:pt x="652271" y="650747"/>
                  </a:lnTo>
                  <a:lnTo>
                    <a:pt x="652271" y="867155"/>
                  </a:lnTo>
                  <a:lnTo>
                    <a:pt x="868679" y="867155"/>
                  </a:lnTo>
                  <a:lnTo>
                    <a:pt x="868679" y="650747"/>
                  </a:lnTo>
                  <a:lnTo>
                    <a:pt x="1086611" y="650747"/>
                  </a:lnTo>
                  <a:lnTo>
                    <a:pt x="1086611" y="434339"/>
                  </a:lnTo>
                </a:path>
                <a:path w="2604770" h="867410">
                  <a:moveTo>
                    <a:pt x="1086611" y="434339"/>
                  </a:moveTo>
                  <a:lnTo>
                    <a:pt x="1086611" y="216407"/>
                  </a:lnTo>
                  <a:lnTo>
                    <a:pt x="1303019" y="216407"/>
                  </a:lnTo>
                  <a:lnTo>
                    <a:pt x="1303019" y="0"/>
                  </a:lnTo>
                  <a:lnTo>
                    <a:pt x="1519427" y="0"/>
                  </a:lnTo>
                  <a:lnTo>
                    <a:pt x="1519427" y="216407"/>
                  </a:lnTo>
                  <a:lnTo>
                    <a:pt x="1737359" y="216407"/>
                  </a:lnTo>
                  <a:lnTo>
                    <a:pt x="1737359" y="434339"/>
                  </a:lnTo>
                </a:path>
                <a:path w="2604770" h="867410">
                  <a:moveTo>
                    <a:pt x="434339" y="434339"/>
                  </a:moveTo>
                  <a:lnTo>
                    <a:pt x="434339" y="216407"/>
                  </a:lnTo>
                  <a:lnTo>
                    <a:pt x="217931" y="216407"/>
                  </a:lnTo>
                  <a:lnTo>
                    <a:pt x="217931" y="0"/>
                  </a:lnTo>
                  <a:lnTo>
                    <a:pt x="0" y="0"/>
                  </a:lnTo>
                  <a:lnTo>
                    <a:pt x="0" y="216407"/>
                  </a:lnTo>
                </a:path>
                <a:path w="2604770" h="867410">
                  <a:moveTo>
                    <a:pt x="1737359" y="434339"/>
                  </a:moveTo>
                  <a:lnTo>
                    <a:pt x="1737359" y="650747"/>
                  </a:lnTo>
                  <a:lnTo>
                    <a:pt x="1953767" y="650747"/>
                  </a:lnTo>
                  <a:lnTo>
                    <a:pt x="1953767" y="867155"/>
                  </a:lnTo>
                  <a:lnTo>
                    <a:pt x="2171699" y="867155"/>
                  </a:lnTo>
                  <a:lnTo>
                    <a:pt x="2171699" y="650747"/>
                  </a:lnTo>
                  <a:lnTo>
                    <a:pt x="2388107" y="650747"/>
                  </a:lnTo>
                  <a:lnTo>
                    <a:pt x="2388107" y="434339"/>
                  </a:lnTo>
                </a:path>
                <a:path w="2604770" h="867410">
                  <a:moveTo>
                    <a:pt x="2388107" y="434339"/>
                  </a:moveTo>
                  <a:lnTo>
                    <a:pt x="2388107" y="216407"/>
                  </a:lnTo>
                  <a:lnTo>
                    <a:pt x="2604515" y="216407"/>
                  </a:lnTo>
                  <a:lnTo>
                    <a:pt x="2604515" y="0"/>
                  </a:lnTo>
                </a:path>
              </a:pathLst>
            </a:custGeom>
            <a:ln w="22859">
              <a:solidFill>
                <a:srgbClr val="008000"/>
              </a:solidFill>
            </a:ln>
          </p:spPr>
          <p:txBody>
            <a:bodyPr wrap="square" lIns="0" tIns="0" rIns="0" bIns="0" rtlCol="0"/>
            <a:lstStyle/>
            <a:p>
              <a:endParaRPr/>
            </a:p>
          </p:txBody>
        </p:sp>
        <p:sp>
          <p:nvSpPr>
            <p:cNvPr id="72" name="object 72"/>
            <p:cNvSpPr/>
            <p:nvPr/>
          </p:nvSpPr>
          <p:spPr>
            <a:xfrm>
              <a:off x="4843272" y="3323844"/>
              <a:ext cx="152400" cy="164591"/>
            </a:xfrm>
            <a:prstGeom prst="rect">
              <a:avLst/>
            </a:prstGeom>
            <a:blipFill>
              <a:blip r:embed="rId5" cstate="print"/>
              <a:stretch>
                <a:fillRect/>
              </a:stretch>
            </a:blipFill>
          </p:spPr>
          <p:txBody>
            <a:bodyPr wrap="square" lIns="0" tIns="0" rIns="0" bIns="0" rtlCol="0"/>
            <a:lstStyle/>
            <a:p>
              <a:endParaRPr/>
            </a:p>
          </p:txBody>
        </p:sp>
        <p:sp>
          <p:nvSpPr>
            <p:cNvPr id="73" name="object 73"/>
            <p:cNvSpPr/>
            <p:nvPr/>
          </p:nvSpPr>
          <p:spPr>
            <a:xfrm>
              <a:off x="4983480" y="3456431"/>
              <a:ext cx="220979" cy="109727"/>
            </a:xfrm>
            <a:prstGeom prst="rect">
              <a:avLst/>
            </a:prstGeom>
            <a:blipFill>
              <a:blip r:embed="rId7" cstate="print"/>
              <a:stretch>
                <a:fillRect/>
              </a:stretch>
            </a:blipFill>
          </p:spPr>
          <p:txBody>
            <a:bodyPr wrap="square" lIns="0" tIns="0" rIns="0" bIns="0" rtlCol="0"/>
            <a:lstStyle/>
            <a:p>
              <a:endParaRPr/>
            </a:p>
          </p:txBody>
        </p:sp>
        <p:sp>
          <p:nvSpPr>
            <p:cNvPr id="74" name="object 74"/>
            <p:cNvSpPr/>
            <p:nvPr/>
          </p:nvSpPr>
          <p:spPr>
            <a:xfrm>
              <a:off x="4824984" y="4517136"/>
              <a:ext cx="152400" cy="164592"/>
            </a:xfrm>
            <a:prstGeom prst="rect">
              <a:avLst/>
            </a:prstGeom>
            <a:blipFill>
              <a:blip r:embed="rId5" cstate="print"/>
              <a:stretch>
                <a:fillRect/>
              </a:stretch>
            </a:blipFill>
          </p:spPr>
          <p:txBody>
            <a:bodyPr wrap="square" lIns="0" tIns="0" rIns="0" bIns="0" rtlCol="0"/>
            <a:lstStyle/>
            <a:p>
              <a:endParaRPr/>
            </a:p>
          </p:txBody>
        </p:sp>
        <p:sp>
          <p:nvSpPr>
            <p:cNvPr id="75" name="object 75"/>
            <p:cNvSpPr/>
            <p:nvPr/>
          </p:nvSpPr>
          <p:spPr>
            <a:xfrm>
              <a:off x="4983480" y="4646675"/>
              <a:ext cx="211836" cy="112775"/>
            </a:xfrm>
            <a:prstGeom prst="rect">
              <a:avLst/>
            </a:prstGeom>
            <a:blipFill>
              <a:blip r:embed="rId8" cstate="print"/>
              <a:stretch>
                <a:fillRect/>
              </a:stretch>
            </a:blipFill>
          </p:spPr>
          <p:txBody>
            <a:bodyPr wrap="square" lIns="0" tIns="0" rIns="0" bIns="0" rtlCol="0"/>
            <a:lstStyle/>
            <a:p>
              <a:endParaRPr/>
            </a:p>
          </p:txBody>
        </p:sp>
        <p:sp>
          <p:nvSpPr>
            <p:cNvPr id="76" name="object 76"/>
            <p:cNvSpPr/>
            <p:nvPr/>
          </p:nvSpPr>
          <p:spPr>
            <a:xfrm>
              <a:off x="4829556" y="3921251"/>
              <a:ext cx="152400" cy="164592"/>
            </a:xfrm>
            <a:prstGeom prst="rect">
              <a:avLst/>
            </a:prstGeom>
            <a:blipFill>
              <a:blip r:embed="rId5" cstate="print"/>
              <a:stretch>
                <a:fillRect/>
              </a:stretch>
            </a:blipFill>
          </p:spPr>
          <p:txBody>
            <a:bodyPr wrap="square" lIns="0" tIns="0" rIns="0" bIns="0" rtlCol="0"/>
            <a:lstStyle/>
            <a:p>
              <a:endParaRPr/>
            </a:p>
          </p:txBody>
        </p:sp>
        <p:sp>
          <p:nvSpPr>
            <p:cNvPr id="77" name="object 77"/>
            <p:cNvSpPr/>
            <p:nvPr/>
          </p:nvSpPr>
          <p:spPr>
            <a:xfrm>
              <a:off x="4978908" y="4052316"/>
              <a:ext cx="211836" cy="109728"/>
            </a:xfrm>
            <a:prstGeom prst="rect">
              <a:avLst/>
            </a:prstGeom>
            <a:blipFill>
              <a:blip r:embed="rId9" cstate="print"/>
              <a:stretch>
                <a:fillRect/>
              </a:stretch>
            </a:blipFill>
          </p:spPr>
          <p:txBody>
            <a:bodyPr wrap="square" lIns="0" tIns="0" rIns="0" bIns="0" rtlCol="0"/>
            <a:lstStyle/>
            <a:p>
              <a:endParaRPr/>
            </a:p>
          </p:txBody>
        </p:sp>
        <p:sp>
          <p:nvSpPr>
            <p:cNvPr id="78" name="object 78"/>
            <p:cNvSpPr/>
            <p:nvPr/>
          </p:nvSpPr>
          <p:spPr>
            <a:xfrm>
              <a:off x="7033260" y="3258311"/>
              <a:ext cx="1172210" cy="0"/>
            </a:xfrm>
            <a:custGeom>
              <a:avLst/>
              <a:gdLst/>
              <a:ahLst/>
              <a:cxnLst/>
              <a:rect l="l" t="t" r="r" b="b"/>
              <a:pathLst>
                <a:path w="1172209">
                  <a:moveTo>
                    <a:pt x="0" y="0"/>
                  </a:moveTo>
                  <a:lnTo>
                    <a:pt x="1171955" y="0"/>
                  </a:lnTo>
                </a:path>
              </a:pathLst>
            </a:custGeom>
            <a:ln w="13715">
              <a:solidFill>
                <a:srgbClr val="666666"/>
              </a:solidFill>
            </a:ln>
          </p:spPr>
          <p:txBody>
            <a:bodyPr wrap="square" lIns="0" tIns="0" rIns="0" bIns="0" rtlCol="0"/>
            <a:lstStyle/>
            <a:p>
              <a:endParaRPr/>
            </a:p>
          </p:txBody>
        </p:sp>
        <p:sp>
          <p:nvSpPr>
            <p:cNvPr id="79" name="object 79"/>
            <p:cNvSpPr/>
            <p:nvPr/>
          </p:nvSpPr>
          <p:spPr>
            <a:xfrm>
              <a:off x="8020811" y="3253740"/>
              <a:ext cx="347471" cy="233933"/>
            </a:xfrm>
            <a:prstGeom prst="rect">
              <a:avLst/>
            </a:prstGeom>
            <a:blipFill>
              <a:blip r:embed="rId10" cstate="print"/>
              <a:stretch>
                <a:fillRect/>
              </a:stretch>
            </a:blipFill>
          </p:spPr>
          <p:txBody>
            <a:bodyPr wrap="square" lIns="0" tIns="0" rIns="0" bIns="0" rtlCol="0"/>
            <a:lstStyle/>
            <a:p>
              <a:endParaRPr/>
            </a:p>
          </p:txBody>
        </p:sp>
        <p:sp>
          <p:nvSpPr>
            <p:cNvPr id="80" name="object 80"/>
            <p:cNvSpPr/>
            <p:nvPr/>
          </p:nvSpPr>
          <p:spPr>
            <a:xfrm>
              <a:off x="5850636" y="5145023"/>
              <a:ext cx="0" cy="346075"/>
            </a:xfrm>
            <a:custGeom>
              <a:avLst/>
              <a:gdLst/>
              <a:ahLst/>
              <a:cxnLst/>
              <a:rect l="l" t="t" r="r" b="b"/>
              <a:pathLst>
                <a:path h="346075">
                  <a:moveTo>
                    <a:pt x="0" y="0"/>
                  </a:moveTo>
                  <a:lnTo>
                    <a:pt x="0" y="345947"/>
                  </a:lnTo>
                </a:path>
              </a:pathLst>
            </a:custGeom>
            <a:ln w="13715">
              <a:solidFill>
                <a:srgbClr val="666666"/>
              </a:solidFill>
            </a:ln>
          </p:spPr>
          <p:txBody>
            <a:bodyPr wrap="square" lIns="0" tIns="0" rIns="0" bIns="0" rtlCol="0"/>
            <a:lstStyle/>
            <a:p>
              <a:endParaRPr/>
            </a:p>
          </p:txBody>
        </p:sp>
        <p:sp>
          <p:nvSpPr>
            <p:cNvPr id="81" name="object 81"/>
            <p:cNvSpPr/>
            <p:nvPr/>
          </p:nvSpPr>
          <p:spPr>
            <a:xfrm>
              <a:off x="5801868" y="5106923"/>
              <a:ext cx="97790" cy="424180"/>
            </a:xfrm>
            <a:custGeom>
              <a:avLst/>
              <a:gdLst/>
              <a:ahLst/>
              <a:cxnLst/>
              <a:rect l="l" t="t" r="r" b="b"/>
              <a:pathLst>
                <a:path w="97789" h="424179">
                  <a:moveTo>
                    <a:pt x="97536" y="374904"/>
                  </a:moveTo>
                  <a:lnTo>
                    <a:pt x="0" y="374904"/>
                  </a:lnTo>
                  <a:lnTo>
                    <a:pt x="48768" y="423672"/>
                  </a:lnTo>
                  <a:lnTo>
                    <a:pt x="97536" y="374904"/>
                  </a:lnTo>
                  <a:close/>
                </a:path>
                <a:path w="97789" h="424179">
                  <a:moveTo>
                    <a:pt x="97536" y="48768"/>
                  </a:moveTo>
                  <a:lnTo>
                    <a:pt x="48768" y="0"/>
                  </a:lnTo>
                  <a:lnTo>
                    <a:pt x="0" y="48768"/>
                  </a:lnTo>
                  <a:lnTo>
                    <a:pt x="97536" y="48768"/>
                  </a:lnTo>
                  <a:close/>
                </a:path>
              </a:pathLst>
            </a:custGeom>
            <a:solidFill>
              <a:srgbClr val="666666"/>
            </a:solidFill>
          </p:spPr>
          <p:txBody>
            <a:bodyPr wrap="square" lIns="0" tIns="0" rIns="0" bIns="0" rtlCol="0"/>
            <a:lstStyle/>
            <a:p>
              <a:endParaRPr/>
            </a:p>
          </p:txBody>
        </p:sp>
        <p:sp>
          <p:nvSpPr>
            <p:cNvPr id="82" name="object 82"/>
            <p:cNvSpPr/>
            <p:nvPr/>
          </p:nvSpPr>
          <p:spPr>
            <a:xfrm>
              <a:off x="5545836" y="5106923"/>
              <a:ext cx="347980" cy="0"/>
            </a:xfrm>
            <a:custGeom>
              <a:avLst/>
              <a:gdLst/>
              <a:ahLst/>
              <a:cxnLst/>
              <a:rect l="l" t="t" r="r" b="b"/>
              <a:pathLst>
                <a:path w="347979">
                  <a:moveTo>
                    <a:pt x="0" y="0"/>
                  </a:moveTo>
                  <a:lnTo>
                    <a:pt x="347471" y="0"/>
                  </a:lnTo>
                </a:path>
              </a:pathLst>
            </a:custGeom>
            <a:ln w="13715">
              <a:solidFill>
                <a:srgbClr val="666666"/>
              </a:solidFill>
            </a:ln>
          </p:spPr>
          <p:txBody>
            <a:bodyPr wrap="square" lIns="0" tIns="0" rIns="0" bIns="0" rtlCol="0"/>
            <a:lstStyle/>
            <a:p>
              <a:endParaRPr/>
            </a:p>
          </p:txBody>
        </p:sp>
      </p:grpSp>
      <p:grpSp>
        <p:nvGrpSpPr>
          <p:cNvPr id="83" name="object 83"/>
          <p:cNvGrpSpPr/>
          <p:nvPr/>
        </p:nvGrpSpPr>
        <p:grpSpPr>
          <a:xfrm>
            <a:off x="4920996" y="694944"/>
            <a:ext cx="264160" cy="204470"/>
            <a:chOff x="4920996" y="694944"/>
            <a:chExt cx="264160" cy="204470"/>
          </a:xfrm>
        </p:grpSpPr>
        <p:sp>
          <p:nvSpPr>
            <p:cNvPr id="84" name="object 84"/>
            <p:cNvSpPr/>
            <p:nvPr/>
          </p:nvSpPr>
          <p:spPr>
            <a:xfrm>
              <a:off x="4920996" y="694944"/>
              <a:ext cx="118872" cy="137160"/>
            </a:xfrm>
            <a:prstGeom prst="rect">
              <a:avLst/>
            </a:prstGeom>
            <a:blipFill>
              <a:blip r:embed="rId2" cstate="print"/>
              <a:stretch>
                <a:fillRect/>
              </a:stretch>
            </a:blipFill>
          </p:spPr>
          <p:txBody>
            <a:bodyPr wrap="square" lIns="0" tIns="0" rIns="0" bIns="0" rtlCol="0"/>
            <a:lstStyle/>
            <a:p>
              <a:endParaRPr/>
            </a:p>
          </p:txBody>
        </p:sp>
        <p:sp>
          <p:nvSpPr>
            <p:cNvPr id="85" name="object 85"/>
            <p:cNvSpPr/>
            <p:nvPr/>
          </p:nvSpPr>
          <p:spPr>
            <a:xfrm>
              <a:off x="5035296" y="803148"/>
              <a:ext cx="149351" cy="96012"/>
            </a:xfrm>
            <a:prstGeom prst="rect">
              <a:avLst/>
            </a:prstGeom>
            <a:blipFill>
              <a:blip r:embed="rId11" cstate="print"/>
              <a:stretch>
                <a:fillRect/>
              </a:stretch>
            </a:blipFill>
          </p:spPr>
          <p:txBody>
            <a:bodyPr wrap="square" lIns="0" tIns="0" rIns="0" bIns="0" rtlCol="0"/>
            <a:lstStyle/>
            <a:p>
              <a:endParaRPr/>
            </a:p>
          </p:txBody>
        </p:sp>
      </p:grpSp>
      <p:grpSp>
        <p:nvGrpSpPr>
          <p:cNvPr id="86" name="object 86"/>
          <p:cNvGrpSpPr/>
          <p:nvPr/>
        </p:nvGrpSpPr>
        <p:grpSpPr>
          <a:xfrm>
            <a:off x="4920996" y="2734055"/>
            <a:ext cx="274320" cy="204470"/>
            <a:chOff x="4920996" y="2734055"/>
            <a:chExt cx="274320" cy="204470"/>
          </a:xfrm>
        </p:grpSpPr>
        <p:sp>
          <p:nvSpPr>
            <p:cNvPr id="87" name="object 87"/>
            <p:cNvSpPr/>
            <p:nvPr/>
          </p:nvSpPr>
          <p:spPr>
            <a:xfrm>
              <a:off x="4920996" y="2734055"/>
              <a:ext cx="118872" cy="137160"/>
            </a:xfrm>
            <a:prstGeom prst="rect">
              <a:avLst/>
            </a:prstGeom>
            <a:blipFill>
              <a:blip r:embed="rId2" cstate="print"/>
              <a:stretch>
                <a:fillRect/>
              </a:stretch>
            </a:blipFill>
          </p:spPr>
          <p:txBody>
            <a:bodyPr wrap="square" lIns="0" tIns="0" rIns="0" bIns="0" rtlCol="0"/>
            <a:lstStyle/>
            <a:p>
              <a:endParaRPr/>
            </a:p>
          </p:txBody>
        </p:sp>
        <p:sp>
          <p:nvSpPr>
            <p:cNvPr id="88" name="object 88"/>
            <p:cNvSpPr/>
            <p:nvPr/>
          </p:nvSpPr>
          <p:spPr>
            <a:xfrm>
              <a:off x="5035296" y="2842259"/>
              <a:ext cx="160020" cy="96012"/>
            </a:xfrm>
            <a:prstGeom prst="rect">
              <a:avLst/>
            </a:prstGeom>
            <a:blipFill>
              <a:blip r:embed="rId12" cstate="print"/>
              <a:stretch>
                <a:fillRect/>
              </a:stretch>
            </a:blipFill>
          </p:spPr>
          <p:txBody>
            <a:bodyPr wrap="square" lIns="0" tIns="0" rIns="0" bIns="0" rtlCol="0"/>
            <a:lstStyle/>
            <a:p>
              <a:endParaRPr/>
            </a:p>
          </p:txBody>
        </p:sp>
      </p:grpSp>
      <p:grpSp>
        <p:nvGrpSpPr>
          <p:cNvPr id="89" name="object 89"/>
          <p:cNvGrpSpPr/>
          <p:nvPr/>
        </p:nvGrpSpPr>
        <p:grpSpPr>
          <a:xfrm>
            <a:off x="4920996" y="2321051"/>
            <a:ext cx="274320" cy="204470"/>
            <a:chOff x="4920996" y="2321051"/>
            <a:chExt cx="274320" cy="204470"/>
          </a:xfrm>
        </p:grpSpPr>
        <p:sp>
          <p:nvSpPr>
            <p:cNvPr id="90" name="object 90"/>
            <p:cNvSpPr/>
            <p:nvPr/>
          </p:nvSpPr>
          <p:spPr>
            <a:xfrm>
              <a:off x="4920996" y="2321051"/>
              <a:ext cx="118872" cy="137160"/>
            </a:xfrm>
            <a:prstGeom prst="rect">
              <a:avLst/>
            </a:prstGeom>
            <a:blipFill>
              <a:blip r:embed="rId2" cstate="print"/>
              <a:stretch>
                <a:fillRect/>
              </a:stretch>
            </a:blipFill>
          </p:spPr>
          <p:txBody>
            <a:bodyPr wrap="square" lIns="0" tIns="0" rIns="0" bIns="0" rtlCol="0"/>
            <a:lstStyle/>
            <a:p>
              <a:endParaRPr/>
            </a:p>
          </p:txBody>
        </p:sp>
        <p:sp>
          <p:nvSpPr>
            <p:cNvPr id="91" name="object 91"/>
            <p:cNvSpPr/>
            <p:nvPr/>
          </p:nvSpPr>
          <p:spPr>
            <a:xfrm>
              <a:off x="5035296" y="2429255"/>
              <a:ext cx="160020" cy="96012"/>
            </a:xfrm>
            <a:prstGeom prst="rect">
              <a:avLst/>
            </a:prstGeom>
            <a:blipFill>
              <a:blip r:embed="rId13" cstate="print"/>
              <a:stretch>
                <a:fillRect/>
              </a:stretch>
            </a:blipFill>
          </p:spPr>
          <p:txBody>
            <a:bodyPr wrap="square" lIns="0" tIns="0" rIns="0" bIns="0" rtlCol="0"/>
            <a:lstStyle/>
            <a:p>
              <a:endParaRPr/>
            </a:p>
          </p:txBody>
        </p:sp>
      </p:grpSp>
      <p:grpSp>
        <p:nvGrpSpPr>
          <p:cNvPr id="92" name="object 92"/>
          <p:cNvGrpSpPr/>
          <p:nvPr/>
        </p:nvGrpSpPr>
        <p:grpSpPr>
          <a:xfrm>
            <a:off x="4920996" y="1908048"/>
            <a:ext cx="269875" cy="204470"/>
            <a:chOff x="4920996" y="1908048"/>
            <a:chExt cx="269875" cy="204470"/>
          </a:xfrm>
        </p:grpSpPr>
        <p:sp>
          <p:nvSpPr>
            <p:cNvPr id="93" name="object 93"/>
            <p:cNvSpPr/>
            <p:nvPr/>
          </p:nvSpPr>
          <p:spPr>
            <a:xfrm>
              <a:off x="4920996" y="1908048"/>
              <a:ext cx="118872" cy="137160"/>
            </a:xfrm>
            <a:prstGeom prst="rect">
              <a:avLst/>
            </a:prstGeom>
            <a:blipFill>
              <a:blip r:embed="rId2" cstate="print"/>
              <a:stretch>
                <a:fillRect/>
              </a:stretch>
            </a:blipFill>
          </p:spPr>
          <p:txBody>
            <a:bodyPr wrap="square" lIns="0" tIns="0" rIns="0" bIns="0" rtlCol="0"/>
            <a:lstStyle/>
            <a:p>
              <a:endParaRPr/>
            </a:p>
          </p:txBody>
        </p:sp>
        <p:sp>
          <p:nvSpPr>
            <p:cNvPr id="94" name="object 94"/>
            <p:cNvSpPr/>
            <p:nvPr/>
          </p:nvSpPr>
          <p:spPr>
            <a:xfrm>
              <a:off x="5035296" y="2016252"/>
              <a:ext cx="155448" cy="96012"/>
            </a:xfrm>
            <a:prstGeom prst="rect">
              <a:avLst/>
            </a:prstGeom>
            <a:blipFill>
              <a:blip r:embed="rId14" cstate="print"/>
              <a:stretch>
                <a:fillRect/>
              </a:stretch>
            </a:blipFill>
          </p:spPr>
          <p:txBody>
            <a:bodyPr wrap="square" lIns="0" tIns="0" rIns="0" bIns="0" rtlCol="0"/>
            <a:lstStyle/>
            <a:p>
              <a:endParaRPr/>
            </a:p>
          </p:txBody>
        </p:sp>
      </p:grpSp>
      <p:sp>
        <p:nvSpPr>
          <p:cNvPr id="95" name="object 95"/>
          <p:cNvSpPr/>
          <p:nvPr/>
        </p:nvSpPr>
        <p:spPr>
          <a:xfrm>
            <a:off x="8424763" y="3374714"/>
            <a:ext cx="356870" cy="0"/>
          </a:xfrm>
          <a:custGeom>
            <a:avLst/>
            <a:gdLst/>
            <a:ahLst/>
            <a:cxnLst/>
            <a:rect l="l" t="t" r="r" b="b"/>
            <a:pathLst>
              <a:path w="356870">
                <a:moveTo>
                  <a:pt x="0" y="0"/>
                </a:moveTo>
                <a:lnTo>
                  <a:pt x="356814" y="0"/>
                </a:lnTo>
              </a:path>
            </a:pathLst>
          </a:custGeom>
          <a:ln w="9544">
            <a:solidFill>
              <a:srgbClr val="000000"/>
            </a:solidFill>
          </a:ln>
        </p:spPr>
        <p:txBody>
          <a:bodyPr wrap="square" lIns="0" tIns="0" rIns="0" bIns="0" rtlCol="0"/>
          <a:lstStyle/>
          <a:p>
            <a:endParaRPr/>
          </a:p>
        </p:txBody>
      </p:sp>
      <p:sp>
        <p:nvSpPr>
          <p:cNvPr id="96" name="object 96"/>
          <p:cNvSpPr txBox="1"/>
          <p:nvPr/>
        </p:nvSpPr>
        <p:spPr>
          <a:xfrm>
            <a:off x="8396896" y="3105073"/>
            <a:ext cx="403225" cy="562610"/>
          </a:xfrm>
          <a:prstGeom prst="rect">
            <a:avLst/>
          </a:prstGeom>
        </p:spPr>
        <p:txBody>
          <a:bodyPr vert="horz" wrap="square" lIns="0" tIns="12700" rIns="0" bIns="0" rtlCol="0">
            <a:spAutoFit/>
          </a:bodyPr>
          <a:lstStyle/>
          <a:p>
            <a:pPr algn="ctr">
              <a:lnSpc>
                <a:spcPts val="211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a:p>
            <a:pPr marL="16510" algn="ctr">
              <a:lnSpc>
                <a:spcPts val="2110"/>
              </a:lnSpc>
            </a:pPr>
            <a:r>
              <a:rPr sz="1800" dirty="0">
                <a:latin typeface="Times New Roman"/>
                <a:cs typeface="Times New Roman"/>
              </a:rPr>
              <a:t>2</a:t>
            </a:r>
            <a:endParaRPr sz="1800">
              <a:latin typeface="Times New Roman"/>
              <a:cs typeface="Times New Roman"/>
            </a:endParaRPr>
          </a:p>
        </p:txBody>
      </p:sp>
      <p:sp>
        <p:nvSpPr>
          <p:cNvPr id="97" name="object 97"/>
          <p:cNvSpPr txBox="1"/>
          <p:nvPr/>
        </p:nvSpPr>
        <p:spPr>
          <a:xfrm>
            <a:off x="5832424" y="5196090"/>
            <a:ext cx="378460" cy="300355"/>
          </a:xfrm>
          <a:prstGeom prst="rect">
            <a:avLst/>
          </a:prstGeom>
        </p:spPr>
        <p:txBody>
          <a:bodyPr vert="horz" wrap="square" lIns="0" tIns="12700" rIns="0" bIns="0" rtlCol="0">
            <a:spAutoFit/>
          </a:bodyPr>
          <a:lstStyle/>
          <a:p>
            <a:pPr marL="38100">
              <a:lnSpc>
                <a:spcPct val="10000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p:txBody>
      </p:sp>
      <p:sp>
        <p:nvSpPr>
          <p:cNvPr id="98" name="object 98"/>
          <p:cNvSpPr/>
          <p:nvPr/>
        </p:nvSpPr>
        <p:spPr>
          <a:xfrm>
            <a:off x="8417143" y="5433638"/>
            <a:ext cx="356870" cy="0"/>
          </a:xfrm>
          <a:custGeom>
            <a:avLst/>
            <a:gdLst/>
            <a:ahLst/>
            <a:cxnLst/>
            <a:rect l="l" t="t" r="r" b="b"/>
            <a:pathLst>
              <a:path w="356870">
                <a:moveTo>
                  <a:pt x="0" y="0"/>
                </a:moveTo>
                <a:lnTo>
                  <a:pt x="356814" y="0"/>
                </a:lnTo>
              </a:path>
            </a:pathLst>
          </a:custGeom>
          <a:ln w="9544">
            <a:solidFill>
              <a:srgbClr val="000000"/>
            </a:solidFill>
          </a:ln>
        </p:spPr>
        <p:txBody>
          <a:bodyPr wrap="square" lIns="0" tIns="0" rIns="0" bIns="0" rtlCol="0"/>
          <a:lstStyle/>
          <a:p>
            <a:endParaRPr/>
          </a:p>
        </p:txBody>
      </p:sp>
      <p:sp>
        <p:nvSpPr>
          <p:cNvPr id="99" name="object 99"/>
          <p:cNvSpPr txBox="1"/>
          <p:nvPr/>
        </p:nvSpPr>
        <p:spPr>
          <a:xfrm>
            <a:off x="8529408" y="5425911"/>
            <a:ext cx="14033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2</a:t>
            </a:r>
            <a:endParaRPr sz="1800">
              <a:latin typeface="Times New Roman"/>
              <a:cs typeface="Times New Roman"/>
            </a:endParaRPr>
          </a:p>
        </p:txBody>
      </p:sp>
      <p:sp>
        <p:nvSpPr>
          <p:cNvPr id="100" name="object 100"/>
          <p:cNvSpPr txBox="1"/>
          <p:nvPr/>
        </p:nvSpPr>
        <p:spPr>
          <a:xfrm>
            <a:off x="8401811" y="5163858"/>
            <a:ext cx="378460" cy="300355"/>
          </a:xfrm>
          <a:prstGeom prst="rect">
            <a:avLst/>
          </a:prstGeom>
        </p:spPr>
        <p:txBody>
          <a:bodyPr vert="horz" wrap="square" lIns="0" tIns="12700" rIns="0" bIns="0" rtlCol="0">
            <a:spAutoFit/>
          </a:bodyPr>
          <a:lstStyle/>
          <a:p>
            <a:pPr marL="38100">
              <a:lnSpc>
                <a:spcPct val="100000"/>
              </a:lnSpc>
              <a:spcBef>
                <a:spcPts val="100"/>
              </a:spcBef>
            </a:pPr>
            <a:r>
              <a:rPr sz="2700" i="1" spc="-7" baseline="13888" dirty="0">
                <a:latin typeface="Times New Roman"/>
                <a:cs typeface="Times New Roman"/>
              </a:rPr>
              <a:t>E</a:t>
            </a:r>
            <a:r>
              <a:rPr sz="1350" i="1" spc="-5" dirty="0">
                <a:latin typeface="Times New Roman"/>
                <a:cs typeface="Times New Roman"/>
              </a:rPr>
              <a:t>dc</a:t>
            </a:r>
            <a:endParaRPr sz="1350">
              <a:latin typeface="Times New Roman"/>
              <a:cs typeface="Times New Roman"/>
            </a:endParaRPr>
          </a:p>
        </p:txBody>
      </p:sp>
      <p:grpSp>
        <p:nvGrpSpPr>
          <p:cNvPr id="101" name="object 101"/>
          <p:cNvGrpSpPr/>
          <p:nvPr/>
        </p:nvGrpSpPr>
        <p:grpSpPr>
          <a:xfrm>
            <a:off x="7912607" y="5312664"/>
            <a:ext cx="455930" cy="235585"/>
            <a:chOff x="7912607" y="5312664"/>
            <a:chExt cx="455930" cy="235585"/>
          </a:xfrm>
        </p:grpSpPr>
        <p:sp>
          <p:nvSpPr>
            <p:cNvPr id="102" name="object 102"/>
            <p:cNvSpPr/>
            <p:nvPr/>
          </p:nvSpPr>
          <p:spPr>
            <a:xfrm>
              <a:off x="8014715" y="5312664"/>
              <a:ext cx="353567" cy="235457"/>
            </a:xfrm>
            <a:prstGeom prst="rect">
              <a:avLst/>
            </a:prstGeom>
            <a:blipFill>
              <a:blip r:embed="rId15" cstate="print"/>
              <a:stretch>
                <a:fillRect/>
              </a:stretch>
            </a:blipFill>
          </p:spPr>
          <p:txBody>
            <a:bodyPr wrap="square" lIns="0" tIns="0" rIns="0" bIns="0" rtlCol="0"/>
            <a:lstStyle/>
            <a:p>
              <a:endParaRPr/>
            </a:p>
          </p:txBody>
        </p:sp>
        <p:sp>
          <p:nvSpPr>
            <p:cNvPr id="103" name="object 103"/>
            <p:cNvSpPr/>
            <p:nvPr/>
          </p:nvSpPr>
          <p:spPr>
            <a:xfrm>
              <a:off x="7912607" y="5323331"/>
              <a:ext cx="292735" cy="0"/>
            </a:xfrm>
            <a:custGeom>
              <a:avLst/>
              <a:gdLst/>
              <a:ahLst/>
              <a:cxnLst/>
              <a:rect l="l" t="t" r="r" b="b"/>
              <a:pathLst>
                <a:path w="292734">
                  <a:moveTo>
                    <a:pt x="0" y="0"/>
                  </a:moveTo>
                  <a:lnTo>
                    <a:pt x="292607" y="0"/>
                  </a:lnTo>
                </a:path>
              </a:pathLst>
            </a:custGeom>
            <a:ln w="13715">
              <a:solidFill>
                <a:srgbClr val="666666"/>
              </a:solidFill>
            </a:ln>
          </p:spPr>
          <p:txBody>
            <a:bodyPr wrap="square" lIns="0" tIns="0" rIns="0" bIns="0" rtlCol="0"/>
            <a:lstStyle/>
            <a:p>
              <a:endParaRPr/>
            </a:p>
          </p:txBody>
        </p:sp>
      </p:grpSp>
      <p:graphicFrame>
        <p:nvGraphicFramePr>
          <p:cNvPr id="104" name="object 104"/>
          <p:cNvGraphicFramePr>
            <a:graphicFrameLocks noGrp="1"/>
          </p:cNvGraphicFramePr>
          <p:nvPr/>
        </p:nvGraphicFramePr>
        <p:xfrm>
          <a:off x="512063" y="3653027"/>
          <a:ext cx="3844924" cy="2826125"/>
        </p:xfrm>
        <a:graphic>
          <a:graphicData uri="http://schemas.openxmlformats.org/drawingml/2006/table">
            <a:tbl>
              <a:tblPr firstRow="1" bandRow="1">
                <a:tableStyleId>{2D5ABB26-0587-4C30-8999-92F81FD0307C}</a:tableStyleId>
              </a:tblPr>
              <a:tblGrid>
                <a:gridCol w="1164590"/>
                <a:gridCol w="1155699"/>
                <a:gridCol w="1524635"/>
              </a:tblGrid>
              <a:tr h="592835">
                <a:tc>
                  <a:txBody>
                    <a:bodyPr/>
                    <a:lstStyle/>
                    <a:p>
                      <a:pPr algn="ctr">
                        <a:lnSpc>
                          <a:spcPct val="100000"/>
                        </a:lnSpc>
                        <a:spcBef>
                          <a:spcPts val="1265"/>
                        </a:spcBef>
                      </a:pPr>
                      <a:r>
                        <a:rPr sz="1600" b="1" spc="-15" dirty="0">
                          <a:solidFill>
                            <a:srgbClr val="FFFFFF"/>
                          </a:solidFill>
                          <a:latin typeface="Carlito"/>
                          <a:cs typeface="Carlito"/>
                        </a:rPr>
                        <a:t>Interval</a:t>
                      </a:r>
                      <a:endParaRPr sz="1600">
                        <a:latin typeface="Carlito"/>
                        <a:cs typeface="Carlito"/>
                      </a:endParaRPr>
                    </a:p>
                  </a:txBody>
                  <a:tcPr marL="0" marR="0" marT="160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48312"/>
                    </a:solidFill>
                  </a:tcPr>
                </a:tc>
                <a:tc>
                  <a:txBody>
                    <a:bodyPr/>
                    <a:lstStyle/>
                    <a:p>
                      <a:pPr marL="294005" marR="182880" indent="-105410">
                        <a:lnSpc>
                          <a:spcPct val="100000"/>
                        </a:lnSpc>
                        <a:spcBef>
                          <a:spcPts val="245"/>
                        </a:spcBef>
                      </a:pPr>
                      <a:r>
                        <a:rPr sz="1600" b="1" spc="-10" dirty="0">
                          <a:solidFill>
                            <a:srgbClr val="FFFFFF"/>
                          </a:solidFill>
                          <a:latin typeface="Carlito"/>
                          <a:cs typeface="Carlito"/>
                        </a:rPr>
                        <a:t>I</a:t>
                      </a:r>
                      <a:r>
                        <a:rPr sz="1600" b="1" dirty="0">
                          <a:solidFill>
                            <a:srgbClr val="FFFFFF"/>
                          </a:solidFill>
                          <a:latin typeface="Carlito"/>
                          <a:cs typeface="Carlito"/>
                        </a:rPr>
                        <a:t>n</a:t>
                      </a:r>
                      <a:r>
                        <a:rPr sz="1600" b="1" spc="-15" dirty="0">
                          <a:solidFill>
                            <a:srgbClr val="FFFFFF"/>
                          </a:solidFill>
                          <a:latin typeface="Carlito"/>
                          <a:cs typeface="Carlito"/>
                        </a:rPr>
                        <a:t>c</a:t>
                      </a:r>
                      <a:r>
                        <a:rPr sz="1600" b="1" dirty="0">
                          <a:solidFill>
                            <a:srgbClr val="FFFFFF"/>
                          </a:solidFill>
                          <a:latin typeface="Carlito"/>
                          <a:cs typeface="Carlito"/>
                        </a:rPr>
                        <a:t>om</a:t>
                      </a:r>
                      <a:r>
                        <a:rPr sz="1600" b="1" spc="5" dirty="0">
                          <a:solidFill>
                            <a:srgbClr val="FFFFFF"/>
                          </a:solidFill>
                          <a:latin typeface="Carlito"/>
                          <a:cs typeface="Carlito"/>
                        </a:rPr>
                        <a:t>i</a:t>
                      </a:r>
                      <a:r>
                        <a:rPr sz="1600" b="1" dirty="0">
                          <a:solidFill>
                            <a:srgbClr val="FFFFFF"/>
                          </a:solidFill>
                          <a:latin typeface="Carlito"/>
                          <a:cs typeface="Carlito"/>
                        </a:rPr>
                        <a:t>ng  </a:t>
                      </a:r>
                      <a:r>
                        <a:rPr sz="1600" b="1" spc="-10" dirty="0">
                          <a:solidFill>
                            <a:srgbClr val="FFFFFF"/>
                          </a:solidFill>
                          <a:latin typeface="Carlito"/>
                          <a:cs typeface="Carlito"/>
                        </a:rPr>
                        <a:t>Device</a:t>
                      </a:r>
                      <a:endParaRPr sz="16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48312"/>
                    </a:solidFill>
                  </a:tcPr>
                </a:tc>
                <a:tc>
                  <a:txBody>
                    <a:bodyPr/>
                    <a:lstStyle/>
                    <a:p>
                      <a:pPr marL="438784" marR="279400" indent="-154305">
                        <a:lnSpc>
                          <a:spcPct val="100000"/>
                        </a:lnSpc>
                        <a:spcBef>
                          <a:spcPts val="245"/>
                        </a:spcBef>
                      </a:pPr>
                      <a:r>
                        <a:rPr sz="1600" b="1" spc="-5" dirty="0">
                          <a:solidFill>
                            <a:srgbClr val="FFFFFF"/>
                          </a:solidFill>
                          <a:latin typeface="Carlito"/>
                          <a:cs typeface="Carlito"/>
                        </a:rPr>
                        <a:t>Con</a:t>
                      </a:r>
                      <a:r>
                        <a:rPr sz="1600" b="1" spc="-10" dirty="0">
                          <a:solidFill>
                            <a:srgbClr val="FFFFFF"/>
                          </a:solidFill>
                          <a:latin typeface="Carlito"/>
                          <a:cs typeface="Carlito"/>
                        </a:rPr>
                        <a:t>d</a:t>
                      </a:r>
                      <a:r>
                        <a:rPr sz="1600" b="1" dirty="0">
                          <a:solidFill>
                            <a:srgbClr val="FFFFFF"/>
                          </a:solidFill>
                          <a:latin typeface="Carlito"/>
                          <a:cs typeface="Carlito"/>
                        </a:rPr>
                        <a:t>ucting  </a:t>
                      </a:r>
                      <a:r>
                        <a:rPr sz="1600" b="1" spc="-10" dirty="0">
                          <a:solidFill>
                            <a:srgbClr val="FFFFFF"/>
                          </a:solidFill>
                          <a:latin typeface="Carlito"/>
                          <a:cs typeface="Carlito"/>
                        </a:rPr>
                        <a:t>Devices</a:t>
                      </a:r>
                      <a:endParaRPr sz="16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48312"/>
                    </a:solidFill>
                  </a:tcPr>
                </a:tc>
              </a:tr>
              <a:tr h="344423">
                <a:tc>
                  <a:txBody>
                    <a:bodyPr/>
                    <a:lstStyle/>
                    <a:p>
                      <a:pPr algn="ctr">
                        <a:lnSpc>
                          <a:spcPct val="100000"/>
                        </a:lnSpc>
                        <a:spcBef>
                          <a:spcPts val="259"/>
                        </a:spcBef>
                      </a:pPr>
                      <a:r>
                        <a:rPr sz="1600" dirty="0">
                          <a:latin typeface="Carlito"/>
                          <a:cs typeface="Carlito"/>
                        </a:rPr>
                        <a:t>1</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5D9CC"/>
                    </a:solidFill>
                  </a:tcPr>
                </a:tc>
                <a:tc>
                  <a:txBody>
                    <a:bodyPr/>
                    <a:lstStyle/>
                    <a:p>
                      <a:pPr algn="ctr">
                        <a:lnSpc>
                          <a:spcPct val="100000"/>
                        </a:lnSpc>
                        <a:spcBef>
                          <a:spcPts val="259"/>
                        </a:spcBef>
                      </a:pPr>
                      <a:r>
                        <a:rPr sz="1600" spc="-10" dirty="0">
                          <a:latin typeface="Carlito"/>
                          <a:cs typeface="Carlito"/>
                        </a:rPr>
                        <a:t>S1</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5D9CC"/>
                    </a:solidFill>
                  </a:tcPr>
                </a:tc>
                <a:tc>
                  <a:txBody>
                    <a:bodyPr/>
                    <a:lstStyle/>
                    <a:p>
                      <a:pPr marL="633730">
                        <a:lnSpc>
                          <a:spcPct val="100000"/>
                        </a:lnSpc>
                        <a:spcBef>
                          <a:spcPts val="259"/>
                        </a:spcBef>
                      </a:pPr>
                      <a:r>
                        <a:rPr sz="1600" spc="-5" dirty="0">
                          <a:latin typeface="Carlito"/>
                          <a:cs typeface="Carlito"/>
                        </a:rPr>
                        <a:t>6,1</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5D9CC"/>
                    </a:solidFill>
                  </a:tcPr>
                </a:tc>
              </a:tr>
              <a:tr h="344423">
                <a:tc>
                  <a:txBody>
                    <a:bodyPr/>
                    <a:lstStyle/>
                    <a:p>
                      <a:pPr algn="ctr">
                        <a:lnSpc>
                          <a:spcPct val="100000"/>
                        </a:lnSpc>
                        <a:spcBef>
                          <a:spcPts val="260"/>
                        </a:spcBef>
                      </a:pPr>
                      <a:r>
                        <a:rPr sz="1600" dirty="0">
                          <a:latin typeface="Carlito"/>
                          <a:cs typeface="Carlito"/>
                        </a:rPr>
                        <a:t>2</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algn="ctr">
                        <a:lnSpc>
                          <a:spcPct val="100000"/>
                        </a:lnSpc>
                        <a:spcBef>
                          <a:spcPts val="260"/>
                        </a:spcBef>
                      </a:pPr>
                      <a:r>
                        <a:rPr sz="1600" spc="-10" dirty="0">
                          <a:latin typeface="Carlito"/>
                          <a:cs typeface="Carlito"/>
                        </a:rPr>
                        <a:t>S1</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marL="633730">
                        <a:lnSpc>
                          <a:spcPct val="100000"/>
                        </a:lnSpc>
                        <a:spcBef>
                          <a:spcPts val="260"/>
                        </a:spcBef>
                      </a:pPr>
                      <a:r>
                        <a:rPr sz="1600" spc="-5" dirty="0">
                          <a:latin typeface="Carlito"/>
                          <a:cs typeface="Carlito"/>
                        </a:rPr>
                        <a:t>1,2</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r>
              <a:tr h="342899">
                <a:tc>
                  <a:txBody>
                    <a:bodyPr/>
                    <a:lstStyle/>
                    <a:p>
                      <a:pPr algn="ctr">
                        <a:lnSpc>
                          <a:spcPct val="100000"/>
                        </a:lnSpc>
                        <a:spcBef>
                          <a:spcPts val="245"/>
                        </a:spcBef>
                      </a:pPr>
                      <a:r>
                        <a:rPr sz="1600" dirty="0">
                          <a:latin typeface="Carlito"/>
                          <a:cs typeface="Carlito"/>
                        </a:rPr>
                        <a:t>3</a:t>
                      </a:r>
                      <a:endParaRPr sz="16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c>
                  <a:txBody>
                    <a:bodyPr/>
                    <a:lstStyle/>
                    <a:p>
                      <a:pPr algn="ctr">
                        <a:lnSpc>
                          <a:spcPct val="100000"/>
                        </a:lnSpc>
                        <a:spcBef>
                          <a:spcPts val="245"/>
                        </a:spcBef>
                      </a:pPr>
                      <a:r>
                        <a:rPr sz="1600" spc="-10" dirty="0">
                          <a:latin typeface="Carlito"/>
                          <a:cs typeface="Carlito"/>
                        </a:rPr>
                        <a:t>S3</a:t>
                      </a:r>
                      <a:endParaRPr sz="16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c>
                  <a:txBody>
                    <a:bodyPr/>
                    <a:lstStyle/>
                    <a:p>
                      <a:pPr marL="633730">
                        <a:lnSpc>
                          <a:spcPct val="100000"/>
                        </a:lnSpc>
                        <a:spcBef>
                          <a:spcPts val="245"/>
                        </a:spcBef>
                      </a:pPr>
                      <a:r>
                        <a:rPr sz="1600" spc="-5" dirty="0">
                          <a:latin typeface="Carlito"/>
                          <a:cs typeface="Carlito"/>
                        </a:rPr>
                        <a:t>2,3</a:t>
                      </a:r>
                      <a:endParaRPr sz="16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r>
              <a:tr h="344423">
                <a:tc>
                  <a:txBody>
                    <a:bodyPr/>
                    <a:lstStyle/>
                    <a:p>
                      <a:pPr algn="ctr">
                        <a:lnSpc>
                          <a:spcPct val="100000"/>
                        </a:lnSpc>
                        <a:spcBef>
                          <a:spcPts val="259"/>
                        </a:spcBef>
                      </a:pPr>
                      <a:r>
                        <a:rPr sz="1600" dirty="0">
                          <a:latin typeface="Carlito"/>
                          <a:cs typeface="Carlito"/>
                        </a:rPr>
                        <a:t>4</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algn="ctr">
                        <a:lnSpc>
                          <a:spcPct val="100000"/>
                        </a:lnSpc>
                        <a:spcBef>
                          <a:spcPts val="259"/>
                        </a:spcBef>
                      </a:pPr>
                      <a:r>
                        <a:rPr sz="1600" spc="-10" dirty="0">
                          <a:latin typeface="Carlito"/>
                          <a:cs typeface="Carlito"/>
                        </a:rPr>
                        <a:t>S4</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marL="633730">
                        <a:lnSpc>
                          <a:spcPct val="100000"/>
                        </a:lnSpc>
                        <a:spcBef>
                          <a:spcPts val="259"/>
                        </a:spcBef>
                      </a:pPr>
                      <a:r>
                        <a:rPr sz="1600" spc="-5" dirty="0">
                          <a:latin typeface="Carlito"/>
                          <a:cs typeface="Carlito"/>
                        </a:rPr>
                        <a:t>3,4</a:t>
                      </a:r>
                      <a:endParaRPr sz="1600">
                        <a:latin typeface="Carlito"/>
                        <a:cs typeface="Carlito"/>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r>
              <a:tr h="344423">
                <a:tc>
                  <a:txBody>
                    <a:bodyPr/>
                    <a:lstStyle/>
                    <a:p>
                      <a:pPr algn="ctr">
                        <a:lnSpc>
                          <a:spcPct val="100000"/>
                        </a:lnSpc>
                        <a:spcBef>
                          <a:spcPts val="245"/>
                        </a:spcBef>
                      </a:pPr>
                      <a:r>
                        <a:rPr sz="1600" dirty="0">
                          <a:latin typeface="Carlito"/>
                          <a:cs typeface="Carlito"/>
                        </a:rPr>
                        <a:t>5</a:t>
                      </a:r>
                      <a:endParaRPr sz="16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c>
                  <a:txBody>
                    <a:bodyPr/>
                    <a:lstStyle/>
                    <a:p>
                      <a:pPr algn="ctr">
                        <a:lnSpc>
                          <a:spcPct val="100000"/>
                        </a:lnSpc>
                        <a:spcBef>
                          <a:spcPts val="245"/>
                        </a:spcBef>
                      </a:pPr>
                      <a:r>
                        <a:rPr sz="1600" spc="-10" dirty="0">
                          <a:latin typeface="Carlito"/>
                          <a:cs typeface="Carlito"/>
                        </a:rPr>
                        <a:t>S5</a:t>
                      </a:r>
                      <a:endParaRPr sz="16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c>
                  <a:txBody>
                    <a:bodyPr/>
                    <a:lstStyle/>
                    <a:p>
                      <a:pPr marL="633730">
                        <a:lnSpc>
                          <a:spcPct val="100000"/>
                        </a:lnSpc>
                        <a:spcBef>
                          <a:spcPts val="245"/>
                        </a:spcBef>
                      </a:pPr>
                      <a:r>
                        <a:rPr sz="1600" spc="-5" dirty="0">
                          <a:latin typeface="Carlito"/>
                          <a:cs typeface="Carlito"/>
                        </a:rPr>
                        <a:t>4,5</a:t>
                      </a:r>
                      <a:endParaRPr sz="16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D9CC"/>
                    </a:solidFill>
                  </a:tcPr>
                </a:tc>
              </a:tr>
              <a:tr h="342899">
                <a:tc>
                  <a:txBody>
                    <a:bodyPr/>
                    <a:lstStyle/>
                    <a:p>
                      <a:pPr algn="ctr">
                        <a:lnSpc>
                          <a:spcPct val="100000"/>
                        </a:lnSpc>
                        <a:spcBef>
                          <a:spcPts val="245"/>
                        </a:spcBef>
                      </a:pPr>
                      <a:r>
                        <a:rPr sz="1600" dirty="0">
                          <a:latin typeface="Carlito"/>
                          <a:cs typeface="Carlito"/>
                        </a:rPr>
                        <a:t>6</a:t>
                      </a:r>
                      <a:endParaRPr sz="16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algn="ctr">
                        <a:lnSpc>
                          <a:spcPct val="100000"/>
                        </a:lnSpc>
                        <a:spcBef>
                          <a:spcPts val="245"/>
                        </a:spcBef>
                      </a:pPr>
                      <a:r>
                        <a:rPr sz="1600" spc="-10" dirty="0">
                          <a:latin typeface="Carlito"/>
                          <a:cs typeface="Carlito"/>
                        </a:rPr>
                        <a:t>S6</a:t>
                      </a:r>
                      <a:endParaRPr sz="16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c>
                  <a:txBody>
                    <a:bodyPr/>
                    <a:lstStyle/>
                    <a:p>
                      <a:pPr marL="633730">
                        <a:lnSpc>
                          <a:spcPct val="100000"/>
                        </a:lnSpc>
                        <a:spcBef>
                          <a:spcPts val="245"/>
                        </a:spcBef>
                      </a:pPr>
                      <a:r>
                        <a:rPr sz="1600" spc="-5" dirty="0">
                          <a:latin typeface="Carlito"/>
                          <a:cs typeface="Carlito"/>
                        </a:rPr>
                        <a:t>5,6</a:t>
                      </a:r>
                      <a:endParaRPr sz="16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AEDE7"/>
                    </a:solidFill>
                  </a:tcPr>
                </a:tc>
              </a:tr>
            </a:tbl>
          </a:graphicData>
        </a:graphic>
      </p:graphicFrame>
      <p:pic>
        <p:nvPicPr>
          <p:cNvPr id="7170" name="Picture 2"/>
          <p:cNvPicPr>
            <a:picLocks noChangeAspect="1" noChangeArrowheads="1"/>
          </p:cNvPicPr>
          <p:nvPr/>
        </p:nvPicPr>
        <p:blipFill>
          <a:blip r:embed="rId16"/>
          <a:srcRect/>
          <a:stretch>
            <a:fillRect/>
          </a:stretch>
        </p:blipFill>
        <p:spPr bwMode="auto">
          <a:xfrm>
            <a:off x="228600" y="1371600"/>
            <a:ext cx="4278189" cy="19192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6261100" cy="574040"/>
          </a:xfrm>
          <a:prstGeom prst="rect">
            <a:avLst/>
          </a:prstGeom>
        </p:spPr>
        <p:txBody>
          <a:bodyPr vert="horz" wrap="square" lIns="0" tIns="12700" rIns="0" bIns="0" rtlCol="0">
            <a:spAutoFit/>
          </a:bodyPr>
          <a:lstStyle/>
          <a:p>
            <a:pPr marL="12700">
              <a:lnSpc>
                <a:spcPct val="100000"/>
              </a:lnSpc>
              <a:spcBef>
                <a:spcPts val="100"/>
              </a:spcBef>
            </a:pPr>
            <a:r>
              <a:rPr sz="3600" spc="-360" dirty="0">
                <a:solidFill>
                  <a:srgbClr val="002060"/>
                </a:solidFill>
              </a:rPr>
              <a:t>Features </a:t>
            </a:r>
            <a:r>
              <a:rPr sz="3600" spc="-245" dirty="0">
                <a:solidFill>
                  <a:srgbClr val="002060"/>
                </a:solidFill>
              </a:rPr>
              <a:t>of </a:t>
            </a:r>
            <a:r>
              <a:rPr sz="3600" spc="-335" dirty="0">
                <a:solidFill>
                  <a:srgbClr val="002060"/>
                </a:solidFill>
              </a:rPr>
              <a:t>120 </a:t>
            </a:r>
            <a:r>
              <a:rPr sz="3600" spc="-325">
                <a:solidFill>
                  <a:srgbClr val="002060"/>
                </a:solidFill>
              </a:rPr>
              <a:t>degree</a:t>
            </a:r>
            <a:r>
              <a:rPr sz="3600" spc="-875">
                <a:solidFill>
                  <a:srgbClr val="002060"/>
                </a:solidFill>
              </a:rPr>
              <a:t> </a:t>
            </a:r>
            <a:r>
              <a:rPr lang="en-US" sz="3600" spc="-875" dirty="0" smtClean="0">
                <a:solidFill>
                  <a:srgbClr val="002060"/>
                </a:solidFill>
              </a:rPr>
              <a:t> </a:t>
            </a:r>
            <a:r>
              <a:rPr sz="3600" spc="-325" smtClean="0">
                <a:solidFill>
                  <a:srgbClr val="002060"/>
                </a:solidFill>
              </a:rPr>
              <a:t>conduction</a:t>
            </a:r>
            <a:endParaRPr sz="3600"/>
          </a:p>
        </p:txBody>
      </p:sp>
      <p:sp>
        <p:nvSpPr>
          <p:cNvPr id="4" name="object 4"/>
          <p:cNvSpPr txBox="1"/>
          <p:nvPr/>
        </p:nvSpPr>
        <p:spPr>
          <a:xfrm>
            <a:off x="810259" y="1562201"/>
            <a:ext cx="5095875" cy="2832735"/>
          </a:xfrm>
          <a:prstGeom prst="rect">
            <a:avLst/>
          </a:prstGeom>
        </p:spPr>
        <p:txBody>
          <a:bodyPr vert="horz" wrap="square" lIns="0" tIns="158750" rIns="0" bIns="0" rtlCol="0">
            <a:spAutoFit/>
          </a:bodyPr>
          <a:lstStyle/>
          <a:p>
            <a:pPr marL="283845" indent="-271780">
              <a:lnSpc>
                <a:spcPct val="100000"/>
              </a:lnSpc>
              <a:spcBef>
                <a:spcPts val="1250"/>
              </a:spcBef>
              <a:buClr>
                <a:srgbClr val="E48312"/>
              </a:buClr>
              <a:buSzPct val="75000"/>
              <a:buFont typeface="Wingdings"/>
              <a:buChar char=""/>
              <a:tabLst>
                <a:tab pos="284480" algn="l"/>
              </a:tabLst>
            </a:pPr>
            <a:r>
              <a:rPr sz="2000" dirty="0">
                <a:solidFill>
                  <a:srgbClr val="404040"/>
                </a:solidFill>
                <a:latin typeface="Carlito"/>
                <a:cs typeface="Carlito"/>
              </a:rPr>
              <a:t>Conduction </a:t>
            </a:r>
            <a:r>
              <a:rPr sz="2000" spc="-5" dirty="0">
                <a:solidFill>
                  <a:srgbClr val="404040"/>
                </a:solidFill>
                <a:latin typeface="Carlito"/>
                <a:cs typeface="Carlito"/>
              </a:rPr>
              <a:t>period </a:t>
            </a:r>
            <a:r>
              <a:rPr sz="2000" spc="-15" dirty="0">
                <a:solidFill>
                  <a:srgbClr val="404040"/>
                </a:solidFill>
                <a:latin typeface="Carlito"/>
                <a:cs typeface="Carlito"/>
              </a:rPr>
              <a:t>for </a:t>
            </a:r>
            <a:r>
              <a:rPr sz="2000" dirty="0">
                <a:solidFill>
                  <a:srgbClr val="404040"/>
                </a:solidFill>
                <a:latin typeface="Carlito"/>
                <a:cs typeface="Carlito"/>
              </a:rPr>
              <a:t>each </a:t>
            </a:r>
            <a:r>
              <a:rPr sz="2000" spc="-10" dirty="0">
                <a:solidFill>
                  <a:srgbClr val="404040"/>
                </a:solidFill>
                <a:latin typeface="Carlito"/>
                <a:cs typeface="Carlito"/>
              </a:rPr>
              <a:t>switch </a:t>
            </a:r>
            <a:r>
              <a:rPr sz="2000" spc="-5" dirty="0">
                <a:solidFill>
                  <a:srgbClr val="404040"/>
                </a:solidFill>
                <a:latin typeface="Carlito"/>
                <a:cs typeface="Carlito"/>
              </a:rPr>
              <a:t>is only</a:t>
            </a:r>
            <a:r>
              <a:rPr sz="2000" spc="-65" dirty="0">
                <a:solidFill>
                  <a:srgbClr val="404040"/>
                </a:solidFill>
                <a:latin typeface="Carlito"/>
                <a:cs typeface="Carlito"/>
              </a:rPr>
              <a:t> </a:t>
            </a:r>
            <a:r>
              <a:rPr sz="2000" spc="5" dirty="0">
                <a:solidFill>
                  <a:srgbClr val="404040"/>
                </a:solidFill>
                <a:latin typeface="Carlito"/>
                <a:cs typeface="Carlito"/>
              </a:rPr>
              <a:t>120</a:t>
            </a:r>
            <a:r>
              <a:rPr sz="2000" spc="5" dirty="0">
                <a:solidFill>
                  <a:srgbClr val="404040"/>
                </a:solidFill>
                <a:latin typeface="Times New Roman"/>
                <a:cs typeface="Times New Roman"/>
              </a:rPr>
              <a:t>°</a:t>
            </a:r>
            <a:endParaRPr sz="2000">
              <a:latin typeface="Times New Roman"/>
              <a:cs typeface="Times New Roman"/>
            </a:endParaRPr>
          </a:p>
          <a:p>
            <a:pPr marL="283845" indent="-271780">
              <a:lnSpc>
                <a:spcPct val="100000"/>
              </a:lnSpc>
              <a:spcBef>
                <a:spcPts val="1150"/>
              </a:spcBef>
              <a:buClr>
                <a:srgbClr val="E48312"/>
              </a:buClr>
              <a:buSzPct val="75000"/>
              <a:buFont typeface="Wingdings"/>
              <a:buChar char=""/>
              <a:tabLst>
                <a:tab pos="284480" algn="l"/>
              </a:tabLst>
            </a:pPr>
            <a:r>
              <a:rPr sz="2000" dirty="0">
                <a:solidFill>
                  <a:srgbClr val="404040"/>
                </a:solidFill>
                <a:latin typeface="Carlito"/>
                <a:cs typeface="Carlito"/>
              </a:rPr>
              <a:t>Only </a:t>
            </a:r>
            <a:r>
              <a:rPr sz="2000" spc="-10" dirty="0">
                <a:solidFill>
                  <a:srgbClr val="404040"/>
                </a:solidFill>
                <a:latin typeface="Carlito"/>
                <a:cs typeface="Carlito"/>
              </a:rPr>
              <a:t>two </a:t>
            </a:r>
            <a:r>
              <a:rPr sz="2000" spc="-5" dirty="0">
                <a:solidFill>
                  <a:srgbClr val="404040"/>
                </a:solidFill>
                <a:latin typeface="Carlito"/>
                <a:cs typeface="Carlito"/>
              </a:rPr>
              <a:t>switches conduct </a:t>
            </a:r>
            <a:r>
              <a:rPr sz="2000" spc="-15" dirty="0">
                <a:solidFill>
                  <a:srgbClr val="404040"/>
                </a:solidFill>
                <a:latin typeface="Carlito"/>
                <a:cs typeface="Carlito"/>
              </a:rPr>
              <a:t>at </a:t>
            </a:r>
            <a:r>
              <a:rPr sz="2000" dirty="0">
                <a:solidFill>
                  <a:srgbClr val="404040"/>
                </a:solidFill>
                <a:latin typeface="Carlito"/>
                <a:cs typeface="Carlito"/>
              </a:rPr>
              <a:t>a</a:t>
            </a:r>
            <a:r>
              <a:rPr sz="2000" spc="-20" dirty="0">
                <a:solidFill>
                  <a:srgbClr val="404040"/>
                </a:solidFill>
                <a:latin typeface="Carlito"/>
                <a:cs typeface="Carlito"/>
              </a:rPr>
              <a:t> </a:t>
            </a:r>
            <a:r>
              <a:rPr sz="2000" spc="-5" dirty="0">
                <a:solidFill>
                  <a:srgbClr val="404040"/>
                </a:solidFill>
                <a:latin typeface="Carlito"/>
                <a:cs typeface="Carlito"/>
              </a:rPr>
              <a:t>time</a:t>
            </a:r>
            <a:endParaRPr sz="2000">
              <a:latin typeface="Carlito"/>
              <a:cs typeface="Carlito"/>
            </a:endParaRPr>
          </a:p>
          <a:p>
            <a:pPr marL="283845" marR="278130" indent="-271780">
              <a:lnSpc>
                <a:spcPct val="90000"/>
              </a:lnSpc>
              <a:spcBef>
                <a:spcPts val="1395"/>
              </a:spcBef>
              <a:buClr>
                <a:srgbClr val="E48312"/>
              </a:buClr>
              <a:buSzPct val="75000"/>
              <a:buFont typeface="Wingdings"/>
              <a:buChar char=""/>
              <a:tabLst>
                <a:tab pos="284480" algn="l"/>
              </a:tabLst>
            </a:pPr>
            <a:r>
              <a:rPr sz="2000" spc="-40" dirty="0">
                <a:solidFill>
                  <a:srgbClr val="404040"/>
                </a:solidFill>
                <a:latin typeface="Carlito"/>
                <a:cs typeface="Carlito"/>
              </a:rPr>
              <a:t>Two </a:t>
            </a:r>
            <a:r>
              <a:rPr sz="2000" spc="-5" dirty="0">
                <a:solidFill>
                  <a:srgbClr val="404040"/>
                </a:solidFill>
                <a:latin typeface="Carlito"/>
                <a:cs typeface="Carlito"/>
              </a:rPr>
              <a:t>switches in </a:t>
            </a:r>
            <a:r>
              <a:rPr sz="2000" dirty="0">
                <a:solidFill>
                  <a:srgbClr val="404040"/>
                </a:solidFill>
                <a:latin typeface="Carlito"/>
                <a:cs typeface="Carlito"/>
              </a:rPr>
              <a:t>the </a:t>
            </a:r>
            <a:r>
              <a:rPr sz="2000" spc="-5" dirty="0">
                <a:solidFill>
                  <a:srgbClr val="404040"/>
                </a:solidFill>
                <a:latin typeface="Carlito"/>
                <a:cs typeface="Carlito"/>
              </a:rPr>
              <a:t>same leg of bridge </a:t>
            </a:r>
            <a:r>
              <a:rPr sz="2000" spc="-20" dirty="0">
                <a:solidFill>
                  <a:srgbClr val="404040"/>
                </a:solidFill>
                <a:latin typeface="Carlito"/>
                <a:cs typeface="Carlito"/>
              </a:rPr>
              <a:t>have  </a:t>
            </a:r>
            <a:r>
              <a:rPr sz="2000" spc="-10" dirty="0">
                <a:solidFill>
                  <a:srgbClr val="404040"/>
                </a:solidFill>
                <a:latin typeface="Carlito"/>
                <a:cs typeface="Carlito"/>
              </a:rPr>
              <a:t>inherent </a:t>
            </a:r>
            <a:r>
              <a:rPr sz="2000" dirty="0">
                <a:solidFill>
                  <a:srgbClr val="404040"/>
                </a:solidFill>
                <a:latin typeface="Carlito"/>
                <a:cs typeface="Carlito"/>
              </a:rPr>
              <a:t>dead band </a:t>
            </a:r>
            <a:r>
              <a:rPr sz="2000" spc="-5" dirty="0">
                <a:solidFill>
                  <a:srgbClr val="404040"/>
                </a:solidFill>
                <a:latin typeface="Carlito"/>
                <a:cs typeface="Carlito"/>
              </a:rPr>
              <a:t>of </a:t>
            </a:r>
            <a:r>
              <a:rPr sz="2000" dirty="0">
                <a:solidFill>
                  <a:srgbClr val="404040"/>
                </a:solidFill>
                <a:latin typeface="Carlito"/>
                <a:cs typeface="Carlito"/>
              </a:rPr>
              <a:t>60</a:t>
            </a:r>
            <a:r>
              <a:rPr sz="2000" dirty="0">
                <a:solidFill>
                  <a:srgbClr val="404040"/>
                </a:solidFill>
                <a:latin typeface="Times New Roman"/>
                <a:cs typeface="Times New Roman"/>
              </a:rPr>
              <a:t>° </a:t>
            </a:r>
            <a:r>
              <a:rPr sz="2000" dirty="0">
                <a:solidFill>
                  <a:srgbClr val="404040"/>
                </a:solidFill>
                <a:latin typeface="Carlito"/>
                <a:cs typeface="Carlito"/>
              </a:rPr>
              <a:t>and </a:t>
            </a:r>
            <a:r>
              <a:rPr sz="2000" spc="-5" dirty="0">
                <a:solidFill>
                  <a:srgbClr val="404040"/>
                </a:solidFill>
                <a:latin typeface="Carlito"/>
                <a:cs typeface="Carlito"/>
              </a:rPr>
              <a:t>there is no  possibility of </a:t>
            </a:r>
            <a:r>
              <a:rPr sz="2000" spc="-10" dirty="0">
                <a:solidFill>
                  <a:srgbClr val="404040"/>
                </a:solidFill>
                <a:latin typeface="Carlito"/>
                <a:cs typeface="Carlito"/>
              </a:rPr>
              <a:t>cross</a:t>
            </a:r>
            <a:r>
              <a:rPr sz="2000" spc="-5" dirty="0">
                <a:solidFill>
                  <a:srgbClr val="404040"/>
                </a:solidFill>
                <a:latin typeface="Carlito"/>
                <a:cs typeface="Carlito"/>
              </a:rPr>
              <a:t> </a:t>
            </a:r>
            <a:r>
              <a:rPr sz="2000" dirty="0">
                <a:solidFill>
                  <a:srgbClr val="404040"/>
                </a:solidFill>
                <a:latin typeface="Carlito"/>
                <a:cs typeface="Carlito"/>
              </a:rPr>
              <a:t>conduction</a:t>
            </a:r>
            <a:endParaRPr sz="2000">
              <a:latin typeface="Carlito"/>
              <a:cs typeface="Carlito"/>
            </a:endParaRPr>
          </a:p>
          <a:p>
            <a:pPr marL="283845" indent="-271780">
              <a:lnSpc>
                <a:spcPct val="100000"/>
              </a:lnSpc>
              <a:spcBef>
                <a:spcPts val="1165"/>
              </a:spcBef>
              <a:buClr>
                <a:srgbClr val="E48312"/>
              </a:buClr>
              <a:buSzPct val="75000"/>
              <a:buFont typeface="Wingdings"/>
              <a:buChar char=""/>
              <a:tabLst>
                <a:tab pos="284480" algn="l"/>
              </a:tabLst>
            </a:pPr>
            <a:r>
              <a:rPr sz="2000" dirty="0">
                <a:solidFill>
                  <a:srgbClr val="404040"/>
                </a:solidFill>
                <a:latin typeface="Carlito"/>
                <a:cs typeface="Carlito"/>
              </a:rPr>
              <a:t>Phase </a:t>
            </a:r>
            <a:r>
              <a:rPr sz="2000" spc="-10" dirty="0">
                <a:solidFill>
                  <a:srgbClr val="404040"/>
                </a:solidFill>
                <a:latin typeface="Carlito"/>
                <a:cs typeface="Carlito"/>
              </a:rPr>
              <a:t>voltages are </a:t>
            </a:r>
            <a:r>
              <a:rPr sz="2000" dirty="0">
                <a:solidFill>
                  <a:srgbClr val="404040"/>
                </a:solidFill>
                <a:latin typeface="Carlito"/>
                <a:cs typeface="Carlito"/>
              </a:rPr>
              <a:t>quasi </a:t>
            </a:r>
            <a:r>
              <a:rPr sz="2000" spc="-5" dirty="0">
                <a:solidFill>
                  <a:srgbClr val="404040"/>
                </a:solidFill>
                <a:latin typeface="Carlito"/>
                <a:cs typeface="Carlito"/>
              </a:rPr>
              <a:t>square</a:t>
            </a:r>
            <a:r>
              <a:rPr sz="2000" spc="5" dirty="0">
                <a:solidFill>
                  <a:srgbClr val="404040"/>
                </a:solidFill>
                <a:latin typeface="Carlito"/>
                <a:cs typeface="Carlito"/>
              </a:rPr>
              <a:t> </a:t>
            </a:r>
            <a:r>
              <a:rPr sz="2000" spc="-20" dirty="0">
                <a:solidFill>
                  <a:srgbClr val="404040"/>
                </a:solidFill>
                <a:latin typeface="Carlito"/>
                <a:cs typeface="Carlito"/>
              </a:rPr>
              <a:t>waves</a:t>
            </a:r>
            <a:endParaRPr sz="2000">
              <a:latin typeface="Carlito"/>
              <a:cs typeface="Carlito"/>
            </a:endParaRPr>
          </a:p>
          <a:p>
            <a:pPr marL="283845" indent="-271780">
              <a:lnSpc>
                <a:spcPct val="100000"/>
              </a:lnSpc>
              <a:spcBef>
                <a:spcPts val="1160"/>
              </a:spcBef>
              <a:buClr>
                <a:srgbClr val="E48312"/>
              </a:buClr>
              <a:buSzPct val="75000"/>
              <a:buFont typeface="Wingdings"/>
              <a:buChar char=""/>
              <a:tabLst>
                <a:tab pos="284480" algn="l"/>
              </a:tabLst>
            </a:pPr>
            <a:r>
              <a:rPr sz="2000" spc="-5" dirty="0">
                <a:solidFill>
                  <a:srgbClr val="404040"/>
                </a:solidFill>
                <a:latin typeface="Carlito"/>
                <a:cs typeface="Carlito"/>
              </a:rPr>
              <a:t>Line </a:t>
            </a:r>
            <a:r>
              <a:rPr sz="2000" spc="-10" dirty="0">
                <a:solidFill>
                  <a:srgbClr val="404040"/>
                </a:solidFill>
                <a:latin typeface="Carlito"/>
                <a:cs typeface="Carlito"/>
              </a:rPr>
              <a:t>voltages are </a:t>
            </a:r>
            <a:r>
              <a:rPr sz="2000" spc="-5" dirty="0">
                <a:solidFill>
                  <a:srgbClr val="404040"/>
                </a:solidFill>
                <a:latin typeface="Carlito"/>
                <a:cs typeface="Carlito"/>
              </a:rPr>
              <a:t>six </a:t>
            </a:r>
            <a:r>
              <a:rPr sz="2000" spc="-15" dirty="0">
                <a:solidFill>
                  <a:srgbClr val="404040"/>
                </a:solidFill>
                <a:latin typeface="Carlito"/>
                <a:cs typeface="Carlito"/>
              </a:rPr>
              <a:t>step</a:t>
            </a:r>
            <a:r>
              <a:rPr sz="2000" spc="20" dirty="0">
                <a:solidFill>
                  <a:srgbClr val="404040"/>
                </a:solidFill>
                <a:latin typeface="Carlito"/>
                <a:cs typeface="Carlito"/>
              </a:rPr>
              <a:t> </a:t>
            </a:r>
            <a:r>
              <a:rPr sz="2000" spc="-20" dirty="0">
                <a:solidFill>
                  <a:srgbClr val="404040"/>
                </a:solidFill>
                <a:latin typeface="Carlito"/>
                <a:cs typeface="Carlito"/>
              </a:rPr>
              <a:t>waves</a:t>
            </a:r>
            <a:endParaRPr sz="2000">
              <a:latin typeface="Carlito"/>
              <a:cs typeface="Carlito"/>
            </a:endParaRPr>
          </a:p>
        </p:txBody>
      </p:sp>
      <p:grpSp>
        <p:nvGrpSpPr>
          <p:cNvPr id="5" name="object 5"/>
          <p:cNvGrpSpPr/>
          <p:nvPr/>
        </p:nvGrpSpPr>
        <p:grpSpPr>
          <a:xfrm>
            <a:off x="6769607" y="1359408"/>
            <a:ext cx="1561465" cy="4683760"/>
            <a:chOff x="6769607" y="1359408"/>
            <a:chExt cx="1561465" cy="4683760"/>
          </a:xfrm>
        </p:grpSpPr>
        <p:sp>
          <p:nvSpPr>
            <p:cNvPr id="6" name="object 6"/>
            <p:cNvSpPr/>
            <p:nvPr/>
          </p:nvSpPr>
          <p:spPr>
            <a:xfrm>
              <a:off x="7155179" y="4367784"/>
              <a:ext cx="1165860" cy="12700"/>
            </a:xfrm>
            <a:custGeom>
              <a:avLst/>
              <a:gdLst/>
              <a:ahLst/>
              <a:cxnLst/>
              <a:rect l="l" t="t" r="r" b="b"/>
              <a:pathLst>
                <a:path w="1165859" h="12700">
                  <a:moveTo>
                    <a:pt x="0" y="0"/>
                  </a:moveTo>
                  <a:lnTo>
                    <a:pt x="1165859" y="0"/>
                  </a:lnTo>
                  <a:lnTo>
                    <a:pt x="1165859" y="12192"/>
                  </a:lnTo>
                  <a:lnTo>
                    <a:pt x="0" y="12192"/>
                  </a:lnTo>
                  <a:lnTo>
                    <a:pt x="0" y="0"/>
                  </a:lnTo>
                  <a:close/>
                </a:path>
              </a:pathLst>
            </a:custGeom>
            <a:solidFill>
              <a:srgbClr val="666666"/>
            </a:solidFill>
          </p:spPr>
          <p:txBody>
            <a:bodyPr wrap="square" lIns="0" tIns="0" rIns="0" bIns="0" rtlCol="0"/>
            <a:lstStyle/>
            <a:p>
              <a:endParaRPr/>
            </a:p>
          </p:txBody>
        </p:sp>
        <p:sp>
          <p:nvSpPr>
            <p:cNvPr id="7" name="object 7"/>
            <p:cNvSpPr/>
            <p:nvPr/>
          </p:nvSpPr>
          <p:spPr>
            <a:xfrm>
              <a:off x="7522464" y="1632203"/>
              <a:ext cx="759460" cy="4154804"/>
            </a:xfrm>
            <a:custGeom>
              <a:avLst/>
              <a:gdLst/>
              <a:ahLst/>
              <a:cxnLst/>
              <a:rect l="l" t="t" r="r" b="b"/>
              <a:pathLst>
                <a:path w="759459" h="4154804">
                  <a:moveTo>
                    <a:pt x="12192" y="3826764"/>
                  </a:moveTo>
                  <a:lnTo>
                    <a:pt x="9144" y="3823716"/>
                  </a:lnTo>
                  <a:lnTo>
                    <a:pt x="3048" y="3823716"/>
                  </a:lnTo>
                  <a:lnTo>
                    <a:pt x="0" y="3826764"/>
                  </a:lnTo>
                  <a:lnTo>
                    <a:pt x="0" y="3834384"/>
                  </a:lnTo>
                  <a:lnTo>
                    <a:pt x="3048" y="3835908"/>
                  </a:lnTo>
                  <a:lnTo>
                    <a:pt x="9144" y="3835908"/>
                  </a:lnTo>
                  <a:lnTo>
                    <a:pt x="12192" y="3834384"/>
                  </a:lnTo>
                  <a:lnTo>
                    <a:pt x="12192" y="3826764"/>
                  </a:lnTo>
                  <a:close/>
                </a:path>
                <a:path w="759459" h="4154804">
                  <a:moveTo>
                    <a:pt x="12192" y="3755136"/>
                  </a:moveTo>
                  <a:lnTo>
                    <a:pt x="9144" y="3753612"/>
                  </a:lnTo>
                  <a:lnTo>
                    <a:pt x="3048" y="3753612"/>
                  </a:lnTo>
                  <a:lnTo>
                    <a:pt x="0" y="3755136"/>
                  </a:lnTo>
                  <a:lnTo>
                    <a:pt x="0" y="3797808"/>
                  </a:lnTo>
                  <a:lnTo>
                    <a:pt x="3048" y="3800856"/>
                  </a:lnTo>
                  <a:lnTo>
                    <a:pt x="9144" y="3800856"/>
                  </a:lnTo>
                  <a:lnTo>
                    <a:pt x="12192" y="3797808"/>
                  </a:lnTo>
                  <a:lnTo>
                    <a:pt x="12192" y="3755136"/>
                  </a:lnTo>
                  <a:close/>
                </a:path>
                <a:path w="759459" h="4154804">
                  <a:moveTo>
                    <a:pt x="12192" y="3685032"/>
                  </a:moveTo>
                  <a:lnTo>
                    <a:pt x="9144" y="3681984"/>
                  </a:lnTo>
                  <a:lnTo>
                    <a:pt x="3048" y="3681984"/>
                  </a:lnTo>
                  <a:lnTo>
                    <a:pt x="0" y="3685032"/>
                  </a:lnTo>
                  <a:lnTo>
                    <a:pt x="0" y="3726180"/>
                  </a:lnTo>
                  <a:lnTo>
                    <a:pt x="3048" y="3729228"/>
                  </a:lnTo>
                  <a:lnTo>
                    <a:pt x="9144" y="3729228"/>
                  </a:lnTo>
                  <a:lnTo>
                    <a:pt x="12192" y="3726180"/>
                  </a:lnTo>
                  <a:lnTo>
                    <a:pt x="12192" y="3685032"/>
                  </a:lnTo>
                  <a:close/>
                </a:path>
                <a:path w="759459" h="4154804">
                  <a:moveTo>
                    <a:pt x="12192" y="3613404"/>
                  </a:moveTo>
                  <a:lnTo>
                    <a:pt x="9144" y="3611880"/>
                  </a:lnTo>
                  <a:lnTo>
                    <a:pt x="3048" y="3611880"/>
                  </a:lnTo>
                  <a:lnTo>
                    <a:pt x="0" y="3613404"/>
                  </a:lnTo>
                  <a:lnTo>
                    <a:pt x="0" y="3656076"/>
                  </a:lnTo>
                  <a:lnTo>
                    <a:pt x="3048" y="3659124"/>
                  </a:lnTo>
                  <a:lnTo>
                    <a:pt x="9144" y="3659124"/>
                  </a:lnTo>
                  <a:lnTo>
                    <a:pt x="12192" y="3656076"/>
                  </a:lnTo>
                  <a:lnTo>
                    <a:pt x="12192" y="3613404"/>
                  </a:lnTo>
                  <a:close/>
                </a:path>
                <a:path w="759459" h="4154804">
                  <a:moveTo>
                    <a:pt x="12192" y="3543300"/>
                  </a:moveTo>
                  <a:lnTo>
                    <a:pt x="9144" y="3540252"/>
                  </a:lnTo>
                  <a:lnTo>
                    <a:pt x="3048" y="3540252"/>
                  </a:lnTo>
                  <a:lnTo>
                    <a:pt x="0" y="3543300"/>
                  </a:lnTo>
                  <a:lnTo>
                    <a:pt x="0" y="3584448"/>
                  </a:lnTo>
                  <a:lnTo>
                    <a:pt x="3048" y="3587496"/>
                  </a:lnTo>
                  <a:lnTo>
                    <a:pt x="9144" y="3587496"/>
                  </a:lnTo>
                  <a:lnTo>
                    <a:pt x="12192" y="3584448"/>
                  </a:lnTo>
                  <a:lnTo>
                    <a:pt x="12192" y="3543300"/>
                  </a:lnTo>
                  <a:close/>
                </a:path>
                <a:path w="759459" h="4154804">
                  <a:moveTo>
                    <a:pt x="12192" y="3471672"/>
                  </a:moveTo>
                  <a:lnTo>
                    <a:pt x="9144" y="3470148"/>
                  </a:lnTo>
                  <a:lnTo>
                    <a:pt x="3048" y="3470148"/>
                  </a:lnTo>
                  <a:lnTo>
                    <a:pt x="0" y="3471672"/>
                  </a:lnTo>
                  <a:lnTo>
                    <a:pt x="0" y="3514344"/>
                  </a:lnTo>
                  <a:lnTo>
                    <a:pt x="3048" y="3517392"/>
                  </a:lnTo>
                  <a:lnTo>
                    <a:pt x="9144" y="3517392"/>
                  </a:lnTo>
                  <a:lnTo>
                    <a:pt x="12192" y="3514344"/>
                  </a:lnTo>
                  <a:lnTo>
                    <a:pt x="12192" y="3471672"/>
                  </a:lnTo>
                  <a:close/>
                </a:path>
                <a:path w="759459" h="4154804">
                  <a:moveTo>
                    <a:pt x="12192" y="3401568"/>
                  </a:moveTo>
                  <a:lnTo>
                    <a:pt x="9144" y="3398520"/>
                  </a:lnTo>
                  <a:lnTo>
                    <a:pt x="3048" y="3398520"/>
                  </a:lnTo>
                  <a:lnTo>
                    <a:pt x="0" y="3401568"/>
                  </a:lnTo>
                  <a:lnTo>
                    <a:pt x="0" y="3444240"/>
                  </a:lnTo>
                  <a:lnTo>
                    <a:pt x="3048" y="3445764"/>
                  </a:lnTo>
                  <a:lnTo>
                    <a:pt x="9144" y="3445764"/>
                  </a:lnTo>
                  <a:lnTo>
                    <a:pt x="12192" y="3444240"/>
                  </a:lnTo>
                  <a:lnTo>
                    <a:pt x="12192" y="3401568"/>
                  </a:lnTo>
                  <a:close/>
                </a:path>
                <a:path w="759459" h="4154804">
                  <a:moveTo>
                    <a:pt x="12192" y="3331464"/>
                  </a:moveTo>
                  <a:lnTo>
                    <a:pt x="9144" y="3328416"/>
                  </a:lnTo>
                  <a:lnTo>
                    <a:pt x="3048" y="3328416"/>
                  </a:lnTo>
                  <a:lnTo>
                    <a:pt x="0" y="3331464"/>
                  </a:lnTo>
                  <a:lnTo>
                    <a:pt x="0" y="3372612"/>
                  </a:lnTo>
                  <a:lnTo>
                    <a:pt x="3048" y="3375660"/>
                  </a:lnTo>
                  <a:lnTo>
                    <a:pt x="9144" y="3375660"/>
                  </a:lnTo>
                  <a:lnTo>
                    <a:pt x="12192" y="3372612"/>
                  </a:lnTo>
                  <a:lnTo>
                    <a:pt x="12192" y="3331464"/>
                  </a:lnTo>
                  <a:close/>
                </a:path>
                <a:path w="759459" h="4154804">
                  <a:moveTo>
                    <a:pt x="12192" y="3259836"/>
                  </a:moveTo>
                  <a:lnTo>
                    <a:pt x="9144" y="3256788"/>
                  </a:lnTo>
                  <a:lnTo>
                    <a:pt x="3048" y="3256788"/>
                  </a:lnTo>
                  <a:lnTo>
                    <a:pt x="0" y="3259836"/>
                  </a:lnTo>
                  <a:lnTo>
                    <a:pt x="0" y="3302508"/>
                  </a:lnTo>
                  <a:lnTo>
                    <a:pt x="3048" y="3304032"/>
                  </a:lnTo>
                  <a:lnTo>
                    <a:pt x="9144" y="3304032"/>
                  </a:lnTo>
                  <a:lnTo>
                    <a:pt x="12192" y="3302508"/>
                  </a:lnTo>
                  <a:lnTo>
                    <a:pt x="12192" y="3259836"/>
                  </a:lnTo>
                  <a:close/>
                </a:path>
                <a:path w="759459" h="4154804">
                  <a:moveTo>
                    <a:pt x="12192" y="3189732"/>
                  </a:moveTo>
                  <a:lnTo>
                    <a:pt x="9144" y="3186684"/>
                  </a:lnTo>
                  <a:lnTo>
                    <a:pt x="3048" y="3186684"/>
                  </a:lnTo>
                  <a:lnTo>
                    <a:pt x="0" y="3189732"/>
                  </a:lnTo>
                  <a:lnTo>
                    <a:pt x="0" y="3230880"/>
                  </a:lnTo>
                  <a:lnTo>
                    <a:pt x="3048" y="3233928"/>
                  </a:lnTo>
                  <a:lnTo>
                    <a:pt x="9144" y="3233928"/>
                  </a:lnTo>
                  <a:lnTo>
                    <a:pt x="12192" y="3230880"/>
                  </a:lnTo>
                  <a:lnTo>
                    <a:pt x="12192" y="3189732"/>
                  </a:lnTo>
                  <a:close/>
                </a:path>
                <a:path w="759459" h="4154804">
                  <a:moveTo>
                    <a:pt x="12192" y="3118104"/>
                  </a:moveTo>
                  <a:lnTo>
                    <a:pt x="9144" y="3115056"/>
                  </a:lnTo>
                  <a:lnTo>
                    <a:pt x="3048" y="3115056"/>
                  </a:lnTo>
                  <a:lnTo>
                    <a:pt x="0" y="3118104"/>
                  </a:lnTo>
                  <a:lnTo>
                    <a:pt x="0" y="3160776"/>
                  </a:lnTo>
                  <a:lnTo>
                    <a:pt x="3048" y="3162300"/>
                  </a:lnTo>
                  <a:lnTo>
                    <a:pt x="9144" y="3162300"/>
                  </a:lnTo>
                  <a:lnTo>
                    <a:pt x="12192" y="3160776"/>
                  </a:lnTo>
                  <a:lnTo>
                    <a:pt x="12192" y="3118104"/>
                  </a:lnTo>
                  <a:close/>
                </a:path>
                <a:path w="759459" h="4154804">
                  <a:moveTo>
                    <a:pt x="12192" y="3048000"/>
                  </a:moveTo>
                  <a:lnTo>
                    <a:pt x="9144" y="3044952"/>
                  </a:lnTo>
                  <a:lnTo>
                    <a:pt x="3048" y="3044952"/>
                  </a:lnTo>
                  <a:lnTo>
                    <a:pt x="0" y="3048000"/>
                  </a:lnTo>
                  <a:lnTo>
                    <a:pt x="0" y="3089148"/>
                  </a:lnTo>
                  <a:lnTo>
                    <a:pt x="3048" y="3092196"/>
                  </a:lnTo>
                  <a:lnTo>
                    <a:pt x="9144" y="3092196"/>
                  </a:lnTo>
                  <a:lnTo>
                    <a:pt x="12192" y="3089148"/>
                  </a:lnTo>
                  <a:lnTo>
                    <a:pt x="12192" y="3048000"/>
                  </a:lnTo>
                  <a:close/>
                </a:path>
                <a:path w="759459" h="4154804">
                  <a:moveTo>
                    <a:pt x="12192" y="2976372"/>
                  </a:moveTo>
                  <a:lnTo>
                    <a:pt x="9144" y="2973324"/>
                  </a:lnTo>
                  <a:lnTo>
                    <a:pt x="3048" y="2973324"/>
                  </a:lnTo>
                  <a:lnTo>
                    <a:pt x="0" y="2976372"/>
                  </a:lnTo>
                  <a:lnTo>
                    <a:pt x="0" y="3019044"/>
                  </a:lnTo>
                  <a:lnTo>
                    <a:pt x="3048" y="3020568"/>
                  </a:lnTo>
                  <a:lnTo>
                    <a:pt x="9144" y="3020568"/>
                  </a:lnTo>
                  <a:lnTo>
                    <a:pt x="12192" y="3019044"/>
                  </a:lnTo>
                  <a:lnTo>
                    <a:pt x="12192" y="2976372"/>
                  </a:lnTo>
                  <a:close/>
                </a:path>
                <a:path w="759459" h="4154804">
                  <a:moveTo>
                    <a:pt x="12192" y="2906268"/>
                  </a:moveTo>
                  <a:lnTo>
                    <a:pt x="9144" y="2903220"/>
                  </a:lnTo>
                  <a:lnTo>
                    <a:pt x="3048" y="2903220"/>
                  </a:lnTo>
                  <a:lnTo>
                    <a:pt x="0" y="2906268"/>
                  </a:lnTo>
                  <a:lnTo>
                    <a:pt x="0" y="2947416"/>
                  </a:lnTo>
                  <a:lnTo>
                    <a:pt x="3048" y="2950464"/>
                  </a:lnTo>
                  <a:lnTo>
                    <a:pt x="9144" y="2950464"/>
                  </a:lnTo>
                  <a:lnTo>
                    <a:pt x="12192" y="2947416"/>
                  </a:lnTo>
                  <a:lnTo>
                    <a:pt x="12192" y="2906268"/>
                  </a:lnTo>
                  <a:close/>
                </a:path>
                <a:path w="759459" h="4154804">
                  <a:moveTo>
                    <a:pt x="12192" y="2834640"/>
                  </a:moveTo>
                  <a:lnTo>
                    <a:pt x="9144" y="2831592"/>
                  </a:lnTo>
                  <a:lnTo>
                    <a:pt x="3048" y="2831592"/>
                  </a:lnTo>
                  <a:lnTo>
                    <a:pt x="0" y="2834640"/>
                  </a:lnTo>
                  <a:lnTo>
                    <a:pt x="0" y="2877312"/>
                  </a:lnTo>
                  <a:lnTo>
                    <a:pt x="3048" y="2878836"/>
                  </a:lnTo>
                  <a:lnTo>
                    <a:pt x="9144" y="2878836"/>
                  </a:lnTo>
                  <a:lnTo>
                    <a:pt x="12192" y="2877312"/>
                  </a:lnTo>
                  <a:lnTo>
                    <a:pt x="12192" y="2834640"/>
                  </a:lnTo>
                  <a:close/>
                </a:path>
                <a:path w="759459" h="4154804">
                  <a:moveTo>
                    <a:pt x="12192" y="2764536"/>
                  </a:moveTo>
                  <a:lnTo>
                    <a:pt x="9144" y="2761488"/>
                  </a:lnTo>
                  <a:lnTo>
                    <a:pt x="3048" y="2761488"/>
                  </a:lnTo>
                  <a:lnTo>
                    <a:pt x="0" y="2764536"/>
                  </a:lnTo>
                  <a:lnTo>
                    <a:pt x="0" y="2805684"/>
                  </a:lnTo>
                  <a:lnTo>
                    <a:pt x="3048" y="2808732"/>
                  </a:lnTo>
                  <a:lnTo>
                    <a:pt x="9144" y="2808732"/>
                  </a:lnTo>
                  <a:lnTo>
                    <a:pt x="12192" y="2805684"/>
                  </a:lnTo>
                  <a:lnTo>
                    <a:pt x="12192" y="2764536"/>
                  </a:lnTo>
                  <a:close/>
                </a:path>
                <a:path w="759459" h="4154804">
                  <a:moveTo>
                    <a:pt x="12192" y="2692908"/>
                  </a:moveTo>
                  <a:lnTo>
                    <a:pt x="9144" y="2691384"/>
                  </a:lnTo>
                  <a:lnTo>
                    <a:pt x="3048" y="2691384"/>
                  </a:lnTo>
                  <a:lnTo>
                    <a:pt x="0" y="2692908"/>
                  </a:lnTo>
                  <a:lnTo>
                    <a:pt x="0" y="2735580"/>
                  </a:lnTo>
                  <a:lnTo>
                    <a:pt x="3048" y="2738628"/>
                  </a:lnTo>
                  <a:lnTo>
                    <a:pt x="9144" y="2738628"/>
                  </a:lnTo>
                  <a:lnTo>
                    <a:pt x="12192" y="2735580"/>
                  </a:lnTo>
                  <a:lnTo>
                    <a:pt x="12192" y="2692908"/>
                  </a:lnTo>
                  <a:close/>
                </a:path>
                <a:path w="759459" h="4154804">
                  <a:moveTo>
                    <a:pt x="12192" y="2622804"/>
                  </a:moveTo>
                  <a:lnTo>
                    <a:pt x="9144" y="2619756"/>
                  </a:lnTo>
                  <a:lnTo>
                    <a:pt x="3048" y="2619756"/>
                  </a:lnTo>
                  <a:lnTo>
                    <a:pt x="0" y="2622804"/>
                  </a:lnTo>
                  <a:lnTo>
                    <a:pt x="0" y="2663952"/>
                  </a:lnTo>
                  <a:lnTo>
                    <a:pt x="3048" y="2667000"/>
                  </a:lnTo>
                  <a:lnTo>
                    <a:pt x="9144" y="2667000"/>
                  </a:lnTo>
                  <a:lnTo>
                    <a:pt x="12192" y="2663952"/>
                  </a:lnTo>
                  <a:lnTo>
                    <a:pt x="12192" y="2622804"/>
                  </a:lnTo>
                  <a:close/>
                </a:path>
                <a:path w="759459" h="4154804">
                  <a:moveTo>
                    <a:pt x="12192" y="2551176"/>
                  </a:moveTo>
                  <a:lnTo>
                    <a:pt x="9144" y="2549652"/>
                  </a:lnTo>
                  <a:lnTo>
                    <a:pt x="3048" y="2549652"/>
                  </a:lnTo>
                  <a:lnTo>
                    <a:pt x="0" y="2551176"/>
                  </a:lnTo>
                  <a:lnTo>
                    <a:pt x="0" y="2593848"/>
                  </a:lnTo>
                  <a:lnTo>
                    <a:pt x="3048" y="2596896"/>
                  </a:lnTo>
                  <a:lnTo>
                    <a:pt x="9144" y="2596896"/>
                  </a:lnTo>
                  <a:lnTo>
                    <a:pt x="12192" y="2593848"/>
                  </a:lnTo>
                  <a:lnTo>
                    <a:pt x="12192" y="2551176"/>
                  </a:lnTo>
                  <a:close/>
                </a:path>
                <a:path w="759459" h="4154804">
                  <a:moveTo>
                    <a:pt x="12192" y="2481072"/>
                  </a:moveTo>
                  <a:lnTo>
                    <a:pt x="9144" y="2478024"/>
                  </a:lnTo>
                  <a:lnTo>
                    <a:pt x="3048" y="2478024"/>
                  </a:lnTo>
                  <a:lnTo>
                    <a:pt x="0" y="2481072"/>
                  </a:lnTo>
                  <a:lnTo>
                    <a:pt x="0" y="2522220"/>
                  </a:lnTo>
                  <a:lnTo>
                    <a:pt x="3048" y="2525268"/>
                  </a:lnTo>
                  <a:lnTo>
                    <a:pt x="9144" y="2525268"/>
                  </a:lnTo>
                  <a:lnTo>
                    <a:pt x="12192" y="2522220"/>
                  </a:lnTo>
                  <a:lnTo>
                    <a:pt x="12192" y="2481072"/>
                  </a:lnTo>
                  <a:close/>
                </a:path>
                <a:path w="759459" h="4154804">
                  <a:moveTo>
                    <a:pt x="12192" y="2409444"/>
                  </a:moveTo>
                  <a:lnTo>
                    <a:pt x="9144" y="2407920"/>
                  </a:lnTo>
                  <a:lnTo>
                    <a:pt x="3048" y="2407920"/>
                  </a:lnTo>
                  <a:lnTo>
                    <a:pt x="0" y="2409444"/>
                  </a:lnTo>
                  <a:lnTo>
                    <a:pt x="0" y="2452116"/>
                  </a:lnTo>
                  <a:lnTo>
                    <a:pt x="3048" y="2455164"/>
                  </a:lnTo>
                  <a:lnTo>
                    <a:pt x="9144" y="2455164"/>
                  </a:lnTo>
                  <a:lnTo>
                    <a:pt x="12192" y="2452116"/>
                  </a:lnTo>
                  <a:lnTo>
                    <a:pt x="12192" y="2409444"/>
                  </a:lnTo>
                  <a:close/>
                </a:path>
                <a:path w="759459" h="4154804">
                  <a:moveTo>
                    <a:pt x="12192" y="2339340"/>
                  </a:moveTo>
                  <a:lnTo>
                    <a:pt x="9144" y="2336292"/>
                  </a:lnTo>
                  <a:lnTo>
                    <a:pt x="3048" y="2336292"/>
                  </a:lnTo>
                  <a:lnTo>
                    <a:pt x="0" y="2339340"/>
                  </a:lnTo>
                  <a:lnTo>
                    <a:pt x="0" y="2380488"/>
                  </a:lnTo>
                  <a:lnTo>
                    <a:pt x="3048" y="2383536"/>
                  </a:lnTo>
                  <a:lnTo>
                    <a:pt x="9144" y="2383536"/>
                  </a:lnTo>
                  <a:lnTo>
                    <a:pt x="12192" y="2380488"/>
                  </a:lnTo>
                  <a:lnTo>
                    <a:pt x="12192" y="2339340"/>
                  </a:lnTo>
                  <a:close/>
                </a:path>
                <a:path w="759459" h="4154804">
                  <a:moveTo>
                    <a:pt x="12192" y="2267712"/>
                  </a:moveTo>
                  <a:lnTo>
                    <a:pt x="9144" y="2266188"/>
                  </a:lnTo>
                  <a:lnTo>
                    <a:pt x="3048" y="2266188"/>
                  </a:lnTo>
                  <a:lnTo>
                    <a:pt x="0" y="2267712"/>
                  </a:lnTo>
                  <a:lnTo>
                    <a:pt x="0" y="2310384"/>
                  </a:lnTo>
                  <a:lnTo>
                    <a:pt x="3048" y="2313432"/>
                  </a:lnTo>
                  <a:lnTo>
                    <a:pt x="9144" y="2313432"/>
                  </a:lnTo>
                  <a:lnTo>
                    <a:pt x="12192" y="2310384"/>
                  </a:lnTo>
                  <a:lnTo>
                    <a:pt x="12192" y="2267712"/>
                  </a:lnTo>
                  <a:close/>
                </a:path>
                <a:path w="759459" h="4154804">
                  <a:moveTo>
                    <a:pt x="12192" y="2197608"/>
                  </a:moveTo>
                  <a:lnTo>
                    <a:pt x="9144" y="2194560"/>
                  </a:lnTo>
                  <a:lnTo>
                    <a:pt x="3048" y="2194560"/>
                  </a:lnTo>
                  <a:lnTo>
                    <a:pt x="0" y="2197608"/>
                  </a:lnTo>
                  <a:lnTo>
                    <a:pt x="0" y="2240280"/>
                  </a:lnTo>
                  <a:lnTo>
                    <a:pt x="3048" y="2241804"/>
                  </a:lnTo>
                  <a:lnTo>
                    <a:pt x="9144" y="2241804"/>
                  </a:lnTo>
                  <a:lnTo>
                    <a:pt x="12192" y="2240280"/>
                  </a:lnTo>
                  <a:lnTo>
                    <a:pt x="12192" y="2197608"/>
                  </a:lnTo>
                  <a:close/>
                </a:path>
                <a:path w="759459" h="4154804">
                  <a:moveTo>
                    <a:pt x="12192" y="2127504"/>
                  </a:moveTo>
                  <a:lnTo>
                    <a:pt x="9144" y="2124456"/>
                  </a:lnTo>
                  <a:lnTo>
                    <a:pt x="3048" y="2124456"/>
                  </a:lnTo>
                  <a:lnTo>
                    <a:pt x="0" y="2127504"/>
                  </a:lnTo>
                  <a:lnTo>
                    <a:pt x="0" y="2168652"/>
                  </a:lnTo>
                  <a:lnTo>
                    <a:pt x="3048" y="2171700"/>
                  </a:lnTo>
                  <a:lnTo>
                    <a:pt x="9144" y="2171700"/>
                  </a:lnTo>
                  <a:lnTo>
                    <a:pt x="12192" y="2168652"/>
                  </a:lnTo>
                  <a:lnTo>
                    <a:pt x="12192" y="2127504"/>
                  </a:lnTo>
                  <a:close/>
                </a:path>
                <a:path w="759459" h="4154804">
                  <a:moveTo>
                    <a:pt x="12192" y="2055876"/>
                  </a:moveTo>
                  <a:lnTo>
                    <a:pt x="9144" y="2052828"/>
                  </a:lnTo>
                  <a:lnTo>
                    <a:pt x="3048" y="2052828"/>
                  </a:lnTo>
                  <a:lnTo>
                    <a:pt x="0" y="2055876"/>
                  </a:lnTo>
                  <a:lnTo>
                    <a:pt x="0" y="2098548"/>
                  </a:lnTo>
                  <a:lnTo>
                    <a:pt x="3048" y="2100072"/>
                  </a:lnTo>
                  <a:lnTo>
                    <a:pt x="9144" y="2100072"/>
                  </a:lnTo>
                  <a:lnTo>
                    <a:pt x="12192" y="2098548"/>
                  </a:lnTo>
                  <a:lnTo>
                    <a:pt x="12192" y="2055876"/>
                  </a:lnTo>
                  <a:close/>
                </a:path>
                <a:path w="759459" h="4154804">
                  <a:moveTo>
                    <a:pt x="12192" y="1985772"/>
                  </a:moveTo>
                  <a:lnTo>
                    <a:pt x="9144" y="1982724"/>
                  </a:lnTo>
                  <a:lnTo>
                    <a:pt x="3048" y="1982724"/>
                  </a:lnTo>
                  <a:lnTo>
                    <a:pt x="0" y="1985772"/>
                  </a:lnTo>
                  <a:lnTo>
                    <a:pt x="0" y="2026920"/>
                  </a:lnTo>
                  <a:lnTo>
                    <a:pt x="3048" y="2029968"/>
                  </a:lnTo>
                  <a:lnTo>
                    <a:pt x="9144" y="2029968"/>
                  </a:lnTo>
                  <a:lnTo>
                    <a:pt x="12192" y="2026920"/>
                  </a:lnTo>
                  <a:lnTo>
                    <a:pt x="12192" y="1985772"/>
                  </a:lnTo>
                  <a:close/>
                </a:path>
                <a:path w="759459" h="4154804">
                  <a:moveTo>
                    <a:pt x="12192" y="1914144"/>
                  </a:moveTo>
                  <a:lnTo>
                    <a:pt x="9144" y="1911096"/>
                  </a:lnTo>
                  <a:lnTo>
                    <a:pt x="3048" y="1911096"/>
                  </a:lnTo>
                  <a:lnTo>
                    <a:pt x="0" y="1914144"/>
                  </a:lnTo>
                  <a:lnTo>
                    <a:pt x="0" y="1956828"/>
                  </a:lnTo>
                  <a:lnTo>
                    <a:pt x="3048" y="1958352"/>
                  </a:lnTo>
                  <a:lnTo>
                    <a:pt x="9144" y="1958352"/>
                  </a:lnTo>
                  <a:lnTo>
                    <a:pt x="12192" y="1956828"/>
                  </a:lnTo>
                  <a:lnTo>
                    <a:pt x="12192" y="1914144"/>
                  </a:lnTo>
                  <a:close/>
                </a:path>
                <a:path w="759459" h="4154804">
                  <a:moveTo>
                    <a:pt x="12192" y="1844040"/>
                  </a:moveTo>
                  <a:lnTo>
                    <a:pt x="9144" y="1840992"/>
                  </a:lnTo>
                  <a:lnTo>
                    <a:pt x="3048" y="1840992"/>
                  </a:lnTo>
                  <a:lnTo>
                    <a:pt x="0" y="1844040"/>
                  </a:lnTo>
                  <a:lnTo>
                    <a:pt x="0" y="1885188"/>
                  </a:lnTo>
                  <a:lnTo>
                    <a:pt x="3048" y="1888236"/>
                  </a:lnTo>
                  <a:lnTo>
                    <a:pt x="9144" y="1888236"/>
                  </a:lnTo>
                  <a:lnTo>
                    <a:pt x="12192" y="1885188"/>
                  </a:lnTo>
                  <a:lnTo>
                    <a:pt x="12192" y="1844040"/>
                  </a:lnTo>
                  <a:close/>
                </a:path>
                <a:path w="759459" h="4154804">
                  <a:moveTo>
                    <a:pt x="12192" y="1772412"/>
                  </a:moveTo>
                  <a:lnTo>
                    <a:pt x="9144" y="1769364"/>
                  </a:lnTo>
                  <a:lnTo>
                    <a:pt x="3048" y="1769364"/>
                  </a:lnTo>
                  <a:lnTo>
                    <a:pt x="0" y="1772412"/>
                  </a:lnTo>
                  <a:lnTo>
                    <a:pt x="0" y="1815084"/>
                  </a:lnTo>
                  <a:lnTo>
                    <a:pt x="3048" y="1816608"/>
                  </a:lnTo>
                  <a:lnTo>
                    <a:pt x="9144" y="1816608"/>
                  </a:lnTo>
                  <a:lnTo>
                    <a:pt x="12192" y="1815084"/>
                  </a:lnTo>
                  <a:lnTo>
                    <a:pt x="12192" y="1772412"/>
                  </a:lnTo>
                  <a:close/>
                </a:path>
                <a:path w="759459" h="4154804">
                  <a:moveTo>
                    <a:pt x="12192" y="1702308"/>
                  </a:moveTo>
                  <a:lnTo>
                    <a:pt x="9144" y="1699260"/>
                  </a:lnTo>
                  <a:lnTo>
                    <a:pt x="3048" y="1699260"/>
                  </a:lnTo>
                  <a:lnTo>
                    <a:pt x="0" y="1702308"/>
                  </a:lnTo>
                  <a:lnTo>
                    <a:pt x="0" y="1743456"/>
                  </a:lnTo>
                  <a:lnTo>
                    <a:pt x="3048" y="1746504"/>
                  </a:lnTo>
                  <a:lnTo>
                    <a:pt x="9144" y="1746504"/>
                  </a:lnTo>
                  <a:lnTo>
                    <a:pt x="12192" y="1743456"/>
                  </a:lnTo>
                  <a:lnTo>
                    <a:pt x="12192" y="1702308"/>
                  </a:lnTo>
                  <a:close/>
                </a:path>
                <a:path w="759459" h="4154804">
                  <a:moveTo>
                    <a:pt x="12192" y="1630680"/>
                  </a:moveTo>
                  <a:lnTo>
                    <a:pt x="9144" y="1627632"/>
                  </a:lnTo>
                  <a:lnTo>
                    <a:pt x="3048" y="1627632"/>
                  </a:lnTo>
                  <a:lnTo>
                    <a:pt x="0" y="1630680"/>
                  </a:lnTo>
                  <a:lnTo>
                    <a:pt x="0" y="1673352"/>
                  </a:lnTo>
                  <a:lnTo>
                    <a:pt x="3048" y="1674876"/>
                  </a:lnTo>
                  <a:lnTo>
                    <a:pt x="9144" y="1674876"/>
                  </a:lnTo>
                  <a:lnTo>
                    <a:pt x="12192" y="1673352"/>
                  </a:lnTo>
                  <a:lnTo>
                    <a:pt x="12192" y="1630680"/>
                  </a:lnTo>
                  <a:close/>
                </a:path>
                <a:path w="759459" h="4154804">
                  <a:moveTo>
                    <a:pt x="12192" y="1560576"/>
                  </a:moveTo>
                  <a:lnTo>
                    <a:pt x="9144" y="1557528"/>
                  </a:lnTo>
                  <a:lnTo>
                    <a:pt x="3048" y="1557528"/>
                  </a:lnTo>
                  <a:lnTo>
                    <a:pt x="0" y="1560576"/>
                  </a:lnTo>
                  <a:lnTo>
                    <a:pt x="0" y="1601724"/>
                  </a:lnTo>
                  <a:lnTo>
                    <a:pt x="3048" y="1604772"/>
                  </a:lnTo>
                  <a:lnTo>
                    <a:pt x="9144" y="1604772"/>
                  </a:lnTo>
                  <a:lnTo>
                    <a:pt x="12192" y="1601724"/>
                  </a:lnTo>
                  <a:lnTo>
                    <a:pt x="12192" y="1560576"/>
                  </a:lnTo>
                  <a:close/>
                </a:path>
                <a:path w="759459" h="4154804">
                  <a:moveTo>
                    <a:pt x="12192" y="1488948"/>
                  </a:moveTo>
                  <a:lnTo>
                    <a:pt x="9144" y="1487424"/>
                  </a:lnTo>
                  <a:lnTo>
                    <a:pt x="3048" y="1487424"/>
                  </a:lnTo>
                  <a:lnTo>
                    <a:pt x="0" y="1488948"/>
                  </a:lnTo>
                  <a:lnTo>
                    <a:pt x="0" y="1531620"/>
                  </a:lnTo>
                  <a:lnTo>
                    <a:pt x="3048" y="1534668"/>
                  </a:lnTo>
                  <a:lnTo>
                    <a:pt x="9144" y="1534668"/>
                  </a:lnTo>
                  <a:lnTo>
                    <a:pt x="12192" y="1531620"/>
                  </a:lnTo>
                  <a:lnTo>
                    <a:pt x="12192" y="1488948"/>
                  </a:lnTo>
                  <a:close/>
                </a:path>
                <a:path w="759459" h="4154804">
                  <a:moveTo>
                    <a:pt x="12192" y="1418844"/>
                  </a:moveTo>
                  <a:lnTo>
                    <a:pt x="9144" y="1415796"/>
                  </a:lnTo>
                  <a:lnTo>
                    <a:pt x="3048" y="1415796"/>
                  </a:lnTo>
                  <a:lnTo>
                    <a:pt x="0" y="1418844"/>
                  </a:lnTo>
                  <a:lnTo>
                    <a:pt x="0" y="1459992"/>
                  </a:lnTo>
                  <a:lnTo>
                    <a:pt x="3048" y="1463040"/>
                  </a:lnTo>
                  <a:lnTo>
                    <a:pt x="9144" y="1463040"/>
                  </a:lnTo>
                  <a:lnTo>
                    <a:pt x="12192" y="1459992"/>
                  </a:lnTo>
                  <a:lnTo>
                    <a:pt x="12192" y="1418844"/>
                  </a:lnTo>
                  <a:close/>
                </a:path>
                <a:path w="759459" h="4154804">
                  <a:moveTo>
                    <a:pt x="12192" y="1347216"/>
                  </a:moveTo>
                  <a:lnTo>
                    <a:pt x="9144" y="1345692"/>
                  </a:lnTo>
                  <a:lnTo>
                    <a:pt x="3048" y="1345692"/>
                  </a:lnTo>
                  <a:lnTo>
                    <a:pt x="0" y="1347216"/>
                  </a:lnTo>
                  <a:lnTo>
                    <a:pt x="0" y="1389888"/>
                  </a:lnTo>
                  <a:lnTo>
                    <a:pt x="3048" y="1392936"/>
                  </a:lnTo>
                  <a:lnTo>
                    <a:pt x="9144" y="1392936"/>
                  </a:lnTo>
                  <a:lnTo>
                    <a:pt x="12192" y="1389888"/>
                  </a:lnTo>
                  <a:lnTo>
                    <a:pt x="12192" y="1347216"/>
                  </a:lnTo>
                  <a:close/>
                </a:path>
                <a:path w="759459" h="4154804">
                  <a:moveTo>
                    <a:pt x="12192" y="1277112"/>
                  </a:moveTo>
                  <a:lnTo>
                    <a:pt x="9144" y="1274064"/>
                  </a:lnTo>
                  <a:lnTo>
                    <a:pt x="3048" y="1274064"/>
                  </a:lnTo>
                  <a:lnTo>
                    <a:pt x="0" y="1277112"/>
                  </a:lnTo>
                  <a:lnTo>
                    <a:pt x="0" y="1318260"/>
                  </a:lnTo>
                  <a:lnTo>
                    <a:pt x="3048" y="1321308"/>
                  </a:lnTo>
                  <a:lnTo>
                    <a:pt x="9144" y="1321308"/>
                  </a:lnTo>
                  <a:lnTo>
                    <a:pt x="12192" y="1318260"/>
                  </a:lnTo>
                  <a:lnTo>
                    <a:pt x="12192" y="1277112"/>
                  </a:lnTo>
                  <a:close/>
                </a:path>
                <a:path w="759459" h="4154804">
                  <a:moveTo>
                    <a:pt x="12192" y="1205484"/>
                  </a:moveTo>
                  <a:lnTo>
                    <a:pt x="9144" y="1203960"/>
                  </a:lnTo>
                  <a:lnTo>
                    <a:pt x="3048" y="1203960"/>
                  </a:lnTo>
                  <a:lnTo>
                    <a:pt x="0" y="1205484"/>
                  </a:lnTo>
                  <a:lnTo>
                    <a:pt x="0" y="1248156"/>
                  </a:lnTo>
                  <a:lnTo>
                    <a:pt x="3048" y="1251204"/>
                  </a:lnTo>
                  <a:lnTo>
                    <a:pt x="9144" y="1251204"/>
                  </a:lnTo>
                  <a:lnTo>
                    <a:pt x="12192" y="1248156"/>
                  </a:lnTo>
                  <a:lnTo>
                    <a:pt x="12192" y="1205484"/>
                  </a:lnTo>
                  <a:close/>
                </a:path>
                <a:path w="759459" h="4154804">
                  <a:moveTo>
                    <a:pt x="12192" y="1135380"/>
                  </a:moveTo>
                  <a:lnTo>
                    <a:pt x="9144" y="1132332"/>
                  </a:lnTo>
                  <a:lnTo>
                    <a:pt x="3048" y="1132332"/>
                  </a:lnTo>
                  <a:lnTo>
                    <a:pt x="0" y="1135380"/>
                  </a:lnTo>
                  <a:lnTo>
                    <a:pt x="0" y="1176528"/>
                  </a:lnTo>
                  <a:lnTo>
                    <a:pt x="3048" y="1179576"/>
                  </a:lnTo>
                  <a:lnTo>
                    <a:pt x="9144" y="1179576"/>
                  </a:lnTo>
                  <a:lnTo>
                    <a:pt x="12192" y="1176528"/>
                  </a:lnTo>
                  <a:lnTo>
                    <a:pt x="12192" y="1135380"/>
                  </a:lnTo>
                  <a:close/>
                </a:path>
                <a:path w="759459" h="4154804">
                  <a:moveTo>
                    <a:pt x="12192" y="1063752"/>
                  </a:moveTo>
                  <a:lnTo>
                    <a:pt x="9144" y="1062228"/>
                  </a:lnTo>
                  <a:lnTo>
                    <a:pt x="3048" y="1062228"/>
                  </a:lnTo>
                  <a:lnTo>
                    <a:pt x="0" y="1063752"/>
                  </a:lnTo>
                  <a:lnTo>
                    <a:pt x="0" y="1106424"/>
                  </a:lnTo>
                  <a:lnTo>
                    <a:pt x="3048" y="1109472"/>
                  </a:lnTo>
                  <a:lnTo>
                    <a:pt x="9144" y="1109472"/>
                  </a:lnTo>
                  <a:lnTo>
                    <a:pt x="12192" y="1106424"/>
                  </a:lnTo>
                  <a:lnTo>
                    <a:pt x="12192" y="1063752"/>
                  </a:lnTo>
                  <a:close/>
                </a:path>
                <a:path w="759459" h="4154804">
                  <a:moveTo>
                    <a:pt x="12192" y="993648"/>
                  </a:moveTo>
                  <a:lnTo>
                    <a:pt x="9144" y="990600"/>
                  </a:lnTo>
                  <a:lnTo>
                    <a:pt x="3048" y="990600"/>
                  </a:lnTo>
                  <a:lnTo>
                    <a:pt x="0" y="993648"/>
                  </a:lnTo>
                  <a:lnTo>
                    <a:pt x="0" y="1036320"/>
                  </a:lnTo>
                  <a:lnTo>
                    <a:pt x="3048" y="1037844"/>
                  </a:lnTo>
                  <a:lnTo>
                    <a:pt x="9144" y="1037844"/>
                  </a:lnTo>
                  <a:lnTo>
                    <a:pt x="12192" y="1036320"/>
                  </a:lnTo>
                  <a:lnTo>
                    <a:pt x="12192" y="993648"/>
                  </a:lnTo>
                  <a:close/>
                </a:path>
                <a:path w="759459" h="4154804">
                  <a:moveTo>
                    <a:pt x="12192" y="923544"/>
                  </a:moveTo>
                  <a:lnTo>
                    <a:pt x="9144" y="920496"/>
                  </a:lnTo>
                  <a:lnTo>
                    <a:pt x="3048" y="920496"/>
                  </a:lnTo>
                  <a:lnTo>
                    <a:pt x="0" y="923544"/>
                  </a:lnTo>
                  <a:lnTo>
                    <a:pt x="0" y="964692"/>
                  </a:lnTo>
                  <a:lnTo>
                    <a:pt x="3048" y="967740"/>
                  </a:lnTo>
                  <a:lnTo>
                    <a:pt x="9144" y="967740"/>
                  </a:lnTo>
                  <a:lnTo>
                    <a:pt x="12192" y="964692"/>
                  </a:lnTo>
                  <a:lnTo>
                    <a:pt x="12192" y="923544"/>
                  </a:lnTo>
                  <a:close/>
                </a:path>
                <a:path w="759459" h="4154804">
                  <a:moveTo>
                    <a:pt x="12192" y="851916"/>
                  </a:moveTo>
                  <a:lnTo>
                    <a:pt x="9144" y="848868"/>
                  </a:lnTo>
                  <a:lnTo>
                    <a:pt x="3048" y="848868"/>
                  </a:lnTo>
                  <a:lnTo>
                    <a:pt x="0" y="851916"/>
                  </a:lnTo>
                  <a:lnTo>
                    <a:pt x="0" y="894588"/>
                  </a:lnTo>
                  <a:lnTo>
                    <a:pt x="3048" y="896112"/>
                  </a:lnTo>
                  <a:lnTo>
                    <a:pt x="9144" y="896112"/>
                  </a:lnTo>
                  <a:lnTo>
                    <a:pt x="12192" y="894588"/>
                  </a:lnTo>
                  <a:lnTo>
                    <a:pt x="12192" y="851916"/>
                  </a:lnTo>
                  <a:close/>
                </a:path>
                <a:path w="759459" h="4154804">
                  <a:moveTo>
                    <a:pt x="12192" y="781812"/>
                  </a:moveTo>
                  <a:lnTo>
                    <a:pt x="9144" y="778764"/>
                  </a:lnTo>
                  <a:lnTo>
                    <a:pt x="3048" y="778764"/>
                  </a:lnTo>
                  <a:lnTo>
                    <a:pt x="0" y="781812"/>
                  </a:lnTo>
                  <a:lnTo>
                    <a:pt x="0" y="822960"/>
                  </a:lnTo>
                  <a:lnTo>
                    <a:pt x="3048" y="826008"/>
                  </a:lnTo>
                  <a:lnTo>
                    <a:pt x="9144" y="826008"/>
                  </a:lnTo>
                  <a:lnTo>
                    <a:pt x="12192" y="822960"/>
                  </a:lnTo>
                  <a:lnTo>
                    <a:pt x="12192" y="781812"/>
                  </a:lnTo>
                  <a:close/>
                </a:path>
                <a:path w="759459" h="4154804">
                  <a:moveTo>
                    <a:pt x="12192" y="710184"/>
                  </a:moveTo>
                  <a:lnTo>
                    <a:pt x="9144" y="707136"/>
                  </a:lnTo>
                  <a:lnTo>
                    <a:pt x="3048" y="707136"/>
                  </a:lnTo>
                  <a:lnTo>
                    <a:pt x="0" y="710184"/>
                  </a:lnTo>
                  <a:lnTo>
                    <a:pt x="0" y="752856"/>
                  </a:lnTo>
                  <a:lnTo>
                    <a:pt x="3048" y="754380"/>
                  </a:lnTo>
                  <a:lnTo>
                    <a:pt x="9144" y="754380"/>
                  </a:lnTo>
                  <a:lnTo>
                    <a:pt x="12192" y="752856"/>
                  </a:lnTo>
                  <a:lnTo>
                    <a:pt x="12192" y="710184"/>
                  </a:lnTo>
                  <a:close/>
                </a:path>
                <a:path w="759459" h="4154804">
                  <a:moveTo>
                    <a:pt x="12192" y="640080"/>
                  </a:moveTo>
                  <a:lnTo>
                    <a:pt x="9144" y="637032"/>
                  </a:lnTo>
                  <a:lnTo>
                    <a:pt x="3048" y="637032"/>
                  </a:lnTo>
                  <a:lnTo>
                    <a:pt x="0" y="640080"/>
                  </a:lnTo>
                  <a:lnTo>
                    <a:pt x="0" y="681228"/>
                  </a:lnTo>
                  <a:lnTo>
                    <a:pt x="3048" y="684276"/>
                  </a:lnTo>
                  <a:lnTo>
                    <a:pt x="9144" y="684276"/>
                  </a:lnTo>
                  <a:lnTo>
                    <a:pt x="12192" y="681228"/>
                  </a:lnTo>
                  <a:lnTo>
                    <a:pt x="12192" y="640080"/>
                  </a:lnTo>
                  <a:close/>
                </a:path>
                <a:path w="759459" h="4154804">
                  <a:moveTo>
                    <a:pt x="12192" y="568452"/>
                  </a:moveTo>
                  <a:lnTo>
                    <a:pt x="9144" y="565404"/>
                  </a:lnTo>
                  <a:lnTo>
                    <a:pt x="3048" y="565404"/>
                  </a:lnTo>
                  <a:lnTo>
                    <a:pt x="0" y="568452"/>
                  </a:lnTo>
                  <a:lnTo>
                    <a:pt x="0" y="611124"/>
                  </a:lnTo>
                  <a:lnTo>
                    <a:pt x="3048" y="612648"/>
                  </a:lnTo>
                  <a:lnTo>
                    <a:pt x="9144" y="612648"/>
                  </a:lnTo>
                  <a:lnTo>
                    <a:pt x="12192" y="611124"/>
                  </a:lnTo>
                  <a:lnTo>
                    <a:pt x="12192" y="568452"/>
                  </a:lnTo>
                  <a:close/>
                </a:path>
                <a:path w="759459" h="4154804">
                  <a:moveTo>
                    <a:pt x="12192" y="498348"/>
                  </a:moveTo>
                  <a:lnTo>
                    <a:pt x="9144" y="495300"/>
                  </a:lnTo>
                  <a:lnTo>
                    <a:pt x="3048" y="495300"/>
                  </a:lnTo>
                  <a:lnTo>
                    <a:pt x="0" y="498348"/>
                  </a:lnTo>
                  <a:lnTo>
                    <a:pt x="0" y="539496"/>
                  </a:lnTo>
                  <a:lnTo>
                    <a:pt x="3048" y="542544"/>
                  </a:lnTo>
                  <a:lnTo>
                    <a:pt x="9144" y="542544"/>
                  </a:lnTo>
                  <a:lnTo>
                    <a:pt x="12192" y="539496"/>
                  </a:lnTo>
                  <a:lnTo>
                    <a:pt x="12192" y="498348"/>
                  </a:lnTo>
                  <a:close/>
                </a:path>
                <a:path w="759459" h="4154804">
                  <a:moveTo>
                    <a:pt x="12192" y="426720"/>
                  </a:moveTo>
                  <a:lnTo>
                    <a:pt x="9144" y="425196"/>
                  </a:lnTo>
                  <a:lnTo>
                    <a:pt x="3048" y="425196"/>
                  </a:lnTo>
                  <a:lnTo>
                    <a:pt x="0" y="426720"/>
                  </a:lnTo>
                  <a:lnTo>
                    <a:pt x="0" y="469392"/>
                  </a:lnTo>
                  <a:lnTo>
                    <a:pt x="3048" y="470916"/>
                  </a:lnTo>
                  <a:lnTo>
                    <a:pt x="9144" y="470916"/>
                  </a:lnTo>
                  <a:lnTo>
                    <a:pt x="12192" y="469392"/>
                  </a:lnTo>
                  <a:lnTo>
                    <a:pt x="12192" y="426720"/>
                  </a:lnTo>
                  <a:close/>
                </a:path>
                <a:path w="759459" h="4154804">
                  <a:moveTo>
                    <a:pt x="12192" y="356616"/>
                  </a:moveTo>
                  <a:lnTo>
                    <a:pt x="9144" y="353568"/>
                  </a:lnTo>
                  <a:lnTo>
                    <a:pt x="3048" y="353568"/>
                  </a:lnTo>
                  <a:lnTo>
                    <a:pt x="0" y="356616"/>
                  </a:lnTo>
                  <a:lnTo>
                    <a:pt x="0" y="397764"/>
                  </a:lnTo>
                  <a:lnTo>
                    <a:pt x="3048" y="400812"/>
                  </a:lnTo>
                  <a:lnTo>
                    <a:pt x="9144" y="400812"/>
                  </a:lnTo>
                  <a:lnTo>
                    <a:pt x="12192" y="397764"/>
                  </a:lnTo>
                  <a:lnTo>
                    <a:pt x="12192" y="356616"/>
                  </a:lnTo>
                  <a:close/>
                </a:path>
                <a:path w="759459" h="4154804">
                  <a:moveTo>
                    <a:pt x="12192" y="284988"/>
                  </a:moveTo>
                  <a:lnTo>
                    <a:pt x="9144" y="283464"/>
                  </a:lnTo>
                  <a:lnTo>
                    <a:pt x="3048" y="283464"/>
                  </a:lnTo>
                  <a:lnTo>
                    <a:pt x="0" y="284988"/>
                  </a:lnTo>
                  <a:lnTo>
                    <a:pt x="0" y="327660"/>
                  </a:lnTo>
                  <a:lnTo>
                    <a:pt x="3048" y="330708"/>
                  </a:lnTo>
                  <a:lnTo>
                    <a:pt x="9144" y="330708"/>
                  </a:lnTo>
                  <a:lnTo>
                    <a:pt x="12192" y="327660"/>
                  </a:lnTo>
                  <a:lnTo>
                    <a:pt x="12192" y="284988"/>
                  </a:lnTo>
                  <a:close/>
                </a:path>
                <a:path w="759459" h="4154804">
                  <a:moveTo>
                    <a:pt x="12192" y="214884"/>
                  </a:moveTo>
                  <a:lnTo>
                    <a:pt x="9144" y="211836"/>
                  </a:lnTo>
                  <a:lnTo>
                    <a:pt x="3048" y="211836"/>
                  </a:lnTo>
                  <a:lnTo>
                    <a:pt x="0" y="214884"/>
                  </a:lnTo>
                  <a:lnTo>
                    <a:pt x="0" y="256032"/>
                  </a:lnTo>
                  <a:lnTo>
                    <a:pt x="3048" y="259080"/>
                  </a:lnTo>
                  <a:lnTo>
                    <a:pt x="9144" y="259080"/>
                  </a:lnTo>
                  <a:lnTo>
                    <a:pt x="12192" y="256032"/>
                  </a:lnTo>
                  <a:lnTo>
                    <a:pt x="12192" y="214884"/>
                  </a:lnTo>
                  <a:close/>
                </a:path>
                <a:path w="759459" h="4154804">
                  <a:moveTo>
                    <a:pt x="12192" y="143256"/>
                  </a:moveTo>
                  <a:lnTo>
                    <a:pt x="9144" y="141732"/>
                  </a:lnTo>
                  <a:lnTo>
                    <a:pt x="3048" y="141732"/>
                  </a:lnTo>
                  <a:lnTo>
                    <a:pt x="0" y="143256"/>
                  </a:lnTo>
                  <a:lnTo>
                    <a:pt x="0" y="185928"/>
                  </a:lnTo>
                  <a:lnTo>
                    <a:pt x="3048" y="188976"/>
                  </a:lnTo>
                  <a:lnTo>
                    <a:pt x="9144" y="188976"/>
                  </a:lnTo>
                  <a:lnTo>
                    <a:pt x="12192" y="185928"/>
                  </a:lnTo>
                  <a:lnTo>
                    <a:pt x="12192" y="143256"/>
                  </a:lnTo>
                  <a:close/>
                </a:path>
                <a:path w="759459" h="4154804">
                  <a:moveTo>
                    <a:pt x="12192" y="73152"/>
                  </a:moveTo>
                  <a:lnTo>
                    <a:pt x="9144" y="70104"/>
                  </a:lnTo>
                  <a:lnTo>
                    <a:pt x="3048" y="70104"/>
                  </a:lnTo>
                  <a:lnTo>
                    <a:pt x="0" y="73152"/>
                  </a:lnTo>
                  <a:lnTo>
                    <a:pt x="0" y="114300"/>
                  </a:lnTo>
                  <a:lnTo>
                    <a:pt x="3048" y="117348"/>
                  </a:lnTo>
                  <a:lnTo>
                    <a:pt x="9144" y="117348"/>
                  </a:lnTo>
                  <a:lnTo>
                    <a:pt x="12192" y="114300"/>
                  </a:lnTo>
                  <a:lnTo>
                    <a:pt x="12192" y="73152"/>
                  </a:lnTo>
                  <a:close/>
                </a:path>
                <a:path w="759459" h="4154804">
                  <a:moveTo>
                    <a:pt x="12192" y="1524"/>
                  </a:moveTo>
                  <a:lnTo>
                    <a:pt x="9144" y="0"/>
                  </a:lnTo>
                  <a:lnTo>
                    <a:pt x="3048" y="0"/>
                  </a:lnTo>
                  <a:lnTo>
                    <a:pt x="0" y="1524"/>
                  </a:lnTo>
                  <a:lnTo>
                    <a:pt x="0" y="44196"/>
                  </a:lnTo>
                  <a:lnTo>
                    <a:pt x="3048" y="47244"/>
                  </a:lnTo>
                  <a:lnTo>
                    <a:pt x="9144" y="47244"/>
                  </a:lnTo>
                  <a:lnTo>
                    <a:pt x="12192" y="44196"/>
                  </a:lnTo>
                  <a:lnTo>
                    <a:pt x="12192" y="1524"/>
                  </a:lnTo>
                  <a:close/>
                </a:path>
                <a:path w="759459" h="4154804">
                  <a:moveTo>
                    <a:pt x="198120" y="4110228"/>
                  </a:moveTo>
                  <a:lnTo>
                    <a:pt x="196596" y="4107180"/>
                  </a:lnTo>
                  <a:lnTo>
                    <a:pt x="188976" y="4107180"/>
                  </a:lnTo>
                  <a:lnTo>
                    <a:pt x="187452" y="4110228"/>
                  </a:lnTo>
                  <a:lnTo>
                    <a:pt x="187452" y="4151376"/>
                  </a:lnTo>
                  <a:lnTo>
                    <a:pt x="188976" y="4154424"/>
                  </a:lnTo>
                  <a:lnTo>
                    <a:pt x="196596" y="4154424"/>
                  </a:lnTo>
                  <a:lnTo>
                    <a:pt x="198120" y="4151376"/>
                  </a:lnTo>
                  <a:lnTo>
                    <a:pt x="198120" y="4110228"/>
                  </a:lnTo>
                  <a:close/>
                </a:path>
                <a:path w="759459" h="4154804">
                  <a:moveTo>
                    <a:pt x="198120" y="4038600"/>
                  </a:moveTo>
                  <a:lnTo>
                    <a:pt x="196596" y="4035552"/>
                  </a:lnTo>
                  <a:lnTo>
                    <a:pt x="188976" y="4035552"/>
                  </a:lnTo>
                  <a:lnTo>
                    <a:pt x="187452" y="4038600"/>
                  </a:lnTo>
                  <a:lnTo>
                    <a:pt x="187452" y="4081272"/>
                  </a:lnTo>
                  <a:lnTo>
                    <a:pt x="188976" y="4082796"/>
                  </a:lnTo>
                  <a:lnTo>
                    <a:pt x="196596" y="4082796"/>
                  </a:lnTo>
                  <a:lnTo>
                    <a:pt x="198120" y="4081272"/>
                  </a:lnTo>
                  <a:lnTo>
                    <a:pt x="198120" y="4038600"/>
                  </a:lnTo>
                  <a:close/>
                </a:path>
                <a:path w="759459" h="4154804">
                  <a:moveTo>
                    <a:pt x="198120" y="3968496"/>
                  </a:moveTo>
                  <a:lnTo>
                    <a:pt x="196596" y="3965448"/>
                  </a:lnTo>
                  <a:lnTo>
                    <a:pt x="188976" y="3965448"/>
                  </a:lnTo>
                  <a:lnTo>
                    <a:pt x="187452" y="3968496"/>
                  </a:lnTo>
                  <a:lnTo>
                    <a:pt x="187452" y="4009644"/>
                  </a:lnTo>
                  <a:lnTo>
                    <a:pt x="188976" y="4012692"/>
                  </a:lnTo>
                  <a:lnTo>
                    <a:pt x="196596" y="4012692"/>
                  </a:lnTo>
                  <a:lnTo>
                    <a:pt x="198120" y="4009644"/>
                  </a:lnTo>
                  <a:lnTo>
                    <a:pt x="198120" y="3968496"/>
                  </a:lnTo>
                  <a:close/>
                </a:path>
                <a:path w="759459" h="4154804">
                  <a:moveTo>
                    <a:pt x="198120" y="3896868"/>
                  </a:moveTo>
                  <a:lnTo>
                    <a:pt x="196596" y="3895344"/>
                  </a:lnTo>
                  <a:lnTo>
                    <a:pt x="188976" y="3895344"/>
                  </a:lnTo>
                  <a:lnTo>
                    <a:pt x="187452" y="3896868"/>
                  </a:lnTo>
                  <a:lnTo>
                    <a:pt x="187452" y="3939540"/>
                  </a:lnTo>
                  <a:lnTo>
                    <a:pt x="188976" y="3942588"/>
                  </a:lnTo>
                  <a:lnTo>
                    <a:pt x="196596" y="3942588"/>
                  </a:lnTo>
                  <a:lnTo>
                    <a:pt x="198120" y="3939540"/>
                  </a:lnTo>
                  <a:lnTo>
                    <a:pt x="198120" y="3896868"/>
                  </a:lnTo>
                  <a:close/>
                </a:path>
                <a:path w="759459" h="4154804">
                  <a:moveTo>
                    <a:pt x="198120" y="3826764"/>
                  </a:moveTo>
                  <a:lnTo>
                    <a:pt x="196596" y="3823716"/>
                  </a:lnTo>
                  <a:lnTo>
                    <a:pt x="188976" y="3823716"/>
                  </a:lnTo>
                  <a:lnTo>
                    <a:pt x="187452" y="3826764"/>
                  </a:lnTo>
                  <a:lnTo>
                    <a:pt x="187452" y="3867912"/>
                  </a:lnTo>
                  <a:lnTo>
                    <a:pt x="188976" y="3870960"/>
                  </a:lnTo>
                  <a:lnTo>
                    <a:pt x="196596" y="3870960"/>
                  </a:lnTo>
                  <a:lnTo>
                    <a:pt x="198120" y="3867912"/>
                  </a:lnTo>
                  <a:lnTo>
                    <a:pt x="198120" y="3826764"/>
                  </a:lnTo>
                  <a:close/>
                </a:path>
                <a:path w="759459" h="4154804">
                  <a:moveTo>
                    <a:pt x="198120" y="3755136"/>
                  </a:moveTo>
                  <a:lnTo>
                    <a:pt x="196596" y="3753612"/>
                  </a:lnTo>
                  <a:lnTo>
                    <a:pt x="188976" y="3753612"/>
                  </a:lnTo>
                  <a:lnTo>
                    <a:pt x="187452" y="3755136"/>
                  </a:lnTo>
                  <a:lnTo>
                    <a:pt x="187452" y="3797808"/>
                  </a:lnTo>
                  <a:lnTo>
                    <a:pt x="188976" y="3800856"/>
                  </a:lnTo>
                  <a:lnTo>
                    <a:pt x="196596" y="3800856"/>
                  </a:lnTo>
                  <a:lnTo>
                    <a:pt x="198120" y="3797808"/>
                  </a:lnTo>
                  <a:lnTo>
                    <a:pt x="198120" y="3755136"/>
                  </a:lnTo>
                  <a:close/>
                </a:path>
                <a:path w="759459" h="4154804">
                  <a:moveTo>
                    <a:pt x="198120" y="3685032"/>
                  </a:moveTo>
                  <a:lnTo>
                    <a:pt x="196596" y="3681984"/>
                  </a:lnTo>
                  <a:lnTo>
                    <a:pt x="188976" y="3681984"/>
                  </a:lnTo>
                  <a:lnTo>
                    <a:pt x="187452" y="3685032"/>
                  </a:lnTo>
                  <a:lnTo>
                    <a:pt x="187452" y="3726180"/>
                  </a:lnTo>
                  <a:lnTo>
                    <a:pt x="188976" y="3729228"/>
                  </a:lnTo>
                  <a:lnTo>
                    <a:pt x="196596" y="3729228"/>
                  </a:lnTo>
                  <a:lnTo>
                    <a:pt x="198120" y="3726180"/>
                  </a:lnTo>
                  <a:lnTo>
                    <a:pt x="198120" y="3685032"/>
                  </a:lnTo>
                  <a:close/>
                </a:path>
                <a:path w="759459" h="4154804">
                  <a:moveTo>
                    <a:pt x="198120" y="3613404"/>
                  </a:moveTo>
                  <a:lnTo>
                    <a:pt x="196596" y="3611880"/>
                  </a:lnTo>
                  <a:lnTo>
                    <a:pt x="188976" y="3611880"/>
                  </a:lnTo>
                  <a:lnTo>
                    <a:pt x="187452" y="3613404"/>
                  </a:lnTo>
                  <a:lnTo>
                    <a:pt x="187452" y="3656076"/>
                  </a:lnTo>
                  <a:lnTo>
                    <a:pt x="188976" y="3659124"/>
                  </a:lnTo>
                  <a:lnTo>
                    <a:pt x="196596" y="3659124"/>
                  </a:lnTo>
                  <a:lnTo>
                    <a:pt x="198120" y="3656076"/>
                  </a:lnTo>
                  <a:lnTo>
                    <a:pt x="198120" y="3613404"/>
                  </a:lnTo>
                  <a:close/>
                </a:path>
                <a:path w="759459" h="4154804">
                  <a:moveTo>
                    <a:pt x="198120" y="3543300"/>
                  </a:moveTo>
                  <a:lnTo>
                    <a:pt x="196596" y="3540252"/>
                  </a:lnTo>
                  <a:lnTo>
                    <a:pt x="188976" y="3540252"/>
                  </a:lnTo>
                  <a:lnTo>
                    <a:pt x="187452" y="3543300"/>
                  </a:lnTo>
                  <a:lnTo>
                    <a:pt x="187452" y="3584448"/>
                  </a:lnTo>
                  <a:lnTo>
                    <a:pt x="188976" y="3587496"/>
                  </a:lnTo>
                  <a:lnTo>
                    <a:pt x="196596" y="3587496"/>
                  </a:lnTo>
                  <a:lnTo>
                    <a:pt x="198120" y="3584448"/>
                  </a:lnTo>
                  <a:lnTo>
                    <a:pt x="198120" y="3543300"/>
                  </a:lnTo>
                  <a:close/>
                </a:path>
                <a:path w="759459" h="4154804">
                  <a:moveTo>
                    <a:pt x="198120" y="3471672"/>
                  </a:moveTo>
                  <a:lnTo>
                    <a:pt x="196596" y="3470148"/>
                  </a:lnTo>
                  <a:lnTo>
                    <a:pt x="188976" y="3470148"/>
                  </a:lnTo>
                  <a:lnTo>
                    <a:pt x="187452" y="3471672"/>
                  </a:lnTo>
                  <a:lnTo>
                    <a:pt x="187452" y="3514344"/>
                  </a:lnTo>
                  <a:lnTo>
                    <a:pt x="188976" y="3517392"/>
                  </a:lnTo>
                  <a:lnTo>
                    <a:pt x="196596" y="3517392"/>
                  </a:lnTo>
                  <a:lnTo>
                    <a:pt x="198120" y="3514344"/>
                  </a:lnTo>
                  <a:lnTo>
                    <a:pt x="198120" y="3471672"/>
                  </a:lnTo>
                  <a:close/>
                </a:path>
                <a:path w="759459" h="4154804">
                  <a:moveTo>
                    <a:pt x="198120" y="3401568"/>
                  </a:moveTo>
                  <a:lnTo>
                    <a:pt x="196596" y="3398520"/>
                  </a:lnTo>
                  <a:lnTo>
                    <a:pt x="188976" y="3398520"/>
                  </a:lnTo>
                  <a:lnTo>
                    <a:pt x="187452" y="3401568"/>
                  </a:lnTo>
                  <a:lnTo>
                    <a:pt x="187452" y="3444240"/>
                  </a:lnTo>
                  <a:lnTo>
                    <a:pt x="188976" y="3445764"/>
                  </a:lnTo>
                  <a:lnTo>
                    <a:pt x="196596" y="3445764"/>
                  </a:lnTo>
                  <a:lnTo>
                    <a:pt x="198120" y="3444240"/>
                  </a:lnTo>
                  <a:lnTo>
                    <a:pt x="198120" y="3401568"/>
                  </a:lnTo>
                  <a:close/>
                </a:path>
                <a:path w="759459" h="4154804">
                  <a:moveTo>
                    <a:pt x="198120" y="3331464"/>
                  </a:moveTo>
                  <a:lnTo>
                    <a:pt x="196596" y="3328416"/>
                  </a:lnTo>
                  <a:lnTo>
                    <a:pt x="188976" y="3328416"/>
                  </a:lnTo>
                  <a:lnTo>
                    <a:pt x="187452" y="3331464"/>
                  </a:lnTo>
                  <a:lnTo>
                    <a:pt x="187452" y="3372612"/>
                  </a:lnTo>
                  <a:lnTo>
                    <a:pt x="188976" y="3375660"/>
                  </a:lnTo>
                  <a:lnTo>
                    <a:pt x="196596" y="3375660"/>
                  </a:lnTo>
                  <a:lnTo>
                    <a:pt x="198120" y="3372612"/>
                  </a:lnTo>
                  <a:lnTo>
                    <a:pt x="198120" y="3331464"/>
                  </a:lnTo>
                  <a:close/>
                </a:path>
                <a:path w="759459" h="4154804">
                  <a:moveTo>
                    <a:pt x="198120" y="3259836"/>
                  </a:moveTo>
                  <a:lnTo>
                    <a:pt x="196596" y="3256788"/>
                  </a:lnTo>
                  <a:lnTo>
                    <a:pt x="188976" y="3256788"/>
                  </a:lnTo>
                  <a:lnTo>
                    <a:pt x="187452" y="3259836"/>
                  </a:lnTo>
                  <a:lnTo>
                    <a:pt x="187452" y="3302508"/>
                  </a:lnTo>
                  <a:lnTo>
                    <a:pt x="188976" y="3304032"/>
                  </a:lnTo>
                  <a:lnTo>
                    <a:pt x="196596" y="3304032"/>
                  </a:lnTo>
                  <a:lnTo>
                    <a:pt x="198120" y="3302508"/>
                  </a:lnTo>
                  <a:lnTo>
                    <a:pt x="198120" y="3259836"/>
                  </a:lnTo>
                  <a:close/>
                </a:path>
                <a:path w="759459" h="4154804">
                  <a:moveTo>
                    <a:pt x="198120" y="3189732"/>
                  </a:moveTo>
                  <a:lnTo>
                    <a:pt x="196596" y="3186684"/>
                  </a:lnTo>
                  <a:lnTo>
                    <a:pt x="188976" y="3186684"/>
                  </a:lnTo>
                  <a:lnTo>
                    <a:pt x="187452" y="3189732"/>
                  </a:lnTo>
                  <a:lnTo>
                    <a:pt x="187452" y="3230880"/>
                  </a:lnTo>
                  <a:lnTo>
                    <a:pt x="188976" y="3233928"/>
                  </a:lnTo>
                  <a:lnTo>
                    <a:pt x="196596" y="3233928"/>
                  </a:lnTo>
                  <a:lnTo>
                    <a:pt x="198120" y="3230880"/>
                  </a:lnTo>
                  <a:lnTo>
                    <a:pt x="198120" y="3189732"/>
                  </a:lnTo>
                  <a:close/>
                </a:path>
                <a:path w="759459" h="4154804">
                  <a:moveTo>
                    <a:pt x="198120" y="3118104"/>
                  </a:moveTo>
                  <a:lnTo>
                    <a:pt x="196596" y="3115056"/>
                  </a:lnTo>
                  <a:lnTo>
                    <a:pt x="188976" y="3115056"/>
                  </a:lnTo>
                  <a:lnTo>
                    <a:pt x="187452" y="3118104"/>
                  </a:lnTo>
                  <a:lnTo>
                    <a:pt x="187452" y="3160776"/>
                  </a:lnTo>
                  <a:lnTo>
                    <a:pt x="188976" y="3162300"/>
                  </a:lnTo>
                  <a:lnTo>
                    <a:pt x="196596" y="3162300"/>
                  </a:lnTo>
                  <a:lnTo>
                    <a:pt x="198120" y="3160776"/>
                  </a:lnTo>
                  <a:lnTo>
                    <a:pt x="198120" y="3118104"/>
                  </a:lnTo>
                  <a:close/>
                </a:path>
                <a:path w="759459" h="4154804">
                  <a:moveTo>
                    <a:pt x="198120" y="3048000"/>
                  </a:moveTo>
                  <a:lnTo>
                    <a:pt x="196596" y="3044952"/>
                  </a:lnTo>
                  <a:lnTo>
                    <a:pt x="188976" y="3044952"/>
                  </a:lnTo>
                  <a:lnTo>
                    <a:pt x="187452" y="3048000"/>
                  </a:lnTo>
                  <a:lnTo>
                    <a:pt x="187452" y="3089148"/>
                  </a:lnTo>
                  <a:lnTo>
                    <a:pt x="188976" y="3092196"/>
                  </a:lnTo>
                  <a:lnTo>
                    <a:pt x="196596" y="3092196"/>
                  </a:lnTo>
                  <a:lnTo>
                    <a:pt x="198120" y="3089148"/>
                  </a:lnTo>
                  <a:lnTo>
                    <a:pt x="198120" y="3048000"/>
                  </a:lnTo>
                  <a:close/>
                </a:path>
                <a:path w="759459" h="4154804">
                  <a:moveTo>
                    <a:pt x="198120" y="2976372"/>
                  </a:moveTo>
                  <a:lnTo>
                    <a:pt x="196596" y="2973324"/>
                  </a:lnTo>
                  <a:lnTo>
                    <a:pt x="188976" y="2973324"/>
                  </a:lnTo>
                  <a:lnTo>
                    <a:pt x="187452" y="2976372"/>
                  </a:lnTo>
                  <a:lnTo>
                    <a:pt x="187452" y="3019044"/>
                  </a:lnTo>
                  <a:lnTo>
                    <a:pt x="188976" y="3020568"/>
                  </a:lnTo>
                  <a:lnTo>
                    <a:pt x="196596" y="3020568"/>
                  </a:lnTo>
                  <a:lnTo>
                    <a:pt x="198120" y="3019044"/>
                  </a:lnTo>
                  <a:lnTo>
                    <a:pt x="198120" y="2976372"/>
                  </a:lnTo>
                  <a:close/>
                </a:path>
                <a:path w="759459" h="4154804">
                  <a:moveTo>
                    <a:pt x="198120" y="2906268"/>
                  </a:moveTo>
                  <a:lnTo>
                    <a:pt x="196596" y="2903220"/>
                  </a:lnTo>
                  <a:lnTo>
                    <a:pt x="188976" y="2903220"/>
                  </a:lnTo>
                  <a:lnTo>
                    <a:pt x="187452" y="2906268"/>
                  </a:lnTo>
                  <a:lnTo>
                    <a:pt x="187452" y="2947416"/>
                  </a:lnTo>
                  <a:lnTo>
                    <a:pt x="188976" y="2950464"/>
                  </a:lnTo>
                  <a:lnTo>
                    <a:pt x="196596" y="2950464"/>
                  </a:lnTo>
                  <a:lnTo>
                    <a:pt x="198120" y="2947416"/>
                  </a:lnTo>
                  <a:lnTo>
                    <a:pt x="198120" y="2906268"/>
                  </a:lnTo>
                  <a:close/>
                </a:path>
                <a:path w="759459" h="4154804">
                  <a:moveTo>
                    <a:pt x="198120" y="2834640"/>
                  </a:moveTo>
                  <a:lnTo>
                    <a:pt x="196596" y="2831592"/>
                  </a:lnTo>
                  <a:lnTo>
                    <a:pt x="188976" y="2831592"/>
                  </a:lnTo>
                  <a:lnTo>
                    <a:pt x="187452" y="2834640"/>
                  </a:lnTo>
                  <a:lnTo>
                    <a:pt x="187452" y="2877312"/>
                  </a:lnTo>
                  <a:lnTo>
                    <a:pt x="188976" y="2878836"/>
                  </a:lnTo>
                  <a:lnTo>
                    <a:pt x="196596" y="2878836"/>
                  </a:lnTo>
                  <a:lnTo>
                    <a:pt x="198120" y="2877312"/>
                  </a:lnTo>
                  <a:lnTo>
                    <a:pt x="198120" y="2834640"/>
                  </a:lnTo>
                  <a:close/>
                </a:path>
                <a:path w="759459" h="4154804">
                  <a:moveTo>
                    <a:pt x="198120" y="2764536"/>
                  </a:moveTo>
                  <a:lnTo>
                    <a:pt x="196596" y="2761488"/>
                  </a:lnTo>
                  <a:lnTo>
                    <a:pt x="188976" y="2761488"/>
                  </a:lnTo>
                  <a:lnTo>
                    <a:pt x="187452" y="2764536"/>
                  </a:lnTo>
                  <a:lnTo>
                    <a:pt x="187452" y="2805684"/>
                  </a:lnTo>
                  <a:lnTo>
                    <a:pt x="188976" y="2808732"/>
                  </a:lnTo>
                  <a:lnTo>
                    <a:pt x="196596" y="2808732"/>
                  </a:lnTo>
                  <a:lnTo>
                    <a:pt x="198120" y="2805684"/>
                  </a:lnTo>
                  <a:lnTo>
                    <a:pt x="198120" y="2764536"/>
                  </a:lnTo>
                  <a:close/>
                </a:path>
                <a:path w="759459" h="4154804">
                  <a:moveTo>
                    <a:pt x="198120" y="2692908"/>
                  </a:moveTo>
                  <a:lnTo>
                    <a:pt x="196596" y="2691384"/>
                  </a:lnTo>
                  <a:lnTo>
                    <a:pt x="188976" y="2691384"/>
                  </a:lnTo>
                  <a:lnTo>
                    <a:pt x="187452" y="2692908"/>
                  </a:lnTo>
                  <a:lnTo>
                    <a:pt x="187452" y="2735580"/>
                  </a:lnTo>
                  <a:lnTo>
                    <a:pt x="188976" y="2738628"/>
                  </a:lnTo>
                  <a:lnTo>
                    <a:pt x="196596" y="2738628"/>
                  </a:lnTo>
                  <a:lnTo>
                    <a:pt x="198120" y="2735580"/>
                  </a:lnTo>
                  <a:lnTo>
                    <a:pt x="198120" y="2692908"/>
                  </a:lnTo>
                  <a:close/>
                </a:path>
                <a:path w="759459" h="4154804">
                  <a:moveTo>
                    <a:pt x="198120" y="2622804"/>
                  </a:moveTo>
                  <a:lnTo>
                    <a:pt x="196596" y="2619756"/>
                  </a:lnTo>
                  <a:lnTo>
                    <a:pt x="188976" y="2619756"/>
                  </a:lnTo>
                  <a:lnTo>
                    <a:pt x="187452" y="2622804"/>
                  </a:lnTo>
                  <a:lnTo>
                    <a:pt x="187452" y="2663952"/>
                  </a:lnTo>
                  <a:lnTo>
                    <a:pt x="188976" y="2667000"/>
                  </a:lnTo>
                  <a:lnTo>
                    <a:pt x="196596" y="2667000"/>
                  </a:lnTo>
                  <a:lnTo>
                    <a:pt x="198120" y="2663952"/>
                  </a:lnTo>
                  <a:lnTo>
                    <a:pt x="198120" y="2622804"/>
                  </a:lnTo>
                  <a:close/>
                </a:path>
                <a:path w="759459" h="4154804">
                  <a:moveTo>
                    <a:pt x="198120" y="2551176"/>
                  </a:moveTo>
                  <a:lnTo>
                    <a:pt x="196596" y="2549652"/>
                  </a:lnTo>
                  <a:lnTo>
                    <a:pt x="188976" y="2549652"/>
                  </a:lnTo>
                  <a:lnTo>
                    <a:pt x="187452" y="2551176"/>
                  </a:lnTo>
                  <a:lnTo>
                    <a:pt x="187452" y="2593848"/>
                  </a:lnTo>
                  <a:lnTo>
                    <a:pt x="188976" y="2596896"/>
                  </a:lnTo>
                  <a:lnTo>
                    <a:pt x="196596" y="2596896"/>
                  </a:lnTo>
                  <a:lnTo>
                    <a:pt x="198120" y="2593848"/>
                  </a:lnTo>
                  <a:lnTo>
                    <a:pt x="198120" y="2551176"/>
                  </a:lnTo>
                  <a:close/>
                </a:path>
                <a:path w="759459" h="4154804">
                  <a:moveTo>
                    <a:pt x="198120" y="2481072"/>
                  </a:moveTo>
                  <a:lnTo>
                    <a:pt x="196596" y="2478024"/>
                  </a:lnTo>
                  <a:lnTo>
                    <a:pt x="188976" y="2478024"/>
                  </a:lnTo>
                  <a:lnTo>
                    <a:pt x="187452" y="2481072"/>
                  </a:lnTo>
                  <a:lnTo>
                    <a:pt x="187452" y="2522220"/>
                  </a:lnTo>
                  <a:lnTo>
                    <a:pt x="188976" y="2525268"/>
                  </a:lnTo>
                  <a:lnTo>
                    <a:pt x="196596" y="2525268"/>
                  </a:lnTo>
                  <a:lnTo>
                    <a:pt x="198120" y="2522220"/>
                  </a:lnTo>
                  <a:lnTo>
                    <a:pt x="198120" y="2481072"/>
                  </a:lnTo>
                  <a:close/>
                </a:path>
                <a:path w="759459" h="4154804">
                  <a:moveTo>
                    <a:pt x="198120" y="2409444"/>
                  </a:moveTo>
                  <a:lnTo>
                    <a:pt x="196596" y="2407920"/>
                  </a:lnTo>
                  <a:lnTo>
                    <a:pt x="188976" y="2407920"/>
                  </a:lnTo>
                  <a:lnTo>
                    <a:pt x="187452" y="2409444"/>
                  </a:lnTo>
                  <a:lnTo>
                    <a:pt x="187452" y="2452116"/>
                  </a:lnTo>
                  <a:lnTo>
                    <a:pt x="188976" y="2455164"/>
                  </a:lnTo>
                  <a:lnTo>
                    <a:pt x="196596" y="2455164"/>
                  </a:lnTo>
                  <a:lnTo>
                    <a:pt x="198120" y="2452116"/>
                  </a:lnTo>
                  <a:lnTo>
                    <a:pt x="198120" y="2409444"/>
                  </a:lnTo>
                  <a:close/>
                </a:path>
                <a:path w="759459" h="4154804">
                  <a:moveTo>
                    <a:pt x="198120" y="2339340"/>
                  </a:moveTo>
                  <a:lnTo>
                    <a:pt x="196596" y="2336292"/>
                  </a:lnTo>
                  <a:lnTo>
                    <a:pt x="188976" y="2336292"/>
                  </a:lnTo>
                  <a:lnTo>
                    <a:pt x="187452" y="2339340"/>
                  </a:lnTo>
                  <a:lnTo>
                    <a:pt x="187452" y="2380488"/>
                  </a:lnTo>
                  <a:lnTo>
                    <a:pt x="188976" y="2383536"/>
                  </a:lnTo>
                  <a:lnTo>
                    <a:pt x="196596" y="2383536"/>
                  </a:lnTo>
                  <a:lnTo>
                    <a:pt x="198120" y="2380488"/>
                  </a:lnTo>
                  <a:lnTo>
                    <a:pt x="198120" y="2339340"/>
                  </a:lnTo>
                  <a:close/>
                </a:path>
                <a:path w="759459" h="4154804">
                  <a:moveTo>
                    <a:pt x="198120" y="2267712"/>
                  </a:moveTo>
                  <a:lnTo>
                    <a:pt x="196596" y="2266188"/>
                  </a:lnTo>
                  <a:lnTo>
                    <a:pt x="188976" y="2266188"/>
                  </a:lnTo>
                  <a:lnTo>
                    <a:pt x="187452" y="2267712"/>
                  </a:lnTo>
                  <a:lnTo>
                    <a:pt x="187452" y="2310384"/>
                  </a:lnTo>
                  <a:lnTo>
                    <a:pt x="188976" y="2313432"/>
                  </a:lnTo>
                  <a:lnTo>
                    <a:pt x="196596" y="2313432"/>
                  </a:lnTo>
                  <a:lnTo>
                    <a:pt x="198120" y="2310384"/>
                  </a:lnTo>
                  <a:lnTo>
                    <a:pt x="198120" y="2267712"/>
                  </a:lnTo>
                  <a:close/>
                </a:path>
                <a:path w="759459" h="4154804">
                  <a:moveTo>
                    <a:pt x="198120" y="2197608"/>
                  </a:moveTo>
                  <a:lnTo>
                    <a:pt x="196596" y="2194560"/>
                  </a:lnTo>
                  <a:lnTo>
                    <a:pt x="188976" y="2194560"/>
                  </a:lnTo>
                  <a:lnTo>
                    <a:pt x="187452" y="2197608"/>
                  </a:lnTo>
                  <a:lnTo>
                    <a:pt x="187452" y="2240280"/>
                  </a:lnTo>
                  <a:lnTo>
                    <a:pt x="188976" y="2241804"/>
                  </a:lnTo>
                  <a:lnTo>
                    <a:pt x="196596" y="2241804"/>
                  </a:lnTo>
                  <a:lnTo>
                    <a:pt x="198120" y="2240280"/>
                  </a:lnTo>
                  <a:lnTo>
                    <a:pt x="198120" y="2197608"/>
                  </a:lnTo>
                  <a:close/>
                </a:path>
                <a:path w="759459" h="4154804">
                  <a:moveTo>
                    <a:pt x="198120" y="2127504"/>
                  </a:moveTo>
                  <a:lnTo>
                    <a:pt x="196596" y="2124456"/>
                  </a:lnTo>
                  <a:lnTo>
                    <a:pt x="188976" y="2124456"/>
                  </a:lnTo>
                  <a:lnTo>
                    <a:pt x="187452" y="2127504"/>
                  </a:lnTo>
                  <a:lnTo>
                    <a:pt x="187452" y="2168652"/>
                  </a:lnTo>
                  <a:lnTo>
                    <a:pt x="188976" y="2171700"/>
                  </a:lnTo>
                  <a:lnTo>
                    <a:pt x="196596" y="2171700"/>
                  </a:lnTo>
                  <a:lnTo>
                    <a:pt x="198120" y="2168652"/>
                  </a:lnTo>
                  <a:lnTo>
                    <a:pt x="198120" y="2127504"/>
                  </a:lnTo>
                  <a:close/>
                </a:path>
                <a:path w="759459" h="4154804">
                  <a:moveTo>
                    <a:pt x="198120" y="2055876"/>
                  </a:moveTo>
                  <a:lnTo>
                    <a:pt x="196596" y="2052828"/>
                  </a:lnTo>
                  <a:lnTo>
                    <a:pt x="188976" y="2052828"/>
                  </a:lnTo>
                  <a:lnTo>
                    <a:pt x="187452" y="2055876"/>
                  </a:lnTo>
                  <a:lnTo>
                    <a:pt x="187452" y="2098548"/>
                  </a:lnTo>
                  <a:lnTo>
                    <a:pt x="188976" y="2100072"/>
                  </a:lnTo>
                  <a:lnTo>
                    <a:pt x="196596" y="2100072"/>
                  </a:lnTo>
                  <a:lnTo>
                    <a:pt x="198120" y="2098548"/>
                  </a:lnTo>
                  <a:lnTo>
                    <a:pt x="198120" y="2055876"/>
                  </a:lnTo>
                  <a:close/>
                </a:path>
                <a:path w="759459" h="4154804">
                  <a:moveTo>
                    <a:pt x="198120" y="1985772"/>
                  </a:moveTo>
                  <a:lnTo>
                    <a:pt x="196596" y="1982724"/>
                  </a:lnTo>
                  <a:lnTo>
                    <a:pt x="188976" y="1982724"/>
                  </a:lnTo>
                  <a:lnTo>
                    <a:pt x="187452" y="1985772"/>
                  </a:lnTo>
                  <a:lnTo>
                    <a:pt x="187452" y="2026920"/>
                  </a:lnTo>
                  <a:lnTo>
                    <a:pt x="188976" y="2029968"/>
                  </a:lnTo>
                  <a:lnTo>
                    <a:pt x="196596" y="2029968"/>
                  </a:lnTo>
                  <a:lnTo>
                    <a:pt x="198120" y="2026920"/>
                  </a:lnTo>
                  <a:lnTo>
                    <a:pt x="198120" y="1985772"/>
                  </a:lnTo>
                  <a:close/>
                </a:path>
                <a:path w="759459" h="4154804">
                  <a:moveTo>
                    <a:pt x="198120" y="1914144"/>
                  </a:moveTo>
                  <a:lnTo>
                    <a:pt x="196596" y="1911096"/>
                  </a:lnTo>
                  <a:lnTo>
                    <a:pt x="188976" y="1911096"/>
                  </a:lnTo>
                  <a:lnTo>
                    <a:pt x="187452" y="1914144"/>
                  </a:lnTo>
                  <a:lnTo>
                    <a:pt x="187452" y="1956828"/>
                  </a:lnTo>
                  <a:lnTo>
                    <a:pt x="188976" y="1958352"/>
                  </a:lnTo>
                  <a:lnTo>
                    <a:pt x="196596" y="1958352"/>
                  </a:lnTo>
                  <a:lnTo>
                    <a:pt x="198120" y="1956828"/>
                  </a:lnTo>
                  <a:lnTo>
                    <a:pt x="198120" y="1914144"/>
                  </a:lnTo>
                  <a:close/>
                </a:path>
                <a:path w="759459" h="4154804">
                  <a:moveTo>
                    <a:pt x="198120" y="1844040"/>
                  </a:moveTo>
                  <a:lnTo>
                    <a:pt x="196596" y="1840992"/>
                  </a:lnTo>
                  <a:lnTo>
                    <a:pt x="188976" y="1840992"/>
                  </a:lnTo>
                  <a:lnTo>
                    <a:pt x="187452" y="1844040"/>
                  </a:lnTo>
                  <a:lnTo>
                    <a:pt x="187452" y="1885188"/>
                  </a:lnTo>
                  <a:lnTo>
                    <a:pt x="188976" y="1888236"/>
                  </a:lnTo>
                  <a:lnTo>
                    <a:pt x="196596" y="1888236"/>
                  </a:lnTo>
                  <a:lnTo>
                    <a:pt x="198120" y="1885188"/>
                  </a:lnTo>
                  <a:lnTo>
                    <a:pt x="198120" y="1844040"/>
                  </a:lnTo>
                  <a:close/>
                </a:path>
                <a:path w="759459" h="4154804">
                  <a:moveTo>
                    <a:pt x="198120" y="1772412"/>
                  </a:moveTo>
                  <a:lnTo>
                    <a:pt x="196596" y="1769364"/>
                  </a:lnTo>
                  <a:lnTo>
                    <a:pt x="188976" y="1769364"/>
                  </a:lnTo>
                  <a:lnTo>
                    <a:pt x="187452" y="1772412"/>
                  </a:lnTo>
                  <a:lnTo>
                    <a:pt x="187452" y="1815084"/>
                  </a:lnTo>
                  <a:lnTo>
                    <a:pt x="188976" y="1816608"/>
                  </a:lnTo>
                  <a:lnTo>
                    <a:pt x="196596" y="1816608"/>
                  </a:lnTo>
                  <a:lnTo>
                    <a:pt x="198120" y="1815084"/>
                  </a:lnTo>
                  <a:lnTo>
                    <a:pt x="198120" y="1772412"/>
                  </a:lnTo>
                  <a:close/>
                </a:path>
                <a:path w="759459" h="4154804">
                  <a:moveTo>
                    <a:pt x="198120" y="1702308"/>
                  </a:moveTo>
                  <a:lnTo>
                    <a:pt x="196596" y="1699260"/>
                  </a:lnTo>
                  <a:lnTo>
                    <a:pt x="188976" y="1699260"/>
                  </a:lnTo>
                  <a:lnTo>
                    <a:pt x="187452" y="1702308"/>
                  </a:lnTo>
                  <a:lnTo>
                    <a:pt x="187452" y="1743456"/>
                  </a:lnTo>
                  <a:lnTo>
                    <a:pt x="188976" y="1746504"/>
                  </a:lnTo>
                  <a:lnTo>
                    <a:pt x="196596" y="1746504"/>
                  </a:lnTo>
                  <a:lnTo>
                    <a:pt x="198120" y="1743456"/>
                  </a:lnTo>
                  <a:lnTo>
                    <a:pt x="198120" y="1702308"/>
                  </a:lnTo>
                  <a:close/>
                </a:path>
                <a:path w="759459" h="4154804">
                  <a:moveTo>
                    <a:pt x="198120" y="1630680"/>
                  </a:moveTo>
                  <a:lnTo>
                    <a:pt x="196596" y="1627632"/>
                  </a:lnTo>
                  <a:lnTo>
                    <a:pt x="188976" y="1627632"/>
                  </a:lnTo>
                  <a:lnTo>
                    <a:pt x="187452" y="1630680"/>
                  </a:lnTo>
                  <a:lnTo>
                    <a:pt x="187452" y="1673352"/>
                  </a:lnTo>
                  <a:lnTo>
                    <a:pt x="188976" y="1674876"/>
                  </a:lnTo>
                  <a:lnTo>
                    <a:pt x="196596" y="1674876"/>
                  </a:lnTo>
                  <a:lnTo>
                    <a:pt x="198120" y="1673352"/>
                  </a:lnTo>
                  <a:lnTo>
                    <a:pt x="198120" y="1630680"/>
                  </a:lnTo>
                  <a:close/>
                </a:path>
                <a:path w="759459" h="4154804">
                  <a:moveTo>
                    <a:pt x="198120" y="1560576"/>
                  </a:moveTo>
                  <a:lnTo>
                    <a:pt x="196596" y="1557528"/>
                  </a:lnTo>
                  <a:lnTo>
                    <a:pt x="188976" y="1557528"/>
                  </a:lnTo>
                  <a:lnTo>
                    <a:pt x="187452" y="1560576"/>
                  </a:lnTo>
                  <a:lnTo>
                    <a:pt x="187452" y="1601724"/>
                  </a:lnTo>
                  <a:lnTo>
                    <a:pt x="188976" y="1604772"/>
                  </a:lnTo>
                  <a:lnTo>
                    <a:pt x="196596" y="1604772"/>
                  </a:lnTo>
                  <a:lnTo>
                    <a:pt x="198120" y="1601724"/>
                  </a:lnTo>
                  <a:lnTo>
                    <a:pt x="198120" y="1560576"/>
                  </a:lnTo>
                  <a:close/>
                </a:path>
                <a:path w="759459" h="4154804">
                  <a:moveTo>
                    <a:pt x="198120" y="1488948"/>
                  </a:moveTo>
                  <a:lnTo>
                    <a:pt x="196596" y="1487424"/>
                  </a:lnTo>
                  <a:lnTo>
                    <a:pt x="188976" y="1487424"/>
                  </a:lnTo>
                  <a:lnTo>
                    <a:pt x="187452" y="1488948"/>
                  </a:lnTo>
                  <a:lnTo>
                    <a:pt x="187452" y="1531620"/>
                  </a:lnTo>
                  <a:lnTo>
                    <a:pt x="188976" y="1534668"/>
                  </a:lnTo>
                  <a:lnTo>
                    <a:pt x="196596" y="1534668"/>
                  </a:lnTo>
                  <a:lnTo>
                    <a:pt x="198120" y="1531620"/>
                  </a:lnTo>
                  <a:lnTo>
                    <a:pt x="198120" y="1488948"/>
                  </a:lnTo>
                  <a:close/>
                </a:path>
                <a:path w="759459" h="4154804">
                  <a:moveTo>
                    <a:pt x="198120" y="1418844"/>
                  </a:moveTo>
                  <a:lnTo>
                    <a:pt x="196596" y="1415796"/>
                  </a:lnTo>
                  <a:lnTo>
                    <a:pt x="188976" y="1415796"/>
                  </a:lnTo>
                  <a:lnTo>
                    <a:pt x="187452" y="1418844"/>
                  </a:lnTo>
                  <a:lnTo>
                    <a:pt x="187452" y="1459992"/>
                  </a:lnTo>
                  <a:lnTo>
                    <a:pt x="188976" y="1463040"/>
                  </a:lnTo>
                  <a:lnTo>
                    <a:pt x="196596" y="1463040"/>
                  </a:lnTo>
                  <a:lnTo>
                    <a:pt x="198120" y="1459992"/>
                  </a:lnTo>
                  <a:lnTo>
                    <a:pt x="198120" y="1418844"/>
                  </a:lnTo>
                  <a:close/>
                </a:path>
                <a:path w="759459" h="4154804">
                  <a:moveTo>
                    <a:pt x="198120" y="1347216"/>
                  </a:moveTo>
                  <a:lnTo>
                    <a:pt x="196596" y="1345692"/>
                  </a:lnTo>
                  <a:lnTo>
                    <a:pt x="188976" y="1345692"/>
                  </a:lnTo>
                  <a:lnTo>
                    <a:pt x="187452" y="1347216"/>
                  </a:lnTo>
                  <a:lnTo>
                    <a:pt x="187452" y="1389888"/>
                  </a:lnTo>
                  <a:lnTo>
                    <a:pt x="188976" y="1392936"/>
                  </a:lnTo>
                  <a:lnTo>
                    <a:pt x="196596" y="1392936"/>
                  </a:lnTo>
                  <a:lnTo>
                    <a:pt x="198120" y="1389888"/>
                  </a:lnTo>
                  <a:lnTo>
                    <a:pt x="198120" y="1347216"/>
                  </a:lnTo>
                  <a:close/>
                </a:path>
                <a:path w="759459" h="4154804">
                  <a:moveTo>
                    <a:pt x="198120" y="1277112"/>
                  </a:moveTo>
                  <a:lnTo>
                    <a:pt x="196596" y="1274064"/>
                  </a:lnTo>
                  <a:lnTo>
                    <a:pt x="188976" y="1274064"/>
                  </a:lnTo>
                  <a:lnTo>
                    <a:pt x="187452" y="1277112"/>
                  </a:lnTo>
                  <a:lnTo>
                    <a:pt x="187452" y="1318260"/>
                  </a:lnTo>
                  <a:lnTo>
                    <a:pt x="188976" y="1321308"/>
                  </a:lnTo>
                  <a:lnTo>
                    <a:pt x="196596" y="1321308"/>
                  </a:lnTo>
                  <a:lnTo>
                    <a:pt x="198120" y="1318260"/>
                  </a:lnTo>
                  <a:lnTo>
                    <a:pt x="198120" y="1277112"/>
                  </a:lnTo>
                  <a:close/>
                </a:path>
                <a:path w="759459" h="4154804">
                  <a:moveTo>
                    <a:pt x="198120" y="1205484"/>
                  </a:moveTo>
                  <a:lnTo>
                    <a:pt x="196596" y="1203960"/>
                  </a:lnTo>
                  <a:lnTo>
                    <a:pt x="188976" y="1203960"/>
                  </a:lnTo>
                  <a:lnTo>
                    <a:pt x="187452" y="1205484"/>
                  </a:lnTo>
                  <a:lnTo>
                    <a:pt x="187452" y="1248156"/>
                  </a:lnTo>
                  <a:lnTo>
                    <a:pt x="188976" y="1251204"/>
                  </a:lnTo>
                  <a:lnTo>
                    <a:pt x="196596" y="1251204"/>
                  </a:lnTo>
                  <a:lnTo>
                    <a:pt x="198120" y="1248156"/>
                  </a:lnTo>
                  <a:lnTo>
                    <a:pt x="198120" y="1205484"/>
                  </a:lnTo>
                  <a:close/>
                </a:path>
                <a:path w="759459" h="4154804">
                  <a:moveTo>
                    <a:pt x="198120" y="1135380"/>
                  </a:moveTo>
                  <a:lnTo>
                    <a:pt x="196596" y="1132332"/>
                  </a:lnTo>
                  <a:lnTo>
                    <a:pt x="188976" y="1132332"/>
                  </a:lnTo>
                  <a:lnTo>
                    <a:pt x="187452" y="1135380"/>
                  </a:lnTo>
                  <a:lnTo>
                    <a:pt x="187452" y="1176528"/>
                  </a:lnTo>
                  <a:lnTo>
                    <a:pt x="188976" y="1179576"/>
                  </a:lnTo>
                  <a:lnTo>
                    <a:pt x="196596" y="1179576"/>
                  </a:lnTo>
                  <a:lnTo>
                    <a:pt x="198120" y="1176528"/>
                  </a:lnTo>
                  <a:lnTo>
                    <a:pt x="198120" y="1135380"/>
                  </a:lnTo>
                  <a:close/>
                </a:path>
                <a:path w="759459" h="4154804">
                  <a:moveTo>
                    <a:pt x="198120" y="1063752"/>
                  </a:moveTo>
                  <a:lnTo>
                    <a:pt x="196596" y="1062228"/>
                  </a:lnTo>
                  <a:lnTo>
                    <a:pt x="188976" y="1062228"/>
                  </a:lnTo>
                  <a:lnTo>
                    <a:pt x="187452" y="1063752"/>
                  </a:lnTo>
                  <a:lnTo>
                    <a:pt x="187452" y="1106424"/>
                  </a:lnTo>
                  <a:lnTo>
                    <a:pt x="188976" y="1109472"/>
                  </a:lnTo>
                  <a:lnTo>
                    <a:pt x="196596" y="1109472"/>
                  </a:lnTo>
                  <a:lnTo>
                    <a:pt x="198120" y="1106424"/>
                  </a:lnTo>
                  <a:lnTo>
                    <a:pt x="198120" y="1063752"/>
                  </a:lnTo>
                  <a:close/>
                </a:path>
                <a:path w="759459" h="4154804">
                  <a:moveTo>
                    <a:pt x="198120" y="993648"/>
                  </a:moveTo>
                  <a:lnTo>
                    <a:pt x="196596" y="990600"/>
                  </a:lnTo>
                  <a:lnTo>
                    <a:pt x="188976" y="990600"/>
                  </a:lnTo>
                  <a:lnTo>
                    <a:pt x="187452" y="993648"/>
                  </a:lnTo>
                  <a:lnTo>
                    <a:pt x="187452" y="1036320"/>
                  </a:lnTo>
                  <a:lnTo>
                    <a:pt x="188976" y="1037844"/>
                  </a:lnTo>
                  <a:lnTo>
                    <a:pt x="196596" y="1037844"/>
                  </a:lnTo>
                  <a:lnTo>
                    <a:pt x="198120" y="1036320"/>
                  </a:lnTo>
                  <a:lnTo>
                    <a:pt x="198120" y="993648"/>
                  </a:lnTo>
                  <a:close/>
                </a:path>
                <a:path w="759459" h="4154804">
                  <a:moveTo>
                    <a:pt x="198120" y="923544"/>
                  </a:moveTo>
                  <a:lnTo>
                    <a:pt x="196596" y="920496"/>
                  </a:lnTo>
                  <a:lnTo>
                    <a:pt x="188976" y="920496"/>
                  </a:lnTo>
                  <a:lnTo>
                    <a:pt x="187452" y="923544"/>
                  </a:lnTo>
                  <a:lnTo>
                    <a:pt x="187452" y="964692"/>
                  </a:lnTo>
                  <a:lnTo>
                    <a:pt x="188976" y="967740"/>
                  </a:lnTo>
                  <a:lnTo>
                    <a:pt x="196596" y="967740"/>
                  </a:lnTo>
                  <a:lnTo>
                    <a:pt x="198120" y="964692"/>
                  </a:lnTo>
                  <a:lnTo>
                    <a:pt x="198120" y="923544"/>
                  </a:lnTo>
                  <a:close/>
                </a:path>
                <a:path w="759459" h="4154804">
                  <a:moveTo>
                    <a:pt x="198120" y="851916"/>
                  </a:moveTo>
                  <a:lnTo>
                    <a:pt x="196596" y="848868"/>
                  </a:lnTo>
                  <a:lnTo>
                    <a:pt x="188976" y="848868"/>
                  </a:lnTo>
                  <a:lnTo>
                    <a:pt x="187452" y="851916"/>
                  </a:lnTo>
                  <a:lnTo>
                    <a:pt x="187452" y="894588"/>
                  </a:lnTo>
                  <a:lnTo>
                    <a:pt x="188976" y="896112"/>
                  </a:lnTo>
                  <a:lnTo>
                    <a:pt x="196596" y="896112"/>
                  </a:lnTo>
                  <a:lnTo>
                    <a:pt x="198120" y="894588"/>
                  </a:lnTo>
                  <a:lnTo>
                    <a:pt x="198120" y="851916"/>
                  </a:lnTo>
                  <a:close/>
                </a:path>
                <a:path w="759459" h="4154804">
                  <a:moveTo>
                    <a:pt x="198120" y="781812"/>
                  </a:moveTo>
                  <a:lnTo>
                    <a:pt x="196596" y="778764"/>
                  </a:lnTo>
                  <a:lnTo>
                    <a:pt x="188976" y="778764"/>
                  </a:lnTo>
                  <a:lnTo>
                    <a:pt x="187452" y="781812"/>
                  </a:lnTo>
                  <a:lnTo>
                    <a:pt x="187452" y="822960"/>
                  </a:lnTo>
                  <a:lnTo>
                    <a:pt x="188976" y="826008"/>
                  </a:lnTo>
                  <a:lnTo>
                    <a:pt x="196596" y="826008"/>
                  </a:lnTo>
                  <a:lnTo>
                    <a:pt x="198120" y="822960"/>
                  </a:lnTo>
                  <a:lnTo>
                    <a:pt x="198120" y="781812"/>
                  </a:lnTo>
                  <a:close/>
                </a:path>
                <a:path w="759459" h="4154804">
                  <a:moveTo>
                    <a:pt x="198120" y="710184"/>
                  </a:moveTo>
                  <a:lnTo>
                    <a:pt x="196596" y="707136"/>
                  </a:lnTo>
                  <a:lnTo>
                    <a:pt x="188976" y="707136"/>
                  </a:lnTo>
                  <a:lnTo>
                    <a:pt x="187452" y="710184"/>
                  </a:lnTo>
                  <a:lnTo>
                    <a:pt x="187452" y="752856"/>
                  </a:lnTo>
                  <a:lnTo>
                    <a:pt x="188976" y="754380"/>
                  </a:lnTo>
                  <a:lnTo>
                    <a:pt x="196596" y="754380"/>
                  </a:lnTo>
                  <a:lnTo>
                    <a:pt x="198120" y="752856"/>
                  </a:lnTo>
                  <a:lnTo>
                    <a:pt x="198120" y="710184"/>
                  </a:lnTo>
                  <a:close/>
                </a:path>
                <a:path w="759459" h="4154804">
                  <a:moveTo>
                    <a:pt x="198120" y="640080"/>
                  </a:moveTo>
                  <a:lnTo>
                    <a:pt x="196596" y="637032"/>
                  </a:lnTo>
                  <a:lnTo>
                    <a:pt x="188976" y="637032"/>
                  </a:lnTo>
                  <a:lnTo>
                    <a:pt x="187452" y="640080"/>
                  </a:lnTo>
                  <a:lnTo>
                    <a:pt x="187452" y="681228"/>
                  </a:lnTo>
                  <a:lnTo>
                    <a:pt x="188976" y="684276"/>
                  </a:lnTo>
                  <a:lnTo>
                    <a:pt x="196596" y="684276"/>
                  </a:lnTo>
                  <a:lnTo>
                    <a:pt x="198120" y="681228"/>
                  </a:lnTo>
                  <a:lnTo>
                    <a:pt x="198120" y="640080"/>
                  </a:lnTo>
                  <a:close/>
                </a:path>
                <a:path w="759459" h="4154804">
                  <a:moveTo>
                    <a:pt x="198120" y="568452"/>
                  </a:moveTo>
                  <a:lnTo>
                    <a:pt x="196596" y="565404"/>
                  </a:lnTo>
                  <a:lnTo>
                    <a:pt x="188976" y="565404"/>
                  </a:lnTo>
                  <a:lnTo>
                    <a:pt x="187452" y="568452"/>
                  </a:lnTo>
                  <a:lnTo>
                    <a:pt x="187452" y="611124"/>
                  </a:lnTo>
                  <a:lnTo>
                    <a:pt x="188976" y="612648"/>
                  </a:lnTo>
                  <a:lnTo>
                    <a:pt x="196596" y="612648"/>
                  </a:lnTo>
                  <a:lnTo>
                    <a:pt x="198120" y="611124"/>
                  </a:lnTo>
                  <a:lnTo>
                    <a:pt x="198120" y="568452"/>
                  </a:lnTo>
                  <a:close/>
                </a:path>
                <a:path w="759459" h="4154804">
                  <a:moveTo>
                    <a:pt x="198120" y="498348"/>
                  </a:moveTo>
                  <a:lnTo>
                    <a:pt x="196596" y="495300"/>
                  </a:lnTo>
                  <a:lnTo>
                    <a:pt x="188976" y="495300"/>
                  </a:lnTo>
                  <a:lnTo>
                    <a:pt x="187452" y="498348"/>
                  </a:lnTo>
                  <a:lnTo>
                    <a:pt x="187452" y="539496"/>
                  </a:lnTo>
                  <a:lnTo>
                    <a:pt x="188976" y="542544"/>
                  </a:lnTo>
                  <a:lnTo>
                    <a:pt x="196596" y="542544"/>
                  </a:lnTo>
                  <a:lnTo>
                    <a:pt x="198120" y="539496"/>
                  </a:lnTo>
                  <a:lnTo>
                    <a:pt x="198120" y="498348"/>
                  </a:lnTo>
                  <a:close/>
                </a:path>
                <a:path w="759459" h="4154804">
                  <a:moveTo>
                    <a:pt x="198120" y="426720"/>
                  </a:moveTo>
                  <a:lnTo>
                    <a:pt x="196596" y="425196"/>
                  </a:lnTo>
                  <a:lnTo>
                    <a:pt x="188976" y="425196"/>
                  </a:lnTo>
                  <a:lnTo>
                    <a:pt x="187452" y="426720"/>
                  </a:lnTo>
                  <a:lnTo>
                    <a:pt x="187452" y="469392"/>
                  </a:lnTo>
                  <a:lnTo>
                    <a:pt x="188976" y="470916"/>
                  </a:lnTo>
                  <a:lnTo>
                    <a:pt x="196596" y="470916"/>
                  </a:lnTo>
                  <a:lnTo>
                    <a:pt x="198120" y="469392"/>
                  </a:lnTo>
                  <a:lnTo>
                    <a:pt x="198120" y="426720"/>
                  </a:lnTo>
                  <a:close/>
                </a:path>
                <a:path w="759459" h="4154804">
                  <a:moveTo>
                    <a:pt x="198120" y="356616"/>
                  </a:moveTo>
                  <a:lnTo>
                    <a:pt x="196596" y="353568"/>
                  </a:lnTo>
                  <a:lnTo>
                    <a:pt x="188976" y="353568"/>
                  </a:lnTo>
                  <a:lnTo>
                    <a:pt x="187452" y="356616"/>
                  </a:lnTo>
                  <a:lnTo>
                    <a:pt x="187452" y="397764"/>
                  </a:lnTo>
                  <a:lnTo>
                    <a:pt x="188976" y="400812"/>
                  </a:lnTo>
                  <a:lnTo>
                    <a:pt x="196596" y="400812"/>
                  </a:lnTo>
                  <a:lnTo>
                    <a:pt x="198120" y="397764"/>
                  </a:lnTo>
                  <a:lnTo>
                    <a:pt x="198120" y="356616"/>
                  </a:lnTo>
                  <a:close/>
                </a:path>
                <a:path w="759459" h="4154804">
                  <a:moveTo>
                    <a:pt x="198120" y="284988"/>
                  </a:moveTo>
                  <a:lnTo>
                    <a:pt x="196596" y="283464"/>
                  </a:lnTo>
                  <a:lnTo>
                    <a:pt x="188976" y="283464"/>
                  </a:lnTo>
                  <a:lnTo>
                    <a:pt x="187452" y="284988"/>
                  </a:lnTo>
                  <a:lnTo>
                    <a:pt x="187452" y="327660"/>
                  </a:lnTo>
                  <a:lnTo>
                    <a:pt x="188976" y="330708"/>
                  </a:lnTo>
                  <a:lnTo>
                    <a:pt x="196596" y="330708"/>
                  </a:lnTo>
                  <a:lnTo>
                    <a:pt x="198120" y="327660"/>
                  </a:lnTo>
                  <a:lnTo>
                    <a:pt x="198120" y="284988"/>
                  </a:lnTo>
                  <a:close/>
                </a:path>
                <a:path w="759459" h="4154804">
                  <a:moveTo>
                    <a:pt x="198120" y="214884"/>
                  </a:moveTo>
                  <a:lnTo>
                    <a:pt x="196596" y="211836"/>
                  </a:lnTo>
                  <a:lnTo>
                    <a:pt x="188976" y="211836"/>
                  </a:lnTo>
                  <a:lnTo>
                    <a:pt x="187452" y="214884"/>
                  </a:lnTo>
                  <a:lnTo>
                    <a:pt x="187452" y="256032"/>
                  </a:lnTo>
                  <a:lnTo>
                    <a:pt x="188976" y="259080"/>
                  </a:lnTo>
                  <a:lnTo>
                    <a:pt x="196596" y="259080"/>
                  </a:lnTo>
                  <a:lnTo>
                    <a:pt x="198120" y="256032"/>
                  </a:lnTo>
                  <a:lnTo>
                    <a:pt x="198120" y="214884"/>
                  </a:lnTo>
                  <a:close/>
                </a:path>
                <a:path w="759459" h="4154804">
                  <a:moveTo>
                    <a:pt x="198120" y="143256"/>
                  </a:moveTo>
                  <a:lnTo>
                    <a:pt x="196596" y="141732"/>
                  </a:lnTo>
                  <a:lnTo>
                    <a:pt x="188976" y="141732"/>
                  </a:lnTo>
                  <a:lnTo>
                    <a:pt x="187452" y="143256"/>
                  </a:lnTo>
                  <a:lnTo>
                    <a:pt x="187452" y="185928"/>
                  </a:lnTo>
                  <a:lnTo>
                    <a:pt x="188976" y="188976"/>
                  </a:lnTo>
                  <a:lnTo>
                    <a:pt x="196596" y="188976"/>
                  </a:lnTo>
                  <a:lnTo>
                    <a:pt x="198120" y="185928"/>
                  </a:lnTo>
                  <a:lnTo>
                    <a:pt x="198120" y="143256"/>
                  </a:lnTo>
                  <a:close/>
                </a:path>
                <a:path w="759459" h="4154804">
                  <a:moveTo>
                    <a:pt x="198120" y="73152"/>
                  </a:moveTo>
                  <a:lnTo>
                    <a:pt x="196596" y="70104"/>
                  </a:lnTo>
                  <a:lnTo>
                    <a:pt x="188976" y="70104"/>
                  </a:lnTo>
                  <a:lnTo>
                    <a:pt x="187452" y="73152"/>
                  </a:lnTo>
                  <a:lnTo>
                    <a:pt x="187452" y="114300"/>
                  </a:lnTo>
                  <a:lnTo>
                    <a:pt x="188976" y="117348"/>
                  </a:lnTo>
                  <a:lnTo>
                    <a:pt x="196596" y="117348"/>
                  </a:lnTo>
                  <a:lnTo>
                    <a:pt x="198120" y="114300"/>
                  </a:lnTo>
                  <a:lnTo>
                    <a:pt x="198120" y="73152"/>
                  </a:lnTo>
                  <a:close/>
                </a:path>
                <a:path w="759459" h="4154804">
                  <a:moveTo>
                    <a:pt x="198120" y="1524"/>
                  </a:moveTo>
                  <a:lnTo>
                    <a:pt x="196596" y="0"/>
                  </a:lnTo>
                  <a:lnTo>
                    <a:pt x="188976" y="0"/>
                  </a:lnTo>
                  <a:lnTo>
                    <a:pt x="187452" y="1524"/>
                  </a:lnTo>
                  <a:lnTo>
                    <a:pt x="187452" y="44196"/>
                  </a:lnTo>
                  <a:lnTo>
                    <a:pt x="188976" y="47244"/>
                  </a:lnTo>
                  <a:lnTo>
                    <a:pt x="196596" y="47244"/>
                  </a:lnTo>
                  <a:lnTo>
                    <a:pt x="198120" y="44196"/>
                  </a:lnTo>
                  <a:lnTo>
                    <a:pt x="198120" y="1524"/>
                  </a:lnTo>
                  <a:close/>
                </a:path>
                <a:path w="759459" h="4154804">
                  <a:moveTo>
                    <a:pt x="385572" y="4110228"/>
                  </a:moveTo>
                  <a:lnTo>
                    <a:pt x="382524" y="4107180"/>
                  </a:lnTo>
                  <a:lnTo>
                    <a:pt x="376428" y="4107180"/>
                  </a:lnTo>
                  <a:lnTo>
                    <a:pt x="373380" y="4110228"/>
                  </a:lnTo>
                  <a:lnTo>
                    <a:pt x="373380" y="4151376"/>
                  </a:lnTo>
                  <a:lnTo>
                    <a:pt x="376428" y="4154424"/>
                  </a:lnTo>
                  <a:lnTo>
                    <a:pt x="382524" y="4154424"/>
                  </a:lnTo>
                  <a:lnTo>
                    <a:pt x="385572" y="4151376"/>
                  </a:lnTo>
                  <a:lnTo>
                    <a:pt x="385572" y="4110228"/>
                  </a:lnTo>
                  <a:close/>
                </a:path>
                <a:path w="759459" h="4154804">
                  <a:moveTo>
                    <a:pt x="385572" y="4038600"/>
                  </a:moveTo>
                  <a:lnTo>
                    <a:pt x="382524" y="4035552"/>
                  </a:lnTo>
                  <a:lnTo>
                    <a:pt x="376428" y="4035552"/>
                  </a:lnTo>
                  <a:lnTo>
                    <a:pt x="373380" y="4038600"/>
                  </a:lnTo>
                  <a:lnTo>
                    <a:pt x="373380" y="4081272"/>
                  </a:lnTo>
                  <a:lnTo>
                    <a:pt x="376428" y="4082796"/>
                  </a:lnTo>
                  <a:lnTo>
                    <a:pt x="382524" y="4082796"/>
                  </a:lnTo>
                  <a:lnTo>
                    <a:pt x="385572" y="4081272"/>
                  </a:lnTo>
                  <a:lnTo>
                    <a:pt x="385572" y="4038600"/>
                  </a:lnTo>
                  <a:close/>
                </a:path>
                <a:path w="759459" h="4154804">
                  <a:moveTo>
                    <a:pt x="385572" y="3968496"/>
                  </a:moveTo>
                  <a:lnTo>
                    <a:pt x="382524" y="3965448"/>
                  </a:lnTo>
                  <a:lnTo>
                    <a:pt x="376428" y="3965448"/>
                  </a:lnTo>
                  <a:lnTo>
                    <a:pt x="373380" y="3968496"/>
                  </a:lnTo>
                  <a:lnTo>
                    <a:pt x="373380" y="4009644"/>
                  </a:lnTo>
                  <a:lnTo>
                    <a:pt x="376428" y="4012692"/>
                  </a:lnTo>
                  <a:lnTo>
                    <a:pt x="382524" y="4012692"/>
                  </a:lnTo>
                  <a:lnTo>
                    <a:pt x="385572" y="4009644"/>
                  </a:lnTo>
                  <a:lnTo>
                    <a:pt x="385572" y="3968496"/>
                  </a:lnTo>
                  <a:close/>
                </a:path>
                <a:path w="759459" h="4154804">
                  <a:moveTo>
                    <a:pt x="385572" y="3896868"/>
                  </a:moveTo>
                  <a:lnTo>
                    <a:pt x="382524" y="3895344"/>
                  </a:lnTo>
                  <a:lnTo>
                    <a:pt x="376428" y="3895344"/>
                  </a:lnTo>
                  <a:lnTo>
                    <a:pt x="373380" y="3896868"/>
                  </a:lnTo>
                  <a:lnTo>
                    <a:pt x="373380" y="3939540"/>
                  </a:lnTo>
                  <a:lnTo>
                    <a:pt x="376428" y="3942588"/>
                  </a:lnTo>
                  <a:lnTo>
                    <a:pt x="382524" y="3942588"/>
                  </a:lnTo>
                  <a:lnTo>
                    <a:pt x="385572" y="3939540"/>
                  </a:lnTo>
                  <a:lnTo>
                    <a:pt x="385572" y="3896868"/>
                  </a:lnTo>
                  <a:close/>
                </a:path>
                <a:path w="759459" h="4154804">
                  <a:moveTo>
                    <a:pt x="385572" y="3826764"/>
                  </a:moveTo>
                  <a:lnTo>
                    <a:pt x="382524" y="3823716"/>
                  </a:lnTo>
                  <a:lnTo>
                    <a:pt x="376428" y="3823716"/>
                  </a:lnTo>
                  <a:lnTo>
                    <a:pt x="373380" y="3826764"/>
                  </a:lnTo>
                  <a:lnTo>
                    <a:pt x="373380" y="3867912"/>
                  </a:lnTo>
                  <a:lnTo>
                    <a:pt x="376428" y="3870960"/>
                  </a:lnTo>
                  <a:lnTo>
                    <a:pt x="382524" y="3870960"/>
                  </a:lnTo>
                  <a:lnTo>
                    <a:pt x="385572" y="3867912"/>
                  </a:lnTo>
                  <a:lnTo>
                    <a:pt x="385572" y="3826764"/>
                  </a:lnTo>
                  <a:close/>
                </a:path>
                <a:path w="759459" h="4154804">
                  <a:moveTo>
                    <a:pt x="385572" y="3755136"/>
                  </a:moveTo>
                  <a:lnTo>
                    <a:pt x="382524" y="3753612"/>
                  </a:lnTo>
                  <a:lnTo>
                    <a:pt x="376428" y="3753612"/>
                  </a:lnTo>
                  <a:lnTo>
                    <a:pt x="373380" y="3755136"/>
                  </a:lnTo>
                  <a:lnTo>
                    <a:pt x="373380" y="3797808"/>
                  </a:lnTo>
                  <a:lnTo>
                    <a:pt x="376428" y="3800856"/>
                  </a:lnTo>
                  <a:lnTo>
                    <a:pt x="382524" y="3800856"/>
                  </a:lnTo>
                  <a:lnTo>
                    <a:pt x="385572" y="3797808"/>
                  </a:lnTo>
                  <a:lnTo>
                    <a:pt x="385572" y="3755136"/>
                  </a:lnTo>
                  <a:close/>
                </a:path>
                <a:path w="759459" h="4154804">
                  <a:moveTo>
                    <a:pt x="385572" y="3685032"/>
                  </a:moveTo>
                  <a:lnTo>
                    <a:pt x="382524" y="3681984"/>
                  </a:lnTo>
                  <a:lnTo>
                    <a:pt x="376428" y="3681984"/>
                  </a:lnTo>
                  <a:lnTo>
                    <a:pt x="373380" y="3685032"/>
                  </a:lnTo>
                  <a:lnTo>
                    <a:pt x="373380" y="3726180"/>
                  </a:lnTo>
                  <a:lnTo>
                    <a:pt x="376428" y="3729228"/>
                  </a:lnTo>
                  <a:lnTo>
                    <a:pt x="382524" y="3729228"/>
                  </a:lnTo>
                  <a:lnTo>
                    <a:pt x="385572" y="3726180"/>
                  </a:lnTo>
                  <a:lnTo>
                    <a:pt x="385572" y="3685032"/>
                  </a:lnTo>
                  <a:close/>
                </a:path>
                <a:path w="759459" h="4154804">
                  <a:moveTo>
                    <a:pt x="385572" y="3613404"/>
                  </a:moveTo>
                  <a:lnTo>
                    <a:pt x="382524" y="3611880"/>
                  </a:lnTo>
                  <a:lnTo>
                    <a:pt x="376428" y="3611880"/>
                  </a:lnTo>
                  <a:lnTo>
                    <a:pt x="373380" y="3613404"/>
                  </a:lnTo>
                  <a:lnTo>
                    <a:pt x="373380" y="3656076"/>
                  </a:lnTo>
                  <a:lnTo>
                    <a:pt x="376428" y="3659124"/>
                  </a:lnTo>
                  <a:lnTo>
                    <a:pt x="382524" y="3659124"/>
                  </a:lnTo>
                  <a:lnTo>
                    <a:pt x="385572" y="3656076"/>
                  </a:lnTo>
                  <a:lnTo>
                    <a:pt x="385572" y="3613404"/>
                  </a:lnTo>
                  <a:close/>
                </a:path>
                <a:path w="759459" h="4154804">
                  <a:moveTo>
                    <a:pt x="385572" y="3543300"/>
                  </a:moveTo>
                  <a:lnTo>
                    <a:pt x="382524" y="3540252"/>
                  </a:lnTo>
                  <a:lnTo>
                    <a:pt x="376428" y="3540252"/>
                  </a:lnTo>
                  <a:lnTo>
                    <a:pt x="373380" y="3543300"/>
                  </a:lnTo>
                  <a:lnTo>
                    <a:pt x="373380" y="3584448"/>
                  </a:lnTo>
                  <a:lnTo>
                    <a:pt x="376428" y="3587496"/>
                  </a:lnTo>
                  <a:lnTo>
                    <a:pt x="382524" y="3587496"/>
                  </a:lnTo>
                  <a:lnTo>
                    <a:pt x="385572" y="3584448"/>
                  </a:lnTo>
                  <a:lnTo>
                    <a:pt x="385572" y="3543300"/>
                  </a:lnTo>
                  <a:close/>
                </a:path>
                <a:path w="759459" h="4154804">
                  <a:moveTo>
                    <a:pt x="385572" y="3471672"/>
                  </a:moveTo>
                  <a:lnTo>
                    <a:pt x="382524" y="3470148"/>
                  </a:lnTo>
                  <a:lnTo>
                    <a:pt x="376428" y="3470148"/>
                  </a:lnTo>
                  <a:lnTo>
                    <a:pt x="373380" y="3471672"/>
                  </a:lnTo>
                  <a:lnTo>
                    <a:pt x="373380" y="3514344"/>
                  </a:lnTo>
                  <a:lnTo>
                    <a:pt x="376428" y="3517392"/>
                  </a:lnTo>
                  <a:lnTo>
                    <a:pt x="382524" y="3517392"/>
                  </a:lnTo>
                  <a:lnTo>
                    <a:pt x="385572" y="3514344"/>
                  </a:lnTo>
                  <a:lnTo>
                    <a:pt x="385572" y="3471672"/>
                  </a:lnTo>
                  <a:close/>
                </a:path>
                <a:path w="759459" h="4154804">
                  <a:moveTo>
                    <a:pt x="385572" y="3401568"/>
                  </a:moveTo>
                  <a:lnTo>
                    <a:pt x="382524" y="3398520"/>
                  </a:lnTo>
                  <a:lnTo>
                    <a:pt x="376428" y="3398520"/>
                  </a:lnTo>
                  <a:lnTo>
                    <a:pt x="373380" y="3401568"/>
                  </a:lnTo>
                  <a:lnTo>
                    <a:pt x="373380" y="3444240"/>
                  </a:lnTo>
                  <a:lnTo>
                    <a:pt x="376428" y="3445764"/>
                  </a:lnTo>
                  <a:lnTo>
                    <a:pt x="382524" y="3445764"/>
                  </a:lnTo>
                  <a:lnTo>
                    <a:pt x="385572" y="3444240"/>
                  </a:lnTo>
                  <a:lnTo>
                    <a:pt x="385572" y="3401568"/>
                  </a:lnTo>
                  <a:close/>
                </a:path>
                <a:path w="759459" h="4154804">
                  <a:moveTo>
                    <a:pt x="385572" y="3331464"/>
                  </a:moveTo>
                  <a:lnTo>
                    <a:pt x="382524" y="3328416"/>
                  </a:lnTo>
                  <a:lnTo>
                    <a:pt x="376428" y="3328416"/>
                  </a:lnTo>
                  <a:lnTo>
                    <a:pt x="373380" y="3331464"/>
                  </a:lnTo>
                  <a:lnTo>
                    <a:pt x="373380" y="3372612"/>
                  </a:lnTo>
                  <a:lnTo>
                    <a:pt x="376428" y="3375660"/>
                  </a:lnTo>
                  <a:lnTo>
                    <a:pt x="382524" y="3375660"/>
                  </a:lnTo>
                  <a:lnTo>
                    <a:pt x="385572" y="3372612"/>
                  </a:lnTo>
                  <a:lnTo>
                    <a:pt x="385572" y="3331464"/>
                  </a:lnTo>
                  <a:close/>
                </a:path>
                <a:path w="759459" h="4154804">
                  <a:moveTo>
                    <a:pt x="385572" y="3259836"/>
                  </a:moveTo>
                  <a:lnTo>
                    <a:pt x="382524" y="3256788"/>
                  </a:lnTo>
                  <a:lnTo>
                    <a:pt x="376428" y="3256788"/>
                  </a:lnTo>
                  <a:lnTo>
                    <a:pt x="373380" y="3259836"/>
                  </a:lnTo>
                  <a:lnTo>
                    <a:pt x="373380" y="3302508"/>
                  </a:lnTo>
                  <a:lnTo>
                    <a:pt x="376428" y="3304032"/>
                  </a:lnTo>
                  <a:lnTo>
                    <a:pt x="382524" y="3304032"/>
                  </a:lnTo>
                  <a:lnTo>
                    <a:pt x="385572" y="3302508"/>
                  </a:lnTo>
                  <a:lnTo>
                    <a:pt x="385572" y="3259836"/>
                  </a:lnTo>
                  <a:close/>
                </a:path>
                <a:path w="759459" h="4154804">
                  <a:moveTo>
                    <a:pt x="385572" y="3189732"/>
                  </a:moveTo>
                  <a:lnTo>
                    <a:pt x="382524" y="3186684"/>
                  </a:lnTo>
                  <a:lnTo>
                    <a:pt x="376428" y="3186684"/>
                  </a:lnTo>
                  <a:lnTo>
                    <a:pt x="373380" y="3189732"/>
                  </a:lnTo>
                  <a:lnTo>
                    <a:pt x="373380" y="3230880"/>
                  </a:lnTo>
                  <a:lnTo>
                    <a:pt x="376428" y="3233928"/>
                  </a:lnTo>
                  <a:lnTo>
                    <a:pt x="382524" y="3233928"/>
                  </a:lnTo>
                  <a:lnTo>
                    <a:pt x="385572" y="3230880"/>
                  </a:lnTo>
                  <a:lnTo>
                    <a:pt x="385572" y="3189732"/>
                  </a:lnTo>
                  <a:close/>
                </a:path>
                <a:path w="759459" h="4154804">
                  <a:moveTo>
                    <a:pt x="385572" y="3118104"/>
                  </a:moveTo>
                  <a:lnTo>
                    <a:pt x="382524" y="3115056"/>
                  </a:lnTo>
                  <a:lnTo>
                    <a:pt x="376428" y="3115056"/>
                  </a:lnTo>
                  <a:lnTo>
                    <a:pt x="373380" y="3118104"/>
                  </a:lnTo>
                  <a:lnTo>
                    <a:pt x="373380" y="3160776"/>
                  </a:lnTo>
                  <a:lnTo>
                    <a:pt x="376428" y="3162300"/>
                  </a:lnTo>
                  <a:lnTo>
                    <a:pt x="382524" y="3162300"/>
                  </a:lnTo>
                  <a:lnTo>
                    <a:pt x="385572" y="3160776"/>
                  </a:lnTo>
                  <a:lnTo>
                    <a:pt x="385572" y="3118104"/>
                  </a:lnTo>
                  <a:close/>
                </a:path>
                <a:path w="759459" h="4154804">
                  <a:moveTo>
                    <a:pt x="385572" y="3048000"/>
                  </a:moveTo>
                  <a:lnTo>
                    <a:pt x="382524" y="3044952"/>
                  </a:lnTo>
                  <a:lnTo>
                    <a:pt x="376428" y="3044952"/>
                  </a:lnTo>
                  <a:lnTo>
                    <a:pt x="373380" y="3048000"/>
                  </a:lnTo>
                  <a:lnTo>
                    <a:pt x="373380" y="3089148"/>
                  </a:lnTo>
                  <a:lnTo>
                    <a:pt x="376428" y="3092196"/>
                  </a:lnTo>
                  <a:lnTo>
                    <a:pt x="382524" y="3092196"/>
                  </a:lnTo>
                  <a:lnTo>
                    <a:pt x="385572" y="3089148"/>
                  </a:lnTo>
                  <a:lnTo>
                    <a:pt x="385572" y="3048000"/>
                  </a:lnTo>
                  <a:close/>
                </a:path>
                <a:path w="759459" h="4154804">
                  <a:moveTo>
                    <a:pt x="385572" y="2976372"/>
                  </a:moveTo>
                  <a:lnTo>
                    <a:pt x="382524" y="2973324"/>
                  </a:lnTo>
                  <a:lnTo>
                    <a:pt x="376428" y="2973324"/>
                  </a:lnTo>
                  <a:lnTo>
                    <a:pt x="373380" y="2976372"/>
                  </a:lnTo>
                  <a:lnTo>
                    <a:pt x="373380" y="3019044"/>
                  </a:lnTo>
                  <a:lnTo>
                    <a:pt x="376428" y="3020568"/>
                  </a:lnTo>
                  <a:lnTo>
                    <a:pt x="382524" y="3020568"/>
                  </a:lnTo>
                  <a:lnTo>
                    <a:pt x="385572" y="3019044"/>
                  </a:lnTo>
                  <a:lnTo>
                    <a:pt x="385572" y="2976372"/>
                  </a:lnTo>
                  <a:close/>
                </a:path>
                <a:path w="759459" h="4154804">
                  <a:moveTo>
                    <a:pt x="385572" y="2906268"/>
                  </a:moveTo>
                  <a:lnTo>
                    <a:pt x="382524" y="2903220"/>
                  </a:lnTo>
                  <a:lnTo>
                    <a:pt x="376428" y="2903220"/>
                  </a:lnTo>
                  <a:lnTo>
                    <a:pt x="373380" y="2906268"/>
                  </a:lnTo>
                  <a:lnTo>
                    <a:pt x="373380" y="2947416"/>
                  </a:lnTo>
                  <a:lnTo>
                    <a:pt x="376428" y="2950464"/>
                  </a:lnTo>
                  <a:lnTo>
                    <a:pt x="382524" y="2950464"/>
                  </a:lnTo>
                  <a:lnTo>
                    <a:pt x="385572" y="2947416"/>
                  </a:lnTo>
                  <a:lnTo>
                    <a:pt x="385572" y="2906268"/>
                  </a:lnTo>
                  <a:close/>
                </a:path>
                <a:path w="759459" h="4154804">
                  <a:moveTo>
                    <a:pt x="385572" y="2834640"/>
                  </a:moveTo>
                  <a:lnTo>
                    <a:pt x="382524" y="2831592"/>
                  </a:lnTo>
                  <a:lnTo>
                    <a:pt x="376428" y="2831592"/>
                  </a:lnTo>
                  <a:lnTo>
                    <a:pt x="373380" y="2834640"/>
                  </a:lnTo>
                  <a:lnTo>
                    <a:pt x="373380" y="2877312"/>
                  </a:lnTo>
                  <a:lnTo>
                    <a:pt x="376428" y="2878836"/>
                  </a:lnTo>
                  <a:lnTo>
                    <a:pt x="382524" y="2878836"/>
                  </a:lnTo>
                  <a:lnTo>
                    <a:pt x="385572" y="2877312"/>
                  </a:lnTo>
                  <a:lnTo>
                    <a:pt x="385572" y="2834640"/>
                  </a:lnTo>
                  <a:close/>
                </a:path>
                <a:path w="759459" h="4154804">
                  <a:moveTo>
                    <a:pt x="385572" y="2764536"/>
                  </a:moveTo>
                  <a:lnTo>
                    <a:pt x="382524" y="2761488"/>
                  </a:lnTo>
                  <a:lnTo>
                    <a:pt x="376428" y="2761488"/>
                  </a:lnTo>
                  <a:lnTo>
                    <a:pt x="373380" y="2764536"/>
                  </a:lnTo>
                  <a:lnTo>
                    <a:pt x="373380" y="2805684"/>
                  </a:lnTo>
                  <a:lnTo>
                    <a:pt x="376428" y="2808732"/>
                  </a:lnTo>
                  <a:lnTo>
                    <a:pt x="382524" y="2808732"/>
                  </a:lnTo>
                  <a:lnTo>
                    <a:pt x="385572" y="2805684"/>
                  </a:lnTo>
                  <a:lnTo>
                    <a:pt x="385572" y="2764536"/>
                  </a:lnTo>
                  <a:close/>
                </a:path>
                <a:path w="759459" h="4154804">
                  <a:moveTo>
                    <a:pt x="385572" y="2692908"/>
                  </a:moveTo>
                  <a:lnTo>
                    <a:pt x="382524" y="2691384"/>
                  </a:lnTo>
                  <a:lnTo>
                    <a:pt x="376428" y="2691384"/>
                  </a:lnTo>
                  <a:lnTo>
                    <a:pt x="373380" y="2692908"/>
                  </a:lnTo>
                  <a:lnTo>
                    <a:pt x="373380" y="2735580"/>
                  </a:lnTo>
                  <a:lnTo>
                    <a:pt x="376428" y="2738628"/>
                  </a:lnTo>
                  <a:lnTo>
                    <a:pt x="382524" y="2738628"/>
                  </a:lnTo>
                  <a:lnTo>
                    <a:pt x="385572" y="2735580"/>
                  </a:lnTo>
                  <a:lnTo>
                    <a:pt x="385572" y="2692908"/>
                  </a:lnTo>
                  <a:close/>
                </a:path>
                <a:path w="759459" h="4154804">
                  <a:moveTo>
                    <a:pt x="385572" y="2622804"/>
                  </a:moveTo>
                  <a:lnTo>
                    <a:pt x="382524" y="2619756"/>
                  </a:lnTo>
                  <a:lnTo>
                    <a:pt x="376428" y="2619756"/>
                  </a:lnTo>
                  <a:lnTo>
                    <a:pt x="373380" y="2622804"/>
                  </a:lnTo>
                  <a:lnTo>
                    <a:pt x="373380" y="2663952"/>
                  </a:lnTo>
                  <a:lnTo>
                    <a:pt x="376428" y="2667000"/>
                  </a:lnTo>
                  <a:lnTo>
                    <a:pt x="382524" y="2667000"/>
                  </a:lnTo>
                  <a:lnTo>
                    <a:pt x="385572" y="2663952"/>
                  </a:lnTo>
                  <a:lnTo>
                    <a:pt x="385572" y="2622804"/>
                  </a:lnTo>
                  <a:close/>
                </a:path>
                <a:path w="759459" h="4154804">
                  <a:moveTo>
                    <a:pt x="385572" y="2551176"/>
                  </a:moveTo>
                  <a:lnTo>
                    <a:pt x="382524" y="2549652"/>
                  </a:lnTo>
                  <a:lnTo>
                    <a:pt x="376428" y="2549652"/>
                  </a:lnTo>
                  <a:lnTo>
                    <a:pt x="373380" y="2551176"/>
                  </a:lnTo>
                  <a:lnTo>
                    <a:pt x="373380" y="2593848"/>
                  </a:lnTo>
                  <a:lnTo>
                    <a:pt x="376428" y="2596896"/>
                  </a:lnTo>
                  <a:lnTo>
                    <a:pt x="382524" y="2596896"/>
                  </a:lnTo>
                  <a:lnTo>
                    <a:pt x="385572" y="2593848"/>
                  </a:lnTo>
                  <a:lnTo>
                    <a:pt x="385572" y="2551176"/>
                  </a:lnTo>
                  <a:close/>
                </a:path>
                <a:path w="759459" h="4154804">
                  <a:moveTo>
                    <a:pt x="385572" y="2481072"/>
                  </a:moveTo>
                  <a:lnTo>
                    <a:pt x="382524" y="2478024"/>
                  </a:lnTo>
                  <a:lnTo>
                    <a:pt x="376428" y="2478024"/>
                  </a:lnTo>
                  <a:lnTo>
                    <a:pt x="373380" y="2481072"/>
                  </a:lnTo>
                  <a:lnTo>
                    <a:pt x="373380" y="2522220"/>
                  </a:lnTo>
                  <a:lnTo>
                    <a:pt x="376428" y="2525268"/>
                  </a:lnTo>
                  <a:lnTo>
                    <a:pt x="382524" y="2525268"/>
                  </a:lnTo>
                  <a:lnTo>
                    <a:pt x="385572" y="2522220"/>
                  </a:lnTo>
                  <a:lnTo>
                    <a:pt x="385572" y="2481072"/>
                  </a:lnTo>
                  <a:close/>
                </a:path>
                <a:path w="759459" h="4154804">
                  <a:moveTo>
                    <a:pt x="385572" y="2409444"/>
                  </a:moveTo>
                  <a:lnTo>
                    <a:pt x="382524" y="2407920"/>
                  </a:lnTo>
                  <a:lnTo>
                    <a:pt x="376428" y="2407920"/>
                  </a:lnTo>
                  <a:lnTo>
                    <a:pt x="373380" y="2409444"/>
                  </a:lnTo>
                  <a:lnTo>
                    <a:pt x="373380" y="2452116"/>
                  </a:lnTo>
                  <a:lnTo>
                    <a:pt x="376428" y="2455164"/>
                  </a:lnTo>
                  <a:lnTo>
                    <a:pt x="382524" y="2455164"/>
                  </a:lnTo>
                  <a:lnTo>
                    <a:pt x="385572" y="2452116"/>
                  </a:lnTo>
                  <a:lnTo>
                    <a:pt x="385572" y="2409444"/>
                  </a:lnTo>
                  <a:close/>
                </a:path>
                <a:path w="759459" h="4154804">
                  <a:moveTo>
                    <a:pt x="385572" y="2339340"/>
                  </a:moveTo>
                  <a:lnTo>
                    <a:pt x="382524" y="2336292"/>
                  </a:lnTo>
                  <a:lnTo>
                    <a:pt x="376428" y="2336292"/>
                  </a:lnTo>
                  <a:lnTo>
                    <a:pt x="373380" y="2339340"/>
                  </a:lnTo>
                  <a:lnTo>
                    <a:pt x="373380" y="2380488"/>
                  </a:lnTo>
                  <a:lnTo>
                    <a:pt x="376428" y="2383536"/>
                  </a:lnTo>
                  <a:lnTo>
                    <a:pt x="382524" y="2383536"/>
                  </a:lnTo>
                  <a:lnTo>
                    <a:pt x="385572" y="2380488"/>
                  </a:lnTo>
                  <a:lnTo>
                    <a:pt x="385572" y="2339340"/>
                  </a:lnTo>
                  <a:close/>
                </a:path>
                <a:path w="759459" h="4154804">
                  <a:moveTo>
                    <a:pt x="385572" y="2267712"/>
                  </a:moveTo>
                  <a:lnTo>
                    <a:pt x="382524" y="2266188"/>
                  </a:lnTo>
                  <a:lnTo>
                    <a:pt x="376428" y="2266188"/>
                  </a:lnTo>
                  <a:lnTo>
                    <a:pt x="373380" y="2267712"/>
                  </a:lnTo>
                  <a:lnTo>
                    <a:pt x="373380" y="2310384"/>
                  </a:lnTo>
                  <a:lnTo>
                    <a:pt x="376428" y="2313432"/>
                  </a:lnTo>
                  <a:lnTo>
                    <a:pt x="382524" y="2313432"/>
                  </a:lnTo>
                  <a:lnTo>
                    <a:pt x="385572" y="2310384"/>
                  </a:lnTo>
                  <a:lnTo>
                    <a:pt x="385572" y="2267712"/>
                  </a:lnTo>
                  <a:close/>
                </a:path>
                <a:path w="759459" h="4154804">
                  <a:moveTo>
                    <a:pt x="385572" y="2197608"/>
                  </a:moveTo>
                  <a:lnTo>
                    <a:pt x="382524" y="2194560"/>
                  </a:lnTo>
                  <a:lnTo>
                    <a:pt x="376428" y="2194560"/>
                  </a:lnTo>
                  <a:lnTo>
                    <a:pt x="373380" y="2197608"/>
                  </a:lnTo>
                  <a:lnTo>
                    <a:pt x="373380" y="2240280"/>
                  </a:lnTo>
                  <a:lnTo>
                    <a:pt x="376428" y="2241804"/>
                  </a:lnTo>
                  <a:lnTo>
                    <a:pt x="382524" y="2241804"/>
                  </a:lnTo>
                  <a:lnTo>
                    <a:pt x="385572" y="2240280"/>
                  </a:lnTo>
                  <a:lnTo>
                    <a:pt x="385572" y="2197608"/>
                  </a:lnTo>
                  <a:close/>
                </a:path>
                <a:path w="759459" h="4154804">
                  <a:moveTo>
                    <a:pt x="385572" y="2127504"/>
                  </a:moveTo>
                  <a:lnTo>
                    <a:pt x="382524" y="2124456"/>
                  </a:lnTo>
                  <a:lnTo>
                    <a:pt x="376428" y="2124456"/>
                  </a:lnTo>
                  <a:lnTo>
                    <a:pt x="373380" y="2127504"/>
                  </a:lnTo>
                  <a:lnTo>
                    <a:pt x="373380" y="2168652"/>
                  </a:lnTo>
                  <a:lnTo>
                    <a:pt x="376428" y="2171700"/>
                  </a:lnTo>
                  <a:lnTo>
                    <a:pt x="382524" y="2171700"/>
                  </a:lnTo>
                  <a:lnTo>
                    <a:pt x="385572" y="2168652"/>
                  </a:lnTo>
                  <a:lnTo>
                    <a:pt x="385572" y="2127504"/>
                  </a:lnTo>
                  <a:close/>
                </a:path>
                <a:path w="759459" h="4154804">
                  <a:moveTo>
                    <a:pt x="385572" y="2055876"/>
                  </a:moveTo>
                  <a:lnTo>
                    <a:pt x="382524" y="2052828"/>
                  </a:lnTo>
                  <a:lnTo>
                    <a:pt x="376428" y="2052828"/>
                  </a:lnTo>
                  <a:lnTo>
                    <a:pt x="373380" y="2055876"/>
                  </a:lnTo>
                  <a:lnTo>
                    <a:pt x="373380" y="2098548"/>
                  </a:lnTo>
                  <a:lnTo>
                    <a:pt x="376428" y="2100072"/>
                  </a:lnTo>
                  <a:lnTo>
                    <a:pt x="382524" y="2100072"/>
                  </a:lnTo>
                  <a:lnTo>
                    <a:pt x="385572" y="2098548"/>
                  </a:lnTo>
                  <a:lnTo>
                    <a:pt x="385572" y="2055876"/>
                  </a:lnTo>
                  <a:close/>
                </a:path>
                <a:path w="759459" h="4154804">
                  <a:moveTo>
                    <a:pt x="385572" y="1985772"/>
                  </a:moveTo>
                  <a:lnTo>
                    <a:pt x="382524" y="1982724"/>
                  </a:lnTo>
                  <a:lnTo>
                    <a:pt x="376428" y="1982724"/>
                  </a:lnTo>
                  <a:lnTo>
                    <a:pt x="373380" y="1985772"/>
                  </a:lnTo>
                  <a:lnTo>
                    <a:pt x="373380" y="2026920"/>
                  </a:lnTo>
                  <a:lnTo>
                    <a:pt x="376428" y="2029968"/>
                  </a:lnTo>
                  <a:lnTo>
                    <a:pt x="382524" y="2029968"/>
                  </a:lnTo>
                  <a:lnTo>
                    <a:pt x="385572" y="2026920"/>
                  </a:lnTo>
                  <a:lnTo>
                    <a:pt x="385572" y="1985772"/>
                  </a:lnTo>
                  <a:close/>
                </a:path>
                <a:path w="759459" h="4154804">
                  <a:moveTo>
                    <a:pt x="385572" y="1914144"/>
                  </a:moveTo>
                  <a:lnTo>
                    <a:pt x="382524" y="1911096"/>
                  </a:lnTo>
                  <a:lnTo>
                    <a:pt x="376428" y="1911096"/>
                  </a:lnTo>
                  <a:lnTo>
                    <a:pt x="373380" y="1914144"/>
                  </a:lnTo>
                  <a:lnTo>
                    <a:pt x="373380" y="1956828"/>
                  </a:lnTo>
                  <a:lnTo>
                    <a:pt x="376428" y="1958352"/>
                  </a:lnTo>
                  <a:lnTo>
                    <a:pt x="382524" y="1958352"/>
                  </a:lnTo>
                  <a:lnTo>
                    <a:pt x="385572" y="1956828"/>
                  </a:lnTo>
                  <a:lnTo>
                    <a:pt x="385572" y="1914144"/>
                  </a:lnTo>
                  <a:close/>
                </a:path>
                <a:path w="759459" h="4154804">
                  <a:moveTo>
                    <a:pt x="385572" y="1844040"/>
                  </a:moveTo>
                  <a:lnTo>
                    <a:pt x="382524" y="1840992"/>
                  </a:lnTo>
                  <a:lnTo>
                    <a:pt x="376428" y="1840992"/>
                  </a:lnTo>
                  <a:lnTo>
                    <a:pt x="373380" y="1844040"/>
                  </a:lnTo>
                  <a:lnTo>
                    <a:pt x="373380" y="1885188"/>
                  </a:lnTo>
                  <a:lnTo>
                    <a:pt x="376428" y="1888236"/>
                  </a:lnTo>
                  <a:lnTo>
                    <a:pt x="382524" y="1888236"/>
                  </a:lnTo>
                  <a:lnTo>
                    <a:pt x="385572" y="1885188"/>
                  </a:lnTo>
                  <a:lnTo>
                    <a:pt x="385572" y="1844040"/>
                  </a:lnTo>
                  <a:close/>
                </a:path>
                <a:path w="759459" h="4154804">
                  <a:moveTo>
                    <a:pt x="385572" y="1772412"/>
                  </a:moveTo>
                  <a:lnTo>
                    <a:pt x="382524" y="1769364"/>
                  </a:lnTo>
                  <a:lnTo>
                    <a:pt x="376428" y="1769364"/>
                  </a:lnTo>
                  <a:lnTo>
                    <a:pt x="373380" y="1772412"/>
                  </a:lnTo>
                  <a:lnTo>
                    <a:pt x="373380" y="1815084"/>
                  </a:lnTo>
                  <a:lnTo>
                    <a:pt x="376428" y="1816608"/>
                  </a:lnTo>
                  <a:lnTo>
                    <a:pt x="382524" y="1816608"/>
                  </a:lnTo>
                  <a:lnTo>
                    <a:pt x="385572" y="1815084"/>
                  </a:lnTo>
                  <a:lnTo>
                    <a:pt x="385572" y="1772412"/>
                  </a:lnTo>
                  <a:close/>
                </a:path>
                <a:path w="759459" h="4154804">
                  <a:moveTo>
                    <a:pt x="385572" y="1702308"/>
                  </a:moveTo>
                  <a:lnTo>
                    <a:pt x="382524" y="1699260"/>
                  </a:lnTo>
                  <a:lnTo>
                    <a:pt x="376428" y="1699260"/>
                  </a:lnTo>
                  <a:lnTo>
                    <a:pt x="373380" y="1702308"/>
                  </a:lnTo>
                  <a:lnTo>
                    <a:pt x="373380" y="1743456"/>
                  </a:lnTo>
                  <a:lnTo>
                    <a:pt x="376428" y="1746504"/>
                  </a:lnTo>
                  <a:lnTo>
                    <a:pt x="382524" y="1746504"/>
                  </a:lnTo>
                  <a:lnTo>
                    <a:pt x="385572" y="1743456"/>
                  </a:lnTo>
                  <a:lnTo>
                    <a:pt x="385572" y="1702308"/>
                  </a:lnTo>
                  <a:close/>
                </a:path>
                <a:path w="759459" h="4154804">
                  <a:moveTo>
                    <a:pt x="385572" y="1630680"/>
                  </a:moveTo>
                  <a:lnTo>
                    <a:pt x="382524" y="1627632"/>
                  </a:lnTo>
                  <a:lnTo>
                    <a:pt x="376428" y="1627632"/>
                  </a:lnTo>
                  <a:lnTo>
                    <a:pt x="373380" y="1630680"/>
                  </a:lnTo>
                  <a:lnTo>
                    <a:pt x="373380" y="1673352"/>
                  </a:lnTo>
                  <a:lnTo>
                    <a:pt x="376428" y="1674876"/>
                  </a:lnTo>
                  <a:lnTo>
                    <a:pt x="382524" y="1674876"/>
                  </a:lnTo>
                  <a:lnTo>
                    <a:pt x="385572" y="1673352"/>
                  </a:lnTo>
                  <a:lnTo>
                    <a:pt x="385572" y="1630680"/>
                  </a:lnTo>
                  <a:close/>
                </a:path>
                <a:path w="759459" h="4154804">
                  <a:moveTo>
                    <a:pt x="385572" y="1560576"/>
                  </a:moveTo>
                  <a:lnTo>
                    <a:pt x="382524" y="1557528"/>
                  </a:lnTo>
                  <a:lnTo>
                    <a:pt x="376428" y="1557528"/>
                  </a:lnTo>
                  <a:lnTo>
                    <a:pt x="373380" y="1560576"/>
                  </a:lnTo>
                  <a:lnTo>
                    <a:pt x="373380" y="1601724"/>
                  </a:lnTo>
                  <a:lnTo>
                    <a:pt x="376428" y="1604772"/>
                  </a:lnTo>
                  <a:lnTo>
                    <a:pt x="382524" y="1604772"/>
                  </a:lnTo>
                  <a:lnTo>
                    <a:pt x="385572" y="1601724"/>
                  </a:lnTo>
                  <a:lnTo>
                    <a:pt x="385572" y="1560576"/>
                  </a:lnTo>
                  <a:close/>
                </a:path>
                <a:path w="759459" h="4154804">
                  <a:moveTo>
                    <a:pt x="385572" y="1488948"/>
                  </a:moveTo>
                  <a:lnTo>
                    <a:pt x="382524" y="1487424"/>
                  </a:lnTo>
                  <a:lnTo>
                    <a:pt x="376428" y="1487424"/>
                  </a:lnTo>
                  <a:lnTo>
                    <a:pt x="373380" y="1488948"/>
                  </a:lnTo>
                  <a:lnTo>
                    <a:pt x="373380" y="1531620"/>
                  </a:lnTo>
                  <a:lnTo>
                    <a:pt x="376428" y="1534668"/>
                  </a:lnTo>
                  <a:lnTo>
                    <a:pt x="382524" y="1534668"/>
                  </a:lnTo>
                  <a:lnTo>
                    <a:pt x="385572" y="1531620"/>
                  </a:lnTo>
                  <a:lnTo>
                    <a:pt x="385572" y="1488948"/>
                  </a:lnTo>
                  <a:close/>
                </a:path>
                <a:path w="759459" h="4154804">
                  <a:moveTo>
                    <a:pt x="385572" y="1418844"/>
                  </a:moveTo>
                  <a:lnTo>
                    <a:pt x="382524" y="1415796"/>
                  </a:lnTo>
                  <a:lnTo>
                    <a:pt x="376428" y="1415796"/>
                  </a:lnTo>
                  <a:lnTo>
                    <a:pt x="373380" y="1418844"/>
                  </a:lnTo>
                  <a:lnTo>
                    <a:pt x="373380" y="1459992"/>
                  </a:lnTo>
                  <a:lnTo>
                    <a:pt x="376428" y="1463040"/>
                  </a:lnTo>
                  <a:lnTo>
                    <a:pt x="382524" y="1463040"/>
                  </a:lnTo>
                  <a:lnTo>
                    <a:pt x="385572" y="1459992"/>
                  </a:lnTo>
                  <a:lnTo>
                    <a:pt x="385572" y="1418844"/>
                  </a:lnTo>
                  <a:close/>
                </a:path>
                <a:path w="759459" h="4154804">
                  <a:moveTo>
                    <a:pt x="385572" y="1347216"/>
                  </a:moveTo>
                  <a:lnTo>
                    <a:pt x="382524" y="1345692"/>
                  </a:lnTo>
                  <a:lnTo>
                    <a:pt x="376428" y="1345692"/>
                  </a:lnTo>
                  <a:lnTo>
                    <a:pt x="373380" y="1347216"/>
                  </a:lnTo>
                  <a:lnTo>
                    <a:pt x="373380" y="1389888"/>
                  </a:lnTo>
                  <a:lnTo>
                    <a:pt x="376428" y="1392936"/>
                  </a:lnTo>
                  <a:lnTo>
                    <a:pt x="382524" y="1392936"/>
                  </a:lnTo>
                  <a:lnTo>
                    <a:pt x="385572" y="1389888"/>
                  </a:lnTo>
                  <a:lnTo>
                    <a:pt x="385572" y="1347216"/>
                  </a:lnTo>
                  <a:close/>
                </a:path>
                <a:path w="759459" h="4154804">
                  <a:moveTo>
                    <a:pt x="385572" y="1277112"/>
                  </a:moveTo>
                  <a:lnTo>
                    <a:pt x="382524" y="1274064"/>
                  </a:lnTo>
                  <a:lnTo>
                    <a:pt x="376428" y="1274064"/>
                  </a:lnTo>
                  <a:lnTo>
                    <a:pt x="373380" y="1277112"/>
                  </a:lnTo>
                  <a:lnTo>
                    <a:pt x="373380" y="1318260"/>
                  </a:lnTo>
                  <a:lnTo>
                    <a:pt x="376428" y="1321308"/>
                  </a:lnTo>
                  <a:lnTo>
                    <a:pt x="382524" y="1321308"/>
                  </a:lnTo>
                  <a:lnTo>
                    <a:pt x="385572" y="1318260"/>
                  </a:lnTo>
                  <a:lnTo>
                    <a:pt x="385572" y="1277112"/>
                  </a:lnTo>
                  <a:close/>
                </a:path>
                <a:path w="759459" h="4154804">
                  <a:moveTo>
                    <a:pt x="385572" y="1205484"/>
                  </a:moveTo>
                  <a:lnTo>
                    <a:pt x="382524" y="1203960"/>
                  </a:lnTo>
                  <a:lnTo>
                    <a:pt x="376428" y="1203960"/>
                  </a:lnTo>
                  <a:lnTo>
                    <a:pt x="373380" y="1205484"/>
                  </a:lnTo>
                  <a:lnTo>
                    <a:pt x="373380" y="1248156"/>
                  </a:lnTo>
                  <a:lnTo>
                    <a:pt x="376428" y="1251204"/>
                  </a:lnTo>
                  <a:lnTo>
                    <a:pt x="382524" y="1251204"/>
                  </a:lnTo>
                  <a:lnTo>
                    <a:pt x="385572" y="1248156"/>
                  </a:lnTo>
                  <a:lnTo>
                    <a:pt x="385572" y="1205484"/>
                  </a:lnTo>
                  <a:close/>
                </a:path>
                <a:path w="759459" h="4154804">
                  <a:moveTo>
                    <a:pt x="385572" y="1135380"/>
                  </a:moveTo>
                  <a:lnTo>
                    <a:pt x="382524" y="1132332"/>
                  </a:lnTo>
                  <a:lnTo>
                    <a:pt x="376428" y="1132332"/>
                  </a:lnTo>
                  <a:lnTo>
                    <a:pt x="373380" y="1135380"/>
                  </a:lnTo>
                  <a:lnTo>
                    <a:pt x="373380" y="1176528"/>
                  </a:lnTo>
                  <a:lnTo>
                    <a:pt x="376428" y="1179576"/>
                  </a:lnTo>
                  <a:lnTo>
                    <a:pt x="382524" y="1179576"/>
                  </a:lnTo>
                  <a:lnTo>
                    <a:pt x="385572" y="1176528"/>
                  </a:lnTo>
                  <a:lnTo>
                    <a:pt x="385572" y="1135380"/>
                  </a:lnTo>
                  <a:close/>
                </a:path>
                <a:path w="759459" h="4154804">
                  <a:moveTo>
                    <a:pt x="385572" y="1063752"/>
                  </a:moveTo>
                  <a:lnTo>
                    <a:pt x="382524" y="1062228"/>
                  </a:lnTo>
                  <a:lnTo>
                    <a:pt x="376428" y="1062228"/>
                  </a:lnTo>
                  <a:lnTo>
                    <a:pt x="373380" y="1063752"/>
                  </a:lnTo>
                  <a:lnTo>
                    <a:pt x="373380" y="1106424"/>
                  </a:lnTo>
                  <a:lnTo>
                    <a:pt x="376428" y="1109472"/>
                  </a:lnTo>
                  <a:lnTo>
                    <a:pt x="382524" y="1109472"/>
                  </a:lnTo>
                  <a:lnTo>
                    <a:pt x="385572" y="1106424"/>
                  </a:lnTo>
                  <a:lnTo>
                    <a:pt x="385572" y="1063752"/>
                  </a:lnTo>
                  <a:close/>
                </a:path>
                <a:path w="759459" h="4154804">
                  <a:moveTo>
                    <a:pt x="385572" y="993648"/>
                  </a:moveTo>
                  <a:lnTo>
                    <a:pt x="382524" y="990600"/>
                  </a:lnTo>
                  <a:lnTo>
                    <a:pt x="376428" y="990600"/>
                  </a:lnTo>
                  <a:lnTo>
                    <a:pt x="373380" y="993648"/>
                  </a:lnTo>
                  <a:lnTo>
                    <a:pt x="373380" y="1036320"/>
                  </a:lnTo>
                  <a:lnTo>
                    <a:pt x="376428" y="1037844"/>
                  </a:lnTo>
                  <a:lnTo>
                    <a:pt x="382524" y="1037844"/>
                  </a:lnTo>
                  <a:lnTo>
                    <a:pt x="385572" y="1036320"/>
                  </a:lnTo>
                  <a:lnTo>
                    <a:pt x="385572" y="993648"/>
                  </a:lnTo>
                  <a:close/>
                </a:path>
                <a:path w="759459" h="4154804">
                  <a:moveTo>
                    <a:pt x="385572" y="923544"/>
                  </a:moveTo>
                  <a:lnTo>
                    <a:pt x="382524" y="920496"/>
                  </a:lnTo>
                  <a:lnTo>
                    <a:pt x="376428" y="920496"/>
                  </a:lnTo>
                  <a:lnTo>
                    <a:pt x="373380" y="923544"/>
                  </a:lnTo>
                  <a:lnTo>
                    <a:pt x="373380" y="964692"/>
                  </a:lnTo>
                  <a:lnTo>
                    <a:pt x="376428" y="967740"/>
                  </a:lnTo>
                  <a:lnTo>
                    <a:pt x="382524" y="967740"/>
                  </a:lnTo>
                  <a:lnTo>
                    <a:pt x="385572" y="964692"/>
                  </a:lnTo>
                  <a:lnTo>
                    <a:pt x="385572" y="923544"/>
                  </a:lnTo>
                  <a:close/>
                </a:path>
                <a:path w="759459" h="4154804">
                  <a:moveTo>
                    <a:pt x="385572" y="851916"/>
                  </a:moveTo>
                  <a:lnTo>
                    <a:pt x="382524" y="848868"/>
                  </a:lnTo>
                  <a:lnTo>
                    <a:pt x="376428" y="848868"/>
                  </a:lnTo>
                  <a:lnTo>
                    <a:pt x="373380" y="851916"/>
                  </a:lnTo>
                  <a:lnTo>
                    <a:pt x="373380" y="894588"/>
                  </a:lnTo>
                  <a:lnTo>
                    <a:pt x="376428" y="896112"/>
                  </a:lnTo>
                  <a:lnTo>
                    <a:pt x="382524" y="896112"/>
                  </a:lnTo>
                  <a:lnTo>
                    <a:pt x="385572" y="894588"/>
                  </a:lnTo>
                  <a:lnTo>
                    <a:pt x="385572" y="851916"/>
                  </a:lnTo>
                  <a:close/>
                </a:path>
                <a:path w="759459" h="4154804">
                  <a:moveTo>
                    <a:pt x="385572" y="781812"/>
                  </a:moveTo>
                  <a:lnTo>
                    <a:pt x="382524" y="778764"/>
                  </a:lnTo>
                  <a:lnTo>
                    <a:pt x="376428" y="778764"/>
                  </a:lnTo>
                  <a:lnTo>
                    <a:pt x="373380" y="781812"/>
                  </a:lnTo>
                  <a:lnTo>
                    <a:pt x="373380" y="822960"/>
                  </a:lnTo>
                  <a:lnTo>
                    <a:pt x="376428" y="826008"/>
                  </a:lnTo>
                  <a:lnTo>
                    <a:pt x="382524" y="826008"/>
                  </a:lnTo>
                  <a:lnTo>
                    <a:pt x="385572" y="822960"/>
                  </a:lnTo>
                  <a:lnTo>
                    <a:pt x="385572" y="781812"/>
                  </a:lnTo>
                  <a:close/>
                </a:path>
                <a:path w="759459" h="4154804">
                  <a:moveTo>
                    <a:pt x="385572" y="710184"/>
                  </a:moveTo>
                  <a:lnTo>
                    <a:pt x="382524" y="707136"/>
                  </a:lnTo>
                  <a:lnTo>
                    <a:pt x="376428" y="707136"/>
                  </a:lnTo>
                  <a:lnTo>
                    <a:pt x="373380" y="710184"/>
                  </a:lnTo>
                  <a:lnTo>
                    <a:pt x="373380" y="752856"/>
                  </a:lnTo>
                  <a:lnTo>
                    <a:pt x="376428" y="754380"/>
                  </a:lnTo>
                  <a:lnTo>
                    <a:pt x="382524" y="754380"/>
                  </a:lnTo>
                  <a:lnTo>
                    <a:pt x="385572" y="752856"/>
                  </a:lnTo>
                  <a:lnTo>
                    <a:pt x="385572" y="710184"/>
                  </a:lnTo>
                  <a:close/>
                </a:path>
                <a:path w="759459" h="4154804">
                  <a:moveTo>
                    <a:pt x="385572" y="640080"/>
                  </a:moveTo>
                  <a:lnTo>
                    <a:pt x="382524" y="637032"/>
                  </a:lnTo>
                  <a:lnTo>
                    <a:pt x="376428" y="637032"/>
                  </a:lnTo>
                  <a:lnTo>
                    <a:pt x="373380" y="640080"/>
                  </a:lnTo>
                  <a:lnTo>
                    <a:pt x="373380" y="681228"/>
                  </a:lnTo>
                  <a:lnTo>
                    <a:pt x="376428" y="684276"/>
                  </a:lnTo>
                  <a:lnTo>
                    <a:pt x="382524" y="684276"/>
                  </a:lnTo>
                  <a:lnTo>
                    <a:pt x="385572" y="681228"/>
                  </a:lnTo>
                  <a:lnTo>
                    <a:pt x="385572" y="640080"/>
                  </a:lnTo>
                  <a:close/>
                </a:path>
                <a:path w="759459" h="4154804">
                  <a:moveTo>
                    <a:pt x="385572" y="568452"/>
                  </a:moveTo>
                  <a:lnTo>
                    <a:pt x="382524" y="565404"/>
                  </a:lnTo>
                  <a:lnTo>
                    <a:pt x="376428" y="565404"/>
                  </a:lnTo>
                  <a:lnTo>
                    <a:pt x="373380" y="568452"/>
                  </a:lnTo>
                  <a:lnTo>
                    <a:pt x="373380" y="611124"/>
                  </a:lnTo>
                  <a:lnTo>
                    <a:pt x="376428" y="612648"/>
                  </a:lnTo>
                  <a:lnTo>
                    <a:pt x="382524" y="612648"/>
                  </a:lnTo>
                  <a:lnTo>
                    <a:pt x="385572" y="611124"/>
                  </a:lnTo>
                  <a:lnTo>
                    <a:pt x="385572" y="568452"/>
                  </a:lnTo>
                  <a:close/>
                </a:path>
                <a:path w="759459" h="4154804">
                  <a:moveTo>
                    <a:pt x="385572" y="498348"/>
                  </a:moveTo>
                  <a:lnTo>
                    <a:pt x="382524" y="495300"/>
                  </a:lnTo>
                  <a:lnTo>
                    <a:pt x="376428" y="495300"/>
                  </a:lnTo>
                  <a:lnTo>
                    <a:pt x="373380" y="498348"/>
                  </a:lnTo>
                  <a:lnTo>
                    <a:pt x="373380" y="539496"/>
                  </a:lnTo>
                  <a:lnTo>
                    <a:pt x="376428" y="542544"/>
                  </a:lnTo>
                  <a:lnTo>
                    <a:pt x="382524" y="542544"/>
                  </a:lnTo>
                  <a:lnTo>
                    <a:pt x="385572" y="539496"/>
                  </a:lnTo>
                  <a:lnTo>
                    <a:pt x="385572" y="498348"/>
                  </a:lnTo>
                  <a:close/>
                </a:path>
                <a:path w="759459" h="4154804">
                  <a:moveTo>
                    <a:pt x="385572" y="426720"/>
                  </a:moveTo>
                  <a:lnTo>
                    <a:pt x="382524" y="425196"/>
                  </a:lnTo>
                  <a:lnTo>
                    <a:pt x="376428" y="425196"/>
                  </a:lnTo>
                  <a:lnTo>
                    <a:pt x="373380" y="426720"/>
                  </a:lnTo>
                  <a:lnTo>
                    <a:pt x="373380" y="469392"/>
                  </a:lnTo>
                  <a:lnTo>
                    <a:pt x="376428" y="470916"/>
                  </a:lnTo>
                  <a:lnTo>
                    <a:pt x="382524" y="470916"/>
                  </a:lnTo>
                  <a:lnTo>
                    <a:pt x="385572" y="469392"/>
                  </a:lnTo>
                  <a:lnTo>
                    <a:pt x="385572" y="426720"/>
                  </a:lnTo>
                  <a:close/>
                </a:path>
                <a:path w="759459" h="4154804">
                  <a:moveTo>
                    <a:pt x="385572" y="356616"/>
                  </a:moveTo>
                  <a:lnTo>
                    <a:pt x="382524" y="353568"/>
                  </a:lnTo>
                  <a:lnTo>
                    <a:pt x="376428" y="353568"/>
                  </a:lnTo>
                  <a:lnTo>
                    <a:pt x="373380" y="356616"/>
                  </a:lnTo>
                  <a:lnTo>
                    <a:pt x="373380" y="397764"/>
                  </a:lnTo>
                  <a:lnTo>
                    <a:pt x="376428" y="400812"/>
                  </a:lnTo>
                  <a:lnTo>
                    <a:pt x="382524" y="400812"/>
                  </a:lnTo>
                  <a:lnTo>
                    <a:pt x="385572" y="397764"/>
                  </a:lnTo>
                  <a:lnTo>
                    <a:pt x="385572" y="356616"/>
                  </a:lnTo>
                  <a:close/>
                </a:path>
                <a:path w="759459" h="4154804">
                  <a:moveTo>
                    <a:pt x="385572" y="284988"/>
                  </a:moveTo>
                  <a:lnTo>
                    <a:pt x="382524" y="283464"/>
                  </a:lnTo>
                  <a:lnTo>
                    <a:pt x="376428" y="283464"/>
                  </a:lnTo>
                  <a:lnTo>
                    <a:pt x="373380" y="284988"/>
                  </a:lnTo>
                  <a:lnTo>
                    <a:pt x="373380" y="327660"/>
                  </a:lnTo>
                  <a:lnTo>
                    <a:pt x="376428" y="330708"/>
                  </a:lnTo>
                  <a:lnTo>
                    <a:pt x="382524" y="330708"/>
                  </a:lnTo>
                  <a:lnTo>
                    <a:pt x="385572" y="327660"/>
                  </a:lnTo>
                  <a:lnTo>
                    <a:pt x="385572" y="284988"/>
                  </a:lnTo>
                  <a:close/>
                </a:path>
                <a:path w="759459" h="4154804">
                  <a:moveTo>
                    <a:pt x="385572" y="214884"/>
                  </a:moveTo>
                  <a:lnTo>
                    <a:pt x="382524" y="211836"/>
                  </a:lnTo>
                  <a:lnTo>
                    <a:pt x="376428" y="211836"/>
                  </a:lnTo>
                  <a:lnTo>
                    <a:pt x="373380" y="214884"/>
                  </a:lnTo>
                  <a:lnTo>
                    <a:pt x="373380" y="256032"/>
                  </a:lnTo>
                  <a:lnTo>
                    <a:pt x="376428" y="259080"/>
                  </a:lnTo>
                  <a:lnTo>
                    <a:pt x="382524" y="259080"/>
                  </a:lnTo>
                  <a:lnTo>
                    <a:pt x="385572" y="256032"/>
                  </a:lnTo>
                  <a:lnTo>
                    <a:pt x="385572" y="214884"/>
                  </a:lnTo>
                  <a:close/>
                </a:path>
                <a:path w="759459" h="4154804">
                  <a:moveTo>
                    <a:pt x="385572" y="143256"/>
                  </a:moveTo>
                  <a:lnTo>
                    <a:pt x="382524" y="141732"/>
                  </a:lnTo>
                  <a:lnTo>
                    <a:pt x="376428" y="141732"/>
                  </a:lnTo>
                  <a:lnTo>
                    <a:pt x="373380" y="143256"/>
                  </a:lnTo>
                  <a:lnTo>
                    <a:pt x="373380" y="185928"/>
                  </a:lnTo>
                  <a:lnTo>
                    <a:pt x="376428" y="188976"/>
                  </a:lnTo>
                  <a:lnTo>
                    <a:pt x="382524" y="188976"/>
                  </a:lnTo>
                  <a:lnTo>
                    <a:pt x="385572" y="185928"/>
                  </a:lnTo>
                  <a:lnTo>
                    <a:pt x="385572" y="143256"/>
                  </a:lnTo>
                  <a:close/>
                </a:path>
                <a:path w="759459" h="4154804">
                  <a:moveTo>
                    <a:pt x="385572" y="73152"/>
                  </a:moveTo>
                  <a:lnTo>
                    <a:pt x="382524" y="70104"/>
                  </a:lnTo>
                  <a:lnTo>
                    <a:pt x="376428" y="70104"/>
                  </a:lnTo>
                  <a:lnTo>
                    <a:pt x="373380" y="73152"/>
                  </a:lnTo>
                  <a:lnTo>
                    <a:pt x="373380" y="114300"/>
                  </a:lnTo>
                  <a:lnTo>
                    <a:pt x="376428" y="117348"/>
                  </a:lnTo>
                  <a:lnTo>
                    <a:pt x="382524" y="117348"/>
                  </a:lnTo>
                  <a:lnTo>
                    <a:pt x="385572" y="114300"/>
                  </a:lnTo>
                  <a:lnTo>
                    <a:pt x="385572" y="73152"/>
                  </a:lnTo>
                  <a:close/>
                </a:path>
                <a:path w="759459" h="4154804">
                  <a:moveTo>
                    <a:pt x="385572" y="1524"/>
                  </a:moveTo>
                  <a:lnTo>
                    <a:pt x="382524" y="0"/>
                  </a:lnTo>
                  <a:lnTo>
                    <a:pt x="376428" y="0"/>
                  </a:lnTo>
                  <a:lnTo>
                    <a:pt x="373380" y="1524"/>
                  </a:lnTo>
                  <a:lnTo>
                    <a:pt x="373380" y="44196"/>
                  </a:lnTo>
                  <a:lnTo>
                    <a:pt x="376428" y="47244"/>
                  </a:lnTo>
                  <a:lnTo>
                    <a:pt x="382524" y="47244"/>
                  </a:lnTo>
                  <a:lnTo>
                    <a:pt x="385572" y="44196"/>
                  </a:lnTo>
                  <a:lnTo>
                    <a:pt x="385572" y="1524"/>
                  </a:lnTo>
                  <a:close/>
                </a:path>
                <a:path w="759459" h="4154804">
                  <a:moveTo>
                    <a:pt x="571500" y="3755136"/>
                  </a:moveTo>
                  <a:lnTo>
                    <a:pt x="569976" y="3753612"/>
                  </a:lnTo>
                  <a:lnTo>
                    <a:pt x="562356" y="3753612"/>
                  </a:lnTo>
                  <a:lnTo>
                    <a:pt x="559308" y="3755136"/>
                  </a:lnTo>
                  <a:lnTo>
                    <a:pt x="559308" y="3797808"/>
                  </a:lnTo>
                  <a:lnTo>
                    <a:pt x="562356" y="3800856"/>
                  </a:lnTo>
                  <a:lnTo>
                    <a:pt x="569976" y="3800856"/>
                  </a:lnTo>
                  <a:lnTo>
                    <a:pt x="571500" y="3797808"/>
                  </a:lnTo>
                  <a:lnTo>
                    <a:pt x="571500" y="3755136"/>
                  </a:lnTo>
                  <a:close/>
                </a:path>
                <a:path w="759459" h="4154804">
                  <a:moveTo>
                    <a:pt x="571500" y="3685032"/>
                  </a:moveTo>
                  <a:lnTo>
                    <a:pt x="569976" y="3681984"/>
                  </a:lnTo>
                  <a:lnTo>
                    <a:pt x="562356" y="3681984"/>
                  </a:lnTo>
                  <a:lnTo>
                    <a:pt x="559308" y="3685032"/>
                  </a:lnTo>
                  <a:lnTo>
                    <a:pt x="559308" y="3726180"/>
                  </a:lnTo>
                  <a:lnTo>
                    <a:pt x="562356" y="3729228"/>
                  </a:lnTo>
                  <a:lnTo>
                    <a:pt x="569976" y="3729228"/>
                  </a:lnTo>
                  <a:lnTo>
                    <a:pt x="571500" y="3726180"/>
                  </a:lnTo>
                  <a:lnTo>
                    <a:pt x="571500" y="3685032"/>
                  </a:lnTo>
                  <a:close/>
                </a:path>
                <a:path w="759459" h="4154804">
                  <a:moveTo>
                    <a:pt x="571500" y="3613404"/>
                  </a:moveTo>
                  <a:lnTo>
                    <a:pt x="569976" y="3611880"/>
                  </a:lnTo>
                  <a:lnTo>
                    <a:pt x="562356" y="3611880"/>
                  </a:lnTo>
                  <a:lnTo>
                    <a:pt x="559308" y="3613404"/>
                  </a:lnTo>
                  <a:lnTo>
                    <a:pt x="559308" y="3656076"/>
                  </a:lnTo>
                  <a:lnTo>
                    <a:pt x="562356" y="3659124"/>
                  </a:lnTo>
                  <a:lnTo>
                    <a:pt x="569976" y="3659124"/>
                  </a:lnTo>
                  <a:lnTo>
                    <a:pt x="571500" y="3656076"/>
                  </a:lnTo>
                  <a:lnTo>
                    <a:pt x="571500" y="3613404"/>
                  </a:lnTo>
                  <a:close/>
                </a:path>
                <a:path w="759459" h="4154804">
                  <a:moveTo>
                    <a:pt x="571500" y="3543300"/>
                  </a:moveTo>
                  <a:lnTo>
                    <a:pt x="569976" y="3540252"/>
                  </a:lnTo>
                  <a:lnTo>
                    <a:pt x="562356" y="3540252"/>
                  </a:lnTo>
                  <a:lnTo>
                    <a:pt x="559308" y="3543300"/>
                  </a:lnTo>
                  <a:lnTo>
                    <a:pt x="559308" y="3584448"/>
                  </a:lnTo>
                  <a:lnTo>
                    <a:pt x="562356" y="3587496"/>
                  </a:lnTo>
                  <a:lnTo>
                    <a:pt x="569976" y="3587496"/>
                  </a:lnTo>
                  <a:lnTo>
                    <a:pt x="571500" y="3584448"/>
                  </a:lnTo>
                  <a:lnTo>
                    <a:pt x="571500" y="3543300"/>
                  </a:lnTo>
                  <a:close/>
                </a:path>
                <a:path w="759459" h="4154804">
                  <a:moveTo>
                    <a:pt x="571500" y="3471672"/>
                  </a:moveTo>
                  <a:lnTo>
                    <a:pt x="569976" y="3470148"/>
                  </a:lnTo>
                  <a:lnTo>
                    <a:pt x="562356" y="3470148"/>
                  </a:lnTo>
                  <a:lnTo>
                    <a:pt x="559308" y="3471672"/>
                  </a:lnTo>
                  <a:lnTo>
                    <a:pt x="559308" y="3514344"/>
                  </a:lnTo>
                  <a:lnTo>
                    <a:pt x="562356" y="3517392"/>
                  </a:lnTo>
                  <a:lnTo>
                    <a:pt x="569976" y="3517392"/>
                  </a:lnTo>
                  <a:lnTo>
                    <a:pt x="571500" y="3514344"/>
                  </a:lnTo>
                  <a:lnTo>
                    <a:pt x="571500" y="3471672"/>
                  </a:lnTo>
                  <a:close/>
                </a:path>
                <a:path w="759459" h="4154804">
                  <a:moveTo>
                    <a:pt x="571500" y="3401568"/>
                  </a:moveTo>
                  <a:lnTo>
                    <a:pt x="569976" y="3398520"/>
                  </a:lnTo>
                  <a:lnTo>
                    <a:pt x="562356" y="3398520"/>
                  </a:lnTo>
                  <a:lnTo>
                    <a:pt x="559308" y="3401568"/>
                  </a:lnTo>
                  <a:lnTo>
                    <a:pt x="559308" y="3444240"/>
                  </a:lnTo>
                  <a:lnTo>
                    <a:pt x="562356" y="3445764"/>
                  </a:lnTo>
                  <a:lnTo>
                    <a:pt x="569976" y="3445764"/>
                  </a:lnTo>
                  <a:lnTo>
                    <a:pt x="571500" y="3444240"/>
                  </a:lnTo>
                  <a:lnTo>
                    <a:pt x="571500" y="3401568"/>
                  </a:lnTo>
                  <a:close/>
                </a:path>
                <a:path w="759459" h="4154804">
                  <a:moveTo>
                    <a:pt x="571500" y="3331464"/>
                  </a:moveTo>
                  <a:lnTo>
                    <a:pt x="569976" y="3328416"/>
                  </a:lnTo>
                  <a:lnTo>
                    <a:pt x="562356" y="3328416"/>
                  </a:lnTo>
                  <a:lnTo>
                    <a:pt x="559308" y="3331464"/>
                  </a:lnTo>
                  <a:lnTo>
                    <a:pt x="559308" y="3372612"/>
                  </a:lnTo>
                  <a:lnTo>
                    <a:pt x="562356" y="3375660"/>
                  </a:lnTo>
                  <a:lnTo>
                    <a:pt x="569976" y="3375660"/>
                  </a:lnTo>
                  <a:lnTo>
                    <a:pt x="571500" y="3372612"/>
                  </a:lnTo>
                  <a:lnTo>
                    <a:pt x="571500" y="3331464"/>
                  </a:lnTo>
                  <a:close/>
                </a:path>
                <a:path w="759459" h="4154804">
                  <a:moveTo>
                    <a:pt x="571500" y="3259836"/>
                  </a:moveTo>
                  <a:lnTo>
                    <a:pt x="569976" y="3256788"/>
                  </a:lnTo>
                  <a:lnTo>
                    <a:pt x="562356" y="3256788"/>
                  </a:lnTo>
                  <a:lnTo>
                    <a:pt x="559308" y="3259836"/>
                  </a:lnTo>
                  <a:lnTo>
                    <a:pt x="559308" y="3302508"/>
                  </a:lnTo>
                  <a:lnTo>
                    <a:pt x="562356" y="3304032"/>
                  </a:lnTo>
                  <a:lnTo>
                    <a:pt x="569976" y="3304032"/>
                  </a:lnTo>
                  <a:lnTo>
                    <a:pt x="571500" y="3302508"/>
                  </a:lnTo>
                  <a:lnTo>
                    <a:pt x="571500" y="3259836"/>
                  </a:lnTo>
                  <a:close/>
                </a:path>
                <a:path w="759459" h="4154804">
                  <a:moveTo>
                    <a:pt x="571500" y="3189732"/>
                  </a:moveTo>
                  <a:lnTo>
                    <a:pt x="569976" y="3186684"/>
                  </a:lnTo>
                  <a:lnTo>
                    <a:pt x="562356" y="3186684"/>
                  </a:lnTo>
                  <a:lnTo>
                    <a:pt x="559308" y="3189732"/>
                  </a:lnTo>
                  <a:lnTo>
                    <a:pt x="559308" y="3230880"/>
                  </a:lnTo>
                  <a:lnTo>
                    <a:pt x="562356" y="3233928"/>
                  </a:lnTo>
                  <a:lnTo>
                    <a:pt x="569976" y="3233928"/>
                  </a:lnTo>
                  <a:lnTo>
                    <a:pt x="571500" y="3230880"/>
                  </a:lnTo>
                  <a:lnTo>
                    <a:pt x="571500" y="3189732"/>
                  </a:lnTo>
                  <a:close/>
                </a:path>
                <a:path w="759459" h="4154804">
                  <a:moveTo>
                    <a:pt x="571500" y="3118104"/>
                  </a:moveTo>
                  <a:lnTo>
                    <a:pt x="569976" y="3115056"/>
                  </a:lnTo>
                  <a:lnTo>
                    <a:pt x="562356" y="3115056"/>
                  </a:lnTo>
                  <a:lnTo>
                    <a:pt x="559308" y="3118104"/>
                  </a:lnTo>
                  <a:lnTo>
                    <a:pt x="559308" y="3160776"/>
                  </a:lnTo>
                  <a:lnTo>
                    <a:pt x="562356" y="3162300"/>
                  </a:lnTo>
                  <a:lnTo>
                    <a:pt x="569976" y="3162300"/>
                  </a:lnTo>
                  <a:lnTo>
                    <a:pt x="571500" y="3160776"/>
                  </a:lnTo>
                  <a:lnTo>
                    <a:pt x="571500" y="3118104"/>
                  </a:lnTo>
                  <a:close/>
                </a:path>
                <a:path w="759459" h="4154804">
                  <a:moveTo>
                    <a:pt x="571500" y="3048000"/>
                  </a:moveTo>
                  <a:lnTo>
                    <a:pt x="569976" y="3044952"/>
                  </a:lnTo>
                  <a:lnTo>
                    <a:pt x="562356" y="3044952"/>
                  </a:lnTo>
                  <a:lnTo>
                    <a:pt x="559308" y="3048000"/>
                  </a:lnTo>
                  <a:lnTo>
                    <a:pt x="559308" y="3089148"/>
                  </a:lnTo>
                  <a:lnTo>
                    <a:pt x="562356" y="3092196"/>
                  </a:lnTo>
                  <a:lnTo>
                    <a:pt x="569976" y="3092196"/>
                  </a:lnTo>
                  <a:lnTo>
                    <a:pt x="571500" y="3089148"/>
                  </a:lnTo>
                  <a:lnTo>
                    <a:pt x="571500" y="3048000"/>
                  </a:lnTo>
                  <a:close/>
                </a:path>
                <a:path w="759459" h="4154804">
                  <a:moveTo>
                    <a:pt x="571500" y="2976372"/>
                  </a:moveTo>
                  <a:lnTo>
                    <a:pt x="569976" y="2973324"/>
                  </a:lnTo>
                  <a:lnTo>
                    <a:pt x="562356" y="2973324"/>
                  </a:lnTo>
                  <a:lnTo>
                    <a:pt x="559308" y="2976372"/>
                  </a:lnTo>
                  <a:lnTo>
                    <a:pt x="559308" y="3019044"/>
                  </a:lnTo>
                  <a:lnTo>
                    <a:pt x="562356" y="3020568"/>
                  </a:lnTo>
                  <a:lnTo>
                    <a:pt x="569976" y="3020568"/>
                  </a:lnTo>
                  <a:lnTo>
                    <a:pt x="571500" y="3019044"/>
                  </a:lnTo>
                  <a:lnTo>
                    <a:pt x="571500" y="2976372"/>
                  </a:lnTo>
                  <a:close/>
                </a:path>
                <a:path w="759459" h="4154804">
                  <a:moveTo>
                    <a:pt x="571500" y="2906268"/>
                  </a:moveTo>
                  <a:lnTo>
                    <a:pt x="569976" y="2903220"/>
                  </a:lnTo>
                  <a:lnTo>
                    <a:pt x="562356" y="2903220"/>
                  </a:lnTo>
                  <a:lnTo>
                    <a:pt x="559308" y="2906268"/>
                  </a:lnTo>
                  <a:lnTo>
                    <a:pt x="559308" y="2947416"/>
                  </a:lnTo>
                  <a:lnTo>
                    <a:pt x="562356" y="2950464"/>
                  </a:lnTo>
                  <a:lnTo>
                    <a:pt x="569976" y="2950464"/>
                  </a:lnTo>
                  <a:lnTo>
                    <a:pt x="571500" y="2947416"/>
                  </a:lnTo>
                  <a:lnTo>
                    <a:pt x="571500" y="2906268"/>
                  </a:lnTo>
                  <a:close/>
                </a:path>
                <a:path w="759459" h="4154804">
                  <a:moveTo>
                    <a:pt x="571500" y="2834640"/>
                  </a:moveTo>
                  <a:lnTo>
                    <a:pt x="569976" y="2831592"/>
                  </a:lnTo>
                  <a:lnTo>
                    <a:pt x="562356" y="2831592"/>
                  </a:lnTo>
                  <a:lnTo>
                    <a:pt x="559308" y="2834640"/>
                  </a:lnTo>
                  <a:lnTo>
                    <a:pt x="559308" y="2877312"/>
                  </a:lnTo>
                  <a:lnTo>
                    <a:pt x="562356" y="2878836"/>
                  </a:lnTo>
                  <a:lnTo>
                    <a:pt x="569976" y="2878836"/>
                  </a:lnTo>
                  <a:lnTo>
                    <a:pt x="571500" y="2877312"/>
                  </a:lnTo>
                  <a:lnTo>
                    <a:pt x="571500" y="2834640"/>
                  </a:lnTo>
                  <a:close/>
                </a:path>
                <a:path w="759459" h="4154804">
                  <a:moveTo>
                    <a:pt x="571500" y="2764536"/>
                  </a:moveTo>
                  <a:lnTo>
                    <a:pt x="569976" y="2761488"/>
                  </a:lnTo>
                  <a:lnTo>
                    <a:pt x="562356" y="2761488"/>
                  </a:lnTo>
                  <a:lnTo>
                    <a:pt x="559308" y="2764536"/>
                  </a:lnTo>
                  <a:lnTo>
                    <a:pt x="559308" y="2805684"/>
                  </a:lnTo>
                  <a:lnTo>
                    <a:pt x="562356" y="2808732"/>
                  </a:lnTo>
                  <a:lnTo>
                    <a:pt x="569976" y="2808732"/>
                  </a:lnTo>
                  <a:lnTo>
                    <a:pt x="571500" y="2805684"/>
                  </a:lnTo>
                  <a:lnTo>
                    <a:pt x="571500" y="2764536"/>
                  </a:lnTo>
                  <a:close/>
                </a:path>
                <a:path w="759459" h="4154804">
                  <a:moveTo>
                    <a:pt x="571500" y="2692908"/>
                  </a:moveTo>
                  <a:lnTo>
                    <a:pt x="569976" y="2691384"/>
                  </a:lnTo>
                  <a:lnTo>
                    <a:pt x="562356" y="2691384"/>
                  </a:lnTo>
                  <a:lnTo>
                    <a:pt x="559308" y="2692908"/>
                  </a:lnTo>
                  <a:lnTo>
                    <a:pt x="559308" y="2735580"/>
                  </a:lnTo>
                  <a:lnTo>
                    <a:pt x="562356" y="2738628"/>
                  </a:lnTo>
                  <a:lnTo>
                    <a:pt x="569976" y="2738628"/>
                  </a:lnTo>
                  <a:lnTo>
                    <a:pt x="571500" y="2735580"/>
                  </a:lnTo>
                  <a:lnTo>
                    <a:pt x="571500" y="2692908"/>
                  </a:lnTo>
                  <a:close/>
                </a:path>
                <a:path w="759459" h="4154804">
                  <a:moveTo>
                    <a:pt x="571500" y="2622804"/>
                  </a:moveTo>
                  <a:lnTo>
                    <a:pt x="569976" y="2619756"/>
                  </a:lnTo>
                  <a:lnTo>
                    <a:pt x="562356" y="2619756"/>
                  </a:lnTo>
                  <a:lnTo>
                    <a:pt x="559308" y="2622804"/>
                  </a:lnTo>
                  <a:lnTo>
                    <a:pt x="559308" y="2663952"/>
                  </a:lnTo>
                  <a:lnTo>
                    <a:pt x="562356" y="2667000"/>
                  </a:lnTo>
                  <a:lnTo>
                    <a:pt x="569976" y="2667000"/>
                  </a:lnTo>
                  <a:lnTo>
                    <a:pt x="571500" y="2663952"/>
                  </a:lnTo>
                  <a:lnTo>
                    <a:pt x="571500" y="2622804"/>
                  </a:lnTo>
                  <a:close/>
                </a:path>
                <a:path w="759459" h="4154804">
                  <a:moveTo>
                    <a:pt x="571500" y="2551176"/>
                  </a:moveTo>
                  <a:lnTo>
                    <a:pt x="569976" y="2549652"/>
                  </a:lnTo>
                  <a:lnTo>
                    <a:pt x="562356" y="2549652"/>
                  </a:lnTo>
                  <a:lnTo>
                    <a:pt x="559308" y="2551176"/>
                  </a:lnTo>
                  <a:lnTo>
                    <a:pt x="559308" y="2593848"/>
                  </a:lnTo>
                  <a:lnTo>
                    <a:pt x="562356" y="2596896"/>
                  </a:lnTo>
                  <a:lnTo>
                    <a:pt x="569976" y="2596896"/>
                  </a:lnTo>
                  <a:lnTo>
                    <a:pt x="571500" y="2593848"/>
                  </a:lnTo>
                  <a:lnTo>
                    <a:pt x="571500" y="2551176"/>
                  </a:lnTo>
                  <a:close/>
                </a:path>
                <a:path w="759459" h="4154804">
                  <a:moveTo>
                    <a:pt x="571500" y="2481072"/>
                  </a:moveTo>
                  <a:lnTo>
                    <a:pt x="569976" y="2478024"/>
                  </a:lnTo>
                  <a:lnTo>
                    <a:pt x="562356" y="2478024"/>
                  </a:lnTo>
                  <a:lnTo>
                    <a:pt x="559308" y="2481072"/>
                  </a:lnTo>
                  <a:lnTo>
                    <a:pt x="559308" y="2522220"/>
                  </a:lnTo>
                  <a:lnTo>
                    <a:pt x="562356" y="2525268"/>
                  </a:lnTo>
                  <a:lnTo>
                    <a:pt x="569976" y="2525268"/>
                  </a:lnTo>
                  <a:lnTo>
                    <a:pt x="571500" y="2522220"/>
                  </a:lnTo>
                  <a:lnTo>
                    <a:pt x="571500" y="2481072"/>
                  </a:lnTo>
                  <a:close/>
                </a:path>
                <a:path w="759459" h="4154804">
                  <a:moveTo>
                    <a:pt x="571500" y="2409444"/>
                  </a:moveTo>
                  <a:lnTo>
                    <a:pt x="569976" y="2407920"/>
                  </a:lnTo>
                  <a:lnTo>
                    <a:pt x="562356" y="2407920"/>
                  </a:lnTo>
                  <a:lnTo>
                    <a:pt x="559308" y="2409444"/>
                  </a:lnTo>
                  <a:lnTo>
                    <a:pt x="559308" y="2452116"/>
                  </a:lnTo>
                  <a:lnTo>
                    <a:pt x="562356" y="2455164"/>
                  </a:lnTo>
                  <a:lnTo>
                    <a:pt x="569976" y="2455164"/>
                  </a:lnTo>
                  <a:lnTo>
                    <a:pt x="571500" y="2452116"/>
                  </a:lnTo>
                  <a:lnTo>
                    <a:pt x="571500" y="2409444"/>
                  </a:lnTo>
                  <a:close/>
                </a:path>
                <a:path w="759459" h="4154804">
                  <a:moveTo>
                    <a:pt x="571500" y="2339340"/>
                  </a:moveTo>
                  <a:lnTo>
                    <a:pt x="569976" y="2336292"/>
                  </a:lnTo>
                  <a:lnTo>
                    <a:pt x="562356" y="2336292"/>
                  </a:lnTo>
                  <a:lnTo>
                    <a:pt x="559308" y="2339340"/>
                  </a:lnTo>
                  <a:lnTo>
                    <a:pt x="559308" y="2380488"/>
                  </a:lnTo>
                  <a:lnTo>
                    <a:pt x="562356" y="2383536"/>
                  </a:lnTo>
                  <a:lnTo>
                    <a:pt x="569976" y="2383536"/>
                  </a:lnTo>
                  <a:lnTo>
                    <a:pt x="571500" y="2380488"/>
                  </a:lnTo>
                  <a:lnTo>
                    <a:pt x="571500" y="2339340"/>
                  </a:lnTo>
                  <a:close/>
                </a:path>
                <a:path w="759459" h="4154804">
                  <a:moveTo>
                    <a:pt x="571500" y="2267712"/>
                  </a:moveTo>
                  <a:lnTo>
                    <a:pt x="569976" y="2266188"/>
                  </a:lnTo>
                  <a:lnTo>
                    <a:pt x="562356" y="2266188"/>
                  </a:lnTo>
                  <a:lnTo>
                    <a:pt x="559308" y="2267712"/>
                  </a:lnTo>
                  <a:lnTo>
                    <a:pt x="559308" y="2310384"/>
                  </a:lnTo>
                  <a:lnTo>
                    <a:pt x="562356" y="2313432"/>
                  </a:lnTo>
                  <a:lnTo>
                    <a:pt x="569976" y="2313432"/>
                  </a:lnTo>
                  <a:lnTo>
                    <a:pt x="571500" y="2310384"/>
                  </a:lnTo>
                  <a:lnTo>
                    <a:pt x="571500" y="2267712"/>
                  </a:lnTo>
                  <a:close/>
                </a:path>
                <a:path w="759459" h="4154804">
                  <a:moveTo>
                    <a:pt x="571500" y="2197608"/>
                  </a:moveTo>
                  <a:lnTo>
                    <a:pt x="569976" y="2194560"/>
                  </a:lnTo>
                  <a:lnTo>
                    <a:pt x="562356" y="2194560"/>
                  </a:lnTo>
                  <a:lnTo>
                    <a:pt x="559308" y="2197608"/>
                  </a:lnTo>
                  <a:lnTo>
                    <a:pt x="559308" y="2240280"/>
                  </a:lnTo>
                  <a:lnTo>
                    <a:pt x="562356" y="2241804"/>
                  </a:lnTo>
                  <a:lnTo>
                    <a:pt x="569976" y="2241804"/>
                  </a:lnTo>
                  <a:lnTo>
                    <a:pt x="571500" y="2240280"/>
                  </a:lnTo>
                  <a:lnTo>
                    <a:pt x="571500" y="2197608"/>
                  </a:lnTo>
                  <a:close/>
                </a:path>
                <a:path w="759459" h="4154804">
                  <a:moveTo>
                    <a:pt x="571500" y="2127504"/>
                  </a:moveTo>
                  <a:lnTo>
                    <a:pt x="569976" y="2124456"/>
                  </a:lnTo>
                  <a:lnTo>
                    <a:pt x="562356" y="2124456"/>
                  </a:lnTo>
                  <a:lnTo>
                    <a:pt x="559308" y="2127504"/>
                  </a:lnTo>
                  <a:lnTo>
                    <a:pt x="559308" y="2168652"/>
                  </a:lnTo>
                  <a:lnTo>
                    <a:pt x="562356" y="2171700"/>
                  </a:lnTo>
                  <a:lnTo>
                    <a:pt x="569976" y="2171700"/>
                  </a:lnTo>
                  <a:lnTo>
                    <a:pt x="571500" y="2168652"/>
                  </a:lnTo>
                  <a:lnTo>
                    <a:pt x="571500" y="2127504"/>
                  </a:lnTo>
                  <a:close/>
                </a:path>
                <a:path w="759459" h="4154804">
                  <a:moveTo>
                    <a:pt x="571500" y="2055876"/>
                  </a:moveTo>
                  <a:lnTo>
                    <a:pt x="569976" y="2052828"/>
                  </a:lnTo>
                  <a:lnTo>
                    <a:pt x="562356" y="2052828"/>
                  </a:lnTo>
                  <a:lnTo>
                    <a:pt x="559308" y="2055876"/>
                  </a:lnTo>
                  <a:lnTo>
                    <a:pt x="559308" y="2098548"/>
                  </a:lnTo>
                  <a:lnTo>
                    <a:pt x="562356" y="2100072"/>
                  </a:lnTo>
                  <a:lnTo>
                    <a:pt x="569976" y="2100072"/>
                  </a:lnTo>
                  <a:lnTo>
                    <a:pt x="571500" y="2098548"/>
                  </a:lnTo>
                  <a:lnTo>
                    <a:pt x="571500" y="2055876"/>
                  </a:lnTo>
                  <a:close/>
                </a:path>
                <a:path w="759459" h="4154804">
                  <a:moveTo>
                    <a:pt x="571500" y="1985772"/>
                  </a:moveTo>
                  <a:lnTo>
                    <a:pt x="569976" y="1982724"/>
                  </a:lnTo>
                  <a:lnTo>
                    <a:pt x="562356" y="1982724"/>
                  </a:lnTo>
                  <a:lnTo>
                    <a:pt x="559308" y="1985772"/>
                  </a:lnTo>
                  <a:lnTo>
                    <a:pt x="559308" y="2026920"/>
                  </a:lnTo>
                  <a:lnTo>
                    <a:pt x="562356" y="2029968"/>
                  </a:lnTo>
                  <a:lnTo>
                    <a:pt x="569976" y="2029968"/>
                  </a:lnTo>
                  <a:lnTo>
                    <a:pt x="571500" y="2026920"/>
                  </a:lnTo>
                  <a:lnTo>
                    <a:pt x="571500" y="1985772"/>
                  </a:lnTo>
                  <a:close/>
                </a:path>
                <a:path w="759459" h="4154804">
                  <a:moveTo>
                    <a:pt x="571500" y="1914144"/>
                  </a:moveTo>
                  <a:lnTo>
                    <a:pt x="569976" y="1911096"/>
                  </a:lnTo>
                  <a:lnTo>
                    <a:pt x="562356" y="1911096"/>
                  </a:lnTo>
                  <a:lnTo>
                    <a:pt x="559308" y="1914144"/>
                  </a:lnTo>
                  <a:lnTo>
                    <a:pt x="559308" y="1956828"/>
                  </a:lnTo>
                  <a:lnTo>
                    <a:pt x="562356" y="1958352"/>
                  </a:lnTo>
                  <a:lnTo>
                    <a:pt x="569976" y="1958352"/>
                  </a:lnTo>
                  <a:lnTo>
                    <a:pt x="571500" y="1956828"/>
                  </a:lnTo>
                  <a:lnTo>
                    <a:pt x="571500" y="1914144"/>
                  </a:lnTo>
                  <a:close/>
                </a:path>
                <a:path w="759459" h="4154804">
                  <a:moveTo>
                    <a:pt x="571500" y="1844040"/>
                  </a:moveTo>
                  <a:lnTo>
                    <a:pt x="569976" y="1840992"/>
                  </a:lnTo>
                  <a:lnTo>
                    <a:pt x="562356" y="1840992"/>
                  </a:lnTo>
                  <a:lnTo>
                    <a:pt x="559308" y="1844040"/>
                  </a:lnTo>
                  <a:lnTo>
                    <a:pt x="559308" y="1885188"/>
                  </a:lnTo>
                  <a:lnTo>
                    <a:pt x="562356" y="1888236"/>
                  </a:lnTo>
                  <a:lnTo>
                    <a:pt x="569976" y="1888236"/>
                  </a:lnTo>
                  <a:lnTo>
                    <a:pt x="571500" y="1885188"/>
                  </a:lnTo>
                  <a:lnTo>
                    <a:pt x="571500" y="1844040"/>
                  </a:lnTo>
                  <a:close/>
                </a:path>
                <a:path w="759459" h="4154804">
                  <a:moveTo>
                    <a:pt x="571500" y="1772412"/>
                  </a:moveTo>
                  <a:lnTo>
                    <a:pt x="569976" y="1769364"/>
                  </a:lnTo>
                  <a:lnTo>
                    <a:pt x="562356" y="1769364"/>
                  </a:lnTo>
                  <a:lnTo>
                    <a:pt x="559308" y="1772412"/>
                  </a:lnTo>
                  <a:lnTo>
                    <a:pt x="559308" y="1815084"/>
                  </a:lnTo>
                  <a:lnTo>
                    <a:pt x="562356" y="1816608"/>
                  </a:lnTo>
                  <a:lnTo>
                    <a:pt x="569976" y="1816608"/>
                  </a:lnTo>
                  <a:lnTo>
                    <a:pt x="571500" y="1815084"/>
                  </a:lnTo>
                  <a:lnTo>
                    <a:pt x="571500" y="1772412"/>
                  </a:lnTo>
                  <a:close/>
                </a:path>
                <a:path w="759459" h="4154804">
                  <a:moveTo>
                    <a:pt x="571500" y="1702308"/>
                  </a:moveTo>
                  <a:lnTo>
                    <a:pt x="569976" y="1699260"/>
                  </a:lnTo>
                  <a:lnTo>
                    <a:pt x="562356" y="1699260"/>
                  </a:lnTo>
                  <a:lnTo>
                    <a:pt x="559308" y="1702308"/>
                  </a:lnTo>
                  <a:lnTo>
                    <a:pt x="559308" y="1743456"/>
                  </a:lnTo>
                  <a:lnTo>
                    <a:pt x="562356" y="1746504"/>
                  </a:lnTo>
                  <a:lnTo>
                    <a:pt x="569976" y="1746504"/>
                  </a:lnTo>
                  <a:lnTo>
                    <a:pt x="571500" y="1743456"/>
                  </a:lnTo>
                  <a:lnTo>
                    <a:pt x="571500" y="1702308"/>
                  </a:lnTo>
                  <a:close/>
                </a:path>
                <a:path w="759459" h="4154804">
                  <a:moveTo>
                    <a:pt x="571500" y="1630680"/>
                  </a:moveTo>
                  <a:lnTo>
                    <a:pt x="569976" y="1627632"/>
                  </a:lnTo>
                  <a:lnTo>
                    <a:pt x="562356" y="1627632"/>
                  </a:lnTo>
                  <a:lnTo>
                    <a:pt x="559308" y="1630680"/>
                  </a:lnTo>
                  <a:lnTo>
                    <a:pt x="559308" y="1673352"/>
                  </a:lnTo>
                  <a:lnTo>
                    <a:pt x="562356" y="1674876"/>
                  </a:lnTo>
                  <a:lnTo>
                    <a:pt x="569976" y="1674876"/>
                  </a:lnTo>
                  <a:lnTo>
                    <a:pt x="571500" y="1673352"/>
                  </a:lnTo>
                  <a:lnTo>
                    <a:pt x="571500" y="1630680"/>
                  </a:lnTo>
                  <a:close/>
                </a:path>
                <a:path w="759459" h="4154804">
                  <a:moveTo>
                    <a:pt x="571500" y="1560576"/>
                  </a:moveTo>
                  <a:lnTo>
                    <a:pt x="569976" y="1557528"/>
                  </a:lnTo>
                  <a:lnTo>
                    <a:pt x="562356" y="1557528"/>
                  </a:lnTo>
                  <a:lnTo>
                    <a:pt x="559308" y="1560576"/>
                  </a:lnTo>
                  <a:lnTo>
                    <a:pt x="559308" y="1601724"/>
                  </a:lnTo>
                  <a:lnTo>
                    <a:pt x="562356" y="1604772"/>
                  </a:lnTo>
                  <a:lnTo>
                    <a:pt x="569976" y="1604772"/>
                  </a:lnTo>
                  <a:lnTo>
                    <a:pt x="571500" y="1601724"/>
                  </a:lnTo>
                  <a:lnTo>
                    <a:pt x="571500" y="1560576"/>
                  </a:lnTo>
                  <a:close/>
                </a:path>
                <a:path w="759459" h="4154804">
                  <a:moveTo>
                    <a:pt x="571500" y="1488948"/>
                  </a:moveTo>
                  <a:lnTo>
                    <a:pt x="569976" y="1487424"/>
                  </a:lnTo>
                  <a:lnTo>
                    <a:pt x="562356" y="1487424"/>
                  </a:lnTo>
                  <a:lnTo>
                    <a:pt x="559308" y="1488948"/>
                  </a:lnTo>
                  <a:lnTo>
                    <a:pt x="559308" y="1531620"/>
                  </a:lnTo>
                  <a:lnTo>
                    <a:pt x="562356" y="1534668"/>
                  </a:lnTo>
                  <a:lnTo>
                    <a:pt x="569976" y="1534668"/>
                  </a:lnTo>
                  <a:lnTo>
                    <a:pt x="571500" y="1531620"/>
                  </a:lnTo>
                  <a:lnTo>
                    <a:pt x="571500" y="1488948"/>
                  </a:lnTo>
                  <a:close/>
                </a:path>
                <a:path w="759459" h="4154804">
                  <a:moveTo>
                    <a:pt x="571500" y="1418844"/>
                  </a:moveTo>
                  <a:lnTo>
                    <a:pt x="569976" y="1415796"/>
                  </a:lnTo>
                  <a:lnTo>
                    <a:pt x="562356" y="1415796"/>
                  </a:lnTo>
                  <a:lnTo>
                    <a:pt x="559308" y="1418844"/>
                  </a:lnTo>
                  <a:lnTo>
                    <a:pt x="559308" y="1459992"/>
                  </a:lnTo>
                  <a:lnTo>
                    <a:pt x="562356" y="1463040"/>
                  </a:lnTo>
                  <a:lnTo>
                    <a:pt x="569976" y="1463040"/>
                  </a:lnTo>
                  <a:lnTo>
                    <a:pt x="571500" y="1459992"/>
                  </a:lnTo>
                  <a:lnTo>
                    <a:pt x="571500" y="1418844"/>
                  </a:lnTo>
                  <a:close/>
                </a:path>
                <a:path w="759459" h="4154804">
                  <a:moveTo>
                    <a:pt x="571500" y="1347216"/>
                  </a:moveTo>
                  <a:lnTo>
                    <a:pt x="569976" y="1345692"/>
                  </a:lnTo>
                  <a:lnTo>
                    <a:pt x="562356" y="1345692"/>
                  </a:lnTo>
                  <a:lnTo>
                    <a:pt x="559308" y="1347216"/>
                  </a:lnTo>
                  <a:lnTo>
                    <a:pt x="559308" y="1389888"/>
                  </a:lnTo>
                  <a:lnTo>
                    <a:pt x="562356" y="1392936"/>
                  </a:lnTo>
                  <a:lnTo>
                    <a:pt x="569976" y="1392936"/>
                  </a:lnTo>
                  <a:lnTo>
                    <a:pt x="571500" y="1389888"/>
                  </a:lnTo>
                  <a:lnTo>
                    <a:pt x="571500" y="1347216"/>
                  </a:lnTo>
                  <a:close/>
                </a:path>
                <a:path w="759459" h="4154804">
                  <a:moveTo>
                    <a:pt x="571500" y="1277112"/>
                  </a:moveTo>
                  <a:lnTo>
                    <a:pt x="569976" y="1274064"/>
                  </a:lnTo>
                  <a:lnTo>
                    <a:pt x="562356" y="1274064"/>
                  </a:lnTo>
                  <a:lnTo>
                    <a:pt x="559308" y="1277112"/>
                  </a:lnTo>
                  <a:lnTo>
                    <a:pt x="559308" y="1318260"/>
                  </a:lnTo>
                  <a:lnTo>
                    <a:pt x="562356" y="1321308"/>
                  </a:lnTo>
                  <a:lnTo>
                    <a:pt x="569976" y="1321308"/>
                  </a:lnTo>
                  <a:lnTo>
                    <a:pt x="571500" y="1318260"/>
                  </a:lnTo>
                  <a:lnTo>
                    <a:pt x="571500" y="1277112"/>
                  </a:lnTo>
                  <a:close/>
                </a:path>
                <a:path w="759459" h="4154804">
                  <a:moveTo>
                    <a:pt x="571500" y="1205484"/>
                  </a:moveTo>
                  <a:lnTo>
                    <a:pt x="569976" y="1203960"/>
                  </a:lnTo>
                  <a:lnTo>
                    <a:pt x="562356" y="1203960"/>
                  </a:lnTo>
                  <a:lnTo>
                    <a:pt x="559308" y="1205484"/>
                  </a:lnTo>
                  <a:lnTo>
                    <a:pt x="559308" y="1248156"/>
                  </a:lnTo>
                  <a:lnTo>
                    <a:pt x="562356" y="1251204"/>
                  </a:lnTo>
                  <a:lnTo>
                    <a:pt x="569976" y="1251204"/>
                  </a:lnTo>
                  <a:lnTo>
                    <a:pt x="571500" y="1248156"/>
                  </a:lnTo>
                  <a:lnTo>
                    <a:pt x="571500" y="1205484"/>
                  </a:lnTo>
                  <a:close/>
                </a:path>
                <a:path w="759459" h="4154804">
                  <a:moveTo>
                    <a:pt x="571500" y="1135380"/>
                  </a:moveTo>
                  <a:lnTo>
                    <a:pt x="569976" y="1132332"/>
                  </a:lnTo>
                  <a:lnTo>
                    <a:pt x="562356" y="1132332"/>
                  </a:lnTo>
                  <a:lnTo>
                    <a:pt x="559308" y="1135380"/>
                  </a:lnTo>
                  <a:lnTo>
                    <a:pt x="559308" y="1176528"/>
                  </a:lnTo>
                  <a:lnTo>
                    <a:pt x="562356" y="1179576"/>
                  </a:lnTo>
                  <a:lnTo>
                    <a:pt x="569976" y="1179576"/>
                  </a:lnTo>
                  <a:lnTo>
                    <a:pt x="571500" y="1176528"/>
                  </a:lnTo>
                  <a:lnTo>
                    <a:pt x="571500" y="1135380"/>
                  </a:lnTo>
                  <a:close/>
                </a:path>
                <a:path w="759459" h="4154804">
                  <a:moveTo>
                    <a:pt x="571500" y="1063752"/>
                  </a:moveTo>
                  <a:lnTo>
                    <a:pt x="569976" y="1062228"/>
                  </a:lnTo>
                  <a:lnTo>
                    <a:pt x="562356" y="1062228"/>
                  </a:lnTo>
                  <a:lnTo>
                    <a:pt x="559308" y="1063752"/>
                  </a:lnTo>
                  <a:lnTo>
                    <a:pt x="559308" y="1106424"/>
                  </a:lnTo>
                  <a:lnTo>
                    <a:pt x="562356" y="1109472"/>
                  </a:lnTo>
                  <a:lnTo>
                    <a:pt x="569976" y="1109472"/>
                  </a:lnTo>
                  <a:lnTo>
                    <a:pt x="571500" y="1106424"/>
                  </a:lnTo>
                  <a:lnTo>
                    <a:pt x="571500" y="1063752"/>
                  </a:lnTo>
                  <a:close/>
                </a:path>
                <a:path w="759459" h="4154804">
                  <a:moveTo>
                    <a:pt x="571500" y="993648"/>
                  </a:moveTo>
                  <a:lnTo>
                    <a:pt x="569976" y="990600"/>
                  </a:lnTo>
                  <a:lnTo>
                    <a:pt x="562356" y="990600"/>
                  </a:lnTo>
                  <a:lnTo>
                    <a:pt x="559308" y="993648"/>
                  </a:lnTo>
                  <a:lnTo>
                    <a:pt x="559308" y="1036320"/>
                  </a:lnTo>
                  <a:lnTo>
                    <a:pt x="562356" y="1037844"/>
                  </a:lnTo>
                  <a:lnTo>
                    <a:pt x="569976" y="1037844"/>
                  </a:lnTo>
                  <a:lnTo>
                    <a:pt x="571500" y="1036320"/>
                  </a:lnTo>
                  <a:lnTo>
                    <a:pt x="571500" y="993648"/>
                  </a:lnTo>
                  <a:close/>
                </a:path>
                <a:path w="759459" h="4154804">
                  <a:moveTo>
                    <a:pt x="571500" y="923544"/>
                  </a:moveTo>
                  <a:lnTo>
                    <a:pt x="569976" y="920496"/>
                  </a:lnTo>
                  <a:lnTo>
                    <a:pt x="562356" y="920496"/>
                  </a:lnTo>
                  <a:lnTo>
                    <a:pt x="559308" y="923544"/>
                  </a:lnTo>
                  <a:lnTo>
                    <a:pt x="559308" y="964692"/>
                  </a:lnTo>
                  <a:lnTo>
                    <a:pt x="562356" y="967740"/>
                  </a:lnTo>
                  <a:lnTo>
                    <a:pt x="569976" y="967740"/>
                  </a:lnTo>
                  <a:lnTo>
                    <a:pt x="571500" y="964692"/>
                  </a:lnTo>
                  <a:lnTo>
                    <a:pt x="571500" y="923544"/>
                  </a:lnTo>
                  <a:close/>
                </a:path>
                <a:path w="759459" h="4154804">
                  <a:moveTo>
                    <a:pt x="571500" y="851916"/>
                  </a:moveTo>
                  <a:lnTo>
                    <a:pt x="569976" y="848868"/>
                  </a:lnTo>
                  <a:lnTo>
                    <a:pt x="562356" y="848868"/>
                  </a:lnTo>
                  <a:lnTo>
                    <a:pt x="559308" y="851916"/>
                  </a:lnTo>
                  <a:lnTo>
                    <a:pt x="559308" y="894588"/>
                  </a:lnTo>
                  <a:lnTo>
                    <a:pt x="562356" y="896112"/>
                  </a:lnTo>
                  <a:lnTo>
                    <a:pt x="569976" y="896112"/>
                  </a:lnTo>
                  <a:lnTo>
                    <a:pt x="571500" y="894588"/>
                  </a:lnTo>
                  <a:lnTo>
                    <a:pt x="571500" y="851916"/>
                  </a:lnTo>
                  <a:close/>
                </a:path>
                <a:path w="759459" h="4154804">
                  <a:moveTo>
                    <a:pt x="571500" y="781812"/>
                  </a:moveTo>
                  <a:lnTo>
                    <a:pt x="569976" y="778764"/>
                  </a:lnTo>
                  <a:lnTo>
                    <a:pt x="562356" y="778764"/>
                  </a:lnTo>
                  <a:lnTo>
                    <a:pt x="559308" y="781812"/>
                  </a:lnTo>
                  <a:lnTo>
                    <a:pt x="559308" y="822960"/>
                  </a:lnTo>
                  <a:lnTo>
                    <a:pt x="562356" y="826008"/>
                  </a:lnTo>
                  <a:lnTo>
                    <a:pt x="569976" y="826008"/>
                  </a:lnTo>
                  <a:lnTo>
                    <a:pt x="571500" y="822960"/>
                  </a:lnTo>
                  <a:lnTo>
                    <a:pt x="571500" y="781812"/>
                  </a:lnTo>
                  <a:close/>
                </a:path>
                <a:path w="759459" h="4154804">
                  <a:moveTo>
                    <a:pt x="571500" y="710184"/>
                  </a:moveTo>
                  <a:lnTo>
                    <a:pt x="569976" y="707136"/>
                  </a:lnTo>
                  <a:lnTo>
                    <a:pt x="562356" y="707136"/>
                  </a:lnTo>
                  <a:lnTo>
                    <a:pt x="559308" y="710184"/>
                  </a:lnTo>
                  <a:lnTo>
                    <a:pt x="559308" y="752856"/>
                  </a:lnTo>
                  <a:lnTo>
                    <a:pt x="562356" y="754380"/>
                  </a:lnTo>
                  <a:lnTo>
                    <a:pt x="569976" y="754380"/>
                  </a:lnTo>
                  <a:lnTo>
                    <a:pt x="571500" y="752856"/>
                  </a:lnTo>
                  <a:lnTo>
                    <a:pt x="571500" y="710184"/>
                  </a:lnTo>
                  <a:close/>
                </a:path>
                <a:path w="759459" h="4154804">
                  <a:moveTo>
                    <a:pt x="571500" y="640080"/>
                  </a:moveTo>
                  <a:lnTo>
                    <a:pt x="569976" y="637032"/>
                  </a:lnTo>
                  <a:lnTo>
                    <a:pt x="562356" y="637032"/>
                  </a:lnTo>
                  <a:lnTo>
                    <a:pt x="559308" y="640080"/>
                  </a:lnTo>
                  <a:lnTo>
                    <a:pt x="559308" y="681228"/>
                  </a:lnTo>
                  <a:lnTo>
                    <a:pt x="562356" y="684276"/>
                  </a:lnTo>
                  <a:lnTo>
                    <a:pt x="569976" y="684276"/>
                  </a:lnTo>
                  <a:lnTo>
                    <a:pt x="571500" y="681228"/>
                  </a:lnTo>
                  <a:lnTo>
                    <a:pt x="571500" y="640080"/>
                  </a:lnTo>
                  <a:close/>
                </a:path>
                <a:path w="759459" h="4154804">
                  <a:moveTo>
                    <a:pt x="571500" y="568452"/>
                  </a:moveTo>
                  <a:lnTo>
                    <a:pt x="569976" y="565404"/>
                  </a:lnTo>
                  <a:lnTo>
                    <a:pt x="562356" y="565404"/>
                  </a:lnTo>
                  <a:lnTo>
                    <a:pt x="559308" y="568452"/>
                  </a:lnTo>
                  <a:lnTo>
                    <a:pt x="559308" y="611124"/>
                  </a:lnTo>
                  <a:lnTo>
                    <a:pt x="562356" y="612648"/>
                  </a:lnTo>
                  <a:lnTo>
                    <a:pt x="569976" y="612648"/>
                  </a:lnTo>
                  <a:lnTo>
                    <a:pt x="571500" y="611124"/>
                  </a:lnTo>
                  <a:lnTo>
                    <a:pt x="571500" y="568452"/>
                  </a:lnTo>
                  <a:close/>
                </a:path>
                <a:path w="759459" h="4154804">
                  <a:moveTo>
                    <a:pt x="571500" y="498348"/>
                  </a:moveTo>
                  <a:lnTo>
                    <a:pt x="569976" y="495300"/>
                  </a:lnTo>
                  <a:lnTo>
                    <a:pt x="562356" y="495300"/>
                  </a:lnTo>
                  <a:lnTo>
                    <a:pt x="559308" y="498348"/>
                  </a:lnTo>
                  <a:lnTo>
                    <a:pt x="559308" y="539496"/>
                  </a:lnTo>
                  <a:lnTo>
                    <a:pt x="562356" y="542544"/>
                  </a:lnTo>
                  <a:lnTo>
                    <a:pt x="569976" y="542544"/>
                  </a:lnTo>
                  <a:lnTo>
                    <a:pt x="571500" y="539496"/>
                  </a:lnTo>
                  <a:lnTo>
                    <a:pt x="571500" y="498348"/>
                  </a:lnTo>
                  <a:close/>
                </a:path>
                <a:path w="759459" h="4154804">
                  <a:moveTo>
                    <a:pt x="571500" y="426720"/>
                  </a:moveTo>
                  <a:lnTo>
                    <a:pt x="569976" y="425196"/>
                  </a:lnTo>
                  <a:lnTo>
                    <a:pt x="562356" y="425196"/>
                  </a:lnTo>
                  <a:lnTo>
                    <a:pt x="559308" y="426720"/>
                  </a:lnTo>
                  <a:lnTo>
                    <a:pt x="559308" y="469392"/>
                  </a:lnTo>
                  <a:lnTo>
                    <a:pt x="562356" y="470916"/>
                  </a:lnTo>
                  <a:lnTo>
                    <a:pt x="569976" y="470916"/>
                  </a:lnTo>
                  <a:lnTo>
                    <a:pt x="571500" y="469392"/>
                  </a:lnTo>
                  <a:lnTo>
                    <a:pt x="571500" y="426720"/>
                  </a:lnTo>
                  <a:close/>
                </a:path>
                <a:path w="759459" h="4154804">
                  <a:moveTo>
                    <a:pt x="571500" y="356616"/>
                  </a:moveTo>
                  <a:lnTo>
                    <a:pt x="569976" y="353568"/>
                  </a:lnTo>
                  <a:lnTo>
                    <a:pt x="562356" y="353568"/>
                  </a:lnTo>
                  <a:lnTo>
                    <a:pt x="559308" y="356616"/>
                  </a:lnTo>
                  <a:lnTo>
                    <a:pt x="559308" y="397764"/>
                  </a:lnTo>
                  <a:lnTo>
                    <a:pt x="562356" y="400812"/>
                  </a:lnTo>
                  <a:lnTo>
                    <a:pt x="569976" y="400812"/>
                  </a:lnTo>
                  <a:lnTo>
                    <a:pt x="571500" y="397764"/>
                  </a:lnTo>
                  <a:lnTo>
                    <a:pt x="571500" y="356616"/>
                  </a:lnTo>
                  <a:close/>
                </a:path>
                <a:path w="759459" h="4154804">
                  <a:moveTo>
                    <a:pt x="571500" y="284988"/>
                  </a:moveTo>
                  <a:lnTo>
                    <a:pt x="569976" y="283464"/>
                  </a:lnTo>
                  <a:lnTo>
                    <a:pt x="562356" y="283464"/>
                  </a:lnTo>
                  <a:lnTo>
                    <a:pt x="559308" y="284988"/>
                  </a:lnTo>
                  <a:lnTo>
                    <a:pt x="559308" y="327660"/>
                  </a:lnTo>
                  <a:lnTo>
                    <a:pt x="562356" y="330708"/>
                  </a:lnTo>
                  <a:lnTo>
                    <a:pt x="569976" y="330708"/>
                  </a:lnTo>
                  <a:lnTo>
                    <a:pt x="571500" y="327660"/>
                  </a:lnTo>
                  <a:lnTo>
                    <a:pt x="571500" y="284988"/>
                  </a:lnTo>
                  <a:close/>
                </a:path>
                <a:path w="759459" h="4154804">
                  <a:moveTo>
                    <a:pt x="571500" y="214884"/>
                  </a:moveTo>
                  <a:lnTo>
                    <a:pt x="569976" y="211836"/>
                  </a:lnTo>
                  <a:lnTo>
                    <a:pt x="562356" y="211836"/>
                  </a:lnTo>
                  <a:lnTo>
                    <a:pt x="559308" y="214884"/>
                  </a:lnTo>
                  <a:lnTo>
                    <a:pt x="559308" y="256032"/>
                  </a:lnTo>
                  <a:lnTo>
                    <a:pt x="562356" y="259080"/>
                  </a:lnTo>
                  <a:lnTo>
                    <a:pt x="569976" y="259080"/>
                  </a:lnTo>
                  <a:lnTo>
                    <a:pt x="571500" y="256032"/>
                  </a:lnTo>
                  <a:lnTo>
                    <a:pt x="571500" y="214884"/>
                  </a:lnTo>
                  <a:close/>
                </a:path>
                <a:path w="759459" h="4154804">
                  <a:moveTo>
                    <a:pt x="571500" y="143256"/>
                  </a:moveTo>
                  <a:lnTo>
                    <a:pt x="569976" y="141732"/>
                  </a:lnTo>
                  <a:lnTo>
                    <a:pt x="562356" y="141732"/>
                  </a:lnTo>
                  <a:lnTo>
                    <a:pt x="559308" y="143256"/>
                  </a:lnTo>
                  <a:lnTo>
                    <a:pt x="559308" y="185928"/>
                  </a:lnTo>
                  <a:lnTo>
                    <a:pt x="562356" y="188976"/>
                  </a:lnTo>
                  <a:lnTo>
                    <a:pt x="569976" y="188976"/>
                  </a:lnTo>
                  <a:lnTo>
                    <a:pt x="571500" y="185928"/>
                  </a:lnTo>
                  <a:lnTo>
                    <a:pt x="571500" y="143256"/>
                  </a:lnTo>
                  <a:close/>
                </a:path>
                <a:path w="759459" h="4154804">
                  <a:moveTo>
                    <a:pt x="571500" y="73152"/>
                  </a:moveTo>
                  <a:lnTo>
                    <a:pt x="569976" y="70104"/>
                  </a:lnTo>
                  <a:lnTo>
                    <a:pt x="562356" y="70104"/>
                  </a:lnTo>
                  <a:lnTo>
                    <a:pt x="559308" y="73152"/>
                  </a:lnTo>
                  <a:lnTo>
                    <a:pt x="559308" y="114300"/>
                  </a:lnTo>
                  <a:lnTo>
                    <a:pt x="562356" y="117348"/>
                  </a:lnTo>
                  <a:lnTo>
                    <a:pt x="569976" y="117348"/>
                  </a:lnTo>
                  <a:lnTo>
                    <a:pt x="571500" y="114300"/>
                  </a:lnTo>
                  <a:lnTo>
                    <a:pt x="571500" y="73152"/>
                  </a:lnTo>
                  <a:close/>
                </a:path>
                <a:path w="759459" h="4154804">
                  <a:moveTo>
                    <a:pt x="571500" y="1524"/>
                  </a:moveTo>
                  <a:lnTo>
                    <a:pt x="569976" y="0"/>
                  </a:lnTo>
                  <a:lnTo>
                    <a:pt x="562356" y="0"/>
                  </a:lnTo>
                  <a:lnTo>
                    <a:pt x="559308" y="1524"/>
                  </a:lnTo>
                  <a:lnTo>
                    <a:pt x="559308" y="44196"/>
                  </a:lnTo>
                  <a:lnTo>
                    <a:pt x="562356" y="47244"/>
                  </a:lnTo>
                  <a:lnTo>
                    <a:pt x="569976" y="47244"/>
                  </a:lnTo>
                  <a:lnTo>
                    <a:pt x="571500" y="44196"/>
                  </a:lnTo>
                  <a:lnTo>
                    <a:pt x="571500" y="1524"/>
                  </a:lnTo>
                  <a:close/>
                </a:path>
                <a:path w="759459" h="4154804">
                  <a:moveTo>
                    <a:pt x="758952" y="3613404"/>
                  </a:moveTo>
                  <a:lnTo>
                    <a:pt x="755904" y="3611880"/>
                  </a:lnTo>
                  <a:lnTo>
                    <a:pt x="749808" y="3611880"/>
                  </a:lnTo>
                  <a:lnTo>
                    <a:pt x="746760" y="3613404"/>
                  </a:lnTo>
                  <a:lnTo>
                    <a:pt x="746760" y="3625596"/>
                  </a:lnTo>
                  <a:lnTo>
                    <a:pt x="749808" y="3627120"/>
                  </a:lnTo>
                  <a:lnTo>
                    <a:pt x="755904" y="3627120"/>
                  </a:lnTo>
                  <a:lnTo>
                    <a:pt x="758952" y="3625596"/>
                  </a:lnTo>
                  <a:lnTo>
                    <a:pt x="758952" y="3613404"/>
                  </a:lnTo>
                  <a:close/>
                </a:path>
                <a:path w="759459" h="4154804">
                  <a:moveTo>
                    <a:pt x="758952" y="3543300"/>
                  </a:moveTo>
                  <a:lnTo>
                    <a:pt x="755904" y="3540252"/>
                  </a:lnTo>
                  <a:lnTo>
                    <a:pt x="749808" y="3540252"/>
                  </a:lnTo>
                  <a:lnTo>
                    <a:pt x="746760" y="3543300"/>
                  </a:lnTo>
                  <a:lnTo>
                    <a:pt x="746760" y="3584448"/>
                  </a:lnTo>
                  <a:lnTo>
                    <a:pt x="749808" y="3587496"/>
                  </a:lnTo>
                  <a:lnTo>
                    <a:pt x="755904" y="3587496"/>
                  </a:lnTo>
                  <a:lnTo>
                    <a:pt x="758952" y="3584448"/>
                  </a:lnTo>
                  <a:lnTo>
                    <a:pt x="758952" y="3543300"/>
                  </a:lnTo>
                  <a:close/>
                </a:path>
                <a:path w="759459" h="4154804">
                  <a:moveTo>
                    <a:pt x="758952" y="3471672"/>
                  </a:moveTo>
                  <a:lnTo>
                    <a:pt x="755904" y="3470148"/>
                  </a:lnTo>
                  <a:lnTo>
                    <a:pt x="749808" y="3470148"/>
                  </a:lnTo>
                  <a:lnTo>
                    <a:pt x="746760" y="3471672"/>
                  </a:lnTo>
                  <a:lnTo>
                    <a:pt x="746760" y="3514344"/>
                  </a:lnTo>
                  <a:lnTo>
                    <a:pt x="749808" y="3517392"/>
                  </a:lnTo>
                  <a:lnTo>
                    <a:pt x="755904" y="3517392"/>
                  </a:lnTo>
                  <a:lnTo>
                    <a:pt x="758952" y="3514344"/>
                  </a:lnTo>
                  <a:lnTo>
                    <a:pt x="758952" y="3471672"/>
                  </a:lnTo>
                  <a:close/>
                </a:path>
                <a:path w="759459" h="4154804">
                  <a:moveTo>
                    <a:pt x="758952" y="3401568"/>
                  </a:moveTo>
                  <a:lnTo>
                    <a:pt x="755904" y="3398520"/>
                  </a:lnTo>
                  <a:lnTo>
                    <a:pt x="749808" y="3398520"/>
                  </a:lnTo>
                  <a:lnTo>
                    <a:pt x="746760" y="3401568"/>
                  </a:lnTo>
                  <a:lnTo>
                    <a:pt x="746760" y="3444240"/>
                  </a:lnTo>
                  <a:lnTo>
                    <a:pt x="749808" y="3445764"/>
                  </a:lnTo>
                  <a:lnTo>
                    <a:pt x="755904" y="3445764"/>
                  </a:lnTo>
                  <a:lnTo>
                    <a:pt x="758952" y="3444240"/>
                  </a:lnTo>
                  <a:lnTo>
                    <a:pt x="758952" y="3401568"/>
                  </a:lnTo>
                  <a:close/>
                </a:path>
                <a:path w="759459" h="4154804">
                  <a:moveTo>
                    <a:pt x="758952" y="3331464"/>
                  </a:moveTo>
                  <a:lnTo>
                    <a:pt x="755904" y="3328416"/>
                  </a:lnTo>
                  <a:lnTo>
                    <a:pt x="749808" y="3328416"/>
                  </a:lnTo>
                  <a:lnTo>
                    <a:pt x="746760" y="3331464"/>
                  </a:lnTo>
                  <a:lnTo>
                    <a:pt x="746760" y="3372612"/>
                  </a:lnTo>
                  <a:lnTo>
                    <a:pt x="749808" y="3375660"/>
                  </a:lnTo>
                  <a:lnTo>
                    <a:pt x="755904" y="3375660"/>
                  </a:lnTo>
                  <a:lnTo>
                    <a:pt x="758952" y="3372612"/>
                  </a:lnTo>
                  <a:lnTo>
                    <a:pt x="758952" y="3331464"/>
                  </a:lnTo>
                  <a:close/>
                </a:path>
                <a:path w="759459" h="4154804">
                  <a:moveTo>
                    <a:pt x="758952" y="3259836"/>
                  </a:moveTo>
                  <a:lnTo>
                    <a:pt x="755904" y="3256788"/>
                  </a:lnTo>
                  <a:lnTo>
                    <a:pt x="749808" y="3256788"/>
                  </a:lnTo>
                  <a:lnTo>
                    <a:pt x="746760" y="3259836"/>
                  </a:lnTo>
                  <a:lnTo>
                    <a:pt x="746760" y="3302508"/>
                  </a:lnTo>
                  <a:lnTo>
                    <a:pt x="749808" y="3304032"/>
                  </a:lnTo>
                  <a:lnTo>
                    <a:pt x="755904" y="3304032"/>
                  </a:lnTo>
                  <a:lnTo>
                    <a:pt x="758952" y="3302508"/>
                  </a:lnTo>
                  <a:lnTo>
                    <a:pt x="758952" y="3259836"/>
                  </a:lnTo>
                  <a:close/>
                </a:path>
                <a:path w="759459" h="4154804">
                  <a:moveTo>
                    <a:pt x="758952" y="3189732"/>
                  </a:moveTo>
                  <a:lnTo>
                    <a:pt x="755904" y="3186684"/>
                  </a:lnTo>
                  <a:lnTo>
                    <a:pt x="749808" y="3186684"/>
                  </a:lnTo>
                  <a:lnTo>
                    <a:pt x="746760" y="3189732"/>
                  </a:lnTo>
                  <a:lnTo>
                    <a:pt x="746760" y="3230880"/>
                  </a:lnTo>
                  <a:lnTo>
                    <a:pt x="749808" y="3233928"/>
                  </a:lnTo>
                  <a:lnTo>
                    <a:pt x="755904" y="3233928"/>
                  </a:lnTo>
                  <a:lnTo>
                    <a:pt x="758952" y="3230880"/>
                  </a:lnTo>
                  <a:lnTo>
                    <a:pt x="758952" y="3189732"/>
                  </a:lnTo>
                  <a:close/>
                </a:path>
                <a:path w="759459" h="4154804">
                  <a:moveTo>
                    <a:pt x="758952" y="3118104"/>
                  </a:moveTo>
                  <a:lnTo>
                    <a:pt x="755904" y="3115056"/>
                  </a:lnTo>
                  <a:lnTo>
                    <a:pt x="749808" y="3115056"/>
                  </a:lnTo>
                  <a:lnTo>
                    <a:pt x="746760" y="3118104"/>
                  </a:lnTo>
                  <a:lnTo>
                    <a:pt x="746760" y="3160776"/>
                  </a:lnTo>
                  <a:lnTo>
                    <a:pt x="749808" y="3162300"/>
                  </a:lnTo>
                  <a:lnTo>
                    <a:pt x="755904" y="3162300"/>
                  </a:lnTo>
                  <a:lnTo>
                    <a:pt x="758952" y="3160776"/>
                  </a:lnTo>
                  <a:lnTo>
                    <a:pt x="758952" y="3118104"/>
                  </a:lnTo>
                  <a:close/>
                </a:path>
                <a:path w="759459" h="4154804">
                  <a:moveTo>
                    <a:pt x="758952" y="3048000"/>
                  </a:moveTo>
                  <a:lnTo>
                    <a:pt x="755904" y="3044952"/>
                  </a:lnTo>
                  <a:lnTo>
                    <a:pt x="749808" y="3044952"/>
                  </a:lnTo>
                  <a:lnTo>
                    <a:pt x="746760" y="3048000"/>
                  </a:lnTo>
                  <a:lnTo>
                    <a:pt x="746760" y="3089148"/>
                  </a:lnTo>
                  <a:lnTo>
                    <a:pt x="749808" y="3092196"/>
                  </a:lnTo>
                  <a:lnTo>
                    <a:pt x="755904" y="3092196"/>
                  </a:lnTo>
                  <a:lnTo>
                    <a:pt x="758952" y="3089148"/>
                  </a:lnTo>
                  <a:lnTo>
                    <a:pt x="758952" y="3048000"/>
                  </a:lnTo>
                  <a:close/>
                </a:path>
                <a:path w="759459" h="4154804">
                  <a:moveTo>
                    <a:pt x="758952" y="2976372"/>
                  </a:moveTo>
                  <a:lnTo>
                    <a:pt x="755904" y="2973324"/>
                  </a:lnTo>
                  <a:lnTo>
                    <a:pt x="749808" y="2973324"/>
                  </a:lnTo>
                  <a:lnTo>
                    <a:pt x="746760" y="2976372"/>
                  </a:lnTo>
                  <a:lnTo>
                    <a:pt x="746760" y="3019044"/>
                  </a:lnTo>
                  <a:lnTo>
                    <a:pt x="749808" y="3020568"/>
                  </a:lnTo>
                  <a:lnTo>
                    <a:pt x="755904" y="3020568"/>
                  </a:lnTo>
                  <a:lnTo>
                    <a:pt x="758952" y="3019044"/>
                  </a:lnTo>
                  <a:lnTo>
                    <a:pt x="758952" y="2976372"/>
                  </a:lnTo>
                  <a:close/>
                </a:path>
                <a:path w="759459" h="4154804">
                  <a:moveTo>
                    <a:pt x="758952" y="2906268"/>
                  </a:moveTo>
                  <a:lnTo>
                    <a:pt x="755904" y="2903220"/>
                  </a:lnTo>
                  <a:lnTo>
                    <a:pt x="749808" y="2903220"/>
                  </a:lnTo>
                  <a:lnTo>
                    <a:pt x="746760" y="2906268"/>
                  </a:lnTo>
                  <a:lnTo>
                    <a:pt x="746760" y="2947416"/>
                  </a:lnTo>
                  <a:lnTo>
                    <a:pt x="749808" y="2950464"/>
                  </a:lnTo>
                  <a:lnTo>
                    <a:pt x="755904" y="2950464"/>
                  </a:lnTo>
                  <a:lnTo>
                    <a:pt x="758952" y="2947416"/>
                  </a:lnTo>
                  <a:lnTo>
                    <a:pt x="758952" y="2906268"/>
                  </a:lnTo>
                  <a:close/>
                </a:path>
                <a:path w="759459" h="4154804">
                  <a:moveTo>
                    <a:pt x="758952" y="2834640"/>
                  </a:moveTo>
                  <a:lnTo>
                    <a:pt x="755904" y="2831592"/>
                  </a:lnTo>
                  <a:lnTo>
                    <a:pt x="749808" y="2831592"/>
                  </a:lnTo>
                  <a:lnTo>
                    <a:pt x="746760" y="2834640"/>
                  </a:lnTo>
                  <a:lnTo>
                    <a:pt x="746760" y="2877312"/>
                  </a:lnTo>
                  <a:lnTo>
                    <a:pt x="749808" y="2878836"/>
                  </a:lnTo>
                  <a:lnTo>
                    <a:pt x="755904" y="2878836"/>
                  </a:lnTo>
                  <a:lnTo>
                    <a:pt x="758952" y="2877312"/>
                  </a:lnTo>
                  <a:lnTo>
                    <a:pt x="758952" y="2834640"/>
                  </a:lnTo>
                  <a:close/>
                </a:path>
                <a:path w="759459" h="4154804">
                  <a:moveTo>
                    <a:pt x="758952" y="2764536"/>
                  </a:moveTo>
                  <a:lnTo>
                    <a:pt x="755904" y="2761488"/>
                  </a:lnTo>
                  <a:lnTo>
                    <a:pt x="749808" y="2761488"/>
                  </a:lnTo>
                  <a:lnTo>
                    <a:pt x="746760" y="2764536"/>
                  </a:lnTo>
                  <a:lnTo>
                    <a:pt x="746760" y="2805684"/>
                  </a:lnTo>
                  <a:lnTo>
                    <a:pt x="749808" y="2808732"/>
                  </a:lnTo>
                  <a:lnTo>
                    <a:pt x="755904" y="2808732"/>
                  </a:lnTo>
                  <a:lnTo>
                    <a:pt x="758952" y="2805684"/>
                  </a:lnTo>
                  <a:lnTo>
                    <a:pt x="758952" y="2764536"/>
                  </a:lnTo>
                  <a:close/>
                </a:path>
                <a:path w="759459" h="4154804">
                  <a:moveTo>
                    <a:pt x="758952" y="2692908"/>
                  </a:moveTo>
                  <a:lnTo>
                    <a:pt x="755904" y="2691384"/>
                  </a:lnTo>
                  <a:lnTo>
                    <a:pt x="749808" y="2691384"/>
                  </a:lnTo>
                  <a:lnTo>
                    <a:pt x="746760" y="2692908"/>
                  </a:lnTo>
                  <a:lnTo>
                    <a:pt x="746760" y="2735580"/>
                  </a:lnTo>
                  <a:lnTo>
                    <a:pt x="749808" y="2738628"/>
                  </a:lnTo>
                  <a:lnTo>
                    <a:pt x="755904" y="2738628"/>
                  </a:lnTo>
                  <a:lnTo>
                    <a:pt x="758952" y="2735580"/>
                  </a:lnTo>
                  <a:lnTo>
                    <a:pt x="758952" y="2692908"/>
                  </a:lnTo>
                  <a:close/>
                </a:path>
                <a:path w="759459" h="4154804">
                  <a:moveTo>
                    <a:pt x="758952" y="2622804"/>
                  </a:moveTo>
                  <a:lnTo>
                    <a:pt x="755904" y="2619756"/>
                  </a:lnTo>
                  <a:lnTo>
                    <a:pt x="749808" y="2619756"/>
                  </a:lnTo>
                  <a:lnTo>
                    <a:pt x="746760" y="2622804"/>
                  </a:lnTo>
                  <a:lnTo>
                    <a:pt x="746760" y="2663952"/>
                  </a:lnTo>
                  <a:lnTo>
                    <a:pt x="749808" y="2667000"/>
                  </a:lnTo>
                  <a:lnTo>
                    <a:pt x="755904" y="2667000"/>
                  </a:lnTo>
                  <a:lnTo>
                    <a:pt x="758952" y="2663952"/>
                  </a:lnTo>
                  <a:lnTo>
                    <a:pt x="758952" y="2622804"/>
                  </a:lnTo>
                  <a:close/>
                </a:path>
                <a:path w="759459" h="4154804">
                  <a:moveTo>
                    <a:pt x="758952" y="2551176"/>
                  </a:moveTo>
                  <a:lnTo>
                    <a:pt x="755904" y="2549652"/>
                  </a:lnTo>
                  <a:lnTo>
                    <a:pt x="749808" y="2549652"/>
                  </a:lnTo>
                  <a:lnTo>
                    <a:pt x="746760" y="2551176"/>
                  </a:lnTo>
                  <a:lnTo>
                    <a:pt x="746760" y="2593848"/>
                  </a:lnTo>
                  <a:lnTo>
                    <a:pt x="749808" y="2596896"/>
                  </a:lnTo>
                  <a:lnTo>
                    <a:pt x="755904" y="2596896"/>
                  </a:lnTo>
                  <a:lnTo>
                    <a:pt x="758952" y="2593848"/>
                  </a:lnTo>
                  <a:lnTo>
                    <a:pt x="758952" y="2551176"/>
                  </a:lnTo>
                  <a:close/>
                </a:path>
                <a:path w="759459" h="4154804">
                  <a:moveTo>
                    <a:pt x="758952" y="2481072"/>
                  </a:moveTo>
                  <a:lnTo>
                    <a:pt x="755904" y="2478024"/>
                  </a:lnTo>
                  <a:lnTo>
                    <a:pt x="749808" y="2478024"/>
                  </a:lnTo>
                  <a:lnTo>
                    <a:pt x="746760" y="2481072"/>
                  </a:lnTo>
                  <a:lnTo>
                    <a:pt x="746760" y="2522220"/>
                  </a:lnTo>
                  <a:lnTo>
                    <a:pt x="749808" y="2525268"/>
                  </a:lnTo>
                  <a:lnTo>
                    <a:pt x="755904" y="2525268"/>
                  </a:lnTo>
                  <a:lnTo>
                    <a:pt x="758952" y="2522220"/>
                  </a:lnTo>
                  <a:lnTo>
                    <a:pt x="758952" y="2481072"/>
                  </a:lnTo>
                  <a:close/>
                </a:path>
                <a:path w="759459" h="4154804">
                  <a:moveTo>
                    <a:pt x="758952" y="2409444"/>
                  </a:moveTo>
                  <a:lnTo>
                    <a:pt x="755904" y="2407920"/>
                  </a:lnTo>
                  <a:lnTo>
                    <a:pt x="749808" y="2407920"/>
                  </a:lnTo>
                  <a:lnTo>
                    <a:pt x="746760" y="2409444"/>
                  </a:lnTo>
                  <a:lnTo>
                    <a:pt x="746760" y="2452116"/>
                  </a:lnTo>
                  <a:lnTo>
                    <a:pt x="749808" y="2455164"/>
                  </a:lnTo>
                  <a:lnTo>
                    <a:pt x="755904" y="2455164"/>
                  </a:lnTo>
                  <a:lnTo>
                    <a:pt x="758952" y="2452116"/>
                  </a:lnTo>
                  <a:lnTo>
                    <a:pt x="758952" y="2409444"/>
                  </a:lnTo>
                  <a:close/>
                </a:path>
                <a:path w="759459" h="4154804">
                  <a:moveTo>
                    <a:pt x="758952" y="2339340"/>
                  </a:moveTo>
                  <a:lnTo>
                    <a:pt x="755904" y="2336292"/>
                  </a:lnTo>
                  <a:lnTo>
                    <a:pt x="749808" y="2336292"/>
                  </a:lnTo>
                  <a:lnTo>
                    <a:pt x="746760" y="2339340"/>
                  </a:lnTo>
                  <a:lnTo>
                    <a:pt x="746760" y="2380488"/>
                  </a:lnTo>
                  <a:lnTo>
                    <a:pt x="749808" y="2383536"/>
                  </a:lnTo>
                  <a:lnTo>
                    <a:pt x="755904" y="2383536"/>
                  </a:lnTo>
                  <a:lnTo>
                    <a:pt x="758952" y="2380488"/>
                  </a:lnTo>
                  <a:lnTo>
                    <a:pt x="758952" y="2339340"/>
                  </a:lnTo>
                  <a:close/>
                </a:path>
                <a:path w="759459" h="4154804">
                  <a:moveTo>
                    <a:pt x="758952" y="2267712"/>
                  </a:moveTo>
                  <a:lnTo>
                    <a:pt x="755904" y="2266188"/>
                  </a:lnTo>
                  <a:lnTo>
                    <a:pt x="749808" y="2266188"/>
                  </a:lnTo>
                  <a:lnTo>
                    <a:pt x="746760" y="2267712"/>
                  </a:lnTo>
                  <a:lnTo>
                    <a:pt x="746760" y="2310384"/>
                  </a:lnTo>
                  <a:lnTo>
                    <a:pt x="749808" y="2313432"/>
                  </a:lnTo>
                  <a:lnTo>
                    <a:pt x="755904" y="2313432"/>
                  </a:lnTo>
                  <a:lnTo>
                    <a:pt x="758952" y="2310384"/>
                  </a:lnTo>
                  <a:lnTo>
                    <a:pt x="758952" y="2267712"/>
                  </a:lnTo>
                  <a:close/>
                </a:path>
                <a:path w="759459" h="4154804">
                  <a:moveTo>
                    <a:pt x="758952" y="2197608"/>
                  </a:moveTo>
                  <a:lnTo>
                    <a:pt x="755904" y="2194560"/>
                  </a:lnTo>
                  <a:lnTo>
                    <a:pt x="749808" y="2194560"/>
                  </a:lnTo>
                  <a:lnTo>
                    <a:pt x="746760" y="2197608"/>
                  </a:lnTo>
                  <a:lnTo>
                    <a:pt x="746760" y="2240280"/>
                  </a:lnTo>
                  <a:lnTo>
                    <a:pt x="749808" y="2241804"/>
                  </a:lnTo>
                  <a:lnTo>
                    <a:pt x="755904" y="2241804"/>
                  </a:lnTo>
                  <a:lnTo>
                    <a:pt x="758952" y="2240280"/>
                  </a:lnTo>
                  <a:lnTo>
                    <a:pt x="758952" y="2197608"/>
                  </a:lnTo>
                  <a:close/>
                </a:path>
                <a:path w="759459" h="4154804">
                  <a:moveTo>
                    <a:pt x="758952" y="2127504"/>
                  </a:moveTo>
                  <a:lnTo>
                    <a:pt x="755904" y="2124456"/>
                  </a:lnTo>
                  <a:lnTo>
                    <a:pt x="749808" y="2124456"/>
                  </a:lnTo>
                  <a:lnTo>
                    <a:pt x="746760" y="2127504"/>
                  </a:lnTo>
                  <a:lnTo>
                    <a:pt x="746760" y="2168652"/>
                  </a:lnTo>
                  <a:lnTo>
                    <a:pt x="749808" y="2171700"/>
                  </a:lnTo>
                  <a:lnTo>
                    <a:pt x="755904" y="2171700"/>
                  </a:lnTo>
                  <a:lnTo>
                    <a:pt x="758952" y="2168652"/>
                  </a:lnTo>
                  <a:lnTo>
                    <a:pt x="758952" y="2127504"/>
                  </a:lnTo>
                  <a:close/>
                </a:path>
                <a:path w="759459" h="4154804">
                  <a:moveTo>
                    <a:pt x="758952" y="2055876"/>
                  </a:moveTo>
                  <a:lnTo>
                    <a:pt x="755904" y="2052828"/>
                  </a:lnTo>
                  <a:lnTo>
                    <a:pt x="749808" y="2052828"/>
                  </a:lnTo>
                  <a:lnTo>
                    <a:pt x="746760" y="2055876"/>
                  </a:lnTo>
                  <a:lnTo>
                    <a:pt x="746760" y="2098548"/>
                  </a:lnTo>
                  <a:lnTo>
                    <a:pt x="749808" y="2100072"/>
                  </a:lnTo>
                  <a:lnTo>
                    <a:pt x="755904" y="2100072"/>
                  </a:lnTo>
                  <a:lnTo>
                    <a:pt x="758952" y="2098548"/>
                  </a:lnTo>
                  <a:lnTo>
                    <a:pt x="758952" y="2055876"/>
                  </a:lnTo>
                  <a:close/>
                </a:path>
                <a:path w="759459" h="4154804">
                  <a:moveTo>
                    <a:pt x="758952" y="1985772"/>
                  </a:moveTo>
                  <a:lnTo>
                    <a:pt x="755904" y="1982724"/>
                  </a:lnTo>
                  <a:lnTo>
                    <a:pt x="749808" y="1982724"/>
                  </a:lnTo>
                  <a:lnTo>
                    <a:pt x="746760" y="1985772"/>
                  </a:lnTo>
                  <a:lnTo>
                    <a:pt x="746760" y="2026920"/>
                  </a:lnTo>
                  <a:lnTo>
                    <a:pt x="749808" y="2029968"/>
                  </a:lnTo>
                  <a:lnTo>
                    <a:pt x="755904" y="2029968"/>
                  </a:lnTo>
                  <a:lnTo>
                    <a:pt x="758952" y="2026920"/>
                  </a:lnTo>
                  <a:lnTo>
                    <a:pt x="758952" y="1985772"/>
                  </a:lnTo>
                  <a:close/>
                </a:path>
                <a:path w="759459" h="4154804">
                  <a:moveTo>
                    <a:pt x="758952" y="1914144"/>
                  </a:moveTo>
                  <a:lnTo>
                    <a:pt x="755904" y="1911096"/>
                  </a:lnTo>
                  <a:lnTo>
                    <a:pt x="749808" y="1911096"/>
                  </a:lnTo>
                  <a:lnTo>
                    <a:pt x="746760" y="1914144"/>
                  </a:lnTo>
                  <a:lnTo>
                    <a:pt x="746760" y="1956828"/>
                  </a:lnTo>
                  <a:lnTo>
                    <a:pt x="749808" y="1958352"/>
                  </a:lnTo>
                  <a:lnTo>
                    <a:pt x="755904" y="1958352"/>
                  </a:lnTo>
                  <a:lnTo>
                    <a:pt x="758952" y="1956828"/>
                  </a:lnTo>
                  <a:lnTo>
                    <a:pt x="758952" y="1914144"/>
                  </a:lnTo>
                  <a:close/>
                </a:path>
                <a:path w="759459" h="4154804">
                  <a:moveTo>
                    <a:pt x="758952" y="1844040"/>
                  </a:moveTo>
                  <a:lnTo>
                    <a:pt x="755904" y="1840992"/>
                  </a:lnTo>
                  <a:lnTo>
                    <a:pt x="749808" y="1840992"/>
                  </a:lnTo>
                  <a:lnTo>
                    <a:pt x="746760" y="1844040"/>
                  </a:lnTo>
                  <a:lnTo>
                    <a:pt x="746760" y="1885188"/>
                  </a:lnTo>
                  <a:lnTo>
                    <a:pt x="749808" y="1888236"/>
                  </a:lnTo>
                  <a:lnTo>
                    <a:pt x="755904" y="1888236"/>
                  </a:lnTo>
                  <a:lnTo>
                    <a:pt x="758952" y="1885188"/>
                  </a:lnTo>
                  <a:lnTo>
                    <a:pt x="758952" y="1844040"/>
                  </a:lnTo>
                  <a:close/>
                </a:path>
                <a:path w="759459" h="4154804">
                  <a:moveTo>
                    <a:pt x="758952" y="1772412"/>
                  </a:moveTo>
                  <a:lnTo>
                    <a:pt x="755904" y="1769364"/>
                  </a:lnTo>
                  <a:lnTo>
                    <a:pt x="749808" y="1769364"/>
                  </a:lnTo>
                  <a:lnTo>
                    <a:pt x="746760" y="1772412"/>
                  </a:lnTo>
                  <a:lnTo>
                    <a:pt x="746760" y="1815084"/>
                  </a:lnTo>
                  <a:lnTo>
                    <a:pt x="749808" y="1816608"/>
                  </a:lnTo>
                  <a:lnTo>
                    <a:pt x="755904" y="1816608"/>
                  </a:lnTo>
                  <a:lnTo>
                    <a:pt x="758952" y="1815084"/>
                  </a:lnTo>
                  <a:lnTo>
                    <a:pt x="758952" y="1772412"/>
                  </a:lnTo>
                  <a:close/>
                </a:path>
                <a:path w="759459" h="4154804">
                  <a:moveTo>
                    <a:pt x="758952" y="1702308"/>
                  </a:moveTo>
                  <a:lnTo>
                    <a:pt x="755904" y="1699260"/>
                  </a:lnTo>
                  <a:lnTo>
                    <a:pt x="749808" y="1699260"/>
                  </a:lnTo>
                  <a:lnTo>
                    <a:pt x="746760" y="1702308"/>
                  </a:lnTo>
                  <a:lnTo>
                    <a:pt x="746760" y="1743456"/>
                  </a:lnTo>
                  <a:lnTo>
                    <a:pt x="749808" y="1746504"/>
                  </a:lnTo>
                  <a:lnTo>
                    <a:pt x="755904" y="1746504"/>
                  </a:lnTo>
                  <a:lnTo>
                    <a:pt x="758952" y="1743456"/>
                  </a:lnTo>
                  <a:lnTo>
                    <a:pt x="758952" y="1702308"/>
                  </a:lnTo>
                  <a:close/>
                </a:path>
                <a:path w="759459" h="4154804">
                  <a:moveTo>
                    <a:pt x="758952" y="1630680"/>
                  </a:moveTo>
                  <a:lnTo>
                    <a:pt x="755904" y="1627632"/>
                  </a:lnTo>
                  <a:lnTo>
                    <a:pt x="749808" y="1627632"/>
                  </a:lnTo>
                  <a:lnTo>
                    <a:pt x="746760" y="1630680"/>
                  </a:lnTo>
                  <a:lnTo>
                    <a:pt x="746760" y="1673352"/>
                  </a:lnTo>
                  <a:lnTo>
                    <a:pt x="749808" y="1674876"/>
                  </a:lnTo>
                  <a:lnTo>
                    <a:pt x="755904" y="1674876"/>
                  </a:lnTo>
                  <a:lnTo>
                    <a:pt x="758952" y="1673352"/>
                  </a:lnTo>
                  <a:lnTo>
                    <a:pt x="758952" y="1630680"/>
                  </a:lnTo>
                  <a:close/>
                </a:path>
                <a:path w="759459" h="4154804">
                  <a:moveTo>
                    <a:pt x="758952" y="1560576"/>
                  </a:moveTo>
                  <a:lnTo>
                    <a:pt x="755904" y="1557528"/>
                  </a:lnTo>
                  <a:lnTo>
                    <a:pt x="749808" y="1557528"/>
                  </a:lnTo>
                  <a:lnTo>
                    <a:pt x="746760" y="1560576"/>
                  </a:lnTo>
                  <a:lnTo>
                    <a:pt x="746760" y="1601724"/>
                  </a:lnTo>
                  <a:lnTo>
                    <a:pt x="749808" y="1604772"/>
                  </a:lnTo>
                  <a:lnTo>
                    <a:pt x="755904" y="1604772"/>
                  </a:lnTo>
                  <a:lnTo>
                    <a:pt x="758952" y="1601724"/>
                  </a:lnTo>
                  <a:lnTo>
                    <a:pt x="758952" y="1560576"/>
                  </a:lnTo>
                  <a:close/>
                </a:path>
                <a:path w="759459" h="4154804">
                  <a:moveTo>
                    <a:pt x="758952" y="1488948"/>
                  </a:moveTo>
                  <a:lnTo>
                    <a:pt x="755904" y="1487424"/>
                  </a:lnTo>
                  <a:lnTo>
                    <a:pt x="749808" y="1487424"/>
                  </a:lnTo>
                  <a:lnTo>
                    <a:pt x="746760" y="1488948"/>
                  </a:lnTo>
                  <a:lnTo>
                    <a:pt x="746760" y="1531620"/>
                  </a:lnTo>
                  <a:lnTo>
                    <a:pt x="749808" y="1534668"/>
                  </a:lnTo>
                  <a:lnTo>
                    <a:pt x="755904" y="1534668"/>
                  </a:lnTo>
                  <a:lnTo>
                    <a:pt x="758952" y="1531620"/>
                  </a:lnTo>
                  <a:lnTo>
                    <a:pt x="758952" y="1488948"/>
                  </a:lnTo>
                  <a:close/>
                </a:path>
                <a:path w="759459" h="4154804">
                  <a:moveTo>
                    <a:pt x="758952" y="1418844"/>
                  </a:moveTo>
                  <a:lnTo>
                    <a:pt x="755904" y="1415796"/>
                  </a:lnTo>
                  <a:lnTo>
                    <a:pt x="749808" y="1415796"/>
                  </a:lnTo>
                  <a:lnTo>
                    <a:pt x="746760" y="1418844"/>
                  </a:lnTo>
                  <a:lnTo>
                    <a:pt x="746760" y="1459992"/>
                  </a:lnTo>
                  <a:lnTo>
                    <a:pt x="749808" y="1463040"/>
                  </a:lnTo>
                  <a:lnTo>
                    <a:pt x="755904" y="1463040"/>
                  </a:lnTo>
                  <a:lnTo>
                    <a:pt x="758952" y="1459992"/>
                  </a:lnTo>
                  <a:lnTo>
                    <a:pt x="758952" y="1418844"/>
                  </a:lnTo>
                  <a:close/>
                </a:path>
                <a:path w="759459" h="4154804">
                  <a:moveTo>
                    <a:pt x="758952" y="1347216"/>
                  </a:moveTo>
                  <a:lnTo>
                    <a:pt x="755904" y="1345692"/>
                  </a:lnTo>
                  <a:lnTo>
                    <a:pt x="749808" y="1345692"/>
                  </a:lnTo>
                  <a:lnTo>
                    <a:pt x="746760" y="1347216"/>
                  </a:lnTo>
                  <a:lnTo>
                    <a:pt x="746760" y="1389888"/>
                  </a:lnTo>
                  <a:lnTo>
                    <a:pt x="749808" y="1392936"/>
                  </a:lnTo>
                  <a:lnTo>
                    <a:pt x="755904" y="1392936"/>
                  </a:lnTo>
                  <a:lnTo>
                    <a:pt x="758952" y="1389888"/>
                  </a:lnTo>
                  <a:lnTo>
                    <a:pt x="758952" y="1347216"/>
                  </a:lnTo>
                  <a:close/>
                </a:path>
                <a:path w="759459" h="4154804">
                  <a:moveTo>
                    <a:pt x="758952" y="1277112"/>
                  </a:moveTo>
                  <a:lnTo>
                    <a:pt x="755904" y="1274064"/>
                  </a:lnTo>
                  <a:lnTo>
                    <a:pt x="749808" y="1274064"/>
                  </a:lnTo>
                  <a:lnTo>
                    <a:pt x="746760" y="1277112"/>
                  </a:lnTo>
                  <a:lnTo>
                    <a:pt x="746760" y="1318260"/>
                  </a:lnTo>
                  <a:lnTo>
                    <a:pt x="749808" y="1321308"/>
                  </a:lnTo>
                  <a:lnTo>
                    <a:pt x="755904" y="1321308"/>
                  </a:lnTo>
                  <a:lnTo>
                    <a:pt x="758952" y="1318260"/>
                  </a:lnTo>
                  <a:lnTo>
                    <a:pt x="758952" y="1277112"/>
                  </a:lnTo>
                  <a:close/>
                </a:path>
                <a:path w="759459" h="4154804">
                  <a:moveTo>
                    <a:pt x="758952" y="1205484"/>
                  </a:moveTo>
                  <a:lnTo>
                    <a:pt x="755904" y="1203960"/>
                  </a:lnTo>
                  <a:lnTo>
                    <a:pt x="749808" y="1203960"/>
                  </a:lnTo>
                  <a:lnTo>
                    <a:pt x="746760" y="1205484"/>
                  </a:lnTo>
                  <a:lnTo>
                    <a:pt x="746760" y="1248156"/>
                  </a:lnTo>
                  <a:lnTo>
                    <a:pt x="749808" y="1251204"/>
                  </a:lnTo>
                  <a:lnTo>
                    <a:pt x="755904" y="1251204"/>
                  </a:lnTo>
                  <a:lnTo>
                    <a:pt x="758952" y="1248156"/>
                  </a:lnTo>
                  <a:lnTo>
                    <a:pt x="758952" y="1205484"/>
                  </a:lnTo>
                  <a:close/>
                </a:path>
                <a:path w="759459" h="4154804">
                  <a:moveTo>
                    <a:pt x="758952" y="1135380"/>
                  </a:moveTo>
                  <a:lnTo>
                    <a:pt x="755904" y="1132332"/>
                  </a:lnTo>
                  <a:lnTo>
                    <a:pt x="749808" y="1132332"/>
                  </a:lnTo>
                  <a:lnTo>
                    <a:pt x="746760" y="1135380"/>
                  </a:lnTo>
                  <a:lnTo>
                    <a:pt x="746760" y="1176528"/>
                  </a:lnTo>
                  <a:lnTo>
                    <a:pt x="749808" y="1179576"/>
                  </a:lnTo>
                  <a:lnTo>
                    <a:pt x="755904" y="1179576"/>
                  </a:lnTo>
                  <a:lnTo>
                    <a:pt x="758952" y="1176528"/>
                  </a:lnTo>
                  <a:lnTo>
                    <a:pt x="758952" y="1135380"/>
                  </a:lnTo>
                  <a:close/>
                </a:path>
                <a:path w="759459" h="4154804">
                  <a:moveTo>
                    <a:pt x="758952" y="1063752"/>
                  </a:moveTo>
                  <a:lnTo>
                    <a:pt x="755904" y="1062228"/>
                  </a:lnTo>
                  <a:lnTo>
                    <a:pt x="749808" y="1062228"/>
                  </a:lnTo>
                  <a:lnTo>
                    <a:pt x="746760" y="1063752"/>
                  </a:lnTo>
                  <a:lnTo>
                    <a:pt x="746760" y="1106424"/>
                  </a:lnTo>
                  <a:lnTo>
                    <a:pt x="749808" y="1109472"/>
                  </a:lnTo>
                  <a:lnTo>
                    <a:pt x="755904" y="1109472"/>
                  </a:lnTo>
                  <a:lnTo>
                    <a:pt x="758952" y="1106424"/>
                  </a:lnTo>
                  <a:lnTo>
                    <a:pt x="758952" y="1063752"/>
                  </a:lnTo>
                  <a:close/>
                </a:path>
                <a:path w="759459" h="4154804">
                  <a:moveTo>
                    <a:pt x="758952" y="993648"/>
                  </a:moveTo>
                  <a:lnTo>
                    <a:pt x="755904" y="990600"/>
                  </a:lnTo>
                  <a:lnTo>
                    <a:pt x="749808" y="990600"/>
                  </a:lnTo>
                  <a:lnTo>
                    <a:pt x="746760" y="993648"/>
                  </a:lnTo>
                  <a:lnTo>
                    <a:pt x="746760" y="1036320"/>
                  </a:lnTo>
                  <a:lnTo>
                    <a:pt x="749808" y="1037844"/>
                  </a:lnTo>
                  <a:lnTo>
                    <a:pt x="755904" y="1037844"/>
                  </a:lnTo>
                  <a:lnTo>
                    <a:pt x="758952" y="1036320"/>
                  </a:lnTo>
                  <a:lnTo>
                    <a:pt x="758952" y="993648"/>
                  </a:lnTo>
                  <a:close/>
                </a:path>
                <a:path w="759459" h="4154804">
                  <a:moveTo>
                    <a:pt x="758952" y="923544"/>
                  </a:moveTo>
                  <a:lnTo>
                    <a:pt x="755904" y="920496"/>
                  </a:lnTo>
                  <a:lnTo>
                    <a:pt x="749808" y="920496"/>
                  </a:lnTo>
                  <a:lnTo>
                    <a:pt x="746760" y="923544"/>
                  </a:lnTo>
                  <a:lnTo>
                    <a:pt x="746760" y="964692"/>
                  </a:lnTo>
                  <a:lnTo>
                    <a:pt x="749808" y="967740"/>
                  </a:lnTo>
                  <a:lnTo>
                    <a:pt x="755904" y="967740"/>
                  </a:lnTo>
                  <a:lnTo>
                    <a:pt x="758952" y="964692"/>
                  </a:lnTo>
                  <a:lnTo>
                    <a:pt x="758952" y="923544"/>
                  </a:lnTo>
                  <a:close/>
                </a:path>
                <a:path w="759459" h="4154804">
                  <a:moveTo>
                    <a:pt x="758952" y="851916"/>
                  </a:moveTo>
                  <a:lnTo>
                    <a:pt x="755904" y="848868"/>
                  </a:lnTo>
                  <a:lnTo>
                    <a:pt x="749808" y="848868"/>
                  </a:lnTo>
                  <a:lnTo>
                    <a:pt x="746760" y="851916"/>
                  </a:lnTo>
                  <a:lnTo>
                    <a:pt x="746760" y="894588"/>
                  </a:lnTo>
                  <a:lnTo>
                    <a:pt x="749808" y="896112"/>
                  </a:lnTo>
                  <a:lnTo>
                    <a:pt x="755904" y="896112"/>
                  </a:lnTo>
                  <a:lnTo>
                    <a:pt x="758952" y="894588"/>
                  </a:lnTo>
                  <a:lnTo>
                    <a:pt x="758952" y="851916"/>
                  </a:lnTo>
                  <a:close/>
                </a:path>
                <a:path w="759459" h="4154804">
                  <a:moveTo>
                    <a:pt x="758952" y="781812"/>
                  </a:moveTo>
                  <a:lnTo>
                    <a:pt x="755904" y="778764"/>
                  </a:lnTo>
                  <a:lnTo>
                    <a:pt x="749808" y="778764"/>
                  </a:lnTo>
                  <a:lnTo>
                    <a:pt x="746760" y="781812"/>
                  </a:lnTo>
                  <a:lnTo>
                    <a:pt x="746760" y="822960"/>
                  </a:lnTo>
                  <a:lnTo>
                    <a:pt x="749808" y="826008"/>
                  </a:lnTo>
                  <a:lnTo>
                    <a:pt x="755904" y="826008"/>
                  </a:lnTo>
                  <a:lnTo>
                    <a:pt x="758952" y="822960"/>
                  </a:lnTo>
                  <a:lnTo>
                    <a:pt x="758952" y="781812"/>
                  </a:lnTo>
                  <a:close/>
                </a:path>
                <a:path w="759459" h="4154804">
                  <a:moveTo>
                    <a:pt x="758952" y="710184"/>
                  </a:moveTo>
                  <a:lnTo>
                    <a:pt x="755904" y="707136"/>
                  </a:lnTo>
                  <a:lnTo>
                    <a:pt x="749808" y="707136"/>
                  </a:lnTo>
                  <a:lnTo>
                    <a:pt x="746760" y="710184"/>
                  </a:lnTo>
                  <a:lnTo>
                    <a:pt x="746760" y="752856"/>
                  </a:lnTo>
                  <a:lnTo>
                    <a:pt x="749808" y="754380"/>
                  </a:lnTo>
                  <a:lnTo>
                    <a:pt x="755904" y="754380"/>
                  </a:lnTo>
                  <a:lnTo>
                    <a:pt x="758952" y="752856"/>
                  </a:lnTo>
                  <a:lnTo>
                    <a:pt x="758952" y="710184"/>
                  </a:lnTo>
                  <a:close/>
                </a:path>
                <a:path w="759459" h="4154804">
                  <a:moveTo>
                    <a:pt x="758952" y="640080"/>
                  </a:moveTo>
                  <a:lnTo>
                    <a:pt x="755904" y="637032"/>
                  </a:lnTo>
                  <a:lnTo>
                    <a:pt x="749808" y="637032"/>
                  </a:lnTo>
                  <a:lnTo>
                    <a:pt x="746760" y="640080"/>
                  </a:lnTo>
                  <a:lnTo>
                    <a:pt x="746760" y="681228"/>
                  </a:lnTo>
                  <a:lnTo>
                    <a:pt x="749808" y="684276"/>
                  </a:lnTo>
                  <a:lnTo>
                    <a:pt x="755904" y="684276"/>
                  </a:lnTo>
                  <a:lnTo>
                    <a:pt x="758952" y="681228"/>
                  </a:lnTo>
                  <a:lnTo>
                    <a:pt x="758952" y="640080"/>
                  </a:lnTo>
                  <a:close/>
                </a:path>
                <a:path w="759459" h="4154804">
                  <a:moveTo>
                    <a:pt x="758952" y="568452"/>
                  </a:moveTo>
                  <a:lnTo>
                    <a:pt x="755904" y="565404"/>
                  </a:lnTo>
                  <a:lnTo>
                    <a:pt x="749808" y="565404"/>
                  </a:lnTo>
                  <a:lnTo>
                    <a:pt x="746760" y="568452"/>
                  </a:lnTo>
                  <a:lnTo>
                    <a:pt x="746760" y="611124"/>
                  </a:lnTo>
                  <a:lnTo>
                    <a:pt x="749808" y="612648"/>
                  </a:lnTo>
                  <a:lnTo>
                    <a:pt x="755904" y="612648"/>
                  </a:lnTo>
                  <a:lnTo>
                    <a:pt x="758952" y="611124"/>
                  </a:lnTo>
                  <a:lnTo>
                    <a:pt x="758952" y="568452"/>
                  </a:lnTo>
                  <a:close/>
                </a:path>
                <a:path w="759459" h="4154804">
                  <a:moveTo>
                    <a:pt x="758952" y="498348"/>
                  </a:moveTo>
                  <a:lnTo>
                    <a:pt x="755904" y="495300"/>
                  </a:lnTo>
                  <a:lnTo>
                    <a:pt x="749808" y="495300"/>
                  </a:lnTo>
                  <a:lnTo>
                    <a:pt x="746760" y="498348"/>
                  </a:lnTo>
                  <a:lnTo>
                    <a:pt x="746760" y="539496"/>
                  </a:lnTo>
                  <a:lnTo>
                    <a:pt x="749808" y="542544"/>
                  </a:lnTo>
                  <a:lnTo>
                    <a:pt x="755904" y="542544"/>
                  </a:lnTo>
                  <a:lnTo>
                    <a:pt x="758952" y="539496"/>
                  </a:lnTo>
                  <a:lnTo>
                    <a:pt x="758952" y="498348"/>
                  </a:lnTo>
                  <a:close/>
                </a:path>
                <a:path w="759459" h="4154804">
                  <a:moveTo>
                    <a:pt x="758952" y="426720"/>
                  </a:moveTo>
                  <a:lnTo>
                    <a:pt x="755904" y="425196"/>
                  </a:lnTo>
                  <a:lnTo>
                    <a:pt x="749808" y="425196"/>
                  </a:lnTo>
                  <a:lnTo>
                    <a:pt x="746760" y="426720"/>
                  </a:lnTo>
                  <a:lnTo>
                    <a:pt x="746760" y="469392"/>
                  </a:lnTo>
                  <a:lnTo>
                    <a:pt x="749808" y="470916"/>
                  </a:lnTo>
                  <a:lnTo>
                    <a:pt x="755904" y="470916"/>
                  </a:lnTo>
                  <a:lnTo>
                    <a:pt x="758952" y="469392"/>
                  </a:lnTo>
                  <a:lnTo>
                    <a:pt x="758952" y="426720"/>
                  </a:lnTo>
                  <a:close/>
                </a:path>
                <a:path w="759459" h="4154804">
                  <a:moveTo>
                    <a:pt x="758952" y="356616"/>
                  </a:moveTo>
                  <a:lnTo>
                    <a:pt x="755904" y="353568"/>
                  </a:lnTo>
                  <a:lnTo>
                    <a:pt x="749808" y="353568"/>
                  </a:lnTo>
                  <a:lnTo>
                    <a:pt x="746760" y="356616"/>
                  </a:lnTo>
                  <a:lnTo>
                    <a:pt x="746760" y="397764"/>
                  </a:lnTo>
                  <a:lnTo>
                    <a:pt x="749808" y="400812"/>
                  </a:lnTo>
                  <a:lnTo>
                    <a:pt x="755904" y="400812"/>
                  </a:lnTo>
                  <a:lnTo>
                    <a:pt x="758952" y="397764"/>
                  </a:lnTo>
                  <a:lnTo>
                    <a:pt x="758952" y="356616"/>
                  </a:lnTo>
                  <a:close/>
                </a:path>
                <a:path w="759459" h="4154804">
                  <a:moveTo>
                    <a:pt x="758952" y="284988"/>
                  </a:moveTo>
                  <a:lnTo>
                    <a:pt x="755904" y="283464"/>
                  </a:lnTo>
                  <a:lnTo>
                    <a:pt x="749808" y="283464"/>
                  </a:lnTo>
                  <a:lnTo>
                    <a:pt x="746760" y="284988"/>
                  </a:lnTo>
                  <a:lnTo>
                    <a:pt x="746760" y="327660"/>
                  </a:lnTo>
                  <a:lnTo>
                    <a:pt x="749808" y="330708"/>
                  </a:lnTo>
                  <a:lnTo>
                    <a:pt x="755904" y="330708"/>
                  </a:lnTo>
                  <a:lnTo>
                    <a:pt x="758952" y="327660"/>
                  </a:lnTo>
                  <a:lnTo>
                    <a:pt x="758952" y="284988"/>
                  </a:lnTo>
                  <a:close/>
                </a:path>
                <a:path w="759459" h="4154804">
                  <a:moveTo>
                    <a:pt x="758952" y="214884"/>
                  </a:moveTo>
                  <a:lnTo>
                    <a:pt x="755904" y="211836"/>
                  </a:lnTo>
                  <a:lnTo>
                    <a:pt x="749808" y="211836"/>
                  </a:lnTo>
                  <a:lnTo>
                    <a:pt x="746760" y="214884"/>
                  </a:lnTo>
                  <a:lnTo>
                    <a:pt x="746760" y="256032"/>
                  </a:lnTo>
                  <a:lnTo>
                    <a:pt x="749808" y="259080"/>
                  </a:lnTo>
                  <a:lnTo>
                    <a:pt x="755904" y="259080"/>
                  </a:lnTo>
                  <a:lnTo>
                    <a:pt x="758952" y="256032"/>
                  </a:lnTo>
                  <a:lnTo>
                    <a:pt x="758952" y="214884"/>
                  </a:lnTo>
                  <a:close/>
                </a:path>
                <a:path w="759459" h="4154804">
                  <a:moveTo>
                    <a:pt x="758952" y="143256"/>
                  </a:moveTo>
                  <a:lnTo>
                    <a:pt x="755904" y="141732"/>
                  </a:lnTo>
                  <a:lnTo>
                    <a:pt x="749808" y="141732"/>
                  </a:lnTo>
                  <a:lnTo>
                    <a:pt x="746760" y="143256"/>
                  </a:lnTo>
                  <a:lnTo>
                    <a:pt x="746760" y="185928"/>
                  </a:lnTo>
                  <a:lnTo>
                    <a:pt x="749808" y="188976"/>
                  </a:lnTo>
                  <a:lnTo>
                    <a:pt x="755904" y="188976"/>
                  </a:lnTo>
                  <a:lnTo>
                    <a:pt x="758952" y="185928"/>
                  </a:lnTo>
                  <a:lnTo>
                    <a:pt x="758952" y="143256"/>
                  </a:lnTo>
                  <a:close/>
                </a:path>
                <a:path w="759459" h="4154804">
                  <a:moveTo>
                    <a:pt x="758952" y="73152"/>
                  </a:moveTo>
                  <a:lnTo>
                    <a:pt x="755904" y="70104"/>
                  </a:lnTo>
                  <a:lnTo>
                    <a:pt x="749808" y="70104"/>
                  </a:lnTo>
                  <a:lnTo>
                    <a:pt x="746760" y="73152"/>
                  </a:lnTo>
                  <a:lnTo>
                    <a:pt x="746760" y="114300"/>
                  </a:lnTo>
                  <a:lnTo>
                    <a:pt x="749808" y="117348"/>
                  </a:lnTo>
                  <a:lnTo>
                    <a:pt x="755904" y="117348"/>
                  </a:lnTo>
                  <a:lnTo>
                    <a:pt x="758952" y="114300"/>
                  </a:lnTo>
                  <a:lnTo>
                    <a:pt x="758952" y="73152"/>
                  </a:lnTo>
                  <a:close/>
                </a:path>
                <a:path w="759459" h="4154804">
                  <a:moveTo>
                    <a:pt x="758952" y="1524"/>
                  </a:moveTo>
                  <a:lnTo>
                    <a:pt x="755904" y="0"/>
                  </a:lnTo>
                  <a:lnTo>
                    <a:pt x="749808" y="0"/>
                  </a:lnTo>
                  <a:lnTo>
                    <a:pt x="746760" y="1524"/>
                  </a:lnTo>
                  <a:lnTo>
                    <a:pt x="746760" y="44196"/>
                  </a:lnTo>
                  <a:lnTo>
                    <a:pt x="749808" y="47244"/>
                  </a:lnTo>
                  <a:lnTo>
                    <a:pt x="755904" y="47244"/>
                  </a:lnTo>
                  <a:lnTo>
                    <a:pt x="758952" y="44196"/>
                  </a:lnTo>
                  <a:lnTo>
                    <a:pt x="758952" y="1524"/>
                  </a:lnTo>
                  <a:close/>
                </a:path>
              </a:pathLst>
            </a:custGeom>
            <a:solidFill>
              <a:srgbClr val="9A9A9A"/>
            </a:solidFill>
          </p:spPr>
          <p:txBody>
            <a:bodyPr wrap="square" lIns="0" tIns="0" rIns="0" bIns="0" rtlCol="0"/>
            <a:lstStyle/>
            <a:p>
              <a:endParaRPr/>
            </a:p>
          </p:txBody>
        </p:sp>
        <p:sp>
          <p:nvSpPr>
            <p:cNvPr id="8" name="object 8"/>
            <p:cNvSpPr/>
            <p:nvPr/>
          </p:nvSpPr>
          <p:spPr>
            <a:xfrm>
              <a:off x="7155180" y="2327160"/>
              <a:ext cx="1165860" cy="1054735"/>
            </a:xfrm>
            <a:custGeom>
              <a:avLst/>
              <a:gdLst/>
              <a:ahLst/>
              <a:cxnLst/>
              <a:rect l="l" t="t" r="r" b="b"/>
              <a:pathLst>
                <a:path w="1165859" h="1054735">
                  <a:moveTo>
                    <a:pt x="1165860" y="1042416"/>
                  </a:moveTo>
                  <a:lnTo>
                    <a:pt x="0" y="1042416"/>
                  </a:lnTo>
                  <a:lnTo>
                    <a:pt x="0" y="1054608"/>
                  </a:lnTo>
                  <a:lnTo>
                    <a:pt x="1165860" y="1054608"/>
                  </a:lnTo>
                  <a:lnTo>
                    <a:pt x="1165860" y="1042416"/>
                  </a:lnTo>
                  <a:close/>
                </a:path>
                <a:path w="1165859" h="1054735">
                  <a:moveTo>
                    <a:pt x="1165860" y="694944"/>
                  </a:moveTo>
                  <a:lnTo>
                    <a:pt x="0" y="694944"/>
                  </a:lnTo>
                  <a:lnTo>
                    <a:pt x="0" y="707136"/>
                  </a:lnTo>
                  <a:lnTo>
                    <a:pt x="1165860" y="707136"/>
                  </a:lnTo>
                  <a:lnTo>
                    <a:pt x="1165860" y="694944"/>
                  </a:lnTo>
                  <a:close/>
                </a:path>
                <a:path w="1165859" h="1054735">
                  <a:moveTo>
                    <a:pt x="1165860" y="347472"/>
                  </a:moveTo>
                  <a:lnTo>
                    <a:pt x="0" y="347472"/>
                  </a:lnTo>
                  <a:lnTo>
                    <a:pt x="0" y="359664"/>
                  </a:lnTo>
                  <a:lnTo>
                    <a:pt x="1165860" y="359664"/>
                  </a:lnTo>
                  <a:lnTo>
                    <a:pt x="1165860" y="347472"/>
                  </a:lnTo>
                  <a:close/>
                </a:path>
                <a:path w="1165859" h="1054735">
                  <a:moveTo>
                    <a:pt x="1165860" y="0"/>
                  </a:moveTo>
                  <a:lnTo>
                    <a:pt x="0" y="0"/>
                  </a:lnTo>
                  <a:lnTo>
                    <a:pt x="0" y="12192"/>
                  </a:lnTo>
                  <a:lnTo>
                    <a:pt x="1165860" y="12192"/>
                  </a:lnTo>
                  <a:lnTo>
                    <a:pt x="1165860" y="0"/>
                  </a:lnTo>
                  <a:close/>
                </a:path>
              </a:pathLst>
            </a:custGeom>
            <a:solidFill>
              <a:srgbClr val="666666"/>
            </a:solidFill>
          </p:spPr>
          <p:txBody>
            <a:bodyPr wrap="square" lIns="0" tIns="0" rIns="0" bIns="0" rtlCol="0"/>
            <a:lstStyle/>
            <a:p>
              <a:endParaRPr/>
            </a:p>
          </p:txBody>
        </p:sp>
        <p:sp>
          <p:nvSpPr>
            <p:cNvPr id="9" name="object 9"/>
            <p:cNvSpPr/>
            <p:nvPr/>
          </p:nvSpPr>
          <p:spPr>
            <a:xfrm>
              <a:off x="7155179" y="1359408"/>
              <a:ext cx="0" cy="4683760"/>
            </a:xfrm>
            <a:custGeom>
              <a:avLst/>
              <a:gdLst/>
              <a:ahLst/>
              <a:cxnLst/>
              <a:rect l="l" t="t" r="r" b="b"/>
              <a:pathLst>
                <a:path h="4683760">
                  <a:moveTo>
                    <a:pt x="0" y="0"/>
                  </a:moveTo>
                  <a:lnTo>
                    <a:pt x="0" y="4683251"/>
                  </a:lnTo>
                </a:path>
              </a:pathLst>
            </a:custGeom>
            <a:ln w="12191">
              <a:solidFill>
                <a:srgbClr val="666666"/>
              </a:solidFill>
            </a:ln>
          </p:spPr>
          <p:txBody>
            <a:bodyPr wrap="square" lIns="0" tIns="0" rIns="0" bIns="0" rtlCol="0"/>
            <a:lstStyle/>
            <a:p>
              <a:endParaRPr/>
            </a:p>
          </p:txBody>
        </p:sp>
        <p:sp>
          <p:nvSpPr>
            <p:cNvPr id="10" name="object 10"/>
            <p:cNvSpPr/>
            <p:nvPr/>
          </p:nvSpPr>
          <p:spPr>
            <a:xfrm>
              <a:off x="7155179" y="1632204"/>
              <a:ext cx="1165860" cy="12700"/>
            </a:xfrm>
            <a:custGeom>
              <a:avLst/>
              <a:gdLst/>
              <a:ahLst/>
              <a:cxnLst/>
              <a:rect l="l" t="t" r="r" b="b"/>
              <a:pathLst>
                <a:path w="1165859" h="12700">
                  <a:moveTo>
                    <a:pt x="0" y="0"/>
                  </a:moveTo>
                  <a:lnTo>
                    <a:pt x="1165859" y="0"/>
                  </a:lnTo>
                  <a:lnTo>
                    <a:pt x="1165859" y="12192"/>
                  </a:lnTo>
                  <a:lnTo>
                    <a:pt x="0" y="12192"/>
                  </a:lnTo>
                  <a:lnTo>
                    <a:pt x="0" y="0"/>
                  </a:lnTo>
                  <a:close/>
                </a:path>
              </a:pathLst>
            </a:custGeom>
            <a:solidFill>
              <a:srgbClr val="666666"/>
            </a:solidFill>
          </p:spPr>
          <p:txBody>
            <a:bodyPr wrap="square" lIns="0" tIns="0" rIns="0" bIns="0" rtlCol="0"/>
            <a:lstStyle/>
            <a:p>
              <a:endParaRPr/>
            </a:p>
          </p:txBody>
        </p:sp>
        <p:sp>
          <p:nvSpPr>
            <p:cNvPr id="11" name="object 11"/>
            <p:cNvSpPr/>
            <p:nvPr/>
          </p:nvSpPr>
          <p:spPr>
            <a:xfrm>
              <a:off x="7336535" y="1516380"/>
              <a:ext cx="10795" cy="3729354"/>
            </a:xfrm>
            <a:custGeom>
              <a:avLst/>
              <a:gdLst/>
              <a:ahLst/>
              <a:cxnLst/>
              <a:rect l="l" t="t" r="r" b="b"/>
              <a:pathLst>
                <a:path w="10795" h="3729354">
                  <a:moveTo>
                    <a:pt x="9144" y="0"/>
                  </a:moveTo>
                  <a:lnTo>
                    <a:pt x="1524" y="0"/>
                  </a:lnTo>
                  <a:lnTo>
                    <a:pt x="0" y="1524"/>
                  </a:lnTo>
                  <a:lnTo>
                    <a:pt x="0" y="44196"/>
                  </a:lnTo>
                  <a:lnTo>
                    <a:pt x="1524" y="47244"/>
                  </a:lnTo>
                  <a:lnTo>
                    <a:pt x="9144" y="47244"/>
                  </a:lnTo>
                  <a:lnTo>
                    <a:pt x="10668" y="44196"/>
                  </a:lnTo>
                  <a:lnTo>
                    <a:pt x="10668" y="1524"/>
                  </a:lnTo>
                  <a:lnTo>
                    <a:pt x="9144" y="0"/>
                  </a:lnTo>
                  <a:close/>
                </a:path>
                <a:path w="10795" h="3729354">
                  <a:moveTo>
                    <a:pt x="9144" y="70104"/>
                  </a:moveTo>
                  <a:lnTo>
                    <a:pt x="1524" y="70104"/>
                  </a:lnTo>
                  <a:lnTo>
                    <a:pt x="0" y="73152"/>
                  </a:lnTo>
                  <a:lnTo>
                    <a:pt x="0" y="114300"/>
                  </a:lnTo>
                  <a:lnTo>
                    <a:pt x="1524" y="117348"/>
                  </a:lnTo>
                  <a:lnTo>
                    <a:pt x="9144" y="117348"/>
                  </a:lnTo>
                  <a:lnTo>
                    <a:pt x="10668" y="114300"/>
                  </a:lnTo>
                  <a:lnTo>
                    <a:pt x="10668" y="73152"/>
                  </a:lnTo>
                  <a:lnTo>
                    <a:pt x="9144" y="70104"/>
                  </a:lnTo>
                  <a:close/>
                </a:path>
                <a:path w="10795" h="3729354">
                  <a:moveTo>
                    <a:pt x="9144" y="141732"/>
                  </a:moveTo>
                  <a:lnTo>
                    <a:pt x="1524" y="141732"/>
                  </a:lnTo>
                  <a:lnTo>
                    <a:pt x="0" y="143256"/>
                  </a:lnTo>
                  <a:lnTo>
                    <a:pt x="0" y="185928"/>
                  </a:lnTo>
                  <a:lnTo>
                    <a:pt x="1524" y="188975"/>
                  </a:lnTo>
                  <a:lnTo>
                    <a:pt x="9144" y="188975"/>
                  </a:lnTo>
                  <a:lnTo>
                    <a:pt x="10668" y="185928"/>
                  </a:lnTo>
                  <a:lnTo>
                    <a:pt x="10668" y="143256"/>
                  </a:lnTo>
                  <a:lnTo>
                    <a:pt x="9144" y="141732"/>
                  </a:lnTo>
                  <a:close/>
                </a:path>
                <a:path w="10795" h="3729354">
                  <a:moveTo>
                    <a:pt x="9144" y="211836"/>
                  </a:moveTo>
                  <a:lnTo>
                    <a:pt x="1524" y="211836"/>
                  </a:lnTo>
                  <a:lnTo>
                    <a:pt x="0" y="214884"/>
                  </a:lnTo>
                  <a:lnTo>
                    <a:pt x="0" y="256032"/>
                  </a:lnTo>
                  <a:lnTo>
                    <a:pt x="1524" y="259080"/>
                  </a:lnTo>
                  <a:lnTo>
                    <a:pt x="9144" y="259080"/>
                  </a:lnTo>
                  <a:lnTo>
                    <a:pt x="10668" y="256032"/>
                  </a:lnTo>
                  <a:lnTo>
                    <a:pt x="10668" y="214884"/>
                  </a:lnTo>
                  <a:lnTo>
                    <a:pt x="9144" y="211836"/>
                  </a:lnTo>
                  <a:close/>
                </a:path>
                <a:path w="10795" h="3729354">
                  <a:moveTo>
                    <a:pt x="9144" y="283464"/>
                  </a:moveTo>
                  <a:lnTo>
                    <a:pt x="1524" y="283464"/>
                  </a:lnTo>
                  <a:lnTo>
                    <a:pt x="0" y="284988"/>
                  </a:lnTo>
                  <a:lnTo>
                    <a:pt x="0" y="327660"/>
                  </a:lnTo>
                  <a:lnTo>
                    <a:pt x="1524" y="329184"/>
                  </a:lnTo>
                  <a:lnTo>
                    <a:pt x="9144" y="329184"/>
                  </a:lnTo>
                  <a:lnTo>
                    <a:pt x="10668" y="327660"/>
                  </a:lnTo>
                  <a:lnTo>
                    <a:pt x="10668" y="284988"/>
                  </a:lnTo>
                  <a:lnTo>
                    <a:pt x="9144" y="283464"/>
                  </a:lnTo>
                  <a:close/>
                </a:path>
                <a:path w="10795" h="3729354">
                  <a:moveTo>
                    <a:pt x="9144" y="353568"/>
                  </a:moveTo>
                  <a:lnTo>
                    <a:pt x="1524" y="353568"/>
                  </a:lnTo>
                  <a:lnTo>
                    <a:pt x="0" y="356616"/>
                  </a:lnTo>
                  <a:lnTo>
                    <a:pt x="0" y="397764"/>
                  </a:lnTo>
                  <a:lnTo>
                    <a:pt x="1524" y="400812"/>
                  </a:lnTo>
                  <a:lnTo>
                    <a:pt x="9144" y="400812"/>
                  </a:lnTo>
                  <a:lnTo>
                    <a:pt x="10668" y="397764"/>
                  </a:lnTo>
                  <a:lnTo>
                    <a:pt x="10668" y="356616"/>
                  </a:lnTo>
                  <a:lnTo>
                    <a:pt x="9144" y="353568"/>
                  </a:lnTo>
                  <a:close/>
                </a:path>
                <a:path w="10795" h="3729354">
                  <a:moveTo>
                    <a:pt x="9144" y="423672"/>
                  </a:moveTo>
                  <a:lnTo>
                    <a:pt x="1524" y="423672"/>
                  </a:lnTo>
                  <a:lnTo>
                    <a:pt x="0" y="426720"/>
                  </a:lnTo>
                  <a:lnTo>
                    <a:pt x="0" y="469392"/>
                  </a:lnTo>
                  <a:lnTo>
                    <a:pt x="1524" y="470916"/>
                  </a:lnTo>
                  <a:lnTo>
                    <a:pt x="9144" y="470916"/>
                  </a:lnTo>
                  <a:lnTo>
                    <a:pt x="10668" y="469392"/>
                  </a:lnTo>
                  <a:lnTo>
                    <a:pt x="10668" y="426720"/>
                  </a:lnTo>
                  <a:lnTo>
                    <a:pt x="9144" y="423672"/>
                  </a:lnTo>
                  <a:close/>
                </a:path>
                <a:path w="10795" h="3729354">
                  <a:moveTo>
                    <a:pt x="9144" y="495300"/>
                  </a:moveTo>
                  <a:lnTo>
                    <a:pt x="1524" y="495300"/>
                  </a:lnTo>
                  <a:lnTo>
                    <a:pt x="0" y="498348"/>
                  </a:lnTo>
                  <a:lnTo>
                    <a:pt x="0" y="539496"/>
                  </a:lnTo>
                  <a:lnTo>
                    <a:pt x="1524" y="542544"/>
                  </a:lnTo>
                  <a:lnTo>
                    <a:pt x="9144" y="542544"/>
                  </a:lnTo>
                  <a:lnTo>
                    <a:pt x="10668" y="539496"/>
                  </a:lnTo>
                  <a:lnTo>
                    <a:pt x="10668" y="498348"/>
                  </a:lnTo>
                  <a:lnTo>
                    <a:pt x="9144" y="495300"/>
                  </a:lnTo>
                  <a:close/>
                </a:path>
                <a:path w="10795" h="3729354">
                  <a:moveTo>
                    <a:pt x="9144" y="565404"/>
                  </a:moveTo>
                  <a:lnTo>
                    <a:pt x="1524" y="565404"/>
                  </a:lnTo>
                  <a:lnTo>
                    <a:pt x="0" y="568452"/>
                  </a:lnTo>
                  <a:lnTo>
                    <a:pt x="0" y="611124"/>
                  </a:lnTo>
                  <a:lnTo>
                    <a:pt x="1524" y="612648"/>
                  </a:lnTo>
                  <a:lnTo>
                    <a:pt x="9144" y="612648"/>
                  </a:lnTo>
                  <a:lnTo>
                    <a:pt x="10668" y="611124"/>
                  </a:lnTo>
                  <a:lnTo>
                    <a:pt x="10668" y="568452"/>
                  </a:lnTo>
                  <a:lnTo>
                    <a:pt x="9144" y="565404"/>
                  </a:lnTo>
                  <a:close/>
                </a:path>
                <a:path w="10795" h="3729354">
                  <a:moveTo>
                    <a:pt x="9144" y="637032"/>
                  </a:moveTo>
                  <a:lnTo>
                    <a:pt x="1524" y="637032"/>
                  </a:lnTo>
                  <a:lnTo>
                    <a:pt x="0" y="640080"/>
                  </a:lnTo>
                  <a:lnTo>
                    <a:pt x="0" y="681228"/>
                  </a:lnTo>
                  <a:lnTo>
                    <a:pt x="1524" y="684276"/>
                  </a:lnTo>
                  <a:lnTo>
                    <a:pt x="9144" y="684276"/>
                  </a:lnTo>
                  <a:lnTo>
                    <a:pt x="10668" y="681228"/>
                  </a:lnTo>
                  <a:lnTo>
                    <a:pt x="10668" y="640080"/>
                  </a:lnTo>
                  <a:lnTo>
                    <a:pt x="9144" y="637032"/>
                  </a:lnTo>
                  <a:close/>
                </a:path>
                <a:path w="10795" h="3729354">
                  <a:moveTo>
                    <a:pt x="9144" y="707136"/>
                  </a:moveTo>
                  <a:lnTo>
                    <a:pt x="1524" y="707136"/>
                  </a:lnTo>
                  <a:lnTo>
                    <a:pt x="0" y="710184"/>
                  </a:lnTo>
                  <a:lnTo>
                    <a:pt x="0" y="752856"/>
                  </a:lnTo>
                  <a:lnTo>
                    <a:pt x="1524" y="754380"/>
                  </a:lnTo>
                  <a:lnTo>
                    <a:pt x="9144" y="754380"/>
                  </a:lnTo>
                  <a:lnTo>
                    <a:pt x="10668" y="752856"/>
                  </a:lnTo>
                  <a:lnTo>
                    <a:pt x="10668" y="710184"/>
                  </a:lnTo>
                  <a:lnTo>
                    <a:pt x="9144" y="707136"/>
                  </a:lnTo>
                  <a:close/>
                </a:path>
                <a:path w="10795" h="3729354">
                  <a:moveTo>
                    <a:pt x="9144" y="778764"/>
                  </a:moveTo>
                  <a:lnTo>
                    <a:pt x="1524" y="778764"/>
                  </a:lnTo>
                  <a:lnTo>
                    <a:pt x="0" y="781812"/>
                  </a:lnTo>
                  <a:lnTo>
                    <a:pt x="0" y="822960"/>
                  </a:lnTo>
                  <a:lnTo>
                    <a:pt x="1524" y="826008"/>
                  </a:lnTo>
                  <a:lnTo>
                    <a:pt x="9144" y="826008"/>
                  </a:lnTo>
                  <a:lnTo>
                    <a:pt x="10668" y="822960"/>
                  </a:lnTo>
                  <a:lnTo>
                    <a:pt x="10668" y="781812"/>
                  </a:lnTo>
                  <a:lnTo>
                    <a:pt x="9144" y="778764"/>
                  </a:lnTo>
                  <a:close/>
                </a:path>
                <a:path w="10795" h="3729354">
                  <a:moveTo>
                    <a:pt x="9144" y="848868"/>
                  </a:moveTo>
                  <a:lnTo>
                    <a:pt x="1524" y="848868"/>
                  </a:lnTo>
                  <a:lnTo>
                    <a:pt x="0" y="851916"/>
                  </a:lnTo>
                  <a:lnTo>
                    <a:pt x="0" y="894588"/>
                  </a:lnTo>
                  <a:lnTo>
                    <a:pt x="1524" y="896112"/>
                  </a:lnTo>
                  <a:lnTo>
                    <a:pt x="9144" y="896112"/>
                  </a:lnTo>
                  <a:lnTo>
                    <a:pt x="10668" y="894588"/>
                  </a:lnTo>
                  <a:lnTo>
                    <a:pt x="10668" y="851916"/>
                  </a:lnTo>
                  <a:lnTo>
                    <a:pt x="9144" y="848868"/>
                  </a:lnTo>
                  <a:close/>
                </a:path>
                <a:path w="10795" h="3729354">
                  <a:moveTo>
                    <a:pt x="9144" y="920496"/>
                  </a:moveTo>
                  <a:lnTo>
                    <a:pt x="1524" y="920496"/>
                  </a:lnTo>
                  <a:lnTo>
                    <a:pt x="0" y="922020"/>
                  </a:lnTo>
                  <a:lnTo>
                    <a:pt x="0" y="964692"/>
                  </a:lnTo>
                  <a:lnTo>
                    <a:pt x="1524" y="967740"/>
                  </a:lnTo>
                  <a:lnTo>
                    <a:pt x="9144" y="967740"/>
                  </a:lnTo>
                  <a:lnTo>
                    <a:pt x="10668" y="964692"/>
                  </a:lnTo>
                  <a:lnTo>
                    <a:pt x="10668" y="922020"/>
                  </a:lnTo>
                  <a:lnTo>
                    <a:pt x="9144" y="920496"/>
                  </a:lnTo>
                  <a:close/>
                </a:path>
                <a:path w="10795" h="3729354">
                  <a:moveTo>
                    <a:pt x="9144" y="990600"/>
                  </a:moveTo>
                  <a:lnTo>
                    <a:pt x="1524" y="990600"/>
                  </a:lnTo>
                  <a:lnTo>
                    <a:pt x="0" y="993648"/>
                  </a:lnTo>
                  <a:lnTo>
                    <a:pt x="0" y="1034796"/>
                  </a:lnTo>
                  <a:lnTo>
                    <a:pt x="1524" y="1037844"/>
                  </a:lnTo>
                  <a:lnTo>
                    <a:pt x="9144" y="1037844"/>
                  </a:lnTo>
                  <a:lnTo>
                    <a:pt x="10668" y="1034796"/>
                  </a:lnTo>
                  <a:lnTo>
                    <a:pt x="10668" y="993648"/>
                  </a:lnTo>
                  <a:lnTo>
                    <a:pt x="9144" y="990600"/>
                  </a:lnTo>
                  <a:close/>
                </a:path>
                <a:path w="10795" h="3729354">
                  <a:moveTo>
                    <a:pt x="9144" y="1062228"/>
                  </a:moveTo>
                  <a:lnTo>
                    <a:pt x="1524" y="1062228"/>
                  </a:lnTo>
                  <a:lnTo>
                    <a:pt x="0" y="1063752"/>
                  </a:lnTo>
                  <a:lnTo>
                    <a:pt x="0" y="1106424"/>
                  </a:lnTo>
                  <a:lnTo>
                    <a:pt x="1524" y="1109472"/>
                  </a:lnTo>
                  <a:lnTo>
                    <a:pt x="9144" y="1109472"/>
                  </a:lnTo>
                  <a:lnTo>
                    <a:pt x="10668" y="1106424"/>
                  </a:lnTo>
                  <a:lnTo>
                    <a:pt x="10668" y="1063752"/>
                  </a:lnTo>
                  <a:lnTo>
                    <a:pt x="9144" y="1062228"/>
                  </a:lnTo>
                  <a:close/>
                </a:path>
                <a:path w="10795" h="3729354">
                  <a:moveTo>
                    <a:pt x="9144" y="1132332"/>
                  </a:moveTo>
                  <a:lnTo>
                    <a:pt x="1524" y="1132332"/>
                  </a:lnTo>
                  <a:lnTo>
                    <a:pt x="0" y="1135380"/>
                  </a:lnTo>
                  <a:lnTo>
                    <a:pt x="0" y="1176528"/>
                  </a:lnTo>
                  <a:lnTo>
                    <a:pt x="1524" y="1179576"/>
                  </a:lnTo>
                  <a:lnTo>
                    <a:pt x="9144" y="1179576"/>
                  </a:lnTo>
                  <a:lnTo>
                    <a:pt x="10668" y="1176528"/>
                  </a:lnTo>
                  <a:lnTo>
                    <a:pt x="10668" y="1135380"/>
                  </a:lnTo>
                  <a:lnTo>
                    <a:pt x="9144" y="1132332"/>
                  </a:lnTo>
                  <a:close/>
                </a:path>
                <a:path w="10795" h="3729354">
                  <a:moveTo>
                    <a:pt x="9144" y="1203960"/>
                  </a:moveTo>
                  <a:lnTo>
                    <a:pt x="1524" y="1203960"/>
                  </a:lnTo>
                  <a:lnTo>
                    <a:pt x="0" y="1205484"/>
                  </a:lnTo>
                  <a:lnTo>
                    <a:pt x="0" y="1248156"/>
                  </a:lnTo>
                  <a:lnTo>
                    <a:pt x="1524" y="1251204"/>
                  </a:lnTo>
                  <a:lnTo>
                    <a:pt x="9144" y="1251204"/>
                  </a:lnTo>
                  <a:lnTo>
                    <a:pt x="10668" y="1248156"/>
                  </a:lnTo>
                  <a:lnTo>
                    <a:pt x="10668" y="1205484"/>
                  </a:lnTo>
                  <a:lnTo>
                    <a:pt x="9144" y="1203960"/>
                  </a:lnTo>
                  <a:close/>
                </a:path>
                <a:path w="10795" h="3729354">
                  <a:moveTo>
                    <a:pt x="9144" y="1274064"/>
                  </a:moveTo>
                  <a:lnTo>
                    <a:pt x="1524" y="1274064"/>
                  </a:lnTo>
                  <a:lnTo>
                    <a:pt x="0" y="1277112"/>
                  </a:lnTo>
                  <a:lnTo>
                    <a:pt x="0" y="1318260"/>
                  </a:lnTo>
                  <a:lnTo>
                    <a:pt x="1524" y="1321308"/>
                  </a:lnTo>
                  <a:lnTo>
                    <a:pt x="9144" y="1321308"/>
                  </a:lnTo>
                  <a:lnTo>
                    <a:pt x="10668" y="1318260"/>
                  </a:lnTo>
                  <a:lnTo>
                    <a:pt x="10668" y="1277112"/>
                  </a:lnTo>
                  <a:lnTo>
                    <a:pt x="9144" y="1274064"/>
                  </a:lnTo>
                  <a:close/>
                </a:path>
                <a:path w="10795" h="3729354">
                  <a:moveTo>
                    <a:pt x="9144" y="1345692"/>
                  </a:moveTo>
                  <a:lnTo>
                    <a:pt x="1524" y="1345692"/>
                  </a:lnTo>
                  <a:lnTo>
                    <a:pt x="0" y="1347216"/>
                  </a:lnTo>
                  <a:lnTo>
                    <a:pt x="0" y="1389888"/>
                  </a:lnTo>
                  <a:lnTo>
                    <a:pt x="1524" y="1392936"/>
                  </a:lnTo>
                  <a:lnTo>
                    <a:pt x="9144" y="1392936"/>
                  </a:lnTo>
                  <a:lnTo>
                    <a:pt x="10668" y="1389888"/>
                  </a:lnTo>
                  <a:lnTo>
                    <a:pt x="10668" y="1347216"/>
                  </a:lnTo>
                  <a:lnTo>
                    <a:pt x="9144" y="1345692"/>
                  </a:lnTo>
                  <a:close/>
                </a:path>
                <a:path w="10795" h="3729354">
                  <a:moveTo>
                    <a:pt x="9144" y="1415796"/>
                  </a:moveTo>
                  <a:lnTo>
                    <a:pt x="1524" y="1415796"/>
                  </a:lnTo>
                  <a:lnTo>
                    <a:pt x="0" y="1418844"/>
                  </a:lnTo>
                  <a:lnTo>
                    <a:pt x="0" y="1459992"/>
                  </a:lnTo>
                  <a:lnTo>
                    <a:pt x="1524" y="1463040"/>
                  </a:lnTo>
                  <a:lnTo>
                    <a:pt x="9144" y="1463040"/>
                  </a:lnTo>
                  <a:lnTo>
                    <a:pt x="10668" y="1459992"/>
                  </a:lnTo>
                  <a:lnTo>
                    <a:pt x="10668" y="1418844"/>
                  </a:lnTo>
                  <a:lnTo>
                    <a:pt x="9144" y="1415796"/>
                  </a:lnTo>
                  <a:close/>
                </a:path>
                <a:path w="10795" h="3729354">
                  <a:moveTo>
                    <a:pt x="9144" y="1485900"/>
                  </a:moveTo>
                  <a:lnTo>
                    <a:pt x="1524" y="1485900"/>
                  </a:lnTo>
                  <a:lnTo>
                    <a:pt x="0" y="1488948"/>
                  </a:lnTo>
                  <a:lnTo>
                    <a:pt x="0" y="1531620"/>
                  </a:lnTo>
                  <a:lnTo>
                    <a:pt x="1524" y="1533144"/>
                  </a:lnTo>
                  <a:lnTo>
                    <a:pt x="9144" y="1533144"/>
                  </a:lnTo>
                  <a:lnTo>
                    <a:pt x="10668" y="1531620"/>
                  </a:lnTo>
                  <a:lnTo>
                    <a:pt x="10668" y="1488948"/>
                  </a:lnTo>
                  <a:lnTo>
                    <a:pt x="9144" y="1485900"/>
                  </a:lnTo>
                  <a:close/>
                </a:path>
                <a:path w="10795" h="3729354">
                  <a:moveTo>
                    <a:pt x="9144" y="1557528"/>
                  </a:moveTo>
                  <a:lnTo>
                    <a:pt x="1524" y="1557528"/>
                  </a:lnTo>
                  <a:lnTo>
                    <a:pt x="0" y="1560576"/>
                  </a:lnTo>
                  <a:lnTo>
                    <a:pt x="0" y="1601724"/>
                  </a:lnTo>
                  <a:lnTo>
                    <a:pt x="1524" y="1604772"/>
                  </a:lnTo>
                  <a:lnTo>
                    <a:pt x="9144" y="1604772"/>
                  </a:lnTo>
                  <a:lnTo>
                    <a:pt x="10668" y="1601724"/>
                  </a:lnTo>
                  <a:lnTo>
                    <a:pt x="10668" y="1560576"/>
                  </a:lnTo>
                  <a:lnTo>
                    <a:pt x="9144" y="1557528"/>
                  </a:lnTo>
                  <a:close/>
                </a:path>
                <a:path w="10795" h="3729354">
                  <a:moveTo>
                    <a:pt x="9144" y="1627632"/>
                  </a:moveTo>
                  <a:lnTo>
                    <a:pt x="1524" y="1627632"/>
                  </a:lnTo>
                  <a:lnTo>
                    <a:pt x="0" y="1630680"/>
                  </a:lnTo>
                  <a:lnTo>
                    <a:pt x="0" y="1673352"/>
                  </a:lnTo>
                  <a:lnTo>
                    <a:pt x="1524" y="1674876"/>
                  </a:lnTo>
                  <a:lnTo>
                    <a:pt x="9144" y="1674876"/>
                  </a:lnTo>
                  <a:lnTo>
                    <a:pt x="10668" y="1673352"/>
                  </a:lnTo>
                  <a:lnTo>
                    <a:pt x="10668" y="1630680"/>
                  </a:lnTo>
                  <a:lnTo>
                    <a:pt x="9144" y="1627632"/>
                  </a:lnTo>
                  <a:close/>
                </a:path>
                <a:path w="10795" h="3729354">
                  <a:moveTo>
                    <a:pt x="9144" y="1699260"/>
                  </a:moveTo>
                  <a:lnTo>
                    <a:pt x="1524" y="1699260"/>
                  </a:lnTo>
                  <a:lnTo>
                    <a:pt x="0" y="1702308"/>
                  </a:lnTo>
                  <a:lnTo>
                    <a:pt x="0" y="1743456"/>
                  </a:lnTo>
                  <a:lnTo>
                    <a:pt x="1524" y="1746504"/>
                  </a:lnTo>
                  <a:lnTo>
                    <a:pt x="9144" y="1746504"/>
                  </a:lnTo>
                  <a:lnTo>
                    <a:pt x="10668" y="1743456"/>
                  </a:lnTo>
                  <a:lnTo>
                    <a:pt x="10668" y="1702308"/>
                  </a:lnTo>
                  <a:lnTo>
                    <a:pt x="9144" y="1699260"/>
                  </a:lnTo>
                  <a:close/>
                </a:path>
                <a:path w="10795" h="3729354">
                  <a:moveTo>
                    <a:pt x="9144" y="1769364"/>
                  </a:moveTo>
                  <a:lnTo>
                    <a:pt x="1524" y="1769364"/>
                  </a:lnTo>
                  <a:lnTo>
                    <a:pt x="0" y="1772412"/>
                  </a:lnTo>
                  <a:lnTo>
                    <a:pt x="0" y="1815084"/>
                  </a:lnTo>
                  <a:lnTo>
                    <a:pt x="1524" y="1816608"/>
                  </a:lnTo>
                  <a:lnTo>
                    <a:pt x="9144" y="1816608"/>
                  </a:lnTo>
                  <a:lnTo>
                    <a:pt x="10668" y="1815084"/>
                  </a:lnTo>
                  <a:lnTo>
                    <a:pt x="10668" y="1772412"/>
                  </a:lnTo>
                  <a:lnTo>
                    <a:pt x="9144" y="1769364"/>
                  </a:lnTo>
                  <a:close/>
                </a:path>
                <a:path w="10795" h="3729354">
                  <a:moveTo>
                    <a:pt x="9144" y="1840992"/>
                  </a:moveTo>
                  <a:lnTo>
                    <a:pt x="1524" y="1840992"/>
                  </a:lnTo>
                  <a:lnTo>
                    <a:pt x="0" y="1844040"/>
                  </a:lnTo>
                  <a:lnTo>
                    <a:pt x="0" y="1885188"/>
                  </a:lnTo>
                  <a:lnTo>
                    <a:pt x="1524" y="1888236"/>
                  </a:lnTo>
                  <a:lnTo>
                    <a:pt x="9144" y="1888236"/>
                  </a:lnTo>
                  <a:lnTo>
                    <a:pt x="10668" y="1885188"/>
                  </a:lnTo>
                  <a:lnTo>
                    <a:pt x="10668" y="1844040"/>
                  </a:lnTo>
                  <a:lnTo>
                    <a:pt x="9144" y="1840992"/>
                  </a:lnTo>
                  <a:close/>
                </a:path>
                <a:path w="10795" h="3729354">
                  <a:moveTo>
                    <a:pt x="9144" y="1911096"/>
                  </a:moveTo>
                  <a:lnTo>
                    <a:pt x="1524" y="1911096"/>
                  </a:lnTo>
                  <a:lnTo>
                    <a:pt x="0" y="1914144"/>
                  </a:lnTo>
                  <a:lnTo>
                    <a:pt x="0" y="1956816"/>
                  </a:lnTo>
                  <a:lnTo>
                    <a:pt x="1524" y="1958340"/>
                  </a:lnTo>
                  <a:lnTo>
                    <a:pt x="9144" y="1958340"/>
                  </a:lnTo>
                  <a:lnTo>
                    <a:pt x="10668" y="1956816"/>
                  </a:lnTo>
                  <a:lnTo>
                    <a:pt x="10668" y="1914144"/>
                  </a:lnTo>
                  <a:lnTo>
                    <a:pt x="9144" y="1911096"/>
                  </a:lnTo>
                  <a:close/>
                </a:path>
                <a:path w="10795" h="3729354">
                  <a:moveTo>
                    <a:pt x="9144" y="1982724"/>
                  </a:moveTo>
                  <a:lnTo>
                    <a:pt x="1524" y="1982724"/>
                  </a:lnTo>
                  <a:lnTo>
                    <a:pt x="0" y="1985772"/>
                  </a:lnTo>
                  <a:lnTo>
                    <a:pt x="0" y="2026920"/>
                  </a:lnTo>
                  <a:lnTo>
                    <a:pt x="1524" y="2029968"/>
                  </a:lnTo>
                  <a:lnTo>
                    <a:pt x="9144" y="2029968"/>
                  </a:lnTo>
                  <a:lnTo>
                    <a:pt x="10668" y="2026920"/>
                  </a:lnTo>
                  <a:lnTo>
                    <a:pt x="10668" y="1985772"/>
                  </a:lnTo>
                  <a:lnTo>
                    <a:pt x="9144" y="1982724"/>
                  </a:lnTo>
                  <a:close/>
                </a:path>
                <a:path w="10795" h="3729354">
                  <a:moveTo>
                    <a:pt x="9144" y="2052828"/>
                  </a:moveTo>
                  <a:lnTo>
                    <a:pt x="1524" y="2052828"/>
                  </a:lnTo>
                  <a:lnTo>
                    <a:pt x="0" y="2055876"/>
                  </a:lnTo>
                  <a:lnTo>
                    <a:pt x="0" y="2098548"/>
                  </a:lnTo>
                  <a:lnTo>
                    <a:pt x="1524" y="2100072"/>
                  </a:lnTo>
                  <a:lnTo>
                    <a:pt x="9144" y="2100072"/>
                  </a:lnTo>
                  <a:lnTo>
                    <a:pt x="10668" y="2098548"/>
                  </a:lnTo>
                  <a:lnTo>
                    <a:pt x="10668" y="2055876"/>
                  </a:lnTo>
                  <a:lnTo>
                    <a:pt x="9144" y="2052828"/>
                  </a:lnTo>
                  <a:close/>
                </a:path>
                <a:path w="10795" h="3729354">
                  <a:moveTo>
                    <a:pt x="9144" y="2124456"/>
                  </a:moveTo>
                  <a:lnTo>
                    <a:pt x="1524" y="2124456"/>
                  </a:lnTo>
                  <a:lnTo>
                    <a:pt x="0" y="2125980"/>
                  </a:lnTo>
                  <a:lnTo>
                    <a:pt x="0" y="2168652"/>
                  </a:lnTo>
                  <a:lnTo>
                    <a:pt x="1524" y="2171700"/>
                  </a:lnTo>
                  <a:lnTo>
                    <a:pt x="9144" y="2171700"/>
                  </a:lnTo>
                  <a:lnTo>
                    <a:pt x="10668" y="2168652"/>
                  </a:lnTo>
                  <a:lnTo>
                    <a:pt x="10668" y="2125980"/>
                  </a:lnTo>
                  <a:lnTo>
                    <a:pt x="9144" y="2124456"/>
                  </a:lnTo>
                  <a:close/>
                </a:path>
                <a:path w="10795" h="3729354">
                  <a:moveTo>
                    <a:pt x="9144" y="2194560"/>
                  </a:moveTo>
                  <a:lnTo>
                    <a:pt x="1524" y="2194560"/>
                  </a:lnTo>
                  <a:lnTo>
                    <a:pt x="0" y="2197608"/>
                  </a:lnTo>
                  <a:lnTo>
                    <a:pt x="0" y="2238756"/>
                  </a:lnTo>
                  <a:lnTo>
                    <a:pt x="1524" y="2241804"/>
                  </a:lnTo>
                  <a:lnTo>
                    <a:pt x="9144" y="2241804"/>
                  </a:lnTo>
                  <a:lnTo>
                    <a:pt x="10668" y="2238756"/>
                  </a:lnTo>
                  <a:lnTo>
                    <a:pt x="10668" y="2197608"/>
                  </a:lnTo>
                  <a:lnTo>
                    <a:pt x="9144" y="2194560"/>
                  </a:lnTo>
                  <a:close/>
                </a:path>
                <a:path w="10795" h="3729354">
                  <a:moveTo>
                    <a:pt x="9144" y="2266188"/>
                  </a:moveTo>
                  <a:lnTo>
                    <a:pt x="1524" y="2266188"/>
                  </a:lnTo>
                  <a:lnTo>
                    <a:pt x="0" y="2267712"/>
                  </a:lnTo>
                  <a:lnTo>
                    <a:pt x="0" y="2310384"/>
                  </a:lnTo>
                  <a:lnTo>
                    <a:pt x="1524" y="2313432"/>
                  </a:lnTo>
                  <a:lnTo>
                    <a:pt x="9144" y="2313432"/>
                  </a:lnTo>
                  <a:lnTo>
                    <a:pt x="10668" y="2310384"/>
                  </a:lnTo>
                  <a:lnTo>
                    <a:pt x="10668" y="2267712"/>
                  </a:lnTo>
                  <a:lnTo>
                    <a:pt x="9144" y="2266188"/>
                  </a:lnTo>
                  <a:close/>
                </a:path>
                <a:path w="10795" h="3729354">
                  <a:moveTo>
                    <a:pt x="9144" y="2336292"/>
                  </a:moveTo>
                  <a:lnTo>
                    <a:pt x="1524" y="2336292"/>
                  </a:lnTo>
                  <a:lnTo>
                    <a:pt x="0" y="2339340"/>
                  </a:lnTo>
                  <a:lnTo>
                    <a:pt x="0" y="2380488"/>
                  </a:lnTo>
                  <a:lnTo>
                    <a:pt x="1524" y="2383536"/>
                  </a:lnTo>
                  <a:lnTo>
                    <a:pt x="9144" y="2383536"/>
                  </a:lnTo>
                  <a:lnTo>
                    <a:pt x="10668" y="2380488"/>
                  </a:lnTo>
                  <a:lnTo>
                    <a:pt x="10668" y="2339340"/>
                  </a:lnTo>
                  <a:lnTo>
                    <a:pt x="9144" y="2336292"/>
                  </a:lnTo>
                  <a:close/>
                </a:path>
                <a:path w="10795" h="3729354">
                  <a:moveTo>
                    <a:pt x="9144" y="2407920"/>
                  </a:moveTo>
                  <a:lnTo>
                    <a:pt x="1524" y="2407920"/>
                  </a:lnTo>
                  <a:lnTo>
                    <a:pt x="0" y="2409444"/>
                  </a:lnTo>
                  <a:lnTo>
                    <a:pt x="0" y="2452116"/>
                  </a:lnTo>
                  <a:lnTo>
                    <a:pt x="1524" y="2455164"/>
                  </a:lnTo>
                  <a:lnTo>
                    <a:pt x="9144" y="2455164"/>
                  </a:lnTo>
                  <a:lnTo>
                    <a:pt x="10668" y="2452116"/>
                  </a:lnTo>
                  <a:lnTo>
                    <a:pt x="10668" y="2409444"/>
                  </a:lnTo>
                  <a:lnTo>
                    <a:pt x="9144" y="2407920"/>
                  </a:lnTo>
                  <a:close/>
                </a:path>
                <a:path w="10795" h="3729354">
                  <a:moveTo>
                    <a:pt x="9144" y="2478024"/>
                  </a:moveTo>
                  <a:lnTo>
                    <a:pt x="1524" y="2478024"/>
                  </a:lnTo>
                  <a:lnTo>
                    <a:pt x="0" y="2481072"/>
                  </a:lnTo>
                  <a:lnTo>
                    <a:pt x="0" y="2522220"/>
                  </a:lnTo>
                  <a:lnTo>
                    <a:pt x="1524" y="2525268"/>
                  </a:lnTo>
                  <a:lnTo>
                    <a:pt x="9144" y="2525268"/>
                  </a:lnTo>
                  <a:lnTo>
                    <a:pt x="10668" y="2522220"/>
                  </a:lnTo>
                  <a:lnTo>
                    <a:pt x="10668" y="2481072"/>
                  </a:lnTo>
                  <a:lnTo>
                    <a:pt x="9144" y="2478024"/>
                  </a:lnTo>
                  <a:close/>
                </a:path>
                <a:path w="10795" h="3729354">
                  <a:moveTo>
                    <a:pt x="9144" y="2549652"/>
                  </a:moveTo>
                  <a:lnTo>
                    <a:pt x="1524" y="2549652"/>
                  </a:lnTo>
                  <a:lnTo>
                    <a:pt x="0" y="2551176"/>
                  </a:lnTo>
                  <a:lnTo>
                    <a:pt x="0" y="2593848"/>
                  </a:lnTo>
                  <a:lnTo>
                    <a:pt x="1524" y="2596896"/>
                  </a:lnTo>
                  <a:lnTo>
                    <a:pt x="9144" y="2596896"/>
                  </a:lnTo>
                  <a:lnTo>
                    <a:pt x="10668" y="2593848"/>
                  </a:lnTo>
                  <a:lnTo>
                    <a:pt x="10668" y="2551176"/>
                  </a:lnTo>
                  <a:lnTo>
                    <a:pt x="9144" y="2549652"/>
                  </a:lnTo>
                  <a:close/>
                </a:path>
                <a:path w="10795" h="3729354">
                  <a:moveTo>
                    <a:pt x="9144" y="2619756"/>
                  </a:moveTo>
                  <a:lnTo>
                    <a:pt x="1524" y="2619756"/>
                  </a:lnTo>
                  <a:lnTo>
                    <a:pt x="0" y="2622804"/>
                  </a:lnTo>
                  <a:lnTo>
                    <a:pt x="0" y="2663952"/>
                  </a:lnTo>
                  <a:lnTo>
                    <a:pt x="1524" y="2667000"/>
                  </a:lnTo>
                  <a:lnTo>
                    <a:pt x="9144" y="2667000"/>
                  </a:lnTo>
                  <a:lnTo>
                    <a:pt x="10668" y="2663952"/>
                  </a:lnTo>
                  <a:lnTo>
                    <a:pt x="10668" y="2622804"/>
                  </a:lnTo>
                  <a:lnTo>
                    <a:pt x="9144" y="2619756"/>
                  </a:lnTo>
                  <a:close/>
                </a:path>
                <a:path w="10795" h="3729354">
                  <a:moveTo>
                    <a:pt x="9144" y="2689860"/>
                  </a:moveTo>
                  <a:lnTo>
                    <a:pt x="1524" y="2689860"/>
                  </a:lnTo>
                  <a:lnTo>
                    <a:pt x="0" y="2692908"/>
                  </a:lnTo>
                  <a:lnTo>
                    <a:pt x="0" y="2735580"/>
                  </a:lnTo>
                  <a:lnTo>
                    <a:pt x="1524" y="2737104"/>
                  </a:lnTo>
                  <a:lnTo>
                    <a:pt x="9144" y="2737104"/>
                  </a:lnTo>
                  <a:lnTo>
                    <a:pt x="10668" y="2735580"/>
                  </a:lnTo>
                  <a:lnTo>
                    <a:pt x="10668" y="2692908"/>
                  </a:lnTo>
                  <a:lnTo>
                    <a:pt x="9144" y="2689860"/>
                  </a:lnTo>
                  <a:close/>
                </a:path>
                <a:path w="10795" h="3729354">
                  <a:moveTo>
                    <a:pt x="9144" y="2761488"/>
                  </a:moveTo>
                  <a:lnTo>
                    <a:pt x="1524" y="2761488"/>
                  </a:lnTo>
                  <a:lnTo>
                    <a:pt x="0" y="2764536"/>
                  </a:lnTo>
                  <a:lnTo>
                    <a:pt x="0" y="2805684"/>
                  </a:lnTo>
                  <a:lnTo>
                    <a:pt x="1524" y="2808732"/>
                  </a:lnTo>
                  <a:lnTo>
                    <a:pt x="9144" y="2808732"/>
                  </a:lnTo>
                  <a:lnTo>
                    <a:pt x="10668" y="2805684"/>
                  </a:lnTo>
                  <a:lnTo>
                    <a:pt x="10668" y="2764536"/>
                  </a:lnTo>
                  <a:lnTo>
                    <a:pt x="9144" y="2761488"/>
                  </a:lnTo>
                  <a:close/>
                </a:path>
                <a:path w="10795" h="3729354">
                  <a:moveTo>
                    <a:pt x="9144" y="2831592"/>
                  </a:moveTo>
                  <a:lnTo>
                    <a:pt x="1524" y="2831592"/>
                  </a:lnTo>
                  <a:lnTo>
                    <a:pt x="0" y="2834640"/>
                  </a:lnTo>
                  <a:lnTo>
                    <a:pt x="0" y="2877312"/>
                  </a:lnTo>
                  <a:lnTo>
                    <a:pt x="1524" y="2878836"/>
                  </a:lnTo>
                  <a:lnTo>
                    <a:pt x="9144" y="2878836"/>
                  </a:lnTo>
                  <a:lnTo>
                    <a:pt x="10668" y="2877312"/>
                  </a:lnTo>
                  <a:lnTo>
                    <a:pt x="10668" y="2834640"/>
                  </a:lnTo>
                  <a:lnTo>
                    <a:pt x="9144" y="2831592"/>
                  </a:lnTo>
                  <a:close/>
                </a:path>
                <a:path w="10795" h="3729354">
                  <a:moveTo>
                    <a:pt x="9144" y="2903220"/>
                  </a:moveTo>
                  <a:lnTo>
                    <a:pt x="1524" y="2903220"/>
                  </a:lnTo>
                  <a:lnTo>
                    <a:pt x="0" y="2906268"/>
                  </a:lnTo>
                  <a:lnTo>
                    <a:pt x="0" y="2947416"/>
                  </a:lnTo>
                  <a:lnTo>
                    <a:pt x="1524" y="2950464"/>
                  </a:lnTo>
                  <a:lnTo>
                    <a:pt x="9144" y="2950464"/>
                  </a:lnTo>
                  <a:lnTo>
                    <a:pt x="10668" y="2947416"/>
                  </a:lnTo>
                  <a:lnTo>
                    <a:pt x="10668" y="2906268"/>
                  </a:lnTo>
                  <a:lnTo>
                    <a:pt x="9144" y="2903220"/>
                  </a:lnTo>
                  <a:close/>
                </a:path>
                <a:path w="10795" h="3729354">
                  <a:moveTo>
                    <a:pt x="9144" y="2973324"/>
                  </a:moveTo>
                  <a:lnTo>
                    <a:pt x="1524" y="2973324"/>
                  </a:lnTo>
                  <a:lnTo>
                    <a:pt x="0" y="2976372"/>
                  </a:lnTo>
                  <a:lnTo>
                    <a:pt x="0" y="3019044"/>
                  </a:lnTo>
                  <a:lnTo>
                    <a:pt x="1524" y="3020568"/>
                  </a:lnTo>
                  <a:lnTo>
                    <a:pt x="9144" y="3020568"/>
                  </a:lnTo>
                  <a:lnTo>
                    <a:pt x="10668" y="3019044"/>
                  </a:lnTo>
                  <a:lnTo>
                    <a:pt x="10668" y="2976372"/>
                  </a:lnTo>
                  <a:lnTo>
                    <a:pt x="9144" y="2973324"/>
                  </a:lnTo>
                  <a:close/>
                </a:path>
                <a:path w="10795" h="3729354">
                  <a:moveTo>
                    <a:pt x="9144" y="3044952"/>
                  </a:moveTo>
                  <a:lnTo>
                    <a:pt x="1524" y="3044952"/>
                  </a:lnTo>
                  <a:lnTo>
                    <a:pt x="0" y="3048000"/>
                  </a:lnTo>
                  <a:lnTo>
                    <a:pt x="0" y="3089148"/>
                  </a:lnTo>
                  <a:lnTo>
                    <a:pt x="1524" y="3092196"/>
                  </a:lnTo>
                  <a:lnTo>
                    <a:pt x="9144" y="3092196"/>
                  </a:lnTo>
                  <a:lnTo>
                    <a:pt x="10668" y="3089148"/>
                  </a:lnTo>
                  <a:lnTo>
                    <a:pt x="10668" y="3048000"/>
                  </a:lnTo>
                  <a:lnTo>
                    <a:pt x="9144" y="3044952"/>
                  </a:lnTo>
                  <a:close/>
                </a:path>
                <a:path w="10795" h="3729354">
                  <a:moveTo>
                    <a:pt x="9144" y="3115056"/>
                  </a:moveTo>
                  <a:lnTo>
                    <a:pt x="1524" y="3115056"/>
                  </a:lnTo>
                  <a:lnTo>
                    <a:pt x="0" y="3118104"/>
                  </a:lnTo>
                  <a:lnTo>
                    <a:pt x="0" y="3160776"/>
                  </a:lnTo>
                  <a:lnTo>
                    <a:pt x="1524" y="3162300"/>
                  </a:lnTo>
                  <a:lnTo>
                    <a:pt x="9144" y="3162300"/>
                  </a:lnTo>
                  <a:lnTo>
                    <a:pt x="10668" y="3160776"/>
                  </a:lnTo>
                  <a:lnTo>
                    <a:pt x="10668" y="3118104"/>
                  </a:lnTo>
                  <a:lnTo>
                    <a:pt x="9144" y="3115056"/>
                  </a:lnTo>
                  <a:close/>
                </a:path>
                <a:path w="10795" h="3729354">
                  <a:moveTo>
                    <a:pt x="9144" y="3186684"/>
                  </a:moveTo>
                  <a:lnTo>
                    <a:pt x="1524" y="3186684"/>
                  </a:lnTo>
                  <a:lnTo>
                    <a:pt x="0" y="3189732"/>
                  </a:lnTo>
                  <a:lnTo>
                    <a:pt x="0" y="3230880"/>
                  </a:lnTo>
                  <a:lnTo>
                    <a:pt x="1524" y="3233928"/>
                  </a:lnTo>
                  <a:lnTo>
                    <a:pt x="9144" y="3233928"/>
                  </a:lnTo>
                  <a:lnTo>
                    <a:pt x="10668" y="3230880"/>
                  </a:lnTo>
                  <a:lnTo>
                    <a:pt x="10668" y="3189732"/>
                  </a:lnTo>
                  <a:lnTo>
                    <a:pt x="9144" y="3186684"/>
                  </a:lnTo>
                  <a:close/>
                </a:path>
                <a:path w="10795" h="3729354">
                  <a:moveTo>
                    <a:pt x="9144" y="3256788"/>
                  </a:moveTo>
                  <a:lnTo>
                    <a:pt x="1524" y="3256788"/>
                  </a:lnTo>
                  <a:lnTo>
                    <a:pt x="0" y="3259836"/>
                  </a:lnTo>
                  <a:lnTo>
                    <a:pt x="0" y="3302508"/>
                  </a:lnTo>
                  <a:lnTo>
                    <a:pt x="1524" y="3304032"/>
                  </a:lnTo>
                  <a:lnTo>
                    <a:pt x="9144" y="3304032"/>
                  </a:lnTo>
                  <a:lnTo>
                    <a:pt x="10668" y="3302508"/>
                  </a:lnTo>
                  <a:lnTo>
                    <a:pt x="10668" y="3259836"/>
                  </a:lnTo>
                  <a:lnTo>
                    <a:pt x="9144" y="3256788"/>
                  </a:lnTo>
                  <a:close/>
                </a:path>
                <a:path w="10795" h="3729354">
                  <a:moveTo>
                    <a:pt x="9144" y="3328416"/>
                  </a:moveTo>
                  <a:lnTo>
                    <a:pt x="1524" y="3328416"/>
                  </a:lnTo>
                  <a:lnTo>
                    <a:pt x="0" y="3329940"/>
                  </a:lnTo>
                  <a:lnTo>
                    <a:pt x="0" y="3372612"/>
                  </a:lnTo>
                  <a:lnTo>
                    <a:pt x="1524" y="3375660"/>
                  </a:lnTo>
                  <a:lnTo>
                    <a:pt x="9144" y="3375660"/>
                  </a:lnTo>
                  <a:lnTo>
                    <a:pt x="10668" y="3372612"/>
                  </a:lnTo>
                  <a:lnTo>
                    <a:pt x="10668" y="3329940"/>
                  </a:lnTo>
                  <a:lnTo>
                    <a:pt x="9144" y="3328416"/>
                  </a:lnTo>
                  <a:close/>
                </a:path>
                <a:path w="10795" h="3729354">
                  <a:moveTo>
                    <a:pt x="9144" y="3398520"/>
                  </a:moveTo>
                  <a:lnTo>
                    <a:pt x="1524" y="3398520"/>
                  </a:lnTo>
                  <a:lnTo>
                    <a:pt x="0" y="3401568"/>
                  </a:lnTo>
                  <a:lnTo>
                    <a:pt x="0" y="3442716"/>
                  </a:lnTo>
                  <a:lnTo>
                    <a:pt x="1524" y="3445764"/>
                  </a:lnTo>
                  <a:lnTo>
                    <a:pt x="9144" y="3445764"/>
                  </a:lnTo>
                  <a:lnTo>
                    <a:pt x="10668" y="3442716"/>
                  </a:lnTo>
                  <a:lnTo>
                    <a:pt x="10668" y="3401568"/>
                  </a:lnTo>
                  <a:lnTo>
                    <a:pt x="9144" y="3398520"/>
                  </a:lnTo>
                  <a:close/>
                </a:path>
                <a:path w="10795" h="3729354">
                  <a:moveTo>
                    <a:pt x="9144" y="3470148"/>
                  </a:moveTo>
                  <a:lnTo>
                    <a:pt x="1524" y="3470148"/>
                  </a:lnTo>
                  <a:lnTo>
                    <a:pt x="0" y="3471672"/>
                  </a:lnTo>
                  <a:lnTo>
                    <a:pt x="0" y="3514344"/>
                  </a:lnTo>
                  <a:lnTo>
                    <a:pt x="1524" y="3517392"/>
                  </a:lnTo>
                  <a:lnTo>
                    <a:pt x="9144" y="3517392"/>
                  </a:lnTo>
                  <a:lnTo>
                    <a:pt x="10668" y="3514344"/>
                  </a:lnTo>
                  <a:lnTo>
                    <a:pt x="10668" y="3471672"/>
                  </a:lnTo>
                  <a:lnTo>
                    <a:pt x="9144" y="3470148"/>
                  </a:lnTo>
                  <a:close/>
                </a:path>
                <a:path w="10795" h="3729354">
                  <a:moveTo>
                    <a:pt x="9144" y="3540252"/>
                  </a:moveTo>
                  <a:lnTo>
                    <a:pt x="1524" y="3540252"/>
                  </a:lnTo>
                  <a:lnTo>
                    <a:pt x="0" y="3543300"/>
                  </a:lnTo>
                  <a:lnTo>
                    <a:pt x="0" y="3584448"/>
                  </a:lnTo>
                  <a:lnTo>
                    <a:pt x="1524" y="3587496"/>
                  </a:lnTo>
                  <a:lnTo>
                    <a:pt x="9144" y="3587496"/>
                  </a:lnTo>
                  <a:lnTo>
                    <a:pt x="10668" y="3584448"/>
                  </a:lnTo>
                  <a:lnTo>
                    <a:pt x="10668" y="3543300"/>
                  </a:lnTo>
                  <a:lnTo>
                    <a:pt x="9144" y="3540252"/>
                  </a:lnTo>
                  <a:close/>
                </a:path>
                <a:path w="10795" h="3729354">
                  <a:moveTo>
                    <a:pt x="9144" y="3611880"/>
                  </a:moveTo>
                  <a:lnTo>
                    <a:pt x="1524" y="3611880"/>
                  </a:lnTo>
                  <a:lnTo>
                    <a:pt x="0" y="3613404"/>
                  </a:lnTo>
                  <a:lnTo>
                    <a:pt x="0" y="3656076"/>
                  </a:lnTo>
                  <a:lnTo>
                    <a:pt x="1524" y="3659124"/>
                  </a:lnTo>
                  <a:lnTo>
                    <a:pt x="9144" y="3659124"/>
                  </a:lnTo>
                  <a:lnTo>
                    <a:pt x="10668" y="3656076"/>
                  </a:lnTo>
                  <a:lnTo>
                    <a:pt x="10668" y="3613404"/>
                  </a:lnTo>
                  <a:lnTo>
                    <a:pt x="9144" y="3611880"/>
                  </a:lnTo>
                  <a:close/>
                </a:path>
                <a:path w="10795" h="3729354">
                  <a:moveTo>
                    <a:pt x="9144" y="3681984"/>
                  </a:moveTo>
                  <a:lnTo>
                    <a:pt x="1524" y="3681984"/>
                  </a:lnTo>
                  <a:lnTo>
                    <a:pt x="0" y="3685032"/>
                  </a:lnTo>
                  <a:lnTo>
                    <a:pt x="0" y="3726180"/>
                  </a:lnTo>
                  <a:lnTo>
                    <a:pt x="1524" y="3729228"/>
                  </a:lnTo>
                  <a:lnTo>
                    <a:pt x="9144" y="3729228"/>
                  </a:lnTo>
                  <a:lnTo>
                    <a:pt x="10668" y="3726180"/>
                  </a:lnTo>
                  <a:lnTo>
                    <a:pt x="10668" y="3685032"/>
                  </a:lnTo>
                  <a:lnTo>
                    <a:pt x="9144" y="3681984"/>
                  </a:lnTo>
                  <a:close/>
                </a:path>
              </a:pathLst>
            </a:custGeom>
            <a:solidFill>
              <a:srgbClr val="9A9A9A"/>
            </a:solidFill>
          </p:spPr>
          <p:txBody>
            <a:bodyPr wrap="square" lIns="0" tIns="0" rIns="0" bIns="0" rtlCol="0"/>
            <a:lstStyle/>
            <a:p>
              <a:endParaRPr/>
            </a:p>
          </p:txBody>
        </p:sp>
        <p:sp>
          <p:nvSpPr>
            <p:cNvPr id="12" name="object 12"/>
            <p:cNvSpPr/>
            <p:nvPr/>
          </p:nvSpPr>
          <p:spPr>
            <a:xfrm>
              <a:off x="7155179" y="1487424"/>
              <a:ext cx="373380" cy="151130"/>
            </a:xfrm>
            <a:custGeom>
              <a:avLst/>
              <a:gdLst/>
              <a:ahLst/>
              <a:cxnLst/>
              <a:rect l="l" t="t" r="r" b="b"/>
              <a:pathLst>
                <a:path w="373379" h="151130">
                  <a:moveTo>
                    <a:pt x="0" y="150875"/>
                  </a:moveTo>
                  <a:lnTo>
                    <a:pt x="0" y="0"/>
                  </a:lnTo>
                  <a:lnTo>
                    <a:pt x="373379" y="0"/>
                  </a:lnTo>
                  <a:lnTo>
                    <a:pt x="373379" y="150875"/>
                  </a:lnTo>
                </a:path>
              </a:pathLst>
            </a:custGeom>
            <a:ln w="19811">
              <a:solidFill>
                <a:srgbClr val="800000"/>
              </a:solidFill>
            </a:ln>
          </p:spPr>
          <p:txBody>
            <a:bodyPr wrap="square" lIns="0" tIns="0" rIns="0" bIns="0" rtlCol="0"/>
            <a:lstStyle/>
            <a:p>
              <a:endParaRPr/>
            </a:p>
          </p:txBody>
        </p:sp>
        <p:sp>
          <p:nvSpPr>
            <p:cNvPr id="13" name="object 13"/>
            <p:cNvSpPr/>
            <p:nvPr/>
          </p:nvSpPr>
          <p:spPr>
            <a:xfrm>
              <a:off x="8275319" y="1487424"/>
              <a:ext cx="45720" cy="151130"/>
            </a:xfrm>
            <a:custGeom>
              <a:avLst/>
              <a:gdLst/>
              <a:ahLst/>
              <a:cxnLst/>
              <a:rect l="l" t="t" r="r" b="b"/>
              <a:pathLst>
                <a:path w="45720" h="151130">
                  <a:moveTo>
                    <a:pt x="0" y="150875"/>
                  </a:moveTo>
                  <a:lnTo>
                    <a:pt x="0" y="0"/>
                  </a:lnTo>
                  <a:lnTo>
                    <a:pt x="45719" y="0"/>
                  </a:lnTo>
                </a:path>
              </a:pathLst>
            </a:custGeom>
            <a:ln w="19811">
              <a:solidFill>
                <a:srgbClr val="800000"/>
              </a:solidFill>
            </a:ln>
          </p:spPr>
          <p:txBody>
            <a:bodyPr wrap="square" lIns="0" tIns="0" rIns="0" bIns="0" rtlCol="0"/>
            <a:lstStyle/>
            <a:p>
              <a:endParaRPr/>
            </a:p>
          </p:txBody>
        </p:sp>
        <p:sp>
          <p:nvSpPr>
            <p:cNvPr id="14" name="object 14"/>
            <p:cNvSpPr/>
            <p:nvPr/>
          </p:nvSpPr>
          <p:spPr>
            <a:xfrm>
              <a:off x="7528559" y="1635252"/>
              <a:ext cx="746760" cy="0"/>
            </a:xfrm>
            <a:custGeom>
              <a:avLst/>
              <a:gdLst/>
              <a:ahLst/>
              <a:cxnLst/>
              <a:rect l="l" t="t" r="r" b="b"/>
              <a:pathLst>
                <a:path w="746759">
                  <a:moveTo>
                    <a:pt x="0" y="0"/>
                  </a:moveTo>
                  <a:lnTo>
                    <a:pt x="746759" y="0"/>
                  </a:lnTo>
                </a:path>
              </a:pathLst>
            </a:custGeom>
            <a:ln w="19811">
              <a:solidFill>
                <a:srgbClr val="800000"/>
              </a:solidFill>
            </a:ln>
          </p:spPr>
          <p:txBody>
            <a:bodyPr wrap="square" lIns="0" tIns="0" rIns="0" bIns="0" rtlCol="0"/>
            <a:lstStyle/>
            <a:p>
              <a:endParaRPr/>
            </a:p>
          </p:txBody>
        </p:sp>
        <p:sp>
          <p:nvSpPr>
            <p:cNvPr id="15" name="object 15"/>
            <p:cNvSpPr/>
            <p:nvPr/>
          </p:nvSpPr>
          <p:spPr>
            <a:xfrm>
              <a:off x="7342631" y="1979676"/>
              <a:ext cx="978535" cy="12700"/>
            </a:xfrm>
            <a:custGeom>
              <a:avLst/>
              <a:gdLst/>
              <a:ahLst/>
              <a:cxnLst/>
              <a:rect l="l" t="t" r="r" b="b"/>
              <a:pathLst>
                <a:path w="978534" h="12700">
                  <a:moveTo>
                    <a:pt x="0" y="0"/>
                  </a:moveTo>
                  <a:lnTo>
                    <a:pt x="978407" y="0"/>
                  </a:lnTo>
                  <a:lnTo>
                    <a:pt x="978407" y="12192"/>
                  </a:lnTo>
                  <a:lnTo>
                    <a:pt x="0" y="12192"/>
                  </a:lnTo>
                  <a:lnTo>
                    <a:pt x="0" y="0"/>
                  </a:lnTo>
                  <a:close/>
                </a:path>
              </a:pathLst>
            </a:custGeom>
            <a:solidFill>
              <a:srgbClr val="666666"/>
            </a:solidFill>
          </p:spPr>
          <p:txBody>
            <a:bodyPr wrap="square" lIns="0" tIns="0" rIns="0" bIns="0" rtlCol="0"/>
            <a:lstStyle/>
            <a:p>
              <a:endParaRPr/>
            </a:p>
          </p:txBody>
        </p:sp>
        <p:sp>
          <p:nvSpPr>
            <p:cNvPr id="16" name="object 16"/>
            <p:cNvSpPr/>
            <p:nvPr/>
          </p:nvSpPr>
          <p:spPr>
            <a:xfrm>
              <a:off x="7342631" y="1834895"/>
              <a:ext cx="372110" cy="151130"/>
            </a:xfrm>
            <a:custGeom>
              <a:avLst/>
              <a:gdLst/>
              <a:ahLst/>
              <a:cxnLst/>
              <a:rect l="l" t="t" r="r" b="b"/>
              <a:pathLst>
                <a:path w="372109" h="151130">
                  <a:moveTo>
                    <a:pt x="0" y="150875"/>
                  </a:moveTo>
                  <a:lnTo>
                    <a:pt x="0" y="0"/>
                  </a:lnTo>
                  <a:lnTo>
                    <a:pt x="371855" y="0"/>
                  </a:lnTo>
                  <a:lnTo>
                    <a:pt x="371855" y="150875"/>
                  </a:lnTo>
                </a:path>
              </a:pathLst>
            </a:custGeom>
            <a:ln w="19811">
              <a:solidFill>
                <a:srgbClr val="800000"/>
              </a:solidFill>
            </a:ln>
          </p:spPr>
          <p:txBody>
            <a:bodyPr wrap="square" lIns="0" tIns="0" rIns="0" bIns="0" rtlCol="0"/>
            <a:lstStyle/>
            <a:p>
              <a:endParaRPr/>
            </a:p>
          </p:txBody>
        </p:sp>
        <p:sp>
          <p:nvSpPr>
            <p:cNvPr id="17" name="object 17"/>
            <p:cNvSpPr/>
            <p:nvPr/>
          </p:nvSpPr>
          <p:spPr>
            <a:xfrm>
              <a:off x="7714487" y="1972818"/>
              <a:ext cx="607060" cy="20320"/>
            </a:xfrm>
            <a:custGeom>
              <a:avLst/>
              <a:gdLst/>
              <a:ahLst/>
              <a:cxnLst/>
              <a:rect l="l" t="t" r="r" b="b"/>
              <a:pathLst>
                <a:path w="607059" h="20319">
                  <a:moveTo>
                    <a:pt x="0" y="0"/>
                  </a:moveTo>
                  <a:lnTo>
                    <a:pt x="606551" y="0"/>
                  </a:lnTo>
                  <a:lnTo>
                    <a:pt x="606551" y="19812"/>
                  </a:lnTo>
                  <a:lnTo>
                    <a:pt x="0" y="19812"/>
                  </a:lnTo>
                  <a:lnTo>
                    <a:pt x="0" y="0"/>
                  </a:lnTo>
                  <a:close/>
                </a:path>
              </a:pathLst>
            </a:custGeom>
            <a:solidFill>
              <a:srgbClr val="800000"/>
            </a:solidFill>
          </p:spPr>
          <p:txBody>
            <a:bodyPr wrap="square" lIns="0" tIns="0" rIns="0" bIns="0" rtlCol="0"/>
            <a:lstStyle/>
            <a:p>
              <a:endParaRPr/>
            </a:p>
          </p:txBody>
        </p:sp>
        <p:sp>
          <p:nvSpPr>
            <p:cNvPr id="18" name="object 18"/>
            <p:cNvSpPr/>
            <p:nvPr/>
          </p:nvSpPr>
          <p:spPr>
            <a:xfrm>
              <a:off x="7155179" y="1985772"/>
              <a:ext cx="746760" cy="347980"/>
            </a:xfrm>
            <a:custGeom>
              <a:avLst/>
              <a:gdLst/>
              <a:ahLst/>
              <a:cxnLst/>
              <a:rect l="l" t="t" r="r" b="b"/>
              <a:pathLst>
                <a:path w="746759" h="347980">
                  <a:moveTo>
                    <a:pt x="0" y="0"/>
                  </a:moveTo>
                  <a:lnTo>
                    <a:pt x="187451" y="0"/>
                  </a:lnTo>
                </a:path>
                <a:path w="746759" h="347980">
                  <a:moveTo>
                    <a:pt x="373379" y="347471"/>
                  </a:moveTo>
                  <a:lnTo>
                    <a:pt x="373379" y="196595"/>
                  </a:lnTo>
                  <a:lnTo>
                    <a:pt x="746759" y="196595"/>
                  </a:lnTo>
                  <a:lnTo>
                    <a:pt x="746759" y="347471"/>
                  </a:lnTo>
                </a:path>
              </a:pathLst>
            </a:custGeom>
            <a:ln w="19811">
              <a:solidFill>
                <a:srgbClr val="800000"/>
              </a:solidFill>
            </a:ln>
          </p:spPr>
          <p:txBody>
            <a:bodyPr wrap="square" lIns="0" tIns="0" rIns="0" bIns="0" rtlCol="0"/>
            <a:lstStyle/>
            <a:p>
              <a:endParaRPr/>
            </a:p>
          </p:txBody>
        </p:sp>
        <p:sp>
          <p:nvSpPr>
            <p:cNvPr id="19" name="object 19"/>
            <p:cNvSpPr/>
            <p:nvPr/>
          </p:nvSpPr>
          <p:spPr>
            <a:xfrm>
              <a:off x="7901939" y="2320290"/>
              <a:ext cx="419100" cy="20320"/>
            </a:xfrm>
            <a:custGeom>
              <a:avLst/>
              <a:gdLst/>
              <a:ahLst/>
              <a:cxnLst/>
              <a:rect l="l" t="t" r="r" b="b"/>
              <a:pathLst>
                <a:path w="419100" h="20319">
                  <a:moveTo>
                    <a:pt x="0" y="0"/>
                  </a:moveTo>
                  <a:lnTo>
                    <a:pt x="419099" y="0"/>
                  </a:lnTo>
                  <a:lnTo>
                    <a:pt x="419099" y="19812"/>
                  </a:lnTo>
                  <a:lnTo>
                    <a:pt x="0" y="19812"/>
                  </a:lnTo>
                  <a:lnTo>
                    <a:pt x="0" y="0"/>
                  </a:lnTo>
                  <a:close/>
                </a:path>
              </a:pathLst>
            </a:custGeom>
            <a:solidFill>
              <a:srgbClr val="800000"/>
            </a:solidFill>
          </p:spPr>
          <p:txBody>
            <a:bodyPr wrap="square" lIns="0" tIns="0" rIns="0" bIns="0" rtlCol="0"/>
            <a:lstStyle/>
            <a:p>
              <a:endParaRPr/>
            </a:p>
          </p:txBody>
        </p:sp>
        <p:sp>
          <p:nvSpPr>
            <p:cNvPr id="20" name="object 20"/>
            <p:cNvSpPr/>
            <p:nvPr/>
          </p:nvSpPr>
          <p:spPr>
            <a:xfrm>
              <a:off x="7155179" y="2333244"/>
              <a:ext cx="932815" cy="347980"/>
            </a:xfrm>
            <a:custGeom>
              <a:avLst/>
              <a:gdLst/>
              <a:ahLst/>
              <a:cxnLst/>
              <a:rect l="l" t="t" r="r" b="b"/>
              <a:pathLst>
                <a:path w="932815" h="347980">
                  <a:moveTo>
                    <a:pt x="0" y="0"/>
                  </a:moveTo>
                  <a:lnTo>
                    <a:pt x="373379" y="0"/>
                  </a:lnTo>
                </a:path>
                <a:path w="932815" h="347980">
                  <a:moveTo>
                    <a:pt x="559307" y="347471"/>
                  </a:moveTo>
                  <a:lnTo>
                    <a:pt x="559307" y="196595"/>
                  </a:lnTo>
                  <a:lnTo>
                    <a:pt x="932687" y="196595"/>
                  </a:lnTo>
                  <a:lnTo>
                    <a:pt x="932687" y="347471"/>
                  </a:lnTo>
                </a:path>
              </a:pathLst>
            </a:custGeom>
            <a:ln w="19811">
              <a:solidFill>
                <a:srgbClr val="800000"/>
              </a:solidFill>
            </a:ln>
          </p:spPr>
          <p:txBody>
            <a:bodyPr wrap="square" lIns="0" tIns="0" rIns="0" bIns="0" rtlCol="0"/>
            <a:lstStyle/>
            <a:p>
              <a:endParaRPr/>
            </a:p>
          </p:txBody>
        </p:sp>
        <p:sp>
          <p:nvSpPr>
            <p:cNvPr id="21" name="object 21"/>
            <p:cNvSpPr/>
            <p:nvPr/>
          </p:nvSpPr>
          <p:spPr>
            <a:xfrm>
              <a:off x="8087867" y="2669286"/>
              <a:ext cx="233679" cy="20320"/>
            </a:xfrm>
            <a:custGeom>
              <a:avLst/>
              <a:gdLst/>
              <a:ahLst/>
              <a:cxnLst/>
              <a:rect l="l" t="t" r="r" b="b"/>
              <a:pathLst>
                <a:path w="233679" h="20319">
                  <a:moveTo>
                    <a:pt x="0" y="0"/>
                  </a:moveTo>
                  <a:lnTo>
                    <a:pt x="233171" y="0"/>
                  </a:lnTo>
                  <a:lnTo>
                    <a:pt x="233171" y="19812"/>
                  </a:lnTo>
                  <a:lnTo>
                    <a:pt x="0" y="19812"/>
                  </a:lnTo>
                  <a:lnTo>
                    <a:pt x="0" y="0"/>
                  </a:lnTo>
                  <a:close/>
                </a:path>
              </a:pathLst>
            </a:custGeom>
            <a:solidFill>
              <a:srgbClr val="800000"/>
            </a:solidFill>
          </p:spPr>
          <p:txBody>
            <a:bodyPr wrap="square" lIns="0" tIns="0" rIns="0" bIns="0" rtlCol="0"/>
            <a:lstStyle/>
            <a:p>
              <a:endParaRPr/>
            </a:p>
          </p:txBody>
        </p:sp>
        <p:sp>
          <p:nvSpPr>
            <p:cNvPr id="22" name="object 22"/>
            <p:cNvSpPr/>
            <p:nvPr/>
          </p:nvSpPr>
          <p:spPr>
            <a:xfrm>
              <a:off x="7155179" y="2680716"/>
              <a:ext cx="1120140" cy="347980"/>
            </a:xfrm>
            <a:custGeom>
              <a:avLst/>
              <a:gdLst/>
              <a:ahLst/>
              <a:cxnLst/>
              <a:rect l="l" t="t" r="r" b="b"/>
              <a:pathLst>
                <a:path w="1120140" h="347980">
                  <a:moveTo>
                    <a:pt x="0" y="0"/>
                  </a:moveTo>
                  <a:lnTo>
                    <a:pt x="559307" y="0"/>
                  </a:lnTo>
                </a:path>
                <a:path w="1120140" h="347980">
                  <a:moveTo>
                    <a:pt x="746759" y="347471"/>
                  </a:moveTo>
                  <a:lnTo>
                    <a:pt x="746759" y="196595"/>
                  </a:lnTo>
                  <a:lnTo>
                    <a:pt x="1120139" y="196595"/>
                  </a:lnTo>
                  <a:lnTo>
                    <a:pt x="1120139" y="347471"/>
                  </a:lnTo>
                </a:path>
              </a:pathLst>
            </a:custGeom>
            <a:ln w="19811">
              <a:solidFill>
                <a:srgbClr val="800000"/>
              </a:solidFill>
            </a:ln>
          </p:spPr>
          <p:txBody>
            <a:bodyPr wrap="square" lIns="0" tIns="0" rIns="0" bIns="0" rtlCol="0"/>
            <a:lstStyle/>
            <a:p>
              <a:endParaRPr/>
            </a:p>
          </p:txBody>
        </p:sp>
        <p:sp>
          <p:nvSpPr>
            <p:cNvPr id="23" name="object 23"/>
            <p:cNvSpPr/>
            <p:nvPr/>
          </p:nvSpPr>
          <p:spPr>
            <a:xfrm>
              <a:off x="8275319" y="3016758"/>
              <a:ext cx="45720" cy="20320"/>
            </a:xfrm>
            <a:custGeom>
              <a:avLst/>
              <a:gdLst/>
              <a:ahLst/>
              <a:cxnLst/>
              <a:rect l="l" t="t" r="r" b="b"/>
              <a:pathLst>
                <a:path w="45720" h="20319">
                  <a:moveTo>
                    <a:pt x="0" y="0"/>
                  </a:moveTo>
                  <a:lnTo>
                    <a:pt x="45719" y="0"/>
                  </a:lnTo>
                  <a:lnTo>
                    <a:pt x="45719" y="19812"/>
                  </a:lnTo>
                  <a:lnTo>
                    <a:pt x="0" y="19812"/>
                  </a:lnTo>
                  <a:lnTo>
                    <a:pt x="0" y="0"/>
                  </a:lnTo>
                  <a:close/>
                </a:path>
              </a:pathLst>
            </a:custGeom>
            <a:solidFill>
              <a:srgbClr val="800000"/>
            </a:solidFill>
          </p:spPr>
          <p:txBody>
            <a:bodyPr wrap="square" lIns="0" tIns="0" rIns="0" bIns="0" rtlCol="0"/>
            <a:lstStyle/>
            <a:p>
              <a:endParaRPr/>
            </a:p>
          </p:txBody>
        </p:sp>
        <p:sp>
          <p:nvSpPr>
            <p:cNvPr id="24" name="object 24"/>
            <p:cNvSpPr/>
            <p:nvPr/>
          </p:nvSpPr>
          <p:spPr>
            <a:xfrm>
              <a:off x="7155179" y="3028187"/>
              <a:ext cx="746760" cy="347980"/>
            </a:xfrm>
            <a:custGeom>
              <a:avLst/>
              <a:gdLst/>
              <a:ahLst/>
              <a:cxnLst/>
              <a:rect l="l" t="t" r="r" b="b"/>
              <a:pathLst>
                <a:path w="746759" h="347979">
                  <a:moveTo>
                    <a:pt x="0" y="0"/>
                  </a:moveTo>
                  <a:lnTo>
                    <a:pt x="746759" y="0"/>
                  </a:lnTo>
                </a:path>
                <a:path w="746759" h="347979">
                  <a:moveTo>
                    <a:pt x="187451" y="199643"/>
                  </a:moveTo>
                  <a:lnTo>
                    <a:pt x="187451" y="347471"/>
                  </a:lnTo>
                </a:path>
              </a:pathLst>
            </a:custGeom>
            <a:ln w="19811">
              <a:solidFill>
                <a:srgbClr val="800000"/>
              </a:solidFill>
            </a:ln>
          </p:spPr>
          <p:txBody>
            <a:bodyPr wrap="square" lIns="0" tIns="0" rIns="0" bIns="0" rtlCol="0"/>
            <a:lstStyle/>
            <a:p>
              <a:endParaRPr/>
            </a:p>
          </p:txBody>
        </p:sp>
        <p:sp>
          <p:nvSpPr>
            <p:cNvPr id="25" name="object 25"/>
            <p:cNvSpPr/>
            <p:nvPr/>
          </p:nvSpPr>
          <p:spPr>
            <a:xfrm>
              <a:off x="8087867" y="3226308"/>
              <a:ext cx="233679" cy="149860"/>
            </a:xfrm>
            <a:custGeom>
              <a:avLst/>
              <a:gdLst/>
              <a:ahLst/>
              <a:cxnLst/>
              <a:rect l="l" t="t" r="r" b="b"/>
              <a:pathLst>
                <a:path w="233679" h="149860">
                  <a:moveTo>
                    <a:pt x="0" y="149351"/>
                  </a:moveTo>
                  <a:lnTo>
                    <a:pt x="0" y="0"/>
                  </a:lnTo>
                  <a:lnTo>
                    <a:pt x="233171" y="0"/>
                  </a:lnTo>
                </a:path>
              </a:pathLst>
            </a:custGeom>
            <a:ln w="19811">
              <a:solidFill>
                <a:srgbClr val="800000"/>
              </a:solidFill>
            </a:ln>
          </p:spPr>
          <p:txBody>
            <a:bodyPr wrap="square" lIns="0" tIns="0" rIns="0" bIns="0" rtlCol="0"/>
            <a:lstStyle/>
            <a:p>
              <a:endParaRPr/>
            </a:p>
          </p:txBody>
        </p:sp>
        <p:sp>
          <p:nvSpPr>
            <p:cNvPr id="26" name="object 26"/>
            <p:cNvSpPr/>
            <p:nvPr/>
          </p:nvSpPr>
          <p:spPr>
            <a:xfrm>
              <a:off x="7155179" y="3227831"/>
              <a:ext cx="932815" cy="147955"/>
            </a:xfrm>
            <a:custGeom>
              <a:avLst/>
              <a:gdLst/>
              <a:ahLst/>
              <a:cxnLst/>
              <a:rect l="l" t="t" r="r" b="b"/>
              <a:pathLst>
                <a:path w="932815" h="147954">
                  <a:moveTo>
                    <a:pt x="187451" y="147827"/>
                  </a:moveTo>
                  <a:lnTo>
                    <a:pt x="932687" y="147827"/>
                  </a:lnTo>
                </a:path>
                <a:path w="932815" h="147954">
                  <a:moveTo>
                    <a:pt x="0" y="0"/>
                  </a:moveTo>
                  <a:lnTo>
                    <a:pt x="187451" y="0"/>
                  </a:lnTo>
                </a:path>
              </a:pathLst>
            </a:custGeom>
            <a:ln w="19811">
              <a:solidFill>
                <a:srgbClr val="800000"/>
              </a:solidFill>
            </a:ln>
          </p:spPr>
          <p:txBody>
            <a:bodyPr wrap="square" lIns="0" tIns="0" rIns="0" bIns="0" rtlCol="0"/>
            <a:lstStyle/>
            <a:p>
              <a:endParaRPr/>
            </a:p>
          </p:txBody>
        </p:sp>
        <p:sp>
          <p:nvSpPr>
            <p:cNvPr id="27" name="object 27"/>
            <p:cNvSpPr/>
            <p:nvPr/>
          </p:nvSpPr>
          <p:spPr>
            <a:xfrm>
              <a:off x="7155179" y="3857244"/>
              <a:ext cx="1165860" cy="12700"/>
            </a:xfrm>
            <a:custGeom>
              <a:avLst/>
              <a:gdLst/>
              <a:ahLst/>
              <a:cxnLst/>
              <a:rect l="l" t="t" r="r" b="b"/>
              <a:pathLst>
                <a:path w="1165859" h="12700">
                  <a:moveTo>
                    <a:pt x="0" y="0"/>
                  </a:moveTo>
                  <a:lnTo>
                    <a:pt x="1165859" y="0"/>
                  </a:lnTo>
                  <a:lnTo>
                    <a:pt x="1165859" y="12192"/>
                  </a:lnTo>
                  <a:lnTo>
                    <a:pt x="0" y="12192"/>
                  </a:lnTo>
                  <a:lnTo>
                    <a:pt x="0" y="0"/>
                  </a:lnTo>
                  <a:close/>
                </a:path>
              </a:pathLst>
            </a:custGeom>
            <a:solidFill>
              <a:srgbClr val="666666"/>
            </a:solidFill>
          </p:spPr>
          <p:txBody>
            <a:bodyPr wrap="square" lIns="0" tIns="0" rIns="0" bIns="0" rtlCol="0"/>
            <a:lstStyle/>
            <a:p>
              <a:endParaRPr/>
            </a:p>
          </p:txBody>
        </p:sp>
        <p:sp>
          <p:nvSpPr>
            <p:cNvPr id="28" name="object 28"/>
            <p:cNvSpPr/>
            <p:nvPr/>
          </p:nvSpPr>
          <p:spPr>
            <a:xfrm>
              <a:off x="7155179" y="3677411"/>
              <a:ext cx="1165860" cy="372110"/>
            </a:xfrm>
            <a:custGeom>
              <a:avLst/>
              <a:gdLst/>
              <a:ahLst/>
              <a:cxnLst/>
              <a:rect l="l" t="t" r="r" b="b"/>
              <a:pathLst>
                <a:path w="1165859" h="372110">
                  <a:moveTo>
                    <a:pt x="0" y="185927"/>
                  </a:moveTo>
                  <a:lnTo>
                    <a:pt x="0" y="0"/>
                  </a:lnTo>
                  <a:lnTo>
                    <a:pt x="373379" y="0"/>
                  </a:lnTo>
                  <a:lnTo>
                    <a:pt x="373379" y="185927"/>
                  </a:lnTo>
                  <a:lnTo>
                    <a:pt x="559307" y="185927"/>
                  </a:lnTo>
                  <a:lnTo>
                    <a:pt x="559307" y="371855"/>
                  </a:lnTo>
                  <a:lnTo>
                    <a:pt x="932687" y="371855"/>
                  </a:lnTo>
                  <a:lnTo>
                    <a:pt x="932687" y="185927"/>
                  </a:lnTo>
                  <a:lnTo>
                    <a:pt x="1120139" y="185927"/>
                  </a:lnTo>
                  <a:lnTo>
                    <a:pt x="1120139" y="0"/>
                  </a:lnTo>
                  <a:lnTo>
                    <a:pt x="1165859" y="0"/>
                  </a:lnTo>
                </a:path>
              </a:pathLst>
            </a:custGeom>
            <a:ln w="19811">
              <a:solidFill>
                <a:srgbClr val="FF0000"/>
              </a:solidFill>
            </a:ln>
          </p:spPr>
          <p:txBody>
            <a:bodyPr wrap="square" lIns="0" tIns="0" rIns="0" bIns="0" rtlCol="0"/>
            <a:lstStyle/>
            <a:p>
              <a:endParaRPr/>
            </a:p>
          </p:txBody>
        </p:sp>
        <p:sp>
          <p:nvSpPr>
            <p:cNvPr id="29" name="object 29"/>
            <p:cNvSpPr/>
            <p:nvPr/>
          </p:nvSpPr>
          <p:spPr>
            <a:xfrm>
              <a:off x="6874763" y="1833372"/>
              <a:ext cx="100583" cy="117348"/>
            </a:xfrm>
            <a:prstGeom prst="rect">
              <a:avLst/>
            </a:prstGeom>
            <a:blipFill>
              <a:blip r:embed="rId2" cstate="print"/>
              <a:stretch>
                <a:fillRect/>
              </a:stretch>
            </a:blipFill>
          </p:spPr>
          <p:txBody>
            <a:bodyPr wrap="square" lIns="0" tIns="0" rIns="0" bIns="0" rtlCol="0"/>
            <a:lstStyle/>
            <a:p>
              <a:endParaRPr/>
            </a:p>
          </p:txBody>
        </p:sp>
        <p:sp>
          <p:nvSpPr>
            <p:cNvPr id="30" name="object 30"/>
            <p:cNvSpPr/>
            <p:nvPr/>
          </p:nvSpPr>
          <p:spPr>
            <a:xfrm>
              <a:off x="6972299" y="1924812"/>
              <a:ext cx="135635" cy="82296"/>
            </a:xfrm>
            <a:prstGeom prst="rect">
              <a:avLst/>
            </a:prstGeom>
            <a:blipFill>
              <a:blip r:embed="rId3" cstate="print"/>
              <a:stretch>
                <a:fillRect/>
              </a:stretch>
            </a:blipFill>
          </p:spPr>
          <p:txBody>
            <a:bodyPr wrap="square" lIns="0" tIns="0" rIns="0" bIns="0" rtlCol="0"/>
            <a:lstStyle/>
            <a:p>
              <a:endParaRPr/>
            </a:p>
          </p:txBody>
        </p:sp>
        <p:sp>
          <p:nvSpPr>
            <p:cNvPr id="31" name="object 31"/>
            <p:cNvSpPr/>
            <p:nvPr/>
          </p:nvSpPr>
          <p:spPr>
            <a:xfrm>
              <a:off x="6874763" y="2147316"/>
              <a:ext cx="100583" cy="117348"/>
            </a:xfrm>
            <a:prstGeom prst="rect">
              <a:avLst/>
            </a:prstGeom>
            <a:blipFill>
              <a:blip r:embed="rId2" cstate="print"/>
              <a:stretch>
                <a:fillRect/>
              </a:stretch>
            </a:blipFill>
          </p:spPr>
          <p:txBody>
            <a:bodyPr wrap="square" lIns="0" tIns="0" rIns="0" bIns="0" rtlCol="0"/>
            <a:lstStyle/>
            <a:p>
              <a:endParaRPr/>
            </a:p>
          </p:txBody>
        </p:sp>
        <p:sp>
          <p:nvSpPr>
            <p:cNvPr id="32" name="object 32"/>
            <p:cNvSpPr/>
            <p:nvPr/>
          </p:nvSpPr>
          <p:spPr>
            <a:xfrm>
              <a:off x="6972299" y="2237232"/>
              <a:ext cx="135635" cy="82296"/>
            </a:xfrm>
            <a:prstGeom prst="rect">
              <a:avLst/>
            </a:prstGeom>
            <a:blipFill>
              <a:blip r:embed="rId4" cstate="print"/>
              <a:stretch>
                <a:fillRect/>
              </a:stretch>
            </a:blipFill>
          </p:spPr>
          <p:txBody>
            <a:bodyPr wrap="square" lIns="0" tIns="0" rIns="0" bIns="0" rtlCol="0"/>
            <a:lstStyle/>
            <a:p>
              <a:endParaRPr/>
            </a:p>
          </p:txBody>
        </p:sp>
        <p:sp>
          <p:nvSpPr>
            <p:cNvPr id="33" name="object 33"/>
            <p:cNvSpPr/>
            <p:nvPr/>
          </p:nvSpPr>
          <p:spPr>
            <a:xfrm>
              <a:off x="6777227" y="5489448"/>
              <a:ext cx="131064" cy="141731"/>
            </a:xfrm>
            <a:prstGeom prst="rect">
              <a:avLst/>
            </a:prstGeom>
            <a:blipFill>
              <a:blip r:embed="rId5" cstate="print"/>
              <a:stretch>
                <a:fillRect/>
              </a:stretch>
            </a:blipFill>
          </p:spPr>
          <p:txBody>
            <a:bodyPr wrap="square" lIns="0" tIns="0" rIns="0" bIns="0" rtlCol="0"/>
            <a:lstStyle/>
            <a:p>
              <a:endParaRPr/>
            </a:p>
          </p:txBody>
        </p:sp>
        <p:sp>
          <p:nvSpPr>
            <p:cNvPr id="34" name="object 34"/>
            <p:cNvSpPr/>
            <p:nvPr/>
          </p:nvSpPr>
          <p:spPr>
            <a:xfrm>
              <a:off x="6897623" y="5602224"/>
              <a:ext cx="173735" cy="96012"/>
            </a:xfrm>
            <a:prstGeom prst="rect">
              <a:avLst/>
            </a:prstGeom>
            <a:blipFill>
              <a:blip r:embed="rId6" cstate="print"/>
              <a:stretch>
                <a:fillRect/>
              </a:stretch>
            </a:blipFill>
          </p:spPr>
          <p:txBody>
            <a:bodyPr wrap="square" lIns="0" tIns="0" rIns="0" bIns="0" rtlCol="0"/>
            <a:lstStyle/>
            <a:p>
              <a:endParaRPr/>
            </a:p>
          </p:txBody>
        </p:sp>
        <p:sp>
          <p:nvSpPr>
            <p:cNvPr id="35" name="object 35"/>
            <p:cNvSpPr/>
            <p:nvPr/>
          </p:nvSpPr>
          <p:spPr>
            <a:xfrm>
              <a:off x="7155179" y="4187952"/>
              <a:ext cx="1165860" cy="370840"/>
            </a:xfrm>
            <a:custGeom>
              <a:avLst/>
              <a:gdLst/>
              <a:ahLst/>
              <a:cxnLst/>
              <a:rect l="l" t="t" r="r" b="b"/>
              <a:pathLst>
                <a:path w="1165859" h="370839">
                  <a:moveTo>
                    <a:pt x="0" y="370331"/>
                  </a:moveTo>
                  <a:lnTo>
                    <a:pt x="187451" y="370331"/>
                  </a:lnTo>
                  <a:lnTo>
                    <a:pt x="187451" y="185927"/>
                  </a:lnTo>
                  <a:lnTo>
                    <a:pt x="373379" y="185927"/>
                  </a:lnTo>
                  <a:lnTo>
                    <a:pt x="373379" y="0"/>
                  </a:lnTo>
                  <a:lnTo>
                    <a:pt x="746759" y="0"/>
                  </a:lnTo>
                  <a:lnTo>
                    <a:pt x="746759" y="185927"/>
                  </a:lnTo>
                  <a:lnTo>
                    <a:pt x="932687" y="185927"/>
                  </a:lnTo>
                  <a:lnTo>
                    <a:pt x="932687" y="370331"/>
                  </a:lnTo>
                  <a:lnTo>
                    <a:pt x="1165859" y="370331"/>
                  </a:lnTo>
                </a:path>
              </a:pathLst>
            </a:custGeom>
            <a:ln w="19811">
              <a:solidFill>
                <a:srgbClr val="FF9900"/>
              </a:solidFill>
            </a:ln>
          </p:spPr>
          <p:txBody>
            <a:bodyPr wrap="square" lIns="0" tIns="0" rIns="0" bIns="0" rtlCol="0"/>
            <a:lstStyle/>
            <a:p>
              <a:endParaRPr/>
            </a:p>
          </p:txBody>
        </p:sp>
        <p:sp>
          <p:nvSpPr>
            <p:cNvPr id="36" name="object 36"/>
            <p:cNvSpPr/>
            <p:nvPr/>
          </p:nvSpPr>
          <p:spPr>
            <a:xfrm>
              <a:off x="7155179" y="4876800"/>
              <a:ext cx="1165860" cy="12700"/>
            </a:xfrm>
            <a:custGeom>
              <a:avLst/>
              <a:gdLst/>
              <a:ahLst/>
              <a:cxnLst/>
              <a:rect l="l" t="t" r="r" b="b"/>
              <a:pathLst>
                <a:path w="1165859" h="12700">
                  <a:moveTo>
                    <a:pt x="0" y="0"/>
                  </a:moveTo>
                  <a:lnTo>
                    <a:pt x="1165859" y="0"/>
                  </a:lnTo>
                  <a:lnTo>
                    <a:pt x="1165859" y="12192"/>
                  </a:lnTo>
                  <a:lnTo>
                    <a:pt x="0" y="12192"/>
                  </a:lnTo>
                  <a:lnTo>
                    <a:pt x="0" y="0"/>
                  </a:lnTo>
                  <a:close/>
                </a:path>
              </a:pathLst>
            </a:custGeom>
            <a:solidFill>
              <a:srgbClr val="666666"/>
            </a:solidFill>
          </p:spPr>
          <p:txBody>
            <a:bodyPr wrap="square" lIns="0" tIns="0" rIns="0" bIns="0" rtlCol="0"/>
            <a:lstStyle/>
            <a:p>
              <a:endParaRPr/>
            </a:p>
          </p:txBody>
        </p:sp>
        <p:sp>
          <p:nvSpPr>
            <p:cNvPr id="37" name="object 37"/>
            <p:cNvSpPr/>
            <p:nvPr/>
          </p:nvSpPr>
          <p:spPr>
            <a:xfrm>
              <a:off x="7155179" y="4698491"/>
              <a:ext cx="1165860" cy="370840"/>
            </a:xfrm>
            <a:custGeom>
              <a:avLst/>
              <a:gdLst/>
              <a:ahLst/>
              <a:cxnLst/>
              <a:rect l="l" t="t" r="r" b="b"/>
              <a:pathLst>
                <a:path w="1165859" h="370839">
                  <a:moveTo>
                    <a:pt x="0" y="184403"/>
                  </a:moveTo>
                  <a:lnTo>
                    <a:pt x="187451" y="184403"/>
                  </a:lnTo>
                  <a:lnTo>
                    <a:pt x="187451" y="370331"/>
                  </a:lnTo>
                  <a:lnTo>
                    <a:pt x="559307" y="370331"/>
                  </a:lnTo>
                  <a:lnTo>
                    <a:pt x="559307" y="184403"/>
                  </a:lnTo>
                  <a:lnTo>
                    <a:pt x="746759" y="184403"/>
                  </a:lnTo>
                  <a:lnTo>
                    <a:pt x="746759" y="0"/>
                  </a:lnTo>
                  <a:lnTo>
                    <a:pt x="1120139" y="0"/>
                  </a:lnTo>
                  <a:lnTo>
                    <a:pt x="1120139" y="184403"/>
                  </a:lnTo>
                  <a:lnTo>
                    <a:pt x="1165859" y="184403"/>
                  </a:lnTo>
                </a:path>
              </a:pathLst>
            </a:custGeom>
            <a:ln w="19811">
              <a:solidFill>
                <a:srgbClr val="0000FF"/>
              </a:solidFill>
            </a:ln>
          </p:spPr>
          <p:txBody>
            <a:bodyPr wrap="square" lIns="0" tIns="0" rIns="0" bIns="0" rtlCol="0"/>
            <a:lstStyle/>
            <a:p>
              <a:endParaRPr/>
            </a:p>
          </p:txBody>
        </p:sp>
        <p:sp>
          <p:nvSpPr>
            <p:cNvPr id="38" name="object 38"/>
            <p:cNvSpPr/>
            <p:nvPr/>
          </p:nvSpPr>
          <p:spPr>
            <a:xfrm>
              <a:off x="7155179" y="5618988"/>
              <a:ext cx="1165860" cy="12700"/>
            </a:xfrm>
            <a:custGeom>
              <a:avLst/>
              <a:gdLst/>
              <a:ahLst/>
              <a:cxnLst/>
              <a:rect l="l" t="t" r="r" b="b"/>
              <a:pathLst>
                <a:path w="1165859" h="12700">
                  <a:moveTo>
                    <a:pt x="0" y="0"/>
                  </a:moveTo>
                  <a:lnTo>
                    <a:pt x="1165859" y="0"/>
                  </a:lnTo>
                  <a:lnTo>
                    <a:pt x="1165859" y="12192"/>
                  </a:lnTo>
                  <a:lnTo>
                    <a:pt x="0" y="12192"/>
                  </a:lnTo>
                  <a:lnTo>
                    <a:pt x="0" y="0"/>
                  </a:lnTo>
                  <a:close/>
                </a:path>
              </a:pathLst>
            </a:custGeom>
            <a:solidFill>
              <a:srgbClr val="666666"/>
            </a:solidFill>
          </p:spPr>
          <p:txBody>
            <a:bodyPr wrap="square" lIns="0" tIns="0" rIns="0" bIns="0" rtlCol="0"/>
            <a:lstStyle/>
            <a:p>
              <a:endParaRPr/>
            </a:p>
          </p:txBody>
        </p:sp>
        <p:sp>
          <p:nvSpPr>
            <p:cNvPr id="39" name="object 39"/>
            <p:cNvSpPr/>
            <p:nvPr/>
          </p:nvSpPr>
          <p:spPr>
            <a:xfrm>
              <a:off x="7528559" y="5625084"/>
              <a:ext cx="559435" cy="370840"/>
            </a:xfrm>
            <a:custGeom>
              <a:avLst/>
              <a:gdLst/>
              <a:ahLst/>
              <a:cxnLst/>
              <a:rect l="l" t="t" r="r" b="b"/>
              <a:pathLst>
                <a:path w="559434" h="370839">
                  <a:moveTo>
                    <a:pt x="0" y="0"/>
                  </a:moveTo>
                  <a:lnTo>
                    <a:pt x="0" y="185927"/>
                  </a:lnTo>
                  <a:lnTo>
                    <a:pt x="185927" y="185927"/>
                  </a:lnTo>
                  <a:lnTo>
                    <a:pt x="185927" y="370331"/>
                  </a:lnTo>
                  <a:lnTo>
                    <a:pt x="373379" y="370331"/>
                  </a:lnTo>
                  <a:lnTo>
                    <a:pt x="373379" y="185927"/>
                  </a:lnTo>
                  <a:lnTo>
                    <a:pt x="559307" y="185927"/>
                  </a:lnTo>
                  <a:lnTo>
                    <a:pt x="559307" y="0"/>
                  </a:lnTo>
                </a:path>
              </a:pathLst>
            </a:custGeom>
            <a:ln w="19811">
              <a:solidFill>
                <a:srgbClr val="008000"/>
              </a:solidFill>
            </a:ln>
          </p:spPr>
          <p:txBody>
            <a:bodyPr wrap="square" lIns="0" tIns="0" rIns="0" bIns="0" rtlCol="0"/>
            <a:lstStyle/>
            <a:p>
              <a:endParaRPr/>
            </a:p>
          </p:txBody>
        </p:sp>
        <p:sp>
          <p:nvSpPr>
            <p:cNvPr id="40" name="object 40"/>
            <p:cNvSpPr/>
            <p:nvPr/>
          </p:nvSpPr>
          <p:spPr>
            <a:xfrm>
              <a:off x="8087867" y="5254752"/>
              <a:ext cx="233679" cy="370840"/>
            </a:xfrm>
            <a:custGeom>
              <a:avLst/>
              <a:gdLst/>
              <a:ahLst/>
              <a:cxnLst/>
              <a:rect l="l" t="t" r="r" b="b"/>
              <a:pathLst>
                <a:path w="233679" h="370839">
                  <a:moveTo>
                    <a:pt x="0" y="370331"/>
                  </a:moveTo>
                  <a:lnTo>
                    <a:pt x="0" y="184403"/>
                  </a:lnTo>
                  <a:lnTo>
                    <a:pt x="187451" y="184403"/>
                  </a:lnTo>
                  <a:lnTo>
                    <a:pt x="187451" y="0"/>
                  </a:lnTo>
                  <a:lnTo>
                    <a:pt x="233171" y="0"/>
                  </a:lnTo>
                </a:path>
              </a:pathLst>
            </a:custGeom>
            <a:ln w="19811">
              <a:solidFill>
                <a:srgbClr val="008000"/>
              </a:solidFill>
            </a:ln>
          </p:spPr>
          <p:txBody>
            <a:bodyPr wrap="square" lIns="0" tIns="0" rIns="0" bIns="0" rtlCol="0"/>
            <a:lstStyle/>
            <a:p>
              <a:endParaRPr/>
            </a:p>
          </p:txBody>
        </p:sp>
        <p:sp>
          <p:nvSpPr>
            <p:cNvPr id="41" name="object 41"/>
            <p:cNvSpPr/>
            <p:nvPr/>
          </p:nvSpPr>
          <p:spPr>
            <a:xfrm>
              <a:off x="7155179" y="5254752"/>
              <a:ext cx="373380" cy="370840"/>
            </a:xfrm>
            <a:custGeom>
              <a:avLst/>
              <a:gdLst/>
              <a:ahLst/>
              <a:cxnLst/>
              <a:rect l="l" t="t" r="r" b="b"/>
              <a:pathLst>
                <a:path w="373379" h="370839">
                  <a:moveTo>
                    <a:pt x="373379" y="370331"/>
                  </a:moveTo>
                  <a:lnTo>
                    <a:pt x="373379" y="184403"/>
                  </a:lnTo>
                  <a:lnTo>
                    <a:pt x="187451" y="184403"/>
                  </a:lnTo>
                  <a:lnTo>
                    <a:pt x="187451" y="0"/>
                  </a:lnTo>
                  <a:lnTo>
                    <a:pt x="0" y="0"/>
                  </a:lnTo>
                  <a:lnTo>
                    <a:pt x="0" y="184403"/>
                  </a:lnTo>
                </a:path>
              </a:pathLst>
            </a:custGeom>
            <a:ln w="19811">
              <a:solidFill>
                <a:srgbClr val="008000"/>
              </a:solidFill>
            </a:ln>
          </p:spPr>
          <p:txBody>
            <a:bodyPr wrap="square" lIns="0" tIns="0" rIns="0" bIns="0" rtlCol="0"/>
            <a:lstStyle/>
            <a:p>
              <a:endParaRPr/>
            </a:p>
          </p:txBody>
        </p:sp>
        <p:sp>
          <p:nvSpPr>
            <p:cNvPr id="42" name="object 42"/>
            <p:cNvSpPr/>
            <p:nvPr/>
          </p:nvSpPr>
          <p:spPr>
            <a:xfrm>
              <a:off x="6784847" y="3727703"/>
              <a:ext cx="131064" cy="141731"/>
            </a:xfrm>
            <a:prstGeom prst="rect">
              <a:avLst/>
            </a:prstGeom>
            <a:blipFill>
              <a:blip r:embed="rId5" cstate="print"/>
              <a:stretch>
                <a:fillRect/>
              </a:stretch>
            </a:blipFill>
          </p:spPr>
          <p:txBody>
            <a:bodyPr wrap="square" lIns="0" tIns="0" rIns="0" bIns="0" rtlCol="0"/>
            <a:lstStyle/>
            <a:p>
              <a:endParaRPr/>
            </a:p>
          </p:txBody>
        </p:sp>
        <p:sp>
          <p:nvSpPr>
            <p:cNvPr id="43" name="object 43"/>
            <p:cNvSpPr/>
            <p:nvPr/>
          </p:nvSpPr>
          <p:spPr>
            <a:xfrm>
              <a:off x="6905243" y="3840480"/>
              <a:ext cx="187451" cy="96012"/>
            </a:xfrm>
            <a:prstGeom prst="rect">
              <a:avLst/>
            </a:prstGeom>
            <a:blipFill>
              <a:blip r:embed="rId7" cstate="print"/>
              <a:stretch>
                <a:fillRect/>
              </a:stretch>
            </a:blipFill>
          </p:spPr>
          <p:txBody>
            <a:bodyPr wrap="square" lIns="0" tIns="0" rIns="0" bIns="0" rtlCol="0"/>
            <a:lstStyle/>
            <a:p>
              <a:endParaRPr/>
            </a:p>
          </p:txBody>
        </p:sp>
        <p:sp>
          <p:nvSpPr>
            <p:cNvPr id="44" name="object 44"/>
            <p:cNvSpPr/>
            <p:nvPr/>
          </p:nvSpPr>
          <p:spPr>
            <a:xfrm>
              <a:off x="6769607" y="4748784"/>
              <a:ext cx="131064" cy="141731"/>
            </a:xfrm>
            <a:prstGeom prst="rect">
              <a:avLst/>
            </a:prstGeom>
            <a:blipFill>
              <a:blip r:embed="rId5" cstate="print"/>
              <a:stretch>
                <a:fillRect/>
              </a:stretch>
            </a:blipFill>
          </p:spPr>
          <p:txBody>
            <a:bodyPr wrap="square" lIns="0" tIns="0" rIns="0" bIns="0" rtlCol="0"/>
            <a:lstStyle/>
            <a:p>
              <a:endParaRPr/>
            </a:p>
          </p:txBody>
        </p:sp>
        <p:sp>
          <p:nvSpPr>
            <p:cNvPr id="45" name="object 45"/>
            <p:cNvSpPr/>
            <p:nvPr/>
          </p:nvSpPr>
          <p:spPr>
            <a:xfrm>
              <a:off x="6903719" y="4860036"/>
              <a:ext cx="181355" cy="97535"/>
            </a:xfrm>
            <a:prstGeom prst="rect">
              <a:avLst/>
            </a:prstGeom>
            <a:blipFill>
              <a:blip r:embed="rId8" cstate="print"/>
              <a:stretch>
                <a:fillRect/>
              </a:stretch>
            </a:blipFill>
          </p:spPr>
          <p:txBody>
            <a:bodyPr wrap="square" lIns="0" tIns="0" rIns="0" bIns="0" rtlCol="0"/>
            <a:lstStyle/>
            <a:p>
              <a:endParaRPr/>
            </a:p>
          </p:txBody>
        </p:sp>
        <p:sp>
          <p:nvSpPr>
            <p:cNvPr id="46" name="object 46"/>
            <p:cNvSpPr/>
            <p:nvPr/>
          </p:nvSpPr>
          <p:spPr>
            <a:xfrm>
              <a:off x="6772655" y="4238244"/>
              <a:ext cx="131064" cy="141731"/>
            </a:xfrm>
            <a:prstGeom prst="rect">
              <a:avLst/>
            </a:prstGeom>
            <a:blipFill>
              <a:blip r:embed="rId5" cstate="print"/>
              <a:stretch>
                <a:fillRect/>
              </a:stretch>
            </a:blipFill>
          </p:spPr>
          <p:txBody>
            <a:bodyPr wrap="square" lIns="0" tIns="0" rIns="0" bIns="0" rtlCol="0"/>
            <a:lstStyle/>
            <a:p>
              <a:endParaRPr/>
            </a:p>
          </p:txBody>
        </p:sp>
        <p:sp>
          <p:nvSpPr>
            <p:cNvPr id="47" name="object 47"/>
            <p:cNvSpPr/>
            <p:nvPr/>
          </p:nvSpPr>
          <p:spPr>
            <a:xfrm>
              <a:off x="6902195" y="4351019"/>
              <a:ext cx="178307" cy="94487"/>
            </a:xfrm>
            <a:prstGeom prst="rect">
              <a:avLst/>
            </a:prstGeom>
            <a:blipFill>
              <a:blip r:embed="rId9" cstate="print"/>
              <a:stretch>
                <a:fillRect/>
              </a:stretch>
            </a:blipFill>
          </p:spPr>
          <p:txBody>
            <a:bodyPr wrap="square" lIns="0" tIns="0" rIns="0" bIns="0" rtlCol="0"/>
            <a:lstStyle/>
            <a:p>
              <a:endParaRPr/>
            </a:p>
          </p:txBody>
        </p:sp>
        <p:sp>
          <p:nvSpPr>
            <p:cNvPr id="48" name="object 48"/>
            <p:cNvSpPr/>
            <p:nvPr/>
          </p:nvSpPr>
          <p:spPr>
            <a:xfrm>
              <a:off x="7650479" y="5286755"/>
              <a:ext cx="0" cy="295910"/>
            </a:xfrm>
            <a:custGeom>
              <a:avLst/>
              <a:gdLst/>
              <a:ahLst/>
              <a:cxnLst/>
              <a:rect l="l" t="t" r="r" b="b"/>
              <a:pathLst>
                <a:path h="295910">
                  <a:moveTo>
                    <a:pt x="0" y="0"/>
                  </a:moveTo>
                  <a:lnTo>
                    <a:pt x="0" y="295655"/>
                  </a:lnTo>
                </a:path>
              </a:pathLst>
            </a:custGeom>
            <a:ln w="12191">
              <a:solidFill>
                <a:srgbClr val="666666"/>
              </a:solidFill>
            </a:ln>
          </p:spPr>
          <p:txBody>
            <a:bodyPr wrap="square" lIns="0" tIns="0" rIns="0" bIns="0" rtlCol="0"/>
            <a:lstStyle/>
            <a:p>
              <a:endParaRPr/>
            </a:p>
          </p:txBody>
        </p:sp>
        <p:sp>
          <p:nvSpPr>
            <p:cNvPr id="49" name="object 49"/>
            <p:cNvSpPr/>
            <p:nvPr/>
          </p:nvSpPr>
          <p:spPr>
            <a:xfrm>
              <a:off x="7607808" y="5254752"/>
              <a:ext cx="83820" cy="361315"/>
            </a:xfrm>
            <a:custGeom>
              <a:avLst/>
              <a:gdLst/>
              <a:ahLst/>
              <a:cxnLst/>
              <a:rect l="l" t="t" r="r" b="b"/>
              <a:pathLst>
                <a:path w="83820" h="361314">
                  <a:moveTo>
                    <a:pt x="83820" y="320040"/>
                  </a:moveTo>
                  <a:lnTo>
                    <a:pt x="0" y="320040"/>
                  </a:lnTo>
                  <a:lnTo>
                    <a:pt x="42672" y="361188"/>
                  </a:lnTo>
                  <a:lnTo>
                    <a:pt x="83820" y="320040"/>
                  </a:lnTo>
                  <a:close/>
                </a:path>
                <a:path w="83820" h="361314">
                  <a:moveTo>
                    <a:pt x="83820" y="41148"/>
                  </a:moveTo>
                  <a:lnTo>
                    <a:pt x="42672" y="0"/>
                  </a:lnTo>
                  <a:lnTo>
                    <a:pt x="0" y="41148"/>
                  </a:lnTo>
                  <a:lnTo>
                    <a:pt x="83820" y="41148"/>
                  </a:lnTo>
                  <a:close/>
                </a:path>
              </a:pathLst>
            </a:custGeom>
            <a:solidFill>
              <a:srgbClr val="666666"/>
            </a:solidFill>
          </p:spPr>
          <p:txBody>
            <a:bodyPr wrap="square" lIns="0" tIns="0" rIns="0" bIns="0" rtlCol="0"/>
            <a:lstStyle/>
            <a:p>
              <a:endParaRPr/>
            </a:p>
          </p:txBody>
        </p:sp>
        <p:sp>
          <p:nvSpPr>
            <p:cNvPr id="50" name="object 50"/>
            <p:cNvSpPr/>
            <p:nvPr/>
          </p:nvSpPr>
          <p:spPr>
            <a:xfrm>
              <a:off x="7388351" y="5254752"/>
              <a:ext cx="299085" cy="0"/>
            </a:xfrm>
            <a:custGeom>
              <a:avLst/>
              <a:gdLst/>
              <a:ahLst/>
              <a:cxnLst/>
              <a:rect l="l" t="t" r="r" b="b"/>
              <a:pathLst>
                <a:path w="299084">
                  <a:moveTo>
                    <a:pt x="0" y="0"/>
                  </a:moveTo>
                  <a:lnTo>
                    <a:pt x="298703" y="0"/>
                  </a:lnTo>
                </a:path>
              </a:pathLst>
            </a:custGeom>
            <a:ln w="12191">
              <a:solidFill>
                <a:srgbClr val="666666"/>
              </a:solidFill>
            </a:ln>
          </p:spPr>
          <p:txBody>
            <a:bodyPr wrap="square" lIns="0" tIns="0" rIns="0" bIns="0" rtlCol="0"/>
            <a:lstStyle/>
            <a:p>
              <a:endParaRPr/>
            </a:p>
          </p:txBody>
        </p:sp>
      </p:grpSp>
      <p:grpSp>
        <p:nvGrpSpPr>
          <p:cNvPr id="51" name="object 51"/>
          <p:cNvGrpSpPr/>
          <p:nvPr/>
        </p:nvGrpSpPr>
        <p:grpSpPr>
          <a:xfrm>
            <a:off x="6850380" y="1479803"/>
            <a:ext cx="226060" cy="173990"/>
            <a:chOff x="6850380" y="1479803"/>
            <a:chExt cx="226060" cy="173990"/>
          </a:xfrm>
        </p:grpSpPr>
        <p:sp>
          <p:nvSpPr>
            <p:cNvPr id="52" name="object 52"/>
            <p:cNvSpPr/>
            <p:nvPr/>
          </p:nvSpPr>
          <p:spPr>
            <a:xfrm>
              <a:off x="6850380" y="1479803"/>
              <a:ext cx="100583" cy="117348"/>
            </a:xfrm>
            <a:prstGeom prst="rect">
              <a:avLst/>
            </a:prstGeom>
            <a:blipFill>
              <a:blip r:embed="rId2" cstate="print"/>
              <a:stretch>
                <a:fillRect/>
              </a:stretch>
            </a:blipFill>
          </p:spPr>
          <p:txBody>
            <a:bodyPr wrap="square" lIns="0" tIns="0" rIns="0" bIns="0" rtlCol="0"/>
            <a:lstStyle/>
            <a:p>
              <a:endParaRPr/>
            </a:p>
          </p:txBody>
        </p:sp>
        <p:sp>
          <p:nvSpPr>
            <p:cNvPr id="53" name="object 53"/>
            <p:cNvSpPr/>
            <p:nvPr/>
          </p:nvSpPr>
          <p:spPr>
            <a:xfrm>
              <a:off x="6949440" y="1571243"/>
              <a:ext cx="126492" cy="82296"/>
            </a:xfrm>
            <a:prstGeom prst="rect">
              <a:avLst/>
            </a:prstGeom>
            <a:blipFill>
              <a:blip r:embed="rId10" cstate="print"/>
              <a:stretch>
                <a:fillRect/>
              </a:stretch>
            </a:blipFill>
          </p:spPr>
          <p:txBody>
            <a:bodyPr wrap="square" lIns="0" tIns="0" rIns="0" bIns="0" rtlCol="0"/>
            <a:lstStyle/>
            <a:p>
              <a:endParaRPr/>
            </a:p>
          </p:txBody>
        </p:sp>
      </p:grpSp>
      <p:grpSp>
        <p:nvGrpSpPr>
          <p:cNvPr id="54" name="object 54"/>
          <p:cNvGrpSpPr/>
          <p:nvPr/>
        </p:nvGrpSpPr>
        <p:grpSpPr>
          <a:xfrm>
            <a:off x="6850380" y="3224783"/>
            <a:ext cx="236220" cy="173990"/>
            <a:chOff x="6850380" y="3224783"/>
            <a:chExt cx="236220" cy="173990"/>
          </a:xfrm>
        </p:grpSpPr>
        <p:sp>
          <p:nvSpPr>
            <p:cNvPr id="55" name="object 55"/>
            <p:cNvSpPr/>
            <p:nvPr/>
          </p:nvSpPr>
          <p:spPr>
            <a:xfrm>
              <a:off x="6850380" y="3224783"/>
              <a:ext cx="100583" cy="117348"/>
            </a:xfrm>
            <a:prstGeom prst="rect">
              <a:avLst/>
            </a:prstGeom>
            <a:blipFill>
              <a:blip r:embed="rId2" cstate="print"/>
              <a:stretch>
                <a:fillRect/>
              </a:stretch>
            </a:blipFill>
          </p:spPr>
          <p:txBody>
            <a:bodyPr wrap="square" lIns="0" tIns="0" rIns="0" bIns="0" rtlCol="0"/>
            <a:lstStyle/>
            <a:p>
              <a:endParaRPr/>
            </a:p>
          </p:txBody>
        </p:sp>
        <p:sp>
          <p:nvSpPr>
            <p:cNvPr id="56" name="object 56"/>
            <p:cNvSpPr/>
            <p:nvPr/>
          </p:nvSpPr>
          <p:spPr>
            <a:xfrm>
              <a:off x="6949440" y="3316223"/>
              <a:ext cx="137159" cy="82296"/>
            </a:xfrm>
            <a:prstGeom prst="rect">
              <a:avLst/>
            </a:prstGeom>
            <a:blipFill>
              <a:blip r:embed="rId11" cstate="print"/>
              <a:stretch>
                <a:fillRect/>
              </a:stretch>
            </a:blipFill>
          </p:spPr>
          <p:txBody>
            <a:bodyPr wrap="square" lIns="0" tIns="0" rIns="0" bIns="0" rtlCol="0"/>
            <a:lstStyle/>
            <a:p>
              <a:endParaRPr/>
            </a:p>
          </p:txBody>
        </p:sp>
      </p:grpSp>
      <p:grpSp>
        <p:nvGrpSpPr>
          <p:cNvPr id="57" name="object 57"/>
          <p:cNvGrpSpPr/>
          <p:nvPr/>
        </p:nvGrpSpPr>
        <p:grpSpPr>
          <a:xfrm>
            <a:off x="6850380" y="2871216"/>
            <a:ext cx="236220" cy="173990"/>
            <a:chOff x="6850380" y="2871216"/>
            <a:chExt cx="236220" cy="173990"/>
          </a:xfrm>
        </p:grpSpPr>
        <p:sp>
          <p:nvSpPr>
            <p:cNvPr id="58" name="object 58"/>
            <p:cNvSpPr/>
            <p:nvPr/>
          </p:nvSpPr>
          <p:spPr>
            <a:xfrm>
              <a:off x="6850380" y="2871216"/>
              <a:ext cx="100583" cy="117348"/>
            </a:xfrm>
            <a:prstGeom prst="rect">
              <a:avLst/>
            </a:prstGeom>
            <a:blipFill>
              <a:blip r:embed="rId2" cstate="print"/>
              <a:stretch>
                <a:fillRect/>
              </a:stretch>
            </a:blipFill>
          </p:spPr>
          <p:txBody>
            <a:bodyPr wrap="square" lIns="0" tIns="0" rIns="0" bIns="0" rtlCol="0"/>
            <a:lstStyle/>
            <a:p>
              <a:endParaRPr/>
            </a:p>
          </p:txBody>
        </p:sp>
        <p:sp>
          <p:nvSpPr>
            <p:cNvPr id="59" name="object 59"/>
            <p:cNvSpPr/>
            <p:nvPr/>
          </p:nvSpPr>
          <p:spPr>
            <a:xfrm>
              <a:off x="6949440" y="2962656"/>
              <a:ext cx="137159" cy="82296"/>
            </a:xfrm>
            <a:prstGeom prst="rect">
              <a:avLst/>
            </a:prstGeom>
            <a:blipFill>
              <a:blip r:embed="rId12" cstate="print"/>
              <a:stretch>
                <a:fillRect/>
              </a:stretch>
            </a:blipFill>
          </p:spPr>
          <p:txBody>
            <a:bodyPr wrap="square" lIns="0" tIns="0" rIns="0" bIns="0" rtlCol="0"/>
            <a:lstStyle/>
            <a:p>
              <a:endParaRPr/>
            </a:p>
          </p:txBody>
        </p:sp>
      </p:grpSp>
      <p:grpSp>
        <p:nvGrpSpPr>
          <p:cNvPr id="60" name="object 60"/>
          <p:cNvGrpSpPr/>
          <p:nvPr/>
        </p:nvGrpSpPr>
        <p:grpSpPr>
          <a:xfrm>
            <a:off x="6850380" y="2517648"/>
            <a:ext cx="231775" cy="173990"/>
            <a:chOff x="6850380" y="2517648"/>
            <a:chExt cx="231775" cy="173990"/>
          </a:xfrm>
        </p:grpSpPr>
        <p:sp>
          <p:nvSpPr>
            <p:cNvPr id="61" name="object 61"/>
            <p:cNvSpPr/>
            <p:nvPr/>
          </p:nvSpPr>
          <p:spPr>
            <a:xfrm>
              <a:off x="6850380" y="2517648"/>
              <a:ext cx="100583" cy="117348"/>
            </a:xfrm>
            <a:prstGeom prst="rect">
              <a:avLst/>
            </a:prstGeom>
            <a:blipFill>
              <a:blip r:embed="rId2" cstate="print"/>
              <a:stretch>
                <a:fillRect/>
              </a:stretch>
            </a:blipFill>
          </p:spPr>
          <p:txBody>
            <a:bodyPr wrap="square" lIns="0" tIns="0" rIns="0" bIns="0" rtlCol="0"/>
            <a:lstStyle/>
            <a:p>
              <a:endParaRPr/>
            </a:p>
          </p:txBody>
        </p:sp>
        <p:sp>
          <p:nvSpPr>
            <p:cNvPr id="62" name="object 62"/>
            <p:cNvSpPr/>
            <p:nvPr/>
          </p:nvSpPr>
          <p:spPr>
            <a:xfrm>
              <a:off x="6949440" y="2609088"/>
              <a:ext cx="132588" cy="82296"/>
            </a:xfrm>
            <a:prstGeom prst="rect">
              <a:avLst/>
            </a:prstGeom>
            <a:blipFill>
              <a:blip r:embed="rId13" cstate="print"/>
              <a:stretch>
                <a:fillRect/>
              </a:stretch>
            </a:blipFill>
          </p:spPr>
          <p:txBody>
            <a:bodyPr wrap="square" lIns="0" tIns="0" rIns="0" bIns="0" rtlCol="0"/>
            <a:lstStyle/>
            <a:p>
              <a:endParaRPr/>
            </a:p>
          </p:txBody>
        </p:sp>
      </p:grpSp>
      <p:sp>
        <p:nvSpPr>
          <p:cNvPr id="63" name="object 63"/>
          <p:cNvSpPr txBox="1"/>
          <p:nvPr/>
        </p:nvSpPr>
        <p:spPr>
          <a:xfrm>
            <a:off x="7629118" y="5328666"/>
            <a:ext cx="335915" cy="259715"/>
          </a:xfrm>
          <a:prstGeom prst="rect">
            <a:avLst/>
          </a:prstGeom>
        </p:spPr>
        <p:txBody>
          <a:bodyPr vert="horz" wrap="square" lIns="0" tIns="17145" rIns="0" bIns="0" rtlCol="0">
            <a:spAutoFit/>
          </a:bodyPr>
          <a:lstStyle/>
          <a:p>
            <a:pPr marL="38100">
              <a:lnSpc>
                <a:spcPct val="100000"/>
              </a:lnSpc>
              <a:spcBef>
                <a:spcPts val="135"/>
              </a:spcBef>
            </a:pPr>
            <a:r>
              <a:rPr sz="2250" i="1" spc="15" baseline="14814" dirty="0">
                <a:latin typeface="Times New Roman"/>
                <a:cs typeface="Times New Roman"/>
              </a:rPr>
              <a:t>E</a:t>
            </a:r>
            <a:r>
              <a:rPr sz="1150" i="1" spc="10" dirty="0">
                <a:latin typeface="Times New Roman"/>
                <a:cs typeface="Times New Roman"/>
              </a:rPr>
              <a:t>dc</a:t>
            </a:r>
            <a:endParaRPr sz="1150">
              <a:latin typeface="Times New Roman"/>
              <a:cs typeface="Times New Roman"/>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4191000"/>
            <a:ext cx="8153400" cy="1938992"/>
          </a:xfrm>
          <a:prstGeom prst="rect">
            <a:avLst/>
          </a:prstGeom>
        </p:spPr>
        <p:txBody>
          <a:bodyPr wrap="square">
            <a:spAutoFit/>
          </a:bodyPr>
          <a:lstStyle/>
          <a:p>
            <a:pPr algn="just"/>
            <a:r>
              <a:rPr lang="en-US" sz="2400" dirty="0" smtClean="0"/>
              <a:t>The output current is maintained constant irrespective of load on the inverter and the output voltage is forced to change.</a:t>
            </a:r>
          </a:p>
          <a:p>
            <a:pPr algn="just"/>
            <a:r>
              <a:rPr lang="en-US" sz="2400" dirty="0" smtClean="0"/>
              <a:t>In a VSI, the load current depends on the load impedance, whereas the load voltage in a CSI depends on the load impedance.</a:t>
            </a:r>
            <a:endParaRPr lang="en-US" sz="2400" dirty="0"/>
          </a:p>
        </p:txBody>
      </p:sp>
      <p:sp>
        <p:nvSpPr>
          <p:cNvPr id="5" name="Title 1"/>
          <p:cNvSpPr>
            <a:spLocks noGrp="1"/>
          </p:cNvSpPr>
          <p:nvPr>
            <p:ph type="title"/>
          </p:nvPr>
        </p:nvSpPr>
        <p:spPr>
          <a:xfrm>
            <a:off x="1447800" y="152400"/>
            <a:ext cx="6324600" cy="685800"/>
          </a:xfrm>
        </p:spPr>
        <p:txBody>
          <a:bodyPr/>
          <a:lstStyle/>
          <a:p>
            <a:r>
              <a:rPr lang="en-US" sz="3600" dirty="0" smtClean="0"/>
              <a:t>Current Source Inverter (CSI)</a:t>
            </a:r>
            <a:endParaRPr lang="en-US" sz="3600" dirty="0"/>
          </a:p>
        </p:txBody>
      </p:sp>
      <p:pic>
        <p:nvPicPr>
          <p:cNvPr id="1026" name="Picture 2"/>
          <p:cNvPicPr>
            <a:picLocks noChangeAspect="1" noChangeArrowheads="1"/>
          </p:cNvPicPr>
          <p:nvPr/>
        </p:nvPicPr>
        <p:blipFill>
          <a:blip r:embed="rId2"/>
          <a:srcRect/>
          <a:stretch>
            <a:fillRect/>
          </a:stretch>
        </p:blipFill>
        <p:spPr bwMode="auto">
          <a:xfrm>
            <a:off x="1981200" y="788670"/>
            <a:ext cx="5638800" cy="33832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69790" y="1600200"/>
            <a:ext cx="9074210" cy="21574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905000" y="533400"/>
            <a:ext cx="5043487" cy="56543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3400"/>
            <a:ext cx="4230029" cy="430887"/>
          </a:xfrm>
        </p:spPr>
        <p:txBody>
          <a:bodyPr/>
          <a:lstStyle/>
          <a:p>
            <a:pPr algn="l"/>
            <a:r>
              <a:rPr lang="en-US" sz="2800" dirty="0" smtClean="0"/>
              <a:t>Current Source Inverter</a:t>
            </a:r>
            <a:endParaRPr lang="en-US" sz="2800" dirty="0"/>
          </a:p>
        </p:txBody>
      </p:sp>
      <p:sp>
        <p:nvSpPr>
          <p:cNvPr id="4" name="Rectangle 3"/>
          <p:cNvSpPr/>
          <p:nvPr/>
        </p:nvSpPr>
        <p:spPr>
          <a:xfrm>
            <a:off x="762000" y="1295400"/>
            <a:ext cx="7391400" cy="3785652"/>
          </a:xfrm>
          <a:prstGeom prst="rect">
            <a:avLst/>
          </a:prstGeom>
        </p:spPr>
        <p:txBody>
          <a:bodyPr wrap="square">
            <a:spAutoFit/>
          </a:bodyPr>
          <a:lstStyle/>
          <a:p>
            <a:pPr algn="just"/>
            <a:r>
              <a:rPr lang="en-US" sz="2400" dirty="0" smtClean="0"/>
              <a:t>The CSI is a dual of a VSI. The line-to-line voltage of a VSI is similar in shape to the line current of a CSI. </a:t>
            </a:r>
          </a:p>
          <a:p>
            <a:pPr algn="just"/>
            <a:r>
              <a:rPr lang="en-US" sz="2400" dirty="0" smtClean="0"/>
              <a:t>The advantages of the CSI are</a:t>
            </a:r>
          </a:p>
          <a:p>
            <a:pPr algn="just"/>
            <a:r>
              <a:rPr lang="en-US" sz="2400" dirty="0" smtClean="0"/>
              <a:t> (1) since the input dc current is controlled and limited, </a:t>
            </a:r>
          </a:p>
          <a:p>
            <a:pPr algn="just"/>
            <a:r>
              <a:rPr lang="en-US" sz="2400" dirty="0" smtClean="0"/>
              <a:t>       misfiring of switching devices, or a short circuit, would </a:t>
            </a:r>
          </a:p>
          <a:p>
            <a:pPr algn="just"/>
            <a:r>
              <a:rPr lang="en-US" sz="2400" dirty="0" smtClean="0"/>
              <a:t>       not be serious problems; </a:t>
            </a:r>
          </a:p>
          <a:p>
            <a:pPr algn="just"/>
            <a:r>
              <a:rPr lang="en-US" sz="2400" dirty="0" smtClean="0"/>
              <a:t>(2) the peak current of power devices is limited;</a:t>
            </a:r>
          </a:p>
          <a:p>
            <a:pPr algn="just"/>
            <a:r>
              <a:rPr lang="en-US" sz="2400" dirty="0" smtClean="0"/>
              <a:t>(3) the commutation circuits for </a:t>
            </a:r>
            <a:r>
              <a:rPr lang="en-US" sz="2400" dirty="0" err="1" smtClean="0"/>
              <a:t>thyristors</a:t>
            </a:r>
            <a:r>
              <a:rPr lang="en-US" sz="2400" dirty="0" smtClean="0"/>
              <a:t> are simpler; </a:t>
            </a:r>
          </a:p>
          <a:p>
            <a:pPr algn="just"/>
            <a:r>
              <a:rPr lang="en-US" sz="2400" dirty="0" smtClean="0"/>
              <a:t>(4) it has the ability to handle reactive or regenerative </a:t>
            </a:r>
          </a:p>
          <a:p>
            <a:pPr algn="just"/>
            <a:r>
              <a:rPr lang="en-US" sz="2400" dirty="0" smtClean="0"/>
              <a:t>      load without freewheeling diodes.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1447800"/>
            <a:ext cx="6781800" cy="3416320"/>
          </a:xfrm>
          <a:prstGeom prst="rect">
            <a:avLst/>
          </a:prstGeom>
        </p:spPr>
        <p:txBody>
          <a:bodyPr wrap="square">
            <a:spAutoFit/>
          </a:bodyPr>
          <a:lstStyle/>
          <a:p>
            <a:pPr marL="457200" indent="-457200" algn="just">
              <a:buFont typeface="Wingdings" pitchFamily="2" charset="2"/>
              <a:buChar char="Ø"/>
            </a:pPr>
            <a:r>
              <a:rPr lang="en-US" sz="2400" dirty="0" smtClean="0"/>
              <a:t> A CSI requires a relatively large reactor to exhibit current-source characteristics and an extra converter stage to control the current. </a:t>
            </a:r>
          </a:p>
          <a:p>
            <a:pPr marL="457200" indent="-457200" algn="just"/>
            <a:endParaRPr lang="en-US" sz="2400" dirty="0" smtClean="0"/>
          </a:p>
          <a:p>
            <a:pPr marL="457200" indent="-457200" algn="just">
              <a:buFont typeface="Wingdings" pitchFamily="2" charset="2"/>
              <a:buChar char="Ø"/>
            </a:pPr>
            <a:r>
              <a:rPr lang="en-US" sz="2400" dirty="0" smtClean="0"/>
              <a:t> The dynamic response is slower. </a:t>
            </a:r>
          </a:p>
          <a:p>
            <a:pPr marL="457200" indent="-457200" algn="just"/>
            <a:endParaRPr lang="en-US" sz="2400" dirty="0" smtClean="0"/>
          </a:p>
          <a:p>
            <a:pPr marL="457200" indent="-457200" algn="just">
              <a:buFont typeface="Wingdings" pitchFamily="2" charset="2"/>
              <a:buChar char="Ø"/>
            </a:pPr>
            <a:r>
              <a:rPr lang="en-US" sz="2400" dirty="0" smtClean="0"/>
              <a:t>Due to current transfer from one pair of switches to another, an output filter is required to suppress the output voltage spikes.</a:t>
            </a:r>
            <a:endParaRPr lang="en-US" sz="24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622" y="416966"/>
            <a:ext cx="7012940" cy="513715"/>
          </a:xfrm>
          <a:prstGeom prst="rect">
            <a:avLst/>
          </a:prstGeom>
        </p:spPr>
        <p:txBody>
          <a:bodyPr vert="horz" wrap="square" lIns="0" tIns="13335" rIns="0" bIns="0" rtlCol="0">
            <a:spAutoFit/>
          </a:bodyPr>
          <a:lstStyle/>
          <a:p>
            <a:pPr marL="12700">
              <a:lnSpc>
                <a:spcPct val="100000"/>
              </a:lnSpc>
              <a:spcBef>
                <a:spcPts val="105"/>
              </a:spcBef>
            </a:pPr>
            <a:r>
              <a:rPr sz="3200" spc="-285" dirty="0">
                <a:solidFill>
                  <a:srgbClr val="002060"/>
                </a:solidFill>
              </a:rPr>
              <a:t>Voltage</a:t>
            </a:r>
            <a:r>
              <a:rPr sz="3200" spc="-430" dirty="0">
                <a:solidFill>
                  <a:srgbClr val="002060"/>
                </a:solidFill>
              </a:rPr>
              <a:t> </a:t>
            </a:r>
            <a:r>
              <a:rPr sz="3200" spc="-285" dirty="0">
                <a:solidFill>
                  <a:srgbClr val="002060"/>
                </a:solidFill>
              </a:rPr>
              <a:t>Control</a:t>
            </a:r>
            <a:r>
              <a:rPr sz="3200" spc="-400" dirty="0">
                <a:solidFill>
                  <a:srgbClr val="002060"/>
                </a:solidFill>
              </a:rPr>
              <a:t> </a:t>
            </a:r>
            <a:r>
              <a:rPr sz="3200" spc="-290" dirty="0">
                <a:solidFill>
                  <a:srgbClr val="002060"/>
                </a:solidFill>
              </a:rPr>
              <a:t>with</a:t>
            </a:r>
            <a:r>
              <a:rPr sz="3200" spc="-405" dirty="0">
                <a:solidFill>
                  <a:srgbClr val="002060"/>
                </a:solidFill>
              </a:rPr>
              <a:t> </a:t>
            </a:r>
            <a:r>
              <a:rPr sz="3200" spc="-285" dirty="0">
                <a:solidFill>
                  <a:srgbClr val="002060"/>
                </a:solidFill>
              </a:rPr>
              <a:t>Pulse</a:t>
            </a:r>
            <a:r>
              <a:rPr sz="3200" spc="-415" dirty="0">
                <a:solidFill>
                  <a:srgbClr val="002060"/>
                </a:solidFill>
              </a:rPr>
              <a:t> </a:t>
            </a:r>
            <a:r>
              <a:rPr sz="3200" spc="-240" dirty="0">
                <a:solidFill>
                  <a:srgbClr val="002060"/>
                </a:solidFill>
              </a:rPr>
              <a:t>Width</a:t>
            </a:r>
            <a:r>
              <a:rPr sz="3200" spc="-415" dirty="0">
                <a:solidFill>
                  <a:srgbClr val="002060"/>
                </a:solidFill>
              </a:rPr>
              <a:t> </a:t>
            </a:r>
            <a:r>
              <a:rPr sz="3200" spc="-225" dirty="0">
                <a:solidFill>
                  <a:srgbClr val="002060"/>
                </a:solidFill>
              </a:rPr>
              <a:t>Modulation</a:t>
            </a:r>
            <a:endParaRPr sz="3200"/>
          </a:p>
        </p:txBody>
      </p:sp>
      <p:sp>
        <p:nvSpPr>
          <p:cNvPr id="4" name="object 4"/>
          <p:cNvSpPr txBox="1"/>
          <p:nvPr/>
        </p:nvSpPr>
        <p:spPr>
          <a:xfrm>
            <a:off x="685325" y="994794"/>
            <a:ext cx="4345305" cy="5547031"/>
          </a:xfrm>
          <a:prstGeom prst="rect">
            <a:avLst/>
          </a:prstGeom>
        </p:spPr>
        <p:txBody>
          <a:bodyPr vert="horz" wrap="square" lIns="0" tIns="12065" rIns="0" bIns="0" rtlCol="0">
            <a:spAutoFit/>
          </a:bodyPr>
          <a:lstStyle/>
          <a:p>
            <a:pPr marL="367665" indent="-355600">
              <a:lnSpc>
                <a:spcPts val="2600"/>
              </a:lnSpc>
              <a:spcBef>
                <a:spcPts val="95"/>
              </a:spcBef>
              <a:buClr>
                <a:srgbClr val="E48312"/>
              </a:buClr>
              <a:buSzPct val="75000"/>
              <a:buFont typeface="Wingdings"/>
              <a:buChar char=""/>
              <a:tabLst>
                <a:tab pos="367665" algn="l"/>
                <a:tab pos="368300" algn="l"/>
              </a:tabLst>
            </a:pPr>
            <a:r>
              <a:rPr sz="2200" spc="-10" dirty="0">
                <a:solidFill>
                  <a:srgbClr val="C00000"/>
                </a:solidFill>
                <a:latin typeface="Carlito"/>
                <a:cs typeface="Carlito"/>
              </a:rPr>
              <a:t>Single </a:t>
            </a:r>
            <a:r>
              <a:rPr sz="2200" spc="-5" dirty="0">
                <a:solidFill>
                  <a:srgbClr val="C00000"/>
                </a:solidFill>
                <a:latin typeface="Carlito"/>
                <a:cs typeface="Carlito"/>
              </a:rPr>
              <a:t>Pulse width</a:t>
            </a:r>
            <a:r>
              <a:rPr sz="2200" spc="5" dirty="0">
                <a:solidFill>
                  <a:srgbClr val="C00000"/>
                </a:solidFill>
                <a:latin typeface="Carlito"/>
                <a:cs typeface="Carlito"/>
              </a:rPr>
              <a:t> </a:t>
            </a:r>
            <a:r>
              <a:rPr sz="2200" spc="-10" dirty="0">
                <a:solidFill>
                  <a:srgbClr val="C00000"/>
                </a:solidFill>
                <a:latin typeface="Carlito"/>
                <a:cs typeface="Carlito"/>
              </a:rPr>
              <a:t>Modulation</a:t>
            </a:r>
            <a:endParaRPr sz="2200">
              <a:latin typeface="Carlito"/>
              <a:cs typeface="Carlito"/>
            </a:endParaRPr>
          </a:p>
          <a:p>
            <a:pPr marL="658495" marR="390525" lvl="1" indent="-193675">
              <a:lnSpc>
                <a:spcPts val="1920"/>
              </a:lnSpc>
              <a:spcBef>
                <a:spcPts val="425"/>
              </a:spcBef>
              <a:buClr>
                <a:srgbClr val="E48312"/>
              </a:buClr>
              <a:buSzPct val="75000"/>
              <a:buFont typeface="Wingdings"/>
              <a:buChar char=""/>
              <a:tabLst>
                <a:tab pos="659130" algn="l"/>
              </a:tabLst>
            </a:pPr>
            <a:r>
              <a:rPr sz="2000" spc="-10" dirty="0">
                <a:solidFill>
                  <a:srgbClr val="404040"/>
                </a:solidFill>
                <a:latin typeface="Carlito"/>
                <a:cs typeface="Carlito"/>
              </a:rPr>
              <a:t>Consists </a:t>
            </a:r>
            <a:r>
              <a:rPr sz="2000" spc="-5" dirty="0">
                <a:solidFill>
                  <a:srgbClr val="404040"/>
                </a:solidFill>
                <a:latin typeface="Carlito"/>
                <a:cs typeface="Carlito"/>
              </a:rPr>
              <a:t>of </a:t>
            </a:r>
            <a:r>
              <a:rPr sz="2000" dirty="0">
                <a:solidFill>
                  <a:srgbClr val="404040"/>
                </a:solidFill>
                <a:latin typeface="Carlito"/>
                <a:cs typeface="Carlito"/>
              </a:rPr>
              <a:t>a </a:t>
            </a:r>
            <a:r>
              <a:rPr sz="2000" spc="-5" dirty="0">
                <a:solidFill>
                  <a:srgbClr val="404040"/>
                </a:solidFill>
                <a:latin typeface="Carlito"/>
                <a:cs typeface="Carlito"/>
              </a:rPr>
              <a:t>pulse with  variable width in </a:t>
            </a:r>
            <a:r>
              <a:rPr sz="2000" dirty="0">
                <a:solidFill>
                  <a:srgbClr val="404040"/>
                </a:solidFill>
                <a:latin typeface="Carlito"/>
                <a:cs typeface="Carlito"/>
              </a:rPr>
              <a:t>each half</a:t>
            </a:r>
            <a:r>
              <a:rPr sz="2000" spc="-35" dirty="0">
                <a:solidFill>
                  <a:srgbClr val="404040"/>
                </a:solidFill>
                <a:latin typeface="Carlito"/>
                <a:cs typeface="Carlito"/>
              </a:rPr>
              <a:t> </a:t>
            </a:r>
            <a:r>
              <a:rPr sz="2000" spc="-5" dirty="0">
                <a:solidFill>
                  <a:srgbClr val="404040"/>
                </a:solidFill>
                <a:latin typeface="Carlito"/>
                <a:cs typeface="Carlito"/>
              </a:rPr>
              <a:t>cycle</a:t>
            </a:r>
            <a:endParaRPr sz="2000">
              <a:latin typeface="Carlito"/>
              <a:cs typeface="Carlito"/>
            </a:endParaRPr>
          </a:p>
          <a:p>
            <a:pPr marL="658495" lvl="1" indent="-194310">
              <a:lnSpc>
                <a:spcPct val="100000"/>
              </a:lnSpc>
              <a:spcBef>
                <a:spcPts val="135"/>
              </a:spcBef>
              <a:buClr>
                <a:srgbClr val="E48312"/>
              </a:buClr>
              <a:buSzPct val="75000"/>
              <a:buFont typeface="Wingdings"/>
              <a:buChar char=""/>
              <a:tabLst>
                <a:tab pos="659130" algn="l"/>
              </a:tabLst>
            </a:pPr>
            <a:r>
              <a:rPr sz="2000" spc="-5" dirty="0">
                <a:solidFill>
                  <a:srgbClr val="404040"/>
                </a:solidFill>
                <a:latin typeface="Carlito"/>
                <a:cs typeface="Carlito"/>
              </a:rPr>
              <a:t>width </a:t>
            </a:r>
            <a:r>
              <a:rPr sz="2000" spc="-10" dirty="0">
                <a:solidFill>
                  <a:srgbClr val="404040"/>
                </a:solidFill>
                <a:latin typeface="Carlito"/>
                <a:cs typeface="Carlito"/>
              </a:rPr>
              <a:t>varies </a:t>
            </a:r>
            <a:r>
              <a:rPr sz="2000" spc="-15" dirty="0">
                <a:solidFill>
                  <a:srgbClr val="404040"/>
                </a:solidFill>
                <a:latin typeface="Carlito"/>
                <a:cs typeface="Carlito"/>
              </a:rPr>
              <a:t>from </a:t>
            </a:r>
            <a:r>
              <a:rPr sz="2000" dirty="0">
                <a:solidFill>
                  <a:srgbClr val="404040"/>
                </a:solidFill>
                <a:latin typeface="Carlito"/>
                <a:cs typeface="Carlito"/>
              </a:rPr>
              <a:t>0 </a:t>
            </a:r>
            <a:r>
              <a:rPr sz="2000" spc="-15" dirty="0">
                <a:solidFill>
                  <a:srgbClr val="404040"/>
                </a:solidFill>
                <a:latin typeface="Carlito"/>
                <a:cs typeface="Carlito"/>
              </a:rPr>
              <a:t>to</a:t>
            </a:r>
            <a:r>
              <a:rPr sz="2000" spc="10" dirty="0">
                <a:solidFill>
                  <a:srgbClr val="404040"/>
                </a:solidFill>
                <a:latin typeface="Carlito"/>
                <a:cs typeface="Carlito"/>
              </a:rPr>
              <a:t> </a:t>
            </a:r>
            <a:r>
              <a:rPr sz="2000" dirty="0">
                <a:solidFill>
                  <a:srgbClr val="404040"/>
                </a:solidFill>
                <a:latin typeface="Carlito"/>
                <a:cs typeface="Carlito"/>
              </a:rPr>
              <a:t>π</a:t>
            </a:r>
            <a:endParaRPr sz="2000">
              <a:latin typeface="Carlito"/>
              <a:cs typeface="Carlito"/>
            </a:endParaRPr>
          </a:p>
          <a:p>
            <a:pPr lvl="1">
              <a:lnSpc>
                <a:spcPct val="100000"/>
              </a:lnSpc>
              <a:buClr>
                <a:srgbClr val="E48312"/>
              </a:buClr>
              <a:buFont typeface="Wingdings"/>
              <a:buChar char=""/>
            </a:pPr>
            <a:endParaRPr sz="2000">
              <a:latin typeface="Carlito"/>
              <a:cs typeface="Carlito"/>
            </a:endParaRPr>
          </a:p>
          <a:p>
            <a:pPr marL="367665" indent="-355600">
              <a:lnSpc>
                <a:spcPts val="2610"/>
              </a:lnSpc>
              <a:buClr>
                <a:srgbClr val="E48312"/>
              </a:buClr>
              <a:buSzPct val="75000"/>
              <a:buFont typeface="Wingdings"/>
              <a:buChar char=""/>
              <a:tabLst>
                <a:tab pos="367665" algn="l"/>
                <a:tab pos="368300" algn="l"/>
              </a:tabLst>
            </a:pPr>
            <a:r>
              <a:rPr sz="2200" spc="-10" smtClean="0">
                <a:solidFill>
                  <a:srgbClr val="C00000"/>
                </a:solidFill>
                <a:latin typeface="Carlito"/>
                <a:cs typeface="Carlito"/>
              </a:rPr>
              <a:t>Multiple </a:t>
            </a:r>
            <a:r>
              <a:rPr sz="2200" spc="-5" dirty="0">
                <a:solidFill>
                  <a:srgbClr val="C00000"/>
                </a:solidFill>
                <a:latin typeface="Carlito"/>
                <a:cs typeface="Carlito"/>
              </a:rPr>
              <a:t>Pulse Width</a:t>
            </a:r>
            <a:r>
              <a:rPr sz="2200" spc="-10" dirty="0">
                <a:solidFill>
                  <a:srgbClr val="C00000"/>
                </a:solidFill>
                <a:latin typeface="Carlito"/>
                <a:cs typeface="Carlito"/>
              </a:rPr>
              <a:t> </a:t>
            </a:r>
            <a:r>
              <a:rPr sz="2200" spc="-5" dirty="0">
                <a:solidFill>
                  <a:srgbClr val="C00000"/>
                </a:solidFill>
                <a:latin typeface="Carlito"/>
                <a:cs typeface="Carlito"/>
              </a:rPr>
              <a:t>Modulation</a:t>
            </a:r>
            <a:endParaRPr sz="2200">
              <a:latin typeface="Carlito"/>
              <a:cs typeface="Carlito"/>
            </a:endParaRPr>
          </a:p>
          <a:p>
            <a:pPr marL="641985" marR="156845" lvl="1" indent="-177165">
              <a:lnSpc>
                <a:spcPts val="1920"/>
              </a:lnSpc>
              <a:spcBef>
                <a:spcPts val="434"/>
              </a:spcBef>
              <a:buClr>
                <a:srgbClr val="E48312"/>
              </a:buClr>
              <a:buSzPct val="75000"/>
              <a:buFont typeface="Wingdings"/>
              <a:buChar char=""/>
              <a:tabLst>
                <a:tab pos="642620" algn="l"/>
              </a:tabLst>
            </a:pPr>
            <a:r>
              <a:rPr sz="2000" dirty="0">
                <a:solidFill>
                  <a:srgbClr val="404040"/>
                </a:solidFill>
                <a:latin typeface="Carlito"/>
                <a:cs typeface="Carlito"/>
              </a:rPr>
              <a:t>Is an </a:t>
            </a:r>
            <a:r>
              <a:rPr sz="2000" spc="-10" dirty="0">
                <a:solidFill>
                  <a:srgbClr val="404040"/>
                </a:solidFill>
                <a:latin typeface="Carlito"/>
                <a:cs typeface="Carlito"/>
              </a:rPr>
              <a:t>extension </a:t>
            </a:r>
            <a:r>
              <a:rPr sz="2000" spc="-5" dirty="0">
                <a:solidFill>
                  <a:srgbClr val="404040"/>
                </a:solidFill>
                <a:latin typeface="Carlito"/>
                <a:cs typeface="Carlito"/>
              </a:rPr>
              <a:t>of single </a:t>
            </a:r>
            <a:r>
              <a:rPr sz="2000" dirty="0">
                <a:solidFill>
                  <a:srgbClr val="404040"/>
                </a:solidFill>
                <a:latin typeface="Carlito"/>
                <a:cs typeface="Carlito"/>
              </a:rPr>
              <a:t>PWM and  </a:t>
            </a:r>
            <a:r>
              <a:rPr sz="2000" spc="-5" dirty="0">
                <a:solidFill>
                  <a:srgbClr val="404040"/>
                </a:solidFill>
                <a:latin typeface="Carlito"/>
                <a:cs typeface="Carlito"/>
              </a:rPr>
              <a:t>uses </a:t>
            </a:r>
            <a:r>
              <a:rPr sz="2000" spc="-15" dirty="0">
                <a:solidFill>
                  <a:srgbClr val="404040"/>
                </a:solidFill>
                <a:latin typeface="Carlito"/>
                <a:cs typeface="Carlito"/>
              </a:rPr>
              <a:t>several </a:t>
            </a:r>
            <a:r>
              <a:rPr sz="2000" spc="-10" dirty="0">
                <a:solidFill>
                  <a:srgbClr val="404040"/>
                </a:solidFill>
                <a:latin typeface="Carlito"/>
                <a:cs typeface="Carlito"/>
              </a:rPr>
              <a:t>equidistant </a:t>
            </a:r>
            <a:r>
              <a:rPr sz="2000" spc="-5" dirty="0">
                <a:solidFill>
                  <a:srgbClr val="404040"/>
                </a:solidFill>
                <a:latin typeface="Carlito"/>
                <a:cs typeface="Carlito"/>
              </a:rPr>
              <a:t>pulses in  </a:t>
            </a:r>
            <a:r>
              <a:rPr sz="2000" dirty="0">
                <a:solidFill>
                  <a:srgbClr val="404040"/>
                </a:solidFill>
                <a:latin typeface="Carlito"/>
                <a:cs typeface="Carlito"/>
              </a:rPr>
              <a:t>each </a:t>
            </a:r>
            <a:r>
              <a:rPr sz="2000" spc="-5" dirty="0">
                <a:solidFill>
                  <a:srgbClr val="404040"/>
                </a:solidFill>
                <a:latin typeface="Carlito"/>
                <a:cs typeface="Carlito"/>
              </a:rPr>
              <a:t>half</a:t>
            </a:r>
            <a:r>
              <a:rPr sz="2000" spc="-15" dirty="0">
                <a:solidFill>
                  <a:srgbClr val="404040"/>
                </a:solidFill>
                <a:latin typeface="Carlito"/>
                <a:cs typeface="Carlito"/>
              </a:rPr>
              <a:t> </a:t>
            </a:r>
            <a:r>
              <a:rPr sz="2000" spc="-5" dirty="0">
                <a:solidFill>
                  <a:srgbClr val="404040"/>
                </a:solidFill>
                <a:latin typeface="Carlito"/>
                <a:cs typeface="Carlito"/>
              </a:rPr>
              <a:t>cycle</a:t>
            </a:r>
            <a:endParaRPr sz="2000">
              <a:latin typeface="Carlito"/>
              <a:cs typeface="Carlito"/>
            </a:endParaRPr>
          </a:p>
          <a:p>
            <a:pPr lvl="1">
              <a:lnSpc>
                <a:spcPct val="100000"/>
              </a:lnSpc>
              <a:buClr>
                <a:srgbClr val="E48312"/>
              </a:buClr>
              <a:buFont typeface="Wingdings"/>
              <a:buChar char=""/>
            </a:pPr>
            <a:endParaRPr sz="2000">
              <a:latin typeface="Carlito"/>
              <a:cs typeface="Carlito"/>
            </a:endParaRPr>
          </a:p>
          <a:p>
            <a:pPr marL="367665" indent="-355600">
              <a:lnSpc>
                <a:spcPts val="2600"/>
              </a:lnSpc>
              <a:spcBef>
                <a:spcPts val="5"/>
              </a:spcBef>
              <a:buClr>
                <a:srgbClr val="E48312"/>
              </a:buClr>
              <a:buSzPct val="75000"/>
              <a:buFont typeface="Wingdings"/>
              <a:buChar char=""/>
              <a:tabLst>
                <a:tab pos="368300" algn="l"/>
              </a:tabLst>
            </a:pPr>
            <a:r>
              <a:rPr sz="2200" spc="-5" smtClean="0">
                <a:solidFill>
                  <a:srgbClr val="C00000"/>
                </a:solidFill>
                <a:latin typeface="Carlito"/>
                <a:cs typeface="Carlito"/>
              </a:rPr>
              <a:t>Sinusoidal</a:t>
            </a:r>
            <a:r>
              <a:rPr lang="en-US" sz="2200" spc="-5" dirty="0" smtClean="0">
                <a:solidFill>
                  <a:srgbClr val="C00000"/>
                </a:solidFill>
                <a:latin typeface="Carlito"/>
                <a:cs typeface="Carlito"/>
              </a:rPr>
              <a:t> </a:t>
            </a:r>
            <a:r>
              <a:rPr sz="2200" smtClean="0">
                <a:solidFill>
                  <a:srgbClr val="C00000"/>
                </a:solidFill>
                <a:latin typeface="Carlito"/>
                <a:cs typeface="Carlito"/>
              </a:rPr>
              <a:t>Pulse </a:t>
            </a:r>
            <a:r>
              <a:rPr sz="2200" spc="-5" dirty="0">
                <a:solidFill>
                  <a:srgbClr val="C00000"/>
                </a:solidFill>
                <a:latin typeface="Carlito"/>
                <a:cs typeface="Carlito"/>
              </a:rPr>
              <a:t>Width</a:t>
            </a:r>
            <a:r>
              <a:rPr sz="2200" spc="-85" dirty="0">
                <a:solidFill>
                  <a:srgbClr val="C00000"/>
                </a:solidFill>
                <a:latin typeface="Carlito"/>
                <a:cs typeface="Carlito"/>
              </a:rPr>
              <a:t> </a:t>
            </a:r>
            <a:r>
              <a:rPr sz="2200" spc="-5" dirty="0">
                <a:solidFill>
                  <a:srgbClr val="C00000"/>
                </a:solidFill>
                <a:latin typeface="Carlito"/>
                <a:cs typeface="Carlito"/>
              </a:rPr>
              <a:t>Modulation</a:t>
            </a:r>
            <a:endParaRPr sz="2200">
              <a:latin typeface="Carlito"/>
              <a:cs typeface="Carlito"/>
            </a:endParaRPr>
          </a:p>
          <a:p>
            <a:pPr marL="658495" marR="31750" lvl="1" indent="-193675" algn="just">
              <a:lnSpc>
                <a:spcPct val="80000"/>
              </a:lnSpc>
              <a:spcBef>
                <a:spcPts val="440"/>
              </a:spcBef>
              <a:buClr>
                <a:srgbClr val="E48312"/>
              </a:buClr>
              <a:buSzPct val="75000"/>
              <a:buFont typeface="Wingdings"/>
              <a:buChar char=""/>
              <a:tabLst>
                <a:tab pos="659130" algn="l"/>
              </a:tabLst>
            </a:pPr>
            <a:r>
              <a:rPr sz="2000" spc="-5" dirty="0">
                <a:solidFill>
                  <a:srgbClr val="404040"/>
                </a:solidFill>
                <a:latin typeface="Carlito"/>
                <a:cs typeface="Carlito"/>
              </a:rPr>
              <a:t>Pulse width is </a:t>
            </a:r>
            <a:r>
              <a:rPr sz="2000" dirty="0">
                <a:solidFill>
                  <a:srgbClr val="404040"/>
                </a:solidFill>
                <a:latin typeface="Carlito"/>
                <a:cs typeface="Carlito"/>
              </a:rPr>
              <a:t>a </a:t>
            </a:r>
            <a:r>
              <a:rPr sz="2000" spc="-5" dirty="0">
                <a:solidFill>
                  <a:srgbClr val="404040"/>
                </a:solidFill>
                <a:latin typeface="Carlito"/>
                <a:cs typeface="Carlito"/>
              </a:rPr>
              <a:t>sinusoidal </a:t>
            </a:r>
            <a:r>
              <a:rPr sz="2000" dirty="0">
                <a:solidFill>
                  <a:srgbClr val="404040"/>
                </a:solidFill>
                <a:latin typeface="Carlito"/>
                <a:cs typeface="Carlito"/>
              </a:rPr>
              <a:t>function  </a:t>
            </a:r>
            <a:r>
              <a:rPr sz="2000" spc="-5" dirty="0">
                <a:solidFill>
                  <a:srgbClr val="404040"/>
                </a:solidFill>
                <a:latin typeface="Carlito"/>
                <a:cs typeface="Carlito"/>
              </a:rPr>
              <a:t>of </a:t>
            </a:r>
            <a:r>
              <a:rPr sz="2000" dirty="0">
                <a:solidFill>
                  <a:srgbClr val="404040"/>
                </a:solidFill>
                <a:latin typeface="Carlito"/>
                <a:cs typeface="Carlito"/>
              </a:rPr>
              <a:t>angular </a:t>
            </a:r>
            <a:r>
              <a:rPr sz="2000" spc="-5" dirty="0">
                <a:solidFill>
                  <a:srgbClr val="404040"/>
                </a:solidFill>
                <a:latin typeface="Carlito"/>
                <a:cs typeface="Carlito"/>
              </a:rPr>
              <a:t>position of </a:t>
            </a:r>
            <a:r>
              <a:rPr sz="2000" dirty="0">
                <a:solidFill>
                  <a:srgbClr val="404040"/>
                </a:solidFill>
                <a:latin typeface="Carlito"/>
                <a:cs typeface="Carlito"/>
              </a:rPr>
              <a:t>the </a:t>
            </a:r>
            <a:r>
              <a:rPr sz="2000" spc="-5" dirty="0">
                <a:solidFill>
                  <a:srgbClr val="404040"/>
                </a:solidFill>
                <a:latin typeface="Carlito"/>
                <a:cs typeface="Carlito"/>
              </a:rPr>
              <a:t>pulse in </a:t>
            </a:r>
            <a:r>
              <a:rPr sz="2000" dirty="0">
                <a:solidFill>
                  <a:srgbClr val="404040"/>
                </a:solidFill>
                <a:latin typeface="Carlito"/>
                <a:cs typeface="Carlito"/>
              </a:rPr>
              <a:t>a  </a:t>
            </a:r>
            <a:r>
              <a:rPr sz="2000" spc="-5" dirty="0">
                <a:solidFill>
                  <a:srgbClr val="404040"/>
                </a:solidFill>
                <a:latin typeface="Carlito"/>
                <a:cs typeface="Carlito"/>
              </a:rPr>
              <a:t>cycle</a:t>
            </a:r>
            <a:endParaRPr sz="2000">
              <a:latin typeface="Carlito"/>
              <a:cs typeface="Carlito"/>
            </a:endParaRPr>
          </a:p>
        </p:txBody>
      </p:sp>
      <p:grpSp>
        <p:nvGrpSpPr>
          <p:cNvPr id="5" name="object 5"/>
          <p:cNvGrpSpPr/>
          <p:nvPr/>
        </p:nvGrpSpPr>
        <p:grpSpPr>
          <a:xfrm>
            <a:off x="5786627" y="1260347"/>
            <a:ext cx="2851785" cy="1076325"/>
            <a:chOff x="5786627" y="1260347"/>
            <a:chExt cx="2851785" cy="1076325"/>
          </a:xfrm>
        </p:grpSpPr>
        <p:sp>
          <p:nvSpPr>
            <p:cNvPr id="6" name="object 6"/>
            <p:cNvSpPr/>
            <p:nvPr/>
          </p:nvSpPr>
          <p:spPr>
            <a:xfrm>
              <a:off x="5800343" y="1260347"/>
              <a:ext cx="2837815" cy="1076325"/>
            </a:xfrm>
            <a:custGeom>
              <a:avLst/>
              <a:gdLst/>
              <a:ahLst/>
              <a:cxnLst/>
              <a:rect l="l" t="t" r="r" b="b"/>
              <a:pathLst>
                <a:path w="2837815" h="1076325">
                  <a:moveTo>
                    <a:pt x="0" y="1075943"/>
                  </a:moveTo>
                  <a:lnTo>
                    <a:pt x="0" y="0"/>
                  </a:lnTo>
                </a:path>
                <a:path w="2837815" h="1076325">
                  <a:moveTo>
                    <a:pt x="0" y="533399"/>
                  </a:moveTo>
                  <a:lnTo>
                    <a:pt x="2837687" y="533399"/>
                  </a:lnTo>
                </a:path>
              </a:pathLst>
            </a:custGeom>
            <a:ln w="27431">
              <a:solidFill>
                <a:srgbClr val="808080"/>
              </a:solidFill>
            </a:ln>
          </p:spPr>
          <p:txBody>
            <a:bodyPr wrap="square" lIns="0" tIns="0" rIns="0" bIns="0" rtlCol="0"/>
            <a:lstStyle/>
            <a:p>
              <a:endParaRPr/>
            </a:p>
          </p:txBody>
        </p:sp>
        <p:sp>
          <p:nvSpPr>
            <p:cNvPr id="7" name="object 7"/>
            <p:cNvSpPr/>
            <p:nvPr/>
          </p:nvSpPr>
          <p:spPr>
            <a:xfrm>
              <a:off x="5800343" y="1440179"/>
              <a:ext cx="2620010" cy="707390"/>
            </a:xfrm>
            <a:custGeom>
              <a:avLst/>
              <a:gdLst/>
              <a:ahLst/>
              <a:cxnLst/>
              <a:rect l="l" t="t" r="r" b="b"/>
              <a:pathLst>
                <a:path w="2620009" h="707389">
                  <a:moveTo>
                    <a:pt x="217931" y="353567"/>
                  </a:moveTo>
                  <a:lnTo>
                    <a:pt x="217931" y="0"/>
                  </a:lnTo>
                  <a:lnTo>
                    <a:pt x="1091183" y="0"/>
                  </a:lnTo>
                  <a:lnTo>
                    <a:pt x="1091183" y="353567"/>
                  </a:lnTo>
                </a:path>
                <a:path w="2620009" h="707389">
                  <a:moveTo>
                    <a:pt x="0" y="353567"/>
                  </a:moveTo>
                  <a:lnTo>
                    <a:pt x="217931" y="353567"/>
                  </a:lnTo>
                </a:path>
                <a:path w="2620009" h="707389">
                  <a:moveTo>
                    <a:pt x="1310639" y="353567"/>
                  </a:moveTo>
                  <a:lnTo>
                    <a:pt x="1091183" y="353567"/>
                  </a:lnTo>
                </a:path>
                <a:path w="2620009" h="707389">
                  <a:moveTo>
                    <a:pt x="1528571" y="353567"/>
                  </a:moveTo>
                  <a:lnTo>
                    <a:pt x="1528571" y="707135"/>
                  </a:lnTo>
                  <a:lnTo>
                    <a:pt x="2401823" y="707135"/>
                  </a:lnTo>
                  <a:lnTo>
                    <a:pt x="2401823" y="353567"/>
                  </a:lnTo>
                </a:path>
                <a:path w="2620009" h="707389">
                  <a:moveTo>
                    <a:pt x="1310639" y="353567"/>
                  </a:moveTo>
                  <a:lnTo>
                    <a:pt x="1528571" y="353567"/>
                  </a:lnTo>
                </a:path>
                <a:path w="2620009" h="707389">
                  <a:moveTo>
                    <a:pt x="2619755" y="353567"/>
                  </a:moveTo>
                  <a:lnTo>
                    <a:pt x="2401823" y="353567"/>
                  </a:lnTo>
                </a:path>
              </a:pathLst>
            </a:custGeom>
            <a:ln w="45719">
              <a:solidFill>
                <a:srgbClr val="800000"/>
              </a:solidFill>
            </a:ln>
          </p:spPr>
          <p:txBody>
            <a:bodyPr wrap="square" lIns="0" tIns="0" rIns="0" bIns="0" rtlCol="0"/>
            <a:lstStyle/>
            <a:p>
              <a:endParaRPr/>
            </a:p>
          </p:txBody>
        </p:sp>
        <p:sp>
          <p:nvSpPr>
            <p:cNvPr id="8" name="object 8"/>
            <p:cNvSpPr/>
            <p:nvPr/>
          </p:nvSpPr>
          <p:spPr>
            <a:xfrm>
              <a:off x="6140195" y="1620011"/>
              <a:ext cx="631190" cy="0"/>
            </a:xfrm>
            <a:custGeom>
              <a:avLst/>
              <a:gdLst/>
              <a:ahLst/>
              <a:cxnLst/>
              <a:rect l="l" t="t" r="r" b="b"/>
              <a:pathLst>
                <a:path w="631190">
                  <a:moveTo>
                    <a:pt x="0" y="0"/>
                  </a:moveTo>
                  <a:lnTo>
                    <a:pt x="630935" y="0"/>
                  </a:lnTo>
                </a:path>
              </a:pathLst>
            </a:custGeom>
            <a:ln w="27431">
              <a:solidFill>
                <a:srgbClr val="008080"/>
              </a:solidFill>
            </a:ln>
          </p:spPr>
          <p:txBody>
            <a:bodyPr wrap="square" lIns="0" tIns="0" rIns="0" bIns="0" rtlCol="0"/>
            <a:lstStyle/>
            <a:p>
              <a:endParaRPr/>
            </a:p>
          </p:txBody>
        </p:sp>
        <p:sp>
          <p:nvSpPr>
            <p:cNvPr id="9" name="object 9"/>
            <p:cNvSpPr/>
            <p:nvPr/>
          </p:nvSpPr>
          <p:spPr>
            <a:xfrm>
              <a:off x="6062472" y="1522475"/>
              <a:ext cx="786765" cy="193675"/>
            </a:xfrm>
            <a:custGeom>
              <a:avLst/>
              <a:gdLst/>
              <a:ahLst/>
              <a:cxnLst/>
              <a:rect l="l" t="t" r="r" b="b"/>
              <a:pathLst>
                <a:path w="786765" h="193675">
                  <a:moveTo>
                    <a:pt x="97536" y="0"/>
                  </a:moveTo>
                  <a:lnTo>
                    <a:pt x="0" y="97536"/>
                  </a:lnTo>
                  <a:lnTo>
                    <a:pt x="97536" y="193548"/>
                  </a:lnTo>
                  <a:lnTo>
                    <a:pt x="97536" y="0"/>
                  </a:lnTo>
                  <a:close/>
                </a:path>
                <a:path w="786765" h="193675">
                  <a:moveTo>
                    <a:pt x="786384" y="97536"/>
                  </a:moveTo>
                  <a:lnTo>
                    <a:pt x="688848" y="0"/>
                  </a:lnTo>
                  <a:lnTo>
                    <a:pt x="688848" y="193548"/>
                  </a:lnTo>
                  <a:lnTo>
                    <a:pt x="786384" y="97536"/>
                  </a:lnTo>
                  <a:close/>
                </a:path>
              </a:pathLst>
            </a:custGeom>
            <a:solidFill>
              <a:srgbClr val="008080"/>
            </a:solidFill>
          </p:spPr>
          <p:txBody>
            <a:bodyPr wrap="square" lIns="0" tIns="0" rIns="0" bIns="0" rtlCol="0"/>
            <a:lstStyle/>
            <a:p>
              <a:endParaRPr/>
            </a:p>
          </p:txBody>
        </p:sp>
        <p:sp>
          <p:nvSpPr>
            <p:cNvPr id="10" name="object 10"/>
            <p:cNvSpPr/>
            <p:nvPr/>
          </p:nvSpPr>
          <p:spPr>
            <a:xfrm>
              <a:off x="7449311" y="1988819"/>
              <a:ext cx="631190" cy="0"/>
            </a:xfrm>
            <a:custGeom>
              <a:avLst/>
              <a:gdLst/>
              <a:ahLst/>
              <a:cxnLst/>
              <a:rect l="l" t="t" r="r" b="b"/>
              <a:pathLst>
                <a:path w="631190">
                  <a:moveTo>
                    <a:pt x="0" y="0"/>
                  </a:moveTo>
                  <a:lnTo>
                    <a:pt x="630935" y="0"/>
                  </a:lnTo>
                </a:path>
              </a:pathLst>
            </a:custGeom>
            <a:ln w="27431">
              <a:solidFill>
                <a:srgbClr val="008080"/>
              </a:solidFill>
            </a:ln>
          </p:spPr>
          <p:txBody>
            <a:bodyPr wrap="square" lIns="0" tIns="0" rIns="0" bIns="0" rtlCol="0"/>
            <a:lstStyle/>
            <a:p>
              <a:endParaRPr/>
            </a:p>
          </p:txBody>
        </p:sp>
        <p:sp>
          <p:nvSpPr>
            <p:cNvPr id="11" name="object 11"/>
            <p:cNvSpPr/>
            <p:nvPr/>
          </p:nvSpPr>
          <p:spPr>
            <a:xfrm>
              <a:off x="7371588" y="1892807"/>
              <a:ext cx="786765" cy="193675"/>
            </a:xfrm>
            <a:custGeom>
              <a:avLst/>
              <a:gdLst/>
              <a:ahLst/>
              <a:cxnLst/>
              <a:rect l="l" t="t" r="r" b="b"/>
              <a:pathLst>
                <a:path w="786765" h="193675">
                  <a:moveTo>
                    <a:pt x="97536" y="0"/>
                  </a:moveTo>
                  <a:lnTo>
                    <a:pt x="0" y="96012"/>
                  </a:lnTo>
                  <a:lnTo>
                    <a:pt x="97536" y="193548"/>
                  </a:lnTo>
                  <a:lnTo>
                    <a:pt x="97536" y="0"/>
                  </a:lnTo>
                  <a:close/>
                </a:path>
                <a:path w="786765" h="193675">
                  <a:moveTo>
                    <a:pt x="786384" y="96012"/>
                  </a:moveTo>
                  <a:lnTo>
                    <a:pt x="688848" y="0"/>
                  </a:lnTo>
                  <a:lnTo>
                    <a:pt x="688848" y="193548"/>
                  </a:lnTo>
                  <a:lnTo>
                    <a:pt x="786384" y="96012"/>
                  </a:lnTo>
                  <a:close/>
                </a:path>
              </a:pathLst>
            </a:custGeom>
            <a:solidFill>
              <a:srgbClr val="008080"/>
            </a:solidFill>
          </p:spPr>
          <p:txBody>
            <a:bodyPr wrap="square" lIns="0" tIns="0" rIns="0" bIns="0" rtlCol="0"/>
            <a:lstStyle/>
            <a:p>
              <a:endParaRPr/>
            </a:p>
          </p:txBody>
        </p:sp>
      </p:grpSp>
      <p:grpSp>
        <p:nvGrpSpPr>
          <p:cNvPr id="12" name="object 12"/>
          <p:cNvGrpSpPr/>
          <p:nvPr/>
        </p:nvGrpSpPr>
        <p:grpSpPr>
          <a:xfrm>
            <a:off x="5786627" y="2889503"/>
            <a:ext cx="2851785" cy="1077595"/>
            <a:chOff x="5786627" y="2889503"/>
            <a:chExt cx="2851785" cy="1077595"/>
          </a:xfrm>
        </p:grpSpPr>
        <p:sp>
          <p:nvSpPr>
            <p:cNvPr id="13" name="object 13"/>
            <p:cNvSpPr/>
            <p:nvPr/>
          </p:nvSpPr>
          <p:spPr>
            <a:xfrm>
              <a:off x="5800343" y="2889503"/>
              <a:ext cx="2837815" cy="1077595"/>
            </a:xfrm>
            <a:custGeom>
              <a:avLst/>
              <a:gdLst/>
              <a:ahLst/>
              <a:cxnLst/>
              <a:rect l="l" t="t" r="r" b="b"/>
              <a:pathLst>
                <a:path w="2837815" h="1077595">
                  <a:moveTo>
                    <a:pt x="0" y="1077467"/>
                  </a:moveTo>
                  <a:lnTo>
                    <a:pt x="0" y="0"/>
                  </a:lnTo>
                </a:path>
                <a:path w="2837815" h="1077595">
                  <a:moveTo>
                    <a:pt x="0" y="534923"/>
                  </a:moveTo>
                  <a:lnTo>
                    <a:pt x="2837687" y="534923"/>
                  </a:lnTo>
                </a:path>
              </a:pathLst>
            </a:custGeom>
            <a:ln w="27431">
              <a:solidFill>
                <a:srgbClr val="808080"/>
              </a:solidFill>
            </a:ln>
          </p:spPr>
          <p:txBody>
            <a:bodyPr wrap="square" lIns="0" tIns="0" rIns="0" bIns="0" rtlCol="0"/>
            <a:lstStyle/>
            <a:p>
              <a:endParaRPr/>
            </a:p>
          </p:txBody>
        </p:sp>
        <p:sp>
          <p:nvSpPr>
            <p:cNvPr id="14" name="object 14"/>
            <p:cNvSpPr/>
            <p:nvPr/>
          </p:nvSpPr>
          <p:spPr>
            <a:xfrm>
              <a:off x="5800343" y="3070859"/>
              <a:ext cx="546100" cy="353695"/>
            </a:xfrm>
            <a:custGeom>
              <a:avLst/>
              <a:gdLst/>
              <a:ahLst/>
              <a:cxnLst/>
              <a:rect l="l" t="t" r="r" b="b"/>
              <a:pathLst>
                <a:path w="546100" h="353695">
                  <a:moveTo>
                    <a:pt x="217931" y="353567"/>
                  </a:moveTo>
                  <a:lnTo>
                    <a:pt x="217931" y="0"/>
                  </a:lnTo>
                  <a:lnTo>
                    <a:pt x="545591" y="0"/>
                  </a:lnTo>
                  <a:lnTo>
                    <a:pt x="545591" y="353567"/>
                  </a:lnTo>
                </a:path>
                <a:path w="546100" h="353695">
                  <a:moveTo>
                    <a:pt x="0" y="353567"/>
                  </a:moveTo>
                  <a:lnTo>
                    <a:pt x="217931" y="353567"/>
                  </a:lnTo>
                </a:path>
              </a:pathLst>
            </a:custGeom>
            <a:ln w="45719">
              <a:solidFill>
                <a:srgbClr val="800000"/>
              </a:solidFill>
            </a:ln>
          </p:spPr>
          <p:txBody>
            <a:bodyPr wrap="square" lIns="0" tIns="0" rIns="0" bIns="0" rtlCol="0"/>
            <a:lstStyle/>
            <a:p>
              <a:endParaRPr/>
            </a:p>
          </p:txBody>
        </p:sp>
        <p:sp>
          <p:nvSpPr>
            <p:cNvPr id="15" name="object 15"/>
            <p:cNvSpPr/>
            <p:nvPr/>
          </p:nvSpPr>
          <p:spPr>
            <a:xfrm>
              <a:off x="6041135" y="3166871"/>
              <a:ext cx="272796" cy="166115"/>
            </a:xfrm>
            <a:prstGeom prst="rect">
              <a:avLst/>
            </a:prstGeom>
            <a:blipFill>
              <a:blip r:embed="rId2" cstate="print"/>
              <a:stretch>
                <a:fillRect/>
              </a:stretch>
            </a:blipFill>
          </p:spPr>
          <p:txBody>
            <a:bodyPr wrap="square" lIns="0" tIns="0" rIns="0" bIns="0" rtlCol="0"/>
            <a:lstStyle/>
            <a:p>
              <a:endParaRPr/>
            </a:p>
          </p:txBody>
        </p:sp>
        <p:sp>
          <p:nvSpPr>
            <p:cNvPr id="16" name="object 16"/>
            <p:cNvSpPr/>
            <p:nvPr/>
          </p:nvSpPr>
          <p:spPr>
            <a:xfrm>
              <a:off x="6345935" y="3070859"/>
              <a:ext cx="765175" cy="353695"/>
            </a:xfrm>
            <a:custGeom>
              <a:avLst/>
              <a:gdLst/>
              <a:ahLst/>
              <a:cxnLst/>
              <a:rect l="l" t="t" r="r" b="b"/>
              <a:pathLst>
                <a:path w="765175" h="353695">
                  <a:moveTo>
                    <a:pt x="0" y="353567"/>
                  </a:moveTo>
                  <a:lnTo>
                    <a:pt x="219455" y="353567"/>
                  </a:lnTo>
                </a:path>
                <a:path w="765175" h="353695">
                  <a:moveTo>
                    <a:pt x="219455" y="353567"/>
                  </a:moveTo>
                  <a:lnTo>
                    <a:pt x="219455" y="0"/>
                  </a:lnTo>
                  <a:lnTo>
                    <a:pt x="545591" y="0"/>
                  </a:lnTo>
                  <a:lnTo>
                    <a:pt x="545591" y="353567"/>
                  </a:lnTo>
                </a:path>
                <a:path w="765175" h="353695">
                  <a:moveTo>
                    <a:pt x="545591" y="353567"/>
                  </a:moveTo>
                  <a:lnTo>
                    <a:pt x="765047" y="353567"/>
                  </a:lnTo>
                </a:path>
              </a:pathLst>
            </a:custGeom>
            <a:ln w="45719">
              <a:solidFill>
                <a:srgbClr val="800000"/>
              </a:solidFill>
            </a:ln>
          </p:spPr>
          <p:txBody>
            <a:bodyPr wrap="square" lIns="0" tIns="0" rIns="0" bIns="0" rtlCol="0"/>
            <a:lstStyle/>
            <a:p>
              <a:endParaRPr/>
            </a:p>
          </p:txBody>
        </p:sp>
        <p:sp>
          <p:nvSpPr>
            <p:cNvPr id="17" name="object 17"/>
            <p:cNvSpPr/>
            <p:nvPr/>
          </p:nvSpPr>
          <p:spPr>
            <a:xfrm>
              <a:off x="6586727" y="3166871"/>
              <a:ext cx="283464" cy="166115"/>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7110983" y="3424427"/>
              <a:ext cx="546100" cy="352425"/>
            </a:xfrm>
            <a:custGeom>
              <a:avLst/>
              <a:gdLst/>
              <a:ahLst/>
              <a:cxnLst/>
              <a:rect l="l" t="t" r="r" b="b"/>
              <a:pathLst>
                <a:path w="546100" h="352425">
                  <a:moveTo>
                    <a:pt x="217931" y="0"/>
                  </a:moveTo>
                  <a:lnTo>
                    <a:pt x="217931" y="352043"/>
                  </a:lnTo>
                  <a:lnTo>
                    <a:pt x="545591" y="352043"/>
                  </a:lnTo>
                  <a:lnTo>
                    <a:pt x="545591" y="0"/>
                  </a:lnTo>
                </a:path>
                <a:path w="546100" h="352425">
                  <a:moveTo>
                    <a:pt x="0" y="0"/>
                  </a:moveTo>
                  <a:lnTo>
                    <a:pt x="217931" y="0"/>
                  </a:lnTo>
                </a:path>
              </a:pathLst>
            </a:custGeom>
            <a:ln w="45719">
              <a:solidFill>
                <a:srgbClr val="800000"/>
              </a:solidFill>
            </a:ln>
          </p:spPr>
          <p:txBody>
            <a:bodyPr wrap="square" lIns="0" tIns="0" rIns="0" bIns="0" rtlCol="0"/>
            <a:lstStyle/>
            <a:p>
              <a:endParaRPr/>
            </a:p>
          </p:txBody>
        </p:sp>
        <p:sp>
          <p:nvSpPr>
            <p:cNvPr id="19" name="object 19"/>
            <p:cNvSpPr/>
            <p:nvPr/>
          </p:nvSpPr>
          <p:spPr>
            <a:xfrm>
              <a:off x="7350251" y="3514343"/>
              <a:ext cx="272796" cy="166115"/>
            </a:xfrm>
            <a:prstGeom prst="rect">
              <a:avLst/>
            </a:prstGeom>
            <a:blipFill>
              <a:blip r:embed="rId4" cstate="print"/>
              <a:stretch>
                <a:fillRect/>
              </a:stretch>
            </a:blipFill>
          </p:spPr>
          <p:txBody>
            <a:bodyPr wrap="square" lIns="0" tIns="0" rIns="0" bIns="0" rtlCol="0"/>
            <a:lstStyle/>
            <a:p>
              <a:endParaRPr/>
            </a:p>
          </p:txBody>
        </p:sp>
        <p:sp>
          <p:nvSpPr>
            <p:cNvPr id="20" name="object 20"/>
            <p:cNvSpPr/>
            <p:nvPr/>
          </p:nvSpPr>
          <p:spPr>
            <a:xfrm>
              <a:off x="7656575" y="3424427"/>
              <a:ext cx="763905" cy="352425"/>
            </a:xfrm>
            <a:custGeom>
              <a:avLst/>
              <a:gdLst/>
              <a:ahLst/>
              <a:cxnLst/>
              <a:rect l="l" t="t" r="r" b="b"/>
              <a:pathLst>
                <a:path w="763904" h="352425">
                  <a:moveTo>
                    <a:pt x="0" y="0"/>
                  </a:moveTo>
                  <a:lnTo>
                    <a:pt x="217931" y="0"/>
                  </a:lnTo>
                </a:path>
                <a:path w="763904" h="352425">
                  <a:moveTo>
                    <a:pt x="217931" y="0"/>
                  </a:moveTo>
                  <a:lnTo>
                    <a:pt x="217931" y="352043"/>
                  </a:lnTo>
                  <a:lnTo>
                    <a:pt x="545591" y="352043"/>
                  </a:lnTo>
                  <a:lnTo>
                    <a:pt x="545591" y="0"/>
                  </a:lnTo>
                </a:path>
                <a:path w="763904" h="352425">
                  <a:moveTo>
                    <a:pt x="545591" y="0"/>
                  </a:moveTo>
                  <a:lnTo>
                    <a:pt x="763523" y="0"/>
                  </a:lnTo>
                </a:path>
              </a:pathLst>
            </a:custGeom>
            <a:ln w="45719">
              <a:solidFill>
                <a:srgbClr val="800000"/>
              </a:solidFill>
            </a:ln>
          </p:spPr>
          <p:txBody>
            <a:bodyPr wrap="square" lIns="0" tIns="0" rIns="0" bIns="0" rtlCol="0"/>
            <a:lstStyle/>
            <a:p>
              <a:endParaRPr/>
            </a:p>
          </p:txBody>
        </p:sp>
        <p:sp>
          <p:nvSpPr>
            <p:cNvPr id="21" name="object 21"/>
            <p:cNvSpPr/>
            <p:nvPr/>
          </p:nvSpPr>
          <p:spPr>
            <a:xfrm>
              <a:off x="7895844" y="3514343"/>
              <a:ext cx="283463" cy="166115"/>
            </a:xfrm>
            <a:prstGeom prst="rect">
              <a:avLst/>
            </a:prstGeom>
            <a:blipFill>
              <a:blip r:embed="rId5" cstate="print"/>
              <a:stretch>
                <a:fillRect/>
              </a:stretch>
            </a:blipFill>
          </p:spPr>
          <p:txBody>
            <a:bodyPr wrap="square" lIns="0" tIns="0" rIns="0" bIns="0" rtlCol="0"/>
            <a:lstStyle/>
            <a:p>
              <a:endParaRPr/>
            </a:p>
          </p:txBody>
        </p:sp>
      </p:grpSp>
      <p:grpSp>
        <p:nvGrpSpPr>
          <p:cNvPr id="22" name="object 22"/>
          <p:cNvGrpSpPr/>
          <p:nvPr/>
        </p:nvGrpSpPr>
        <p:grpSpPr>
          <a:xfrm>
            <a:off x="5786627" y="4520183"/>
            <a:ext cx="2851785" cy="1077595"/>
            <a:chOff x="5786627" y="4520183"/>
            <a:chExt cx="2851785" cy="1077595"/>
          </a:xfrm>
        </p:grpSpPr>
        <p:sp>
          <p:nvSpPr>
            <p:cNvPr id="23" name="object 23"/>
            <p:cNvSpPr/>
            <p:nvPr/>
          </p:nvSpPr>
          <p:spPr>
            <a:xfrm>
              <a:off x="5800343" y="4520183"/>
              <a:ext cx="2837815" cy="1077595"/>
            </a:xfrm>
            <a:custGeom>
              <a:avLst/>
              <a:gdLst/>
              <a:ahLst/>
              <a:cxnLst/>
              <a:rect l="l" t="t" r="r" b="b"/>
              <a:pathLst>
                <a:path w="2837815" h="1077595">
                  <a:moveTo>
                    <a:pt x="0" y="1077467"/>
                  </a:moveTo>
                  <a:lnTo>
                    <a:pt x="0" y="0"/>
                  </a:lnTo>
                </a:path>
                <a:path w="2837815" h="1077595">
                  <a:moveTo>
                    <a:pt x="0" y="534923"/>
                  </a:moveTo>
                  <a:lnTo>
                    <a:pt x="2837687" y="534923"/>
                  </a:lnTo>
                </a:path>
              </a:pathLst>
            </a:custGeom>
            <a:ln w="27431">
              <a:solidFill>
                <a:srgbClr val="808080"/>
              </a:solidFill>
            </a:ln>
          </p:spPr>
          <p:txBody>
            <a:bodyPr wrap="square" lIns="0" tIns="0" rIns="0" bIns="0" rtlCol="0"/>
            <a:lstStyle/>
            <a:p>
              <a:endParaRPr/>
            </a:p>
          </p:txBody>
        </p:sp>
        <p:sp>
          <p:nvSpPr>
            <p:cNvPr id="24" name="object 24"/>
            <p:cNvSpPr/>
            <p:nvPr/>
          </p:nvSpPr>
          <p:spPr>
            <a:xfrm>
              <a:off x="5800343" y="4701539"/>
              <a:ext cx="2620010" cy="704215"/>
            </a:xfrm>
            <a:custGeom>
              <a:avLst/>
              <a:gdLst/>
              <a:ahLst/>
              <a:cxnLst/>
              <a:rect l="l" t="t" r="r" b="b"/>
              <a:pathLst>
                <a:path w="2620009" h="704214">
                  <a:moveTo>
                    <a:pt x="120395" y="353567"/>
                  </a:moveTo>
                  <a:lnTo>
                    <a:pt x="120395" y="0"/>
                  </a:lnTo>
                  <a:lnTo>
                    <a:pt x="251459" y="0"/>
                  </a:lnTo>
                  <a:lnTo>
                    <a:pt x="251459" y="353567"/>
                  </a:lnTo>
                </a:path>
                <a:path w="2620009" h="704214">
                  <a:moveTo>
                    <a:pt x="0" y="353567"/>
                  </a:moveTo>
                  <a:lnTo>
                    <a:pt x="109727" y="353567"/>
                  </a:lnTo>
                </a:path>
                <a:path w="2620009" h="704214">
                  <a:moveTo>
                    <a:pt x="262127" y="353567"/>
                  </a:moveTo>
                  <a:lnTo>
                    <a:pt x="371855" y="353567"/>
                  </a:lnTo>
                </a:path>
                <a:path w="2620009" h="704214">
                  <a:moveTo>
                    <a:pt x="371855" y="353567"/>
                  </a:moveTo>
                  <a:lnTo>
                    <a:pt x="371855" y="0"/>
                  </a:lnTo>
                  <a:lnTo>
                    <a:pt x="589787" y="0"/>
                  </a:lnTo>
                  <a:lnTo>
                    <a:pt x="589787" y="353567"/>
                  </a:lnTo>
                </a:path>
                <a:path w="2620009" h="704214">
                  <a:moveTo>
                    <a:pt x="1200911" y="353567"/>
                  </a:moveTo>
                  <a:lnTo>
                    <a:pt x="1310639" y="353567"/>
                  </a:lnTo>
                </a:path>
                <a:path w="2620009" h="704214">
                  <a:moveTo>
                    <a:pt x="1069847" y="353567"/>
                  </a:moveTo>
                  <a:lnTo>
                    <a:pt x="1069847" y="0"/>
                  </a:lnTo>
                  <a:lnTo>
                    <a:pt x="1190243" y="0"/>
                  </a:lnTo>
                  <a:lnTo>
                    <a:pt x="1190243" y="353567"/>
                  </a:lnTo>
                </a:path>
                <a:path w="2620009" h="704214">
                  <a:moveTo>
                    <a:pt x="949451" y="353567"/>
                  </a:moveTo>
                  <a:lnTo>
                    <a:pt x="1059179" y="353567"/>
                  </a:lnTo>
                </a:path>
                <a:path w="2620009" h="704214">
                  <a:moveTo>
                    <a:pt x="720851" y="353567"/>
                  </a:moveTo>
                  <a:lnTo>
                    <a:pt x="720851" y="0"/>
                  </a:lnTo>
                  <a:lnTo>
                    <a:pt x="949451" y="0"/>
                  </a:lnTo>
                  <a:lnTo>
                    <a:pt x="949451" y="353567"/>
                  </a:lnTo>
                </a:path>
                <a:path w="2620009" h="704214">
                  <a:moveTo>
                    <a:pt x="600455" y="353567"/>
                  </a:moveTo>
                  <a:lnTo>
                    <a:pt x="710183" y="353567"/>
                  </a:lnTo>
                </a:path>
                <a:path w="2620009" h="704214">
                  <a:moveTo>
                    <a:pt x="1429511" y="350519"/>
                  </a:moveTo>
                  <a:lnTo>
                    <a:pt x="1429511" y="704087"/>
                  </a:lnTo>
                  <a:lnTo>
                    <a:pt x="1560575" y="704087"/>
                  </a:lnTo>
                  <a:lnTo>
                    <a:pt x="1560575" y="350519"/>
                  </a:lnTo>
                </a:path>
                <a:path w="2620009" h="704214">
                  <a:moveTo>
                    <a:pt x="1310639" y="350519"/>
                  </a:moveTo>
                  <a:lnTo>
                    <a:pt x="1418843" y="350519"/>
                  </a:lnTo>
                </a:path>
                <a:path w="2620009" h="704214">
                  <a:moveTo>
                    <a:pt x="1571243" y="350519"/>
                  </a:moveTo>
                  <a:lnTo>
                    <a:pt x="1680971" y="350519"/>
                  </a:lnTo>
                </a:path>
                <a:path w="2620009" h="704214">
                  <a:moveTo>
                    <a:pt x="1680971" y="350519"/>
                  </a:moveTo>
                  <a:lnTo>
                    <a:pt x="1680971" y="704087"/>
                  </a:lnTo>
                  <a:lnTo>
                    <a:pt x="1898903" y="704087"/>
                  </a:lnTo>
                  <a:lnTo>
                    <a:pt x="1898903" y="350519"/>
                  </a:lnTo>
                </a:path>
                <a:path w="2620009" h="704214">
                  <a:moveTo>
                    <a:pt x="2510027" y="350519"/>
                  </a:moveTo>
                  <a:lnTo>
                    <a:pt x="2619755" y="350519"/>
                  </a:lnTo>
                </a:path>
                <a:path w="2620009" h="704214">
                  <a:moveTo>
                    <a:pt x="2378963" y="350519"/>
                  </a:moveTo>
                  <a:lnTo>
                    <a:pt x="2378963" y="704087"/>
                  </a:lnTo>
                  <a:lnTo>
                    <a:pt x="2499359" y="704087"/>
                  </a:lnTo>
                  <a:lnTo>
                    <a:pt x="2499359" y="350519"/>
                  </a:lnTo>
                </a:path>
                <a:path w="2620009" h="704214">
                  <a:moveTo>
                    <a:pt x="2260091" y="350519"/>
                  </a:moveTo>
                  <a:lnTo>
                    <a:pt x="2368295" y="350519"/>
                  </a:lnTo>
                </a:path>
                <a:path w="2620009" h="704214">
                  <a:moveTo>
                    <a:pt x="2029967" y="350519"/>
                  </a:moveTo>
                  <a:lnTo>
                    <a:pt x="2029967" y="704087"/>
                  </a:lnTo>
                  <a:lnTo>
                    <a:pt x="2260091" y="704087"/>
                  </a:lnTo>
                  <a:lnTo>
                    <a:pt x="2260091" y="350519"/>
                  </a:lnTo>
                </a:path>
                <a:path w="2620009" h="704214">
                  <a:moveTo>
                    <a:pt x="1911095" y="350519"/>
                  </a:moveTo>
                  <a:lnTo>
                    <a:pt x="2019299" y="350519"/>
                  </a:lnTo>
                </a:path>
              </a:pathLst>
            </a:custGeom>
            <a:ln w="45719">
              <a:solidFill>
                <a:srgbClr val="8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3594100" cy="574040"/>
          </a:xfrm>
          <a:prstGeom prst="rect">
            <a:avLst/>
          </a:prstGeom>
        </p:spPr>
        <p:txBody>
          <a:bodyPr vert="horz" wrap="square" lIns="0" tIns="12700" rIns="0" bIns="0" rtlCol="0">
            <a:spAutoFit/>
          </a:bodyPr>
          <a:lstStyle/>
          <a:p>
            <a:pPr marL="12700">
              <a:lnSpc>
                <a:spcPct val="100000"/>
              </a:lnSpc>
              <a:spcBef>
                <a:spcPts val="100"/>
              </a:spcBef>
            </a:pPr>
            <a:r>
              <a:rPr sz="3600" spc="-300">
                <a:solidFill>
                  <a:srgbClr val="002060"/>
                </a:solidFill>
              </a:rPr>
              <a:t>Single </a:t>
            </a:r>
            <a:r>
              <a:rPr sz="3600" spc="-35" smtClean="0">
                <a:solidFill>
                  <a:srgbClr val="002060"/>
                </a:solidFill>
              </a:rPr>
              <a:t>PWM</a:t>
            </a:r>
            <a:endParaRPr sz="3600"/>
          </a:p>
        </p:txBody>
      </p:sp>
      <p:grpSp>
        <p:nvGrpSpPr>
          <p:cNvPr id="4" name="object 4"/>
          <p:cNvGrpSpPr/>
          <p:nvPr/>
        </p:nvGrpSpPr>
        <p:grpSpPr>
          <a:xfrm>
            <a:off x="1175003" y="2069592"/>
            <a:ext cx="2984500" cy="3057525"/>
            <a:chOff x="1175003" y="2069592"/>
            <a:chExt cx="2984500" cy="3057525"/>
          </a:xfrm>
        </p:grpSpPr>
        <p:sp>
          <p:nvSpPr>
            <p:cNvPr id="5" name="object 5"/>
            <p:cNvSpPr/>
            <p:nvPr/>
          </p:nvSpPr>
          <p:spPr>
            <a:xfrm>
              <a:off x="1187195" y="2311908"/>
              <a:ext cx="2882265" cy="1804670"/>
            </a:xfrm>
            <a:custGeom>
              <a:avLst/>
              <a:gdLst/>
              <a:ahLst/>
              <a:cxnLst/>
              <a:rect l="l" t="t" r="r" b="b"/>
              <a:pathLst>
                <a:path w="2882265" h="1804670">
                  <a:moveTo>
                    <a:pt x="0" y="0"/>
                  </a:moveTo>
                  <a:lnTo>
                    <a:pt x="719327" y="902207"/>
                  </a:lnTo>
                </a:path>
                <a:path w="2882265" h="1804670">
                  <a:moveTo>
                    <a:pt x="1440179" y="0"/>
                  </a:moveTo>
                  <a:lnTo>
                    <a:pt x="719327" y="902207"/>
                  </a:lnTo>
                </a:path>
                <a:path w="2882265" h="1804670">
                  <a:moveTo>
                    <a:pt x="2161031" y="902207"/>
                  </a:moveTo>
                  <a:lnTo>
                    <a:pt x="1440179" y="1804415"/>
                  </a:lnTo>
                </a:path>
                <a:path w="2882265" h="1804670">
                  <a:moveTo>
                    <a:pt x="2161031" y="902207"/>
                  </a:moveTo>
                  <a:lnTo>
                    <a:pt x="2881883" y="1804415"/>
                  </a:lnTo>
                </a:path>
                <a:path w="2882265" h="1804670">
                  <a:moveTo>
                    <a:pt x="1440179" y="0"/>
                  </a:moveTo>
                  <a:lnTo>
                    <a:pt x="1440179" y="1804415"/>
                  </a:lnTo>
                </a:path>
                <a:path w="2882265" h="1804670">
                  <a:moveTo>
                    <a:pt x="2881883" y="1804415"/>
                  </a:moveTo>
                  <a:lnTo>
                    <a:pt x="2881883" y="902207"/>
                  </a:lnTo>
                </a:path>
              </a:pathLst>
            </a:custGeom>
            <a:ln w="15239">
              <a:solidFill>
                <a:srgbClr val="0000FF"/>
              </a:solidFill>
            </a:ln>
          </p:spPr>
          <p:txBody>
            <a:bodyPr wrap="square" lIns="0" tIns="0" rIns="0" bIns="0" rtlCol="0"/>
            <a:lstStyle/>
            <a:p>
              <a:endParaRPr/>
            </a:p>
          </p:txBody>
        </p:sp>
        <p:sp>
          <p:nvSpPr>
            <p:cNvPr id="6" name="object 6"/>
            <p:cNvSpPr/>
            <p:nvPr/>
          </p:nvSpPr>
          <p:spPr>
            <a:xfrm>
              <a:off x="1182623" y="2130552"/>
              <a:ext cx="2976880" cy="2996565"/>
            </a:xfrm>
            <a:custGeom>
              <a:avLst/>
              <a:gdLst/>
              <a:ahLst/>
              <a:cxnLst/>
              <a:rect l="l" t="t" r="r" b="b"/>
              <a:pathLst>
                <a:path w="2976879" h="2996565">
                  <a:moveTo>
                    <a:pt x="2976371" y="2526791"/>
                  </a:moveTo>
                  <a:lnTo>
                    <a:pt x="4571" y="2526791"/>
                  </a:lnTo>
                </a:path>
                <a:path w="2976879" h="2996565">
                  <a:moveTo>
                    <a:pt x="0" y="0"/>
                  </a:moveTo>
                  <a:lnTo>
                    <a:pt x="0" y="2996183"/>
                  </a:lnTo>
                </a:path>
              </a:pathLst>
            </a:custGeom>
            <a:ln w="9143">
              <a:solidFill>
                <a:srgbClr val="666666"/>
              </a:solidFill>
            </a:ln>
          </p:spPr>
          <p:txBody>
            <a:bodyPr wrap="square" lIns="0" tIns="0" rIns="0" bIns="0" rtlCol="0"/>
            <a:lstStyle/>
            <a:p>
              <a:endParaRPr/>
            </a:p>
          </p:txBody>
        </p:sp>
        <p:sp>
          <p:nvSpPr>
            <p:cNvPr id="7" name="object 7"/>
            <p:cNvSpPr/>
            <p:nvPr/>
          </p:nvSpPr>
          <p:spPr>
            <a:xfrm>
              <a:off x="1466088" y="2668523"/>
              <a:ext cx="2316480" cy="1993900"/>
            </a:xfrm>
            <a:custGeom>
              <a:avLst/>
              <a:gdLst/>
              <a:ahLst/>
              <a:cxnLst/>
              <a:rect l="l" t="t" r="r" b="b"/>
              <a:pathLst>
                <a:path w="2316479" h="1993900">
                  <a:moveTo>
                    <a:pt x="9144" y="1592580"/>
                  </a:moveTo>
                  <a:lnTo>
                    <a:pt x="7620" y="1591056"/>
                  </a:lnTo>
                  <a:lnTo>
                    <a:pt x="3048" y="1591056"/>
                  </a:lnTo>
                  <a:lnTo>
                    <a:pt x="0" y="1592580"/>
                  </a:lnTo>
                  <a:lnTo>
                    <a:pt x="0" y="1624584"/>
                  </a:lnTo>
                  <a:lnTo>
                    <a:pt x="3048" y="1627632"/>
                  </a:lnTo>
                  <a:lnTo>
                    <a:pt x="7620" y="1627632"/>
                  </a:lnTo>
                  <a:lnTo>
                    <a:pt x="9144" y="1624584"/>
                  </a:lnTo>
                  <a:lnTo>
                    <a:pt x="9144" y="1592580"/>
                  </a:lnTo>
                  <a:close/>
                </a:path>
                <a:path w="2316479" h="1993900">
                  <a:moveTo>
                    <a:pt x="9144" y="1537716"/>
                  </a:moveTo>
                  <a:lnTo>
                    <a:pt x="7620" y="1536192"/>
                  </a:lnTo>
                  <a:lnTo>
                    <a:pt x="3048" y="1536192"/>
                  </a:lnTo>
                  <a:lnTo>
                    <a:pt x="0" y="1537716"/>
                  </a:lnTo>
                  <a:lnTo>
                    <a:pt x="0" y="1569720"/>
                  </a:lnTo>
                  <a:lnTo>
                    <a:pt x="3048" y="1572768"/>
                  </a:lnTo>
                  <a:lnTo>
                    <a:pt x="7620" y="1572768"/>
                  </a:lnTo>
                  <a:lnTo>
                    <a:pt x="9144" y="1569720"/>
                  </a:lnTo>
                  <a:lnTo>
                    <a:pt x="9144" y="1537716"/>
                  </a:lnTo>
                  <a:close/>
                </a:path>
                <a:path w="2316479" h="1993900">
                  <a:moveTo>
                    <a:pt x="9144" y="1482852"/>
                  </a:moveTo>
                  <a:lnTo>
                    <a:pt x="7620" y="1481328"/>
                  </a:lnTo>
                  <a:lnTo>
                    <a:pt x="3048" y="1481328"/>
                  </a:lnTo>
                  <a:lnTo>
                    <a:pt x="0" y="1482852"/>
                  </a:lnTo>
                  <a:lnTo>
                    <a:pt x="0" y="1514856"/>
                  </a:lnTo>
                  <a:lnTo>
                    <a:pt x="3048" y="1517904"/>
                  </a:lnTo>
                  <a:lnTo>
                    <a:pt x="7620" y="1517904"/>
                  </a:lnTo>
                  <a:lnTo>
                    <a:pt x="9144" y="1514856"/>
                  </a:lnTo>
                  <a:lnTo>
                    <a:pt x="9144" y="1482852"/>
                  </a:lnTo>
                  <a:close/>
                </a:path>
                <a:path w="2316479" h="1993900">
                  <a:moveTo>
                    <a:pt x="9144" y="1427988"/>
                  </a:moveTo>
                  <a:lnTo>
                    <a:pt x="7620" y="1426464"/>
                  </a:lnTo>
                  <a:lnTo>
                    <a:pt x="3048" y="1426464"/>
                  </a:lnTo>
                  <a:lnTo>
                    <a:pt x="0" y="1427988"/>
                  </a:lnTo>
                  <a:lnTo>
                    <a:pt x="0" y="1459992"/>
                  </a:lnTo>
                  <a:lnTo>
                    <a:pt x="3048" y="1463040"/>
                  </a:lnTo>
                  <a:lnTo>
                    <a:pt x="7620" y="1463040"/>
                  </a:lnTo>
                  <a:lnTo>
                    <a:pt x="9144" y="1459992"/>
                  </a:lnTo>
                  <a:lnTo>
                    <a:pt x="9144" y="1427988"/>
                  </a:lnTo>
                  <a:close/>
                </a:path>
                <a:path w="2316479" h="1993900">
                  <a:moveTo>
                    <a:pt x="9144" y="1373124"/>
                  </a:moveTo>
                  <a:lnTo>
                    <a:pt x="7620" y="1371600"/>
                  </a:lnTo>
                  <a:lnTo>
                    <a:pt x="3048" y="1371600"/>
                  </a:lnTo>
                  <a:lnTo>
                    <a:pt x="0" y="1373124"/>
                  </a:lnTo>
                  <a:lnTo>
                    <a:pt x="0" y="1405128"/>
                  </a:lnTo>
                  <a:lnTo>
                    <a:pt x="3048" y="1408176"/>
                  </a:lnTo>
                  <a:lnTo>
                    <a:pt x="7620" y="1408176"/>
                  </a:lnTo>
                  <a:lnTo>
                    <a:pt x="9144" y="1405128"/>
                  </a:lnTo>
                  <a:lnTo>
                    <a:pt x="9144" y="1373124"/>
                  </a:lnTo>
                  <a:close/>
                </a:path>
                <a:path w="2316479" h="1993900">
                  <a:moveTo>
                    <a:pt x="9144" y="1318260"/>
                  </a:moveTo>
                  <a:lnTo>
                    <a:pt x="7620" y="1316736"/>
                  </a:lnTo>
                  <a:lnTo>
                    <a:pt x="3048" y="1316736"/>
                  </a:lnTo>
                  <a:lnTo>
                    <a:pt x="0" y="1318260"/>
                  </a:lnTo>
                  <a:lnTo>
                    <a:pt x="0" y="1350264"/>
                  </a:lnTo>
                  <a:lnTo>
                    <a:pt x="3048" y="1353312"/>
                  </a:lnTo>
                  <a:lnTo>
                    <a:pt x="7620" y="1353312"/>
                  </a:lnTo>
                  <a:lnTo>
                    <a:pt x="9144" y="1350264"/>
                  </a:lnTo>
                  <a:lnTo>
                    <a:pt x="9144" y="1318260"/>
                  </a:lnTo>
                  <a:close/>
                </a:path>
                <a:path w="2316479" h="1993900">
                  <a:moveTo>
                    <a:pt x="9144" y="1263396"/>
                  </a:moveTo>
                  <a:lnTo>
                    <a:pt x="7620" y="1261872"/>
                  </a:lnTo>
                  <a:lnTo>
                    <a:pt x="3048" y="1261872"/>
                  </a:lnTo>
                  <a:lnTo>
                    <a:pt x="0" y="1263396"/>
                  </a:lnTo>
                  <a:lnTo>
                    <a:pt x="0" y="1295400"/>
                  </a:lnTo>
                  <a:lnTo>
                    <a:pt x="3048" y="1298448"/>
                  </a:lnTo>
                  <a:lnTo>
                    <a:pt x="7620" y="1298448"/>
                  </a:lnTo>
                  <a:lnTo>
                    <a:pt x="9144" y="1295400"/>
                  </a:lnTo>
                  <a:lnTo>
                    <a:pt x="9144" y="1263396"/>
                  </a:lnTo>
                  <a:close/>
                </a:path>
                <a:path w="2316479" h="1993900">
                  <a:moveTo>
                    <a:pt x="9144" y="1208532"/>
                  </a:moveTo>
                  <a:lnTo>
                    <a:pt x="7620" y="1207008"/>
                  </a:lnTo>
                  <a:lnTo>
                    <a:pt x="3048" y="1207008"/>
                  </a:lnTo>
                  <a:lnTo>
                    <a:pt x="0" y="1208532"/>
                  </a:lnTo>
                  <a:lnTo>
                    <a:pt x="0" y="1240536"/>
                  </a:lnTo>
                  <a:lnTo>
                    <a:pt x="3048" y="1243584"/>
                  </a:lnTo>
                  <a:lnTo>
                    <a:pt x="7620" y="1243584"/>
                  </a:lnTo>
                  <a:lnTo>
                    <a:pt x="9144" y="1240536"/>
                  </a:lnTo>
                  <a:lnTo>
                    <a:pt x="9144" y="1208532"/>
                  </a:lnTo>
                  <a:close/>
                </a:path>
                <a:path w="2316479" h="1993900">
                  <a:moveTo>
                    <a:pt x="9144" y="1153668"/>
                  </a:moveTo>
                  <a:lnTo>
                    <a:pt x="7620" y="1152144"/>
                  </a:lnTo>
                  <a:lnTo>
                    <a:pt x="3048" y="1152144"/>
                  </a:lnTo>
                  <a:lnTo>
                    <a:pt x="0" y="1153668"/>
                  </a:lnTo>
                  <a:lnTo>
                    <a:pt x="0" y="1185672"/>
                  </a:lnTo>
                  <a:lnTo>
                    <a:pt x="3048" y="1188720"/>
                  </a:lnTo>
                  <a:lnTo>
                    <a:pt x="7620" y="1188720"/>
                  </a:lnTo>
                  <a:lnTo>
                    <a:pt x="9144" y="1185672"/>
                  </a:lnTo>
                  <a:lnTo>
                    <a:pt x="9144" y="1153668"/>
                  </a:lnTo>
                  <a:close/>
                </a:path>
                <a:path w="2316479" h="1993900">
                  <a:moveTo>
                    <a:pt x="9144" y="1098804"/>
                  </a:moveTo>
                  <a:lnTo>
                    <a:pt x="7620" y="1097280"/>
                  </a:lnTo>
                  <a:lnTo>
                    <a:pt x="3048" y="1097280"/>
                  </a:lnTo>
                  <a:lnTo>
                    <a:pt x="0" y="1098804"/>
                  </a:lnTo>
                  <a:lnTo>
                    <a:pt x="0" y="1130808"/>
                  </a:lnTo>
                  <a:lnTo>
                    <a:pt x="3048" y="1133856"/>
                  </a:lnTo>
                  <a:lnTo>
                    <a:pt x="7620" y="1133856"/>
                  </a:lnTo>
                  <a:lnTo>
                    <a:pt x="9144" y="1130808"/>
                  </a:lnTo>
                  <a:lnTo>
                    <a:pt x="9144" y="1098804"/>
                  </a:lnTo>
                  <a:close/>
                </a:path>
                <a:path w="2316479" h="1993900">
                  <a:moveTo>
                    <a:pt x="9144" y="1043940"/>
                  </a:moveTo>
                  <a:lnTo>
                    <a:pt x="7620" y="1042416"/>
                  </a:lnTo>
                  <a:lnTo>
                    <a:pt x="3048" y="1042416"/>
                  </a:lnTo>
                  <a:lnTo>
                    <a:pt x="0" y="1043940"/>
                  </a:lnTo>
                  <a:lnTo>
                    <a:pt x="0" y="1075944"/>
                  </a:lnTo>
                  <a:lnTo>
                    <a:pt x="3048" y="1078992"/>
                  </a:lnTo>
                  <a:lnTo>
                    <a:pt x="7620" y="1078992"/>
                  </a:lnTo>
                  <a:lnTo>
                    <a:pt x="9144" y="1075944"/>
                  </a:lnTo>
                  <a:lnTo>
                    <a:pt x="9144" y="1043940"/>
                  </a:lnTo>
                  <a:close/>
                </a:path>
                <a:path w="2316479" h="1993900">
                  <a:moveTo>
                    <a:pt x="9144" y="989076"/>
                  </a:moveTo>
                  <a:lnTo>
                    <a:pt x="7620" y="987552"/>
                  </a:lnTo>
                  <a:lnTo>
                    <a:pt x="3048" y="987552"/>
                  </a:lnTo>
                  <a:lnTo>
                    <a:pt x="0" y="989076"/>
                  </a:lnTo>
                  <a:lnTo>
                    <a:pt x="0" y="1021080"/>
                  </a:lnTo>
                  <a:lnTo>
                    <a:pt x="3048" y="1024128"/>
                  </a:lnTo>
                  <a:lnTo>
                    <a:pt x="7620" y="1024128"/>
                  </a:lnTo>
                  <a:lnTo>
                    <a:pt x="9144" y="1021080"/>
                  </a:lnTo>
                  <a:lnTo>
                    <a:pt x="9144" y="989076"/>
                  </a:lnTo>
                  <a:close/>
                </a:path>
                <a:path w="2316479" h="1993900">
                  <a:moveTo>
                    <a:pt x="9144" y="934212"/>
                  </a:moveTo>
                  <a:lnTo>
                    <a:pt x="7620" y="932688"/>
                  </a:lnTo>
                  <a:lnTo>
                    <a:pt x="3048" y="932688"/>
                  </a:lnTo>
                  <a:lnTo>
                    <a:pt x="0" y="934212"/>
                  </a:lnTo>
                  <a:lnTo>
                    <a:pt x="0" y="966216"/>
                  </a:lnTo>
                  <a:lnTo>
                    <a:pt x="3048" y="969264"/>
                  </a:lnTo>
                  <a:lnTo>
                    <a:pt x="7620" y="969264"/>
                  </a:lnTo>
                  <a:lnTo>
                    <a:pt x="9144" y="966216"/>
                  </a:lnTo>
                  <a:lnTo>
                    <a:pt x="9144" y="934212"/>
                  </a:lnTo>
                  <a:close/>
                </a:path>
                <a:path w="2316479" h="1993900">
                  <a:moveTo>
                    <a:pt x="9144" y="879348"/>
                  </a:moveTo>
                  <a:lnTo>
                    <a:pt x="7620" y="877824"/>
                  </a:lnTo>
                  <a:lnTo>
                    <a:pt x="3048" y="877824"/>
                  </a:lnTo>
                  <a:lnTo>
                    <a:pt x="0" y="879348"/>
                  </a:lnTo>
                  <a:lnTo>
                    <a:pt x="0" y="911352"/>
                  </a:lnTo>
                  <a:lnTo>
                    <a:pt x="3048" y="914400"/>
                  </a:lnTo>
                  <a:lnTo>
                    <a:pt x="7620" y="914400"/>
                  </a:lnTo>
                  <a:lnTo>
                    <a:pt x="9144" y="911352"/>
                  </a:lnTo>
                  <a:lnTo>
                    <a:pt x="9144" y="879348"/>
                  </a:lnTo>
                  <a:close/>
                </a:path>
                <a:path w="2316479" h="1993900">
                  <a:moveTo>
                    <a:pt x="9144" y="824484"/>
                  </a:moveTo>
                  <a:lnTo>
                    <a:pt x="7620" y="822960"/>
                  </a:lnTo>
                  <a:lnTo>
                    <a:pt x="3048" y="822960"/>
                  </a:lnTo>
                  <a:lnTo>
                    <a:pt x="0" y="824484"/>
                  </a:lnTo>
                  <a:lnTo>
                    <a:pt x="0" y="856488"/>
                  </a:lnTo>
                  <a:lnTo>
                    <a:pt x="3048" y="859536"/>
                  </a:lnTo>
                  <a:lnTo>
                    <a:pt x="7620" y="859536"/>
                  </a:lnTo>
                  <a:lnTo>
                    <a:pt x="9144" y="856488"/>
                  </a:lnTo>
                  <a:lnTo>
                    <a:pt x="9144" y="824484"/>
                  </a:lnTo>
                  <a:close/>
                </a:path>
                <a:path w="2316479" h="1993900">
                  <a:moveTo>
                    <a:pt x="9144" y="769620"/>
                  </a:moveTo>
                  <a:lnTo>
                    <a:pt x="7620" y="768096"/>
                  </a:lnTo>
                  <a:lnTo>
                    <a:pt x="3048" y="768096"/>
                  </a:lnTo>
                  <a:lnTo>
                    <a:pt x="0" y="769620"/>
                  </a:lnTo>
                  <a:lnTo>
                    <a:pt x="0" y="801624"/>
                  </a:lnTo>
                  <a:lnTo>
                    <a:pt x="3048" y="804672"/>
                  </a:lnTo>
                  <a:lnTo>
                    <a:pt x="7620" y="804672"/>
                  </a:lnTo>
                  <a:lnTo>
                    <a:pt x="9144" y="801624"/>
                  </a:lnTo>
                  <a:lnTo>
                    <a:pt x="9144" y="769620"/>
                  </a:lnTo>
                  <a:close/>
                </a:path>
                <a:path w="2316479" h="1993900">
                  <a:moveTo>
                    <a:pt x="9144" y="714756"/>
                  </a:moveTo>
                  <a:lnTo>
                    <a:pt x="7620" y="713232"/>
                  </a:lnTo>
                  <a:lnTo>
                    <a:pt x="3048" y="713232"/>
                  </a:lnTo>
                  <a:lnTo>
                    <a:pt x="0" y="714756"/>
                  </a:lnTo>
                  <a:lnTo>
                    <a:pt x="0" y="746760"/>
                  </a:lnTo>
                  <a:lnTo>
                    <a:pt x="3048" y="749808"/>
                  </a:lnTo>
                  <a:lnTo>
                    <a:pt x="7620" y="749808"/>
                  </a:lnTo>
                  <a:lnTo>
                    <a:pt x="9144" y="746760"/>
                  </a:lnTo>
                  <a:lnTo>
                    <a:pt x="9144" y="714756"/>
                  </a:lnTo>
                  <a:close/>
                </a:path>
                <a:path w="2316479" h="1993900">
                  <a:moveTo>
                    <a:pt x="9144" y="659892"/>
                  </a:moveTo>
                  <a:lnTo>
                    <a:pt x="7620" y="658368"/>
                  </a:lnTo>
                  <a:lnTo>
                    <a:pt x="3048" y="658368"/>
                  </a:lnTo>
                  <a:lnTo>
                    <a:pt x="0" y="659892"/>
                  </a:lnTo>
                  <a:lnTo>
                    <a:pt x="0" y="691896"/>
                  </a:lnTo>
                  <a:lnTo>
                    <a:pt x="3048" y="694944"/>
                  </a:lnTo>
                  <a:lnTo>
                    <a:pt x="7620" y="694944"/>
                  </a:lnTo>
                  <a:lnTo>
                    <a:pt x="9144" y="691896"/>
                  </a:lnTo>
                  <a:lnTo>
                    <a:pt x="9144" y="659892"/>
                  </a:lnTo>
                  <a:close/>
                </a:path>
                <a:path w="2316479" h="1993900">
                  <a:moveTo>
                    <a:pt x="9144" y="605028"/>
                  </a:moveTo>
                  <a:lnTo>
                    <a:pt x="7620" y="603504"/>
                  </a:lnTo>
                  <a:lnTo>
                    <a:pt x="3048" y="603504"/>
                  </a:lnTo>
                  <a:lnTo>
                    <a:pt x="0" y="605028"/>
                  </a:lnTo>
                  <a:lnTo>
                    <a:pt x="0" y="637032"/>
                  </a:lnTo>
                  <a:lnTo>
                    <a:pt x="3048" y="640080"/>
                  </a:lnTo>
                  <a:lnTo>
                    <a:pt x="7620" y="640080"/>
                  </a:lnTo>
                  <a:lnTo>
                    <a:pt x="9144" y="637032"/>
                  </a:lnTo>
                  <a:lnTo>
                    <a:pt x="9144" y="605028"/>
                  </a:lnTo>
                  <a:close/>
                </a:path>
                <a:path w="2316479" h="1993900">
                  <a:moveTo>
                    <a:pt x="9144" y="550164"/>
                  </a:moveTo>
                  <a:lnTo>
                    <a:pt x="7620" y="548640"/>
                  </a:lnTo>
                  <a:lnTo>
                    <a:pt x="3048" y="548640"/>
                  </a:lnTo>
                  <a:lnTo>
                    <a:pt x="0" y="550164"/>
                  </a:lnTo>
                  <a:lnTo>
                    <a:pt x="0" y="582168"/>
                  </a:lnTo>
                  <a:lnTo>
                    <a:pt x="3048" y="585216"/>
                  </a:lnTo>
                  <a:lnTo>
                    <a:pt x="7620" y="585216"/>
                  </a:lnTo>
                  <a:lnTo>
                    <a:pt x="9144" y="582168"/>
                  </a:lnTo>
                  <a:lnTo>
                    <a:pt x="9144" y="550164"/>
                  </a:lnTo>
                  <a:close/>
                </a:path>
                <a:path w="2316479" h="1993900">
                  <a:moveTo>
                    <a:pt x="9144" y="495300"/>
                  </a:moveTo>
                  <a:lnTo>
                    <a:pt x="7620" y="493776"/>
                  </a:lnTo>
                  <a:lnTo>
                    <a:pt x="3048" y="493776"/>
                  </a:lnTo>
                  <a:lnTo>
                    <a:pt x="0" y="495300"/>
                  </a:lnTo>
                  <a:lnTo>
                    <a:pt x="0" y="527304"/>
                  </a:lnTo>
                  <a:lnTo>
                    <a:pt x="3048" y="530352"/>
                  </a:lnTo>
                  <a:lnTo>
                    <a:pt x="7620" y="530352"/>
                  </a:lnTo>
                  <a:lnTo>
                    <a:pt x="9144" y="527304"/>
                  </a:lnTo>
                  <a:lnTo>
                    <a:pt x="9144" y="495300"/>
                  </a:lnTo>
                  <a:close/>
                </a:path>
                <a:path w="2316479" h="1993900">
                  <a:moveTo>
                    <a:pt x="9144" y="440436"/>
                  </a:moveTo>
                  <a:lnTo>
                    <a:pt x="7620" y="438912"/>
                  </a:lnTo>
                  <a:lnTo>
                    <a:pt x="3048" y="438912"/>
                  </a:lnTo>
                  <a:lnTo>
                    <a:pt x="0" y="440436"/>
                  </a:lnTo>
                  <a:lnTo>
                    <a:pt x="0" y="472440"/>
                  </a:lnTo>
                  <a:lnTo>
                    <a:pt x="3048" y="475488"/>
                  </a:lnTo>
                  <a:lnTo>
                    <a:pt x="7620" y="475488"/>
                  </a:lnTo>
                  <a:lnTo>
                    <a:pt x="9144" y="472440"/>
                  </a:lnTo>
                  <a:lnTo>
                    <a:pt x="9144" y="440436"/>
                  </a:lnTo>
                  <a:close/>
                </a:path>
                <a:path w="2316479" h="1993900">
                  <a:moveTo>
                    <a:pt x="9144" y="385572"/>
                  </a:moveTo>
                  <a:lnTo>
                    <a:pt x="7620" y="384048"/>
                  </a:lnTo>
                  <a:lnTo>
                    <a:pt x="3048" y="384048"/>
                  </a:lnTo>
                  <a:lnTo>
                    <a:pt x="0" y="385572"/>
                  </a:lnTo>
                  <a:lnTo>
                    <a:pt x="0" y="417576"/>
                  </a:lnTo>
                  <a:lnTo>
                    <a:pt x="3048" y="420624"/>
                  </a:lnTo>
                  <a:lnTo>
                    <a:pt x="7620" y="420624"/>
                  </a:lnTo>
                  <a:lnTo>
                    <a:pt x="9144" y="417576"/>
                  </a:lnTo>
                  <a:lnTo>
                    <a:pt x="9144" y="385572"/>
                  </a:lnTo>
                  <a:close/>
                </a:path>
                <a:path w="2316479" h="1993900">
                  <a:moveTo>
                    <a:pt x="9144" y="330708"/>
                  </a:moveTo>
                  <a:lnTo>
                    <a:pt x="7620" y="329184"/>
                  </a:lnTo>
                  <a:lnTo>
                    <a:pt x="3048" y="329184"/>
                  </a:lnTo>
                  <a:lnTo>
                    <a:pt x="0" y="330708"/>
                  </a:lnTo>
                  <a:lnTo>
                    <a:pt x="0" y="362712"/>
                  </a:lnTo>
                  <a:lnTo>
                    <a:pt x="3048" y="365760"/>
                  </a:lnTo>
                  <a:lnTo>
                    <a:pt x="7620" y="365760"/>
                  </a:lnTo>
                  <a:lnTo>
                    <a:pt x="9144" y="362712"/>
                  </a:lnTo>
                  <a:lnTo>
                    <a:pt x="9144" y="330708"/>
                  </a:lnTo>
                  <a:close/>
                </a:path>
                <a:path w="2316479" h="1993900">
                  <a:moveTo>
                    <a:pt x="9144" y="275844"/>
                  </a:moveTo>
                  <a:lnTo>
                    <a:pt x="7620" y="274320"/>
                  </a:lnTo>
                  <a:lnTo>
                    <a:pt x="3048" y="274320"/>
                  </a:lnTo>
                  <a:lnTo>
                    <a:pt x="0" y="275844"/>
                  </a:lnTo>
                  <a:lnTo>
                    <a:pt x="0" y="307848"/>
                  </a:lnTo>
                  <a:lnTo>
                    <a:pt x="3048" y="310896"/>
                  </a:lnTo>
                  <a:lnTo>
                    <a:pt x="7620" y="310896"/>
                  </a:lnTo>
                  <a:lnTo>
                    <a:pt x="9144" y="307848"/>
                  </a:lnTo>
                  <a:lnTo>
                    <a:pt x="9144" y="275844"/>
                  </a:lnTo>
                  <a:close/>
                </a:path>
                <a:path w="2316479" h="1993900">
                  <a:moveTo>
                    <a:pt x="9144" y="220980"/>
                  </a:moveTo>
                  <a:lnTo>
                    <a:pt x="7620" y="219456"/>
                  </a:lnTo>
                  <a:lnTo>
                    <a:pt x="3048" y="219456"/>
                  </a:lnTo>
                  <a:lnTo>
                    <a:pt x="0" y="220980"/>
                  </a:lnTo>
                  <a:lnTo>
                    <a:pt x="0" y="252984"/>
                  </a:lnTo>
                  <a:lnTo>
                    <a:pt x="3048" y="256032"/>
                  </a:lnTo>
                  <a:lnTo>
                    <a:pt x="7620" y="256032"/>
                  </a:lnTo>
                  <a:lnTo>
                    <a:pt x="9144" y="252984"/>
                  </a:lnTo>
                  <a:lnTo>
                    <a:pt x="9144" y="220980"/>
                  </a:lnTo>
                  <a:close/>
                </a:path>
                <a:path w="2316479" h="1993900">
                  <a:moveTo>
                    <a:pt x="9144" y="166116"/>
                  </a:moveTo>
                  <a:lnTo>
                    <a:pt x="7620" y="164592"/>
                  </a:lnTo>
                  <a:lnTo>
                    <a:pt x="3048" y="164592"/>
                  </a:lnTo>
                  <a:lnTo>
                    <a:pt x="0" y="166116"/>
                  </a:lnTo>
                  <a:lnTo>
                    <a:pt x="0" y="198120"/>
                  </a:lnTo>
                  <a:lnTo>
                    <a:pt x="3048" y="201168"/>
                  </a:lnTo>
                  <a:lnTo>
                    <a:pt x="7620" y="201168"/>
                  </a:lnTo>
                  <a:lnTo>
                    <a:pt x="9144" y="198120"/>
                  </a:lnTo>
                  <a:lnTo>
                    <a:pt x="9144" y="166116"/>
                  </a:lnTo>
                  <a:close/>
                </a:path>
                <a:path w="2316479" h="1993900">
                  <a:moveTo>
                    <a:pt x="9144" y="111252"/>
                  </a:moveTo>
                  <a:lnTo>
                    <a:pt x="7620" y="109728"/>
                  </a:lnTo>
                  <a:lnTo>
                    <a:pt x="3048" y="109728"/>
                  </a:lnTo>
                  <a:lnTo>
                    <a:pt x="0" y="111252"/>
                  </a:lnTo>
                  <a:lnTo>
                    <a:pt x="0" y="143256"/>
                  </a:lnTo>
                  <a:lnTo>
                    <a:pt x="3048" y="146304"/>
                  </a:lnTo>
                  <a:lnTo>
                    <a:pt x="7620" y="146304"/>
                  </a:lnTo>
                  <a:lnTo>
                    <a:pt x="9144" y="143256"/>
                  </a:lnTo>
                  <a:lnTo>
                    <a:pt x="9144" y="111252"/>
                  </a:lnTo>
                  <a:close/>
                </a:path>
                <a:path w="2316479" h="1993900">
                  <a:moveTo>
                    <a:pt x="9144" y="56388"/>
                  </a:moveTo>
                  <a:lnTo>
                    <a:pt x="7620" y="54864"/>
                  </a:lnTo>
                  <a:lnTo>
                    <a:pt x="3048" y="54864"/>
                  </a:lnTo>
                  <a:lnTo>
                    <a:pt x="0" y="56388"/>
                  </a:lnTo>
                  <a:lnTo>
                    <a:pt x="0" y="88392"/>
                  </a:lnTo>
                  <a:lnTo>
                    <a:pt x="3048" y="91440"/>
                  </a:lnTo>
                  <a:lnTo>
                    <a:pt x="7620" y="91440"/>
                  </a:lnTo>
                  <a:lnTo>
                    <a:pt x="9144" y="88392"/>
                  </a:lnTo>
                  <a:lnTo>
                    <a:pt x="9144" y="56388"/>
                  </a:lnTo>
                  <a:close/>
                </a:path>
                <a:path w="2316479" h="1993900">
                  <a:moveTo>
                    <a:pt x="9144" y="1524"/>
                  </a:moveTo>
                  <a:lnTo>
                    <a:pt x="7620" y="0"/>
                  </a:lnTo>
                  <a:lnTo>
                    <a:pt x="3048" y="0"/>
                  </a:lnTo>
                  <a:lnTo>
                    <a:pt x="0" y="1524"/>
                  </a:lnTo>
                  <a:lnTo>
                    <a:pt x="0" y="33528"/>
                  </a:lnTo>
                  <a:lnTo>
                    <a:pt x="3048" y="36576"/>
                  </a:lnTo>
                  <a:lnTo>
                    <a:pt x="7620" y="36576"/>
                  </a:lnTo>
                  <a:lnTo>
                    <a:pt x="9144" y="33528"/>
                  </a:lnTo>
                  <a:lnTo>
                    <a:pt x="9144" y="1524"/>
                  </a:lnTo>
                  <a:close/>
                </a:path>
                <a:path w="2316479" h="1993900">
                  <a:moveTo>
                    <a:pt x="874776" y="1592580"/>
                  </a:moveTo>
                  <a:lnTo>
                    <a:pt x="871728" y="1591056"/>
                  </a:lnTo>
                  <a:lnTo>
                    <a:pt x="867156" y="1591056"/>
                  </a:lnTo>
                  <a:lnTo>
                    <a:pt x="865632" y="1592580"/>
                  </a:lnTo>
                  <a:lnTo>
                    <a:pt x="865632" y="1624584"/>
                  </a:lnTo>
                  <a:lnTo>
                    <a:pt x="867156" y="1627632"/>
                  </a:lnTo>
                  <a:lnTo>
                    <a:pt x="871728" y="1627632"/>
                  </a:lnTo>
                  <a:lnTo>
                    <a:pt x="874776" y="1624584"/>
                  </a:lnTo>
                  <a:lnTo>
                    <a:pt x="874776" y="1592580"/>
                  </a:lnTo>
                  <a:close/>
                </a:path>
                <a:path w="2316479" h="1993900">
                  <a:moveTo>
                    <a:pt x="874776" y="1537716"/>
                  </a:moveTo>
                  <a:lnTo>
                    <a:pt x="871728" y="1536192"/>
                  </a:lnTo>
                  <a:lnTo>
                    <a:pt x="867156" y="1536192"/>
                  </a:lnTo>
                  <a:lnTo>
                    <a:pt x="865632" y="1537716"/>
                  </a:lnTo>
                  <a:lnTo>
                    <a:pt x="865632" y="1569720"/>
                  </a:lnTo>
                  <a:lnTo>
                    <a:pt x="867156" y="1572768"/>
                  </a:lnTo>
                  <a:lnTo>
                    <a:pt x="871728" y="1572768"/>
                  </a:lnTo>
                  <a:lnTo>
                    <a:pt x="874776" y="1569720"/>
                  </a:lnTo>
                  <a:lnTo>
                    <a:pt x="874776" y="1537716"/>
                  </a:lnTo>
                  <a:close/>
                </a:path>
                <a:path w="2316479" h="1993900">
                  <a:moveTo>
                    <a:pt x="874776" y="1482852"/>
                  </a:moveTo>
                  <a:lnTo>
                    <a:pt x="871728" y="1481328"/>
                  </a:lnTo>
                  <a:lnTo>
                    <a:pt x="867156" y="1481328"/>
                  </a:lnTo>
                  <a:lnTo>
                    <a:pt x="865632" y="1482852"/>
                  </a:lnTo>
                  <a:lnTo>
                    <a:pt x="865632" y="1514856"/>
                  </a:lnTo>
                  <a:lnTo>
                    <a:pt x="867156" y="1517904"/>
                  </a:lnTo>
                  <a:lnTo>
                    <a:pt x="871728" y="1517904"/>
                  </a:lnTo>
                  <a:lnTo>
                    <a:pt x="874776" y="1514856"/>
                  </a:lnTo>
                  <a:lnTo>
                    <a:pt x="874776" y="1482852"/>
                  </a:lnTo>
                  <a:close/>
                </a:path>
                <a:path w="2316479" h="1993900">
                  <a:moveTo>
                    <a:pt x="874776" y="1427988"/>
                  </a:moveTo>
                  <a:lnTo>
                    <a:pt x="871728" y="1426464"/>
                  </a:lnTo>
                  <a:lnTo>
                    <a:pt x="867156" y="1426464"/>
                  </a:lnTo>
                  <a:lnTo>
                    <a:pt x="865632" y="1427988"/>
                  </a:lnTo>
                  <a:lnTo>
                    <a:pt x="865632" y="1459992"/>
                  </a:lnTo>
                  <a:lnTo>
                    <a:pt x="867156" y="1463040"/>
                  </a:lnTo>
                  <a:lnTo>
                    <a:pt x="871728" y="1463040"/>
                  </a:lnTo>
                  <a:lnTo>
                    <a:pt x="874776" y="1459992"/>
                  </a:lnTo>
                  <a:lnTo>
                    <a:pt x="874776" y="1427988"/>
                  </a:lnTo>
                  <a:close/>
                </a:path>
                <a:path w="2316479" h="1993900">
                  <a:moveTo>
                    <a:pt x="874776" y="1373124"/>
                  </a:moveTo>
                  <a:lnTo>
                    <a:pt x="871728" y="1371600"/>
                  </a:lnTo>
                  <a:lnTo>
                    <a:pt x="867156" y="1371600"/>
                  </a:lnTo>
                  <a:lnTo>
                    <a:pt x="865632" y="1373124"/>
                  </a:lnTo>
                  <a:lnTo>
                    <a:pt x="865632" y="1405128"/>
                  </a:lnTo>
                  <a:lnTo>
                    <a:pt x="867156" y="1408176"/>
                  </a:lnTo>
                  <a:lnTo>
                    <a:pt x="871728" y="1408176"/>
                  </a:lnTo>
                  <a:lnTo>
                    <a:pt x="874776" y="1405128"/>
                  </a:lnTo>
                  <a:lnTo>
                    <a:pt x="874776" y="1373124"/>
                  </a:lnTo>
                  <a:close/>
                </a:path>
                <a:path w="2316479" h="1993900">
                  <a:moveTo>
                    <a:pt x="874776" y="1318260"/>
                  </a:moveTo>
                  <a:lnTo>
                    <a:pt x="871728" y="1316736"/>
                  </a:lnTo>
                  <a:lnTo>
                    <a:pt x="867156" y="1316736"/>
                  </a:lnTo>
                  <a:lnTo>
                    <a:pt x="865632" y="1318260"/>
                  </a:lnTo>
                  <a:lnTo>
                    <a:pt x="865632" y="1350264"/>
                  </a:lnTo>
                  <a:lnTo>
                    <a:pt x="867156" y="1353312"/>
                  </a:lnTo>
                  <a:lnTo>
                    <a:pt x="871728" y="1353312"/>
                  </a:lnTo>
                  <a:lnTo>
                    <a:pt x="874776" y="1350264"/>
                  </a:lnTo>
                  <a:lnTo>
                    <a:pt x="874776" y="1318260"/>
                  </a:lnTo>
                  <a:close/>
                </a:path>
                <a:path w="2316479" h="1993900">
                  <a:moveTo>
                    <a:pt x="874776" y="1263396"/>
                  </a:moveTo>
                  <a:lnTo>
                    <a:pt x="871728" y="1261872"/>
                  </a:lnTo>
                  <a:lnTo>
                    <a:pt x="867156" y="1261872"/>
                  </a:lnTo>
                  <a:lnTo>
                    <a:pt x="865632" y="1263396"/>
                  </a:lnTo>
                  <a:lnTo>
                    <a:pt x="865632" y="1295400"/>
                  </a:lnTo>
                  <a:lnTo>
                    <a:pt x="867156" y="1298448"/>
                  </a:lnTo>
                  <a:lnTo>
                    <a:pt x="871728" y="1298448"/>
                  </a:lnTo>
                  <a:lnTo>
                    <a:pt x="874776" y="1295400"/>
                  </a:lnTo>
                  <a:lnTo>
                    <a:pt x="874776" y="1263396"/>
                  </a:lnTo>
                  <a:close/>
                </a:path>
                <a:path w="2316479" h="1993900">
                  <a:moveTo>
                    <a:pt x="874776" y="1208532"/>
                  </a:moveTo>
                  <a:lnTo>
                    <a:pt x="871728" y="1207008"/>
                  </a:lnTo>
                  <a:lnTo>
                    <a:pt x="867156" y="1207008"/>
                  </a:lnTo>
                  <a:lnTo>
                    <a:pt x="865632" y="1208532"/>
                  </a:lnTo>
                  <a:lnTo>
                    <a:pt x="865632" y="1240536"/>
                  </a:lnTo>
                  <a:lnTo>
                    <a:pt x="867156" y="1243584"/>
                  </a:lnTo>
                  <a:lnTo>
                    <a:pt x="871728" y="1243584"/>
                  </a:lnTo>
                  <a:lnTo>
                    <a:pt x="874776" y="1240536"/>
                  </a:lnTo>
                  <a:lnTo>
                    <a:pt x="874776" y="1208532"/>
                  </a:lnTo>
                  <a:close/>
                </a:path>
                <a:path w="2316479" h="1993900">
                  <a:moveTo>
                    <a:pt x="874776" y="1153668"/>
                  </a:moveTo>
                  <a:lnTo>
                    <a:pt x="871728" y="1152144"/>
                  </a:lnTo>
                  <a:lnTo>
                    <a:pt x="867156" y="1152144"/>
                  </a:lnTo>
                  <a:lnTo>
                    <a:pt x="865632" y="1153668"/>
                  </a:lnTo>
                  <a:lnTo>
                    <a:pt x="865632" y="1185672"/>
                  </a:lnTo>
                  <a:lnTo>
                    <a:pt x="867156" y="1188720"/>
                  </a:lnTo>
                  <a:lnTo>
                    <a:pt x="871728" y="1188720"/>
                  </a:lnTo>
                  <a:lnTo>
                    <a:pt x="874776" y="1185672"/>
                  </a:lnTo>
                  <a:lnTo>
                    <a:pt x="874776" y="1153668"/>
                  </a:lnTo>
                  <a:close/>
                </a:path>
                <a:path w="2316479" h="1993900">
                  <a:moveTo>
                    <a:pt x="874776" y="1098804"/>
                  </a:moveTo>
                  <a:lnTo>
                    <a:pt x="871728" y="1097280"/>
                  </a:lnTo>
                  <a:lnTo>
                    <a:pt x="867156" y="1097280"/>
                  </a:lnTo>
                  <a:lnTo>
                    <a:pt x="865632" y="1098804"/>
                  </a:lnTo>
                  <a:lnTo>
                    <a:pt x="865632" y="1130808"/>
                  </a:lnTo>
                  <a:lnTo>
                    <a:pt x="867156" y="1133856"/>
                  </a:lnTo>
                  <a:lnTo>
                    <a:pt x="871728" y="1133856"/>
                  </a:lnTo>
                  <a:lnTo>
                    <a:pt x="874776" y="1130808"/>
                  </a:lnTo>
                  <a:lnTo>
                    <a:pt x="874776" y="1098804"/>
                  </a:lnTo>
                  <a:close/>
                </a:path>
                <a:path w="2316479" h="1993900">
                  <a:moveTo>
                    <a:pt x="874776" y="1043940"/>
                  </a:moveTo>
                  <a:lnTo>
                    <a:pt x="871728" y="1042416"/>
                  </a:lnTo>
                  <a:lnTo>
                    <a:pt x="867156" y="1042416"/>
                  </a:lnTo>
                  <a:lnTo>
                    <a:pt x="865632" y="1043940"/>
                  </a:lnTo>
                  <a:lnTo>
                    <a:pt x="865632" y="1075944"/>
                  </a:lnTo>
                  <a:lnTo>
                    <a:pt x="867156" y="1078992"/>
                  </a:lnTo>
                  <a:lnTo>
                    <a:pt x="871728" y="1078992"/>
                  </a:lnTo>
                  <a:lnTo>
                    <a:pt x="874776" y="1075944"/>
                  </a:lnTo>
                  <a:lnTo>
                    <a:pt x="874776" y="1043940"/>
                  </a:lnTo>
                  <a:close/>
                </a:path>
                <a:path w="2316479" h="1993900">
                  <a:moveTo>
                    <a:pt x="874776" y="989076"/>
                  </a:moveTo>
                  <a:lnTo>
                    <a:pt x="871728" y="987552"/>
                  </a:lnTo>
                  <a:lnTo>
                    <a:pt x="867156" y="987552"/>
                  </a:lnTo>
                  <a:lnTo>
                    <a:pt x="865632" y="989076"/>
                  </a:lnTo>
                  <a:lnTo>
                    <a:pt x="865632" y="1021080"/>
                  </a:lnTo>
                  <a:lnTo>
                    <a:pt x="867156" y="1024128"/>
                  </a:lnTo>
                  <a:lnTo>
                    <a:pt x="871728" y="1024128"/>
                  </a:lnTo>
                  <a:lnTo>
                    <a:pt x="874776" y="1021080"/>
                  </a:lnTo>
                  <a:lnTo>
                    <a:pt x="874776" y="989076"/>
                  </a:lnTo>
                  <a:close/>
                </a:path>
                <a:path w="2316479" h="1993900">
                  <a:moveTo>
                    <a:pt x="874776" y="934212"/>
                  </a:moveTo>
                  <a:lnTo>
                    <a:pt x="871728" y="932688"/>
                  </a:lnTo>
                  <a:lnTo>
                    <a:pt x="867156" y="932688"/>
                  </a:lnTo>
                  <a:lnTo>
                    <a:pt x="865632" y="934212"/>
                  </a:lnTo>
                  <a:lnTo>
                    <a:pt x="865632" y="966216"/>
                  </a:lnTo>
                  <a:lnTo>
                    <a:pt x="867156" y="969264"/>
                  </a:lnTo>
                  <a:lnTo>
                    <a:pt x="871728" y="969264"/>
                  </a:lnTo>
                  <a:lnTo>
                    <a:pt x="874776" y="966216"/>
                  </a:lnTo>
                  <a:lnTo>
                    <a:pt x="874776" y="934212"/>
                  </a:lnTo>
                  <a:close/>
                </a:path>
                <a:path w="2316479" h="1993900">
                  <a:moveTo>
                    <a:pt x="874776" y="879348"/>
                  </a:moveTo>
                  <a:lnTo>
                    <a:pt x="871728" y="877824"/>
                  </a:lnTo>
                  <a:lnTo>
                    <a:pt x="867156" y="877824"/>
                  </a:lnTo>
                  <a:lnTo>
                    <a:pt x="865632" y="879348"/>
                  </a:lnTo>
                  <a:lnTo>
                    <a:pt x="865632" y="911352"/>
                  </a:lnTo>
                  <a:lnTo>
                    <a:pt x="867156" y="914400"/>
                  </a:lnTo>
                  <a:lnTo>
                    <a:pt x="871728" y="914400"/>
                  </a:lnTo>
                  <a:lnTo>
                    <a:pt x="874776" y="911352"/>
                  </a:lnTo>
                  <a:lnTo>
                    <a:pt x="874776" y="879348"/>
                  </a:lnTo>
                  <a:close/>
                </a:path>
                <a:path w="2316479" h="1993900">
                  <a:moveTo>
                    <a:pt x="874776" y="824484"/>
                  </a:moveTo>
                  <a:lnTo>
                    <a:pt x="871728" y="822960"/>
                  </a:lnTo>
                  <a:lnTo>
                    <a:pt x="867156" y="822960"/>
                  </a:lnTo>
                  <a:lnTo>
                    <a:pt x="865632" y="824484"/>
                  </a:lnTo>
                  <a:lnTo>
                    <a:pt x="865632" y="856488"/>
                  </a:lnTo>
                  <a:lnTo>
                    <a:pt x="867156" y="859536"/>
                  </a:lnTo>
                  <a:lnTo>
                    <a:pt x="871728" y="859536"/>
                  </a:lnTo>
                  <a:lnTo>
                    <a:pt x="874776" y="856488"/>
                  </a:lnTo>
                  <a:lnTo>
                    <a:pt x="874776" y="824484"/>
                  </a:lnTo>
                  <a:close/>
                </a:path>
                <a:path w="2316479" h="1993900">
                  <a:moveTo>
                    <a:pt x="874776" y="769620"/>
                  </a:moveTo>
                  <a:lnTo>
                    <a:pt x="871728" y="768096"/>
                  </a:lnTo>
                  <a:lnTo>
                    <a:pt x="867156" y="768096"/>
                  </a:lnTo>
                  <a:lnTo>
                    <a:pt x="865632" y="769620"/>
                  </a:lnTo>
                  <a:lnTo>
                    <a:pt x="865632" y="801624"/>
                  </a:lnTo>
                  <a:lnTo>
                    <a:pt x="867156" y="804672"/>
                  </a:lnTo>
                  <a:lnTo>
                    <a:pt x="871728" y="804672"/>
                  </a:lnTo>
                  <a:lnTo>
                    <a:pt x="874776" y="801624"/>
                  </a:lnTo>
                  <a:lnTo>
                    <a:pt x="874776" y="769620"/>
                  </a:lnTo>
                  <a:close/>
                </a:path>
                <a:path w="2316479" h="1993900">
                  <a:moveTo>
                    <a:pt x="874776" y="714756"/>
                  </a:moveTo>
                  <a:lnTo>
                    <a:pt x="871728" y="713232"/>
                  </a:lnTo>
                  <a:lnTo>
                    <a:pt x="867156" y="713232"/>
                  </a:lnTo>
                  <a:lnTo>
                    <a:pt x="865632" y="714756"/>
                  </a:lnTo>
                  <a:lnTo>
                    <a:pt x="865632" y="746760"/>
                  </a:lnTo>
                  <a:lnTo>
                    <a:pt x="867156" y="749808"/>
                  </a:lnTo>
                  <a:lnTo>
                    <a:pt x="871728" y="749808"/>
                  </a:lnTo>
                  <a:lnTo>
                    <a:pt x="874776" y="746760"/>
                  </a:lnTo>
                  <a:lnTo>
                    <a:pt x="874776" y="714756"/>
                  </a:lnTo>
                  <a:close/>
                </a:path>
                <a:path w="2316479" h="1993900">
                  <a:moveTo>
                    <a:pt x="874776" y="659892"/>
                  </a:moveTo>
                  <a:lnTo>
                    <a:pt x="871728" y="658368"/>
                  </a:lnTo>
                  <a:lnTo>
                    <a:pt x="867156" y="658368"/>
                  </a:lnTo>
                  <a:lnTo>
                    <a:pt x="865632" y="659892"/>
                  </a:lnTo>
                  <a:lnTo>
                    <a:pt x="865632" y="691896"/>
                  </a:lnTo>
                  <a:lnTo>
                    <a:pt x="867156" y="694944"/>
                  </a:lnTo>
                  <a:lnTo>
                    <a:pt x="871728" y="694944"/>
                  </a:lnTo>
                  <a:lnTo>
                    <a:pt x="874776" y="691896"/>
                  </a:lnTo>
                  <a:lnTo>
                    <a:pt x="874776" y="659892"/>
                  </a:lnTo>
                  <a:close/>
                </a:path>
                <a:path w="2316479" h="1993900">
                  <a:moveTo>
                    <a:pt x="874776" y="605028"/>
                  </a:moveTo>
                  <a:lnTo>
                    <a:pt x="871728" y="603504"/>
                  </a:lnTo>
                  <a:lnTo>
                    <a:pt x="867156" y="603504"/>
                  </a:lnTo>
                  <a:lnTo>
                    <a:pt x="865632" y="605028"/>
                  </a:lnTo>
                  <a:lnTo>
                    <a:pt x="865632" y="637032"/>
                  </a:lnTo>
                  <a:lnTo>
                    <a:pt x="867156" y="640080"/>
                  </a:lnTo>
                  <a:lnTo>
                    <a:pt x="871728" y="640080"/>
                  </a:lnTo>
                  <a:lnTo>
                    <a:pt x="874776" y="637032"/>
                  </a:lnTo>
                  <a:lnTo>
                    <a:pt x="874776" y="605028"/>
                  </a:lnTo>
                  <a:close/>
                </a:path>
                <a:path w="2316479" h="1993900">
                  <a:moveTo>
                    <a:pt x="874776" y="550164"/>
                  </a:moveTo>
                  <a:lnTo>
                    <a:pt x="871728" y="548640"/>
                  </a:lnTo>
                  <a:lnTo>
                    <a:pt x="867156" y="548640"/>
                  </a:lnTo>
                  <a:lnTo>
                    <a:pt x="865632" y="550164"/>
                  </a:lnTo>
                  <a:lnTo>
                    <a:pt x="865632" y="582168"/>
                  </a:lnTo>
                  <a:lnTo>
                    <a:pt x="867156" y="585216"/>
                  </a:lnTo>
                  <a:lnTo>
                    <a:pt x="871728" y="585216"/>
                  </a:lnTo>
                  <a:lnTo>
                    <a:pt x="874776" y="582168"/>
                  </a:lnTo>
                  <a:lnTo>
                    <a:pt x="874776" y="550164"/>
                  </a:lnTo>
                  <a:close/>
                </a:path>
                <a:path w="2316479" h="1993900">
                  <a:moveTo>
                    <a:pt x="874776" y="495300"/>
                  </a:moveTo>
                  <a:lnTo>
                    <a:pt x="871728" y="493776"/>
                  </a:lnTo>
                  <a:lnTo>
                    <a:pt x="867156" y="493776"/>
                  </a:lnTo>
                  <a:lnTo>
                    <a:pt x="865632" y="495300"/>
                  </a:lnTo>
                  <a:lnTo>
                    <a:pt x="865632" y="527304"/>
                  </a:lnTo>
                  <a:lnTo>
                    <a:pt x="867156" y="530352"/>
                  </a:lnTo>
                  <a:lnTo>
                    <a:pt x="871728" y="530352"/>
                  </a:lnTo>
                  <a:lnTo>
                    <a:pt x="874776" y="527304"/>
                  </a:lnTo>
                  <a:lnTo>
                    <a:pt x="874776" y="495300"/>
                  </a:lnTo>
                  <a:close/>
                </a:path>
                <a:path w="2316479" h="1993900">
                  <a:moveTo>
                    <a:pt x="874776" y="440436"/>
                  </a:moveTo>
                  <a:lnTo>
                    <a:pt x="871728" y="438912"/>
                  </a:lnTo>
                  <a:lnTo>
                    <a:pt x="867156" y="438912"/>
                  </a:lnTo>
                  <a:lnTo>
                    <a:pt x="865632" y="440436"/>
                  </a:lnTo>
                  <a:lnTo>
                    <a:pt x="865632" y="472440"/>
                  </a:lnTo>
                  <a:lnTo>
                    <a:pt x="867156" y="475488"/>
                  </a:lnTo>
                  <a:lnTo>
                    <a:pt x="871728" y="475488"/>
                  </a:lnTo>
                  <a:lnTo>
                    <a:pt x="874776" y="472440"/>
                  </a:lnTo>
                  <a:lnTo>
                    <a:pt x="874776" y="440436"/>
                  </a:lnTo>
                  <a:close/>
                </a:path>
                <a:path w="2316479" h="1993900">
                  <a:moveTo>
                    <a:pt x="874776" y="385572"/>
                  </a:moveTo>
                  <a:lnTo>
                    <a:pt x="871728" y="384048"/>
                  </a:lnTo>
                  <a:lnTo>
                    <a:pt x="867156" y="384048"/>
                  </a:lnTo>
                  <a:lnTo>
                    <a:pt x="865632" y="385572"/>
                  </a:lnTo>
                  <a:lnTo>
                    <a:pt x="865632" y="417576"/>
                  </a:lnTo>
                  <a:lnTo>
                    <a:pt x="867156" y="420624"/>
                  </a:lnTo>
                  <a:lnTo>
                    <a:pt x="871728" y="420624"/>
                  </a:lnTo>
                  <a:lnTo>
                    <a:pt x="874776" y="417576"/>
                  </a:lnTo>
                  <a:lnTo>
                    <a:pt x="874776" y="385572"/>
                  </a:lnTo>
                  <a:close/>
                </a:path>
                <a:path w="2316479" h="1993900">
                  <a:moveTo>
                    <a:pt x="874776" y="330708"/>
                  </a:moveTo>
                  <a:lnTo>
                    <a:pt x="871728" y="329184"/>
                  </a:lnTo>
                  <a:lnTo>
                    <a:pt x="867156" y="329184"/>
                  </a:lnTo>
                  <a:lnTo>
                    <a:pt x="865632" y="330708"/>
                  </a:lnTo>
                  <a:lnTo>
                    <a:pt x="865632" y="362712"/>
                  </a:lnTo>
                  <a:lnTo>
                    <a:pt x="867156" y="365760"/>
                  </a:lnTo>
                  <a:lnTo>
                    <a:pt x="871728" y="365760"/>
                  </a:lnTo>
                  <a:lnTo>
                    <a:pt x="874776" y="362712"/>
                  </a:lnTo>
                  <a:lnTo>
                    <a:pt x="874776" y="330708"/>
                  </a:lnTo>
                  <a:close/>
                </a:path>
                <a:path w="2316479" h="1993900">
                  <a:moveTo>
                    <a:pt x="874776" y="275844"/>
                  </a:moveTo>
                  <a:lnTo>
                    <a:pt x="871728" y="274320"/>
                  </a:lnTo>
                  <a:lnTo>
                    <a:pt x="867156" y="274320"/>
                  </a:lnTo>
                  <a:lnTo>
                    <a:pt x="865632" y="275844"/>
                  </a:lnTo>
                  <a:lnTo>
                    <a:pt x="865632" y="307848"/>
                  </a:lnTo>
                  <a:lnTo>
                    <a:pt x="867156" y="310896"/>
                  </a:lnTo>
                  <a:lnTo>
                    <a:pt x="871728" y="310896"/>
                  </a:lnTo>
                  <a:lnTo>
                    <a:pt x="874776" y="307848"/>
                  </a:lnTo>
                  <a:lnTo>
                    <a:pt x="874776" y="275844"/>
                  </a:lnTo>
                  <a:close/>
                </a:path>
                <a:path w="2316479" h="1993900">
                  <a:moveTo>
                    <a:pt x="874776" y="220980"/>
                  </a:moveTo>
                  <a:lnTo>
                    <a:pt x="871728" y="219456"/>
                  </a:lnTo>
                  <a:lnTo>
                    <a:pt x="867156" y="219456"/>
                  </a:lnTo>
                  <a:lnTo>
                    <a:pt x="865632" y="220980"/>
                  </a:lnTo>
                  <a:lnTo>
                    <a:pt x="865632" y="252984"/>
                  </a:lnTo>
                  <a:lnTo>
                    <a:pt x="867156" y="256032"/>
                  </a:lnTo>
                  <a:lnTo>
                    <a:pt x="871728" y="256032"/>
                  </a:lnTo>
                  <a:lnTo>
                    <a:pt x="874776" y="252984"/>
                  </a:lnTo>
                  <a:lnTo>
                    <a:pt x="874776" y="220980"/>
                  </a:lnTo>
                  <a:close/>
                </a:path>
                <a:path w="2316479" h="1993900">
                  <a:moveTo>
                    <a:pt x="874776" y="166116"/>
                  </a:moveTo>
                  <a:lnTo>
                    <a:pt x="871728" y="164592"/>
                  </a:lnTo>
                  <a:lnTo>
                    <a:pt x="867156" y="164592"/>
                  </a:lnTo>
                  <a:lnTo>
                    <a:pt x="865632" y="166116"/>
                  </a:lnTo>
                  <a:lnTo>
                    <a:pt x="865632" y="198120"/>
                  </a:lnTo>
                  <a:lnTo>
                    <a:pt x="867156" y="201168"/>
                  </a:lnTo>
                  <a:lnTo>
                    <a:pt x="871728" y="201168"/>
                  </a:lnTo>
                  <a:lnTo>
                    <a:pt x="874776" y="198120"/>
                  </a:lnTo>
                  <a:lnTo>
                    <a:pt x="874776" y="166116"/>
                  </a:lnTo>
                  <a:close/>
                </a:path>
                <a:path w="2316479" h="1993900">
                  <a:moveTo>
                    <a:pt x="874776" y="111252"/>
                  </a:moveTo>
                  <a:lnTo>
                    <a:pt x="871728" y="109728"/>
                  </a:lnTo>
                  <a:lnTo>
                    <a:pt x="867156" y="109728"/>
                  </a:lnTo>
                  <a:lnTo>
                    <a:pt x="865632" y="111252"/>
                  </a:lnTo>
                  <a:lnTo>
                    <a:pt x="865632" y="143256"/>
                  </a:lnTo>
                  <a:lnTo>
                    <a:pt x="867156" y="146304"/>
                  </a:lnTo>
                  <a:lnTo>
                    <a:pt x="871728" y="146304"/>
                  </a:lnTo>
                  <a:lnTo>
                    <a:pt x="874776" y="143256"/>
                  </a:lnTo>
                  <a:lnTo>
                    <a:pt x="874776" y="111252"/>
                  </a:lnTo>
                  <a:close/>
                </a:path>
                <a:path w="2316479" h="1993900">
                  <a:moveTo>
                    <a:pt x="874776" y="56388"/>
                  </a:moveTo>
                  <a:lnTo>
                    <a:pt x="871728" y="54864"/>
                  </a:lnTo>
                  <a:lnTo>
                    <a:pt x="867156" y="54864"/>
                  </a:lnTo>
                  <a:lnTo>
                    <a:pt x="865632" y="56388"/>
                  </a:lnTo>
                  <a:lnTo>
                    <a:pt x="865632" y="88392"/>
                  </a:lnTo>
                  <a:lnTo>
                    <a:pt x="867156" y="91440"/>
                  </a:lnTo>
                  <a:lnTo>
                    <a:pt x="871728" y="91440"/>
                  </a:lnTo>
                  <a:lnTo>
                    <a:pt x="874776" y="88392"/>
                  </a:lnTo>
                  <a:lnTo>
                    <a:pt x="874776" y="56388"/>
                  </a:lnTo>
                  <a:close/>
                </a:path>
                <a:path w="2316479" h="1993900">
                  <a:moveTo>
                    <a:pt x="874776" y="1524"/>
                  </a:moveTo>
                  <a:lnTo>
                    <a:pt x="871728" y="0"/>
                  </a:lnTo>
                  <a:lnTo>
                    <a:pt x="867156" y="0"/>
                  </a:lnTo>
                  <a:lnTo>
                    <a:pt x="865632" y="1524"/>
                  </a:lnTo>
                  <a:lnTo>
                    <a:pt x="865632" y="33528"/>
                  </a:lnTo>
                  <a:lnTo>
                    <a:pt x="867156" y="36576"/>
                  </a:lnTo>
                  <a:lnTo>
                    <a:pt x="871728" y="36576"/>
                  </a:lnTo>
                  <a:lnTo>
                    <a:pt x="874776" y="33528"/>
                  </a:lnTo>
                  <a:lnTo>
                    <a:pt x="874776" y="1524"/>
                  </a:lnTo>
                  <a:close/>
                </a:path>
                <a:path w="2316479" h="1993900">
                  <a:moveTo>
                    <a:pt x="1450848" y="1961388"/>
                  </a:moveTo>
                  <a:lnTo>
                    <a:pt x="1449324" y="1959864"/>
                  </a:lnTo>
                  <a:lnTo>
                    <a:pt x="1443228" y="1959864"/>
                  </a:lnTo>
                  <a:lnTo>
                    <a:pt x="1441704" y="1961388"/>
                  </a:lnTo>
                  <a:lnTo>
                    <a:pt x="1441704" y="1991868"/>
                  </a:lnTo>
                  <a:lnTo>
                    <a:pt x="1443228" y="1993392"/>
                  </a:lnTo>
                  <a:lnTo>
                    <a:pt x="1449324" y="1993392"/>
                  </a:lnTo>
                  <a:lnTo>
                    <a:pt x="1450848" y="1991868"/>
                  </a:lnTo>
                  <a:lnTo>
                    <a:pt x="1450848" y="1961388"/>
                  </a:lnTo>
                  <a:close/>
                </a:path>
                <a:path w="2316479" h="1993900">
                  <a:moveTo>
                    <a:pt x="1450848" y="1906524"/>
                  </a:moveTo>
                  <a:lnTo>
                    <a:pt x="1449324" y="1905000"/>
                  </a:lnTo>
                  <a:lnTo>
                    <a:pt x="1443228" y="1905000"/>
                  </a:lnTo>
                  <a:lnTo>
                    <a:pt x="1441704" y="1906524"/>
                  </a:lnTo>
                  <a:lnTo>
                    <a:pt x="1441704" y="1940052"/>
                  </a:lnTo>
                  <a:lnTo>
                    <a:pt x="1443228" y="1941576"/>
                  </a:lnTo>
                  <a:lnTo>
                    <a:pt x="1449324" y="1941576"/>
                  </a:lnTo>
                  <a:lnTo>
                    <a:pt x="1450848" y="1940052"/>
                  </a:lnTo>
                  <a:lnTo>
                    <a:pt x="1450848" y="1906524"/>
                  </a:lnTo>
                  <a:close/>
                </a:path>
                <a:path w="2316479" h="1993900">
                  <a:moveTo>
                    <a:pt x="1450848" y="1851660"/>
                  </a:moveTo>
                  <a:lnTo>
                    <a:pt x="1449324" y="1850136"/>
                  </a:lnTo>
                  <a:lnTo>
                    <a:pt x="1443228" y="1850136"/>
                  </a:lnTo>
                  <a:lnTo>
                    <a:pt x="1441704" y="1851660"/>
                  </a:lnTo>
                  <a:lnTo>
                    <a:pt x="1441704" y="1885188"/>
                  </a:lnTo>
                  <a:lnTo>
                    <a:pt x="1443228" y="1886712"/>
                  </a:lnTo>
                  <a:lnTo>
                    <a:pt x="1449324" y="1886712"/>
                  </a:lnTo>
                  <a:lnTo>
                    <a:pt x="1450848" y="1885188"/>
                  </a:lnTo>
                  <a:lnTo>
                    <a:pt x="1450848" y="1851660"/>
                  </a:lnTo>
                  <a:close/>
                </a:path>
                <a:path w="2316479" h="1993900">
                  <a:moveTo>
                    <a:pt x="1450848" y="1796796"/>
                  </a:moveTo>
                  <a:lnTo>
                    <a:pt x="1449324" y="1795272"/>
                  </a:lnTo>
                  <a:lnTo>
                    <a:pt x="1443228" y="1795272"/>
                  </a:lnTo>
                  <a:lnTo>
                    <a:pt x="1441704" y="1796796"/>
                  </a:lnTo>
                  <a:lnTo>
                    <a:pt x="1441704" y="1830324"/>
                  </a:lnTo>
                  <a:lnTo>
                    <a:pt x="1443228" y="1831848"/>
                  </a:lnTo>
                  <a:lnTo>
                    <a:pt x="1449324" y="1831848"/>
                  </a:lnTo>
                  <a:lnTo>
                    <a:pt x="1450848" y="1830324"/>
                  </a:lnTo>
                  <a:lnTo>
                    <a:pt x="1450848" y="1796796"/>
                  </a:lnTo>
                  <a:close/>
                </a:path>
                <a:path w="2316479" h="1993900">
                  <a:moveTo>
                    <a:pt x="1450848" y="1741932"/>
                  </a:moveTo>
                  <a:lnTo>
                    <a:pt x="1449324" y="1740408"/>
                  </a:lnTo>
                  <a:lnTo>
                    <a:pt x="1443228" y="1740408"/>
                  </a:lnTo>
                  <a:lnTo>
                    <a:pt x="1441704" y="1741932"/>
                  </a:lnTo>
                  <a:lnTo>
                    <a:pt x="1441704" y="1775460"/>
                  </a:lnTo>
                  <a:lnTo>
                    <a:pt x="1443228" y="1776984"/>
                  </a:lnTo>
                  <a:lnTo>
                    <a:pt x="1449324" y="1776984"/>
                  </a:lnTo>
                  <a:lnTo>
                    <a:pt x="1450848" y="1775460"/>
                  </a:lnTo>
                  <a:lnTo>
                    <a:pt x="1450848" y="1741932"/>
                  </a:lnTo>
                  <a:close/>
                </a:path>
                <a:path w="2316479" h="1993900">
                  <a:moveTo>
                    <a:pt x="1450848" y="1687068"/>
                  </a:moveTo>
                  <a:lnTo>
                    <a:pt x="1449324" y="1685544"/>
                  </a:lnTo>
                  <a:lnTo>
                    <a:pt x="1443228" y="1685544"/>
                  </a:lnTo>
                  <a:lnTo>
                    <a:pt x="1441704" y="1687068"/>
                  </a:lnTo>
                  <a:lnTo>
                    <a:pt x="1441704" y="1720596"/>
                  </a:lnTo>
                  <a:lnTo>
                    <a:pt x="1443228" y="1722120"/>
                  </a:lnTo>
                  <a:lnTo>
                    <a:pt x="1449324" y="1722120"/>
                  </a:lnTo>
                  <a:lnTo>
                    <a:pt x="1450848" y="1720596"/>
                  </a:lnTo>
                  <a:lnTo>
                    <a:pt x="1450848" y="1687068"/>
                  </a:lnTo>
                  <a:close/>
                </a:path>
                <a:path w="2316479" h="1993900">
                  <a:moveTo>
                    <a:pt x="1450848" y="1632204"/>
                  </a:moveTo>
                  <a:lnTo>
                    <a:pt x="1449324" y="1630680"/>
                  </a:lnTo>
                  <a:lnTo>
                    <a:pt x="1443228" y="1630680"/>
                  </a:lnTo>
                  <a:lnTo>
                    <a:pt x="1441704" y="1632204"/>
                  </a:lnTo>
                  <a:lnTo>
                    <a:pt x="1441704" y="1665732"/>
                  </a:lnTo>
                  <a:lnTo>
                    <a:pt x="1443228" y="1667256"/>
                  </a:lnTo>
                  <a:lnTo>
                    <a:pt x="1449324" y="1667256"/>
                  </a:lnTo>
                  <a:lnTo>
                    <a:pt x="1450848" y="1665732"/>
                  </a:lnTo>
                  <a:lnTo>
                    <a:pt x="1450848" y="1632204"/>
                  </a:lnTo>
                  <a:close/>
                </a:path>
                <a:path w="2316479" h="1993900">
                  <a:moveTo>
                    <a:pt x="1450848" y="1577340"/>
                  </a:moveTo>
                  <a:lnTo>
                    <a:pt x="1449324" y="1575816"/>
                  </a:lnTo>
                  <a:lnTo>
                    <a:pt x="1443228" y="1575816"/>
                  </a:lnTo>
                  <a:lnTo>
                    <a:pt x="1441704" y="1577340"/>
                  </a:lnTo>
                  <a:lnTo>
                    <a:pt x="1441704" y="1610868"/>
                  </a:lnTo>
                  <a:lnTo>
                    <a:pt x="1443228" y="1612392"/>
                  </a:lnTo>
                  <a:lnTo>
                    <a:pt x="1449324" y="1612392"/>
                  </a:lnTo>
                  <a:lnTo>
                    <a:pt x="1450848" y="1610868"/>
                  </a:lnTo>
                  <a:lnTo>
                    <a:pt x="1450848" y="1577340"/>
                  </a:lnTo>
                  <a:close/>
                </a:path>
                <a:path w="2316479" h="1993900">
                  <a:moveTo>
                    <a:pt x="1450848" y="1522476"/>
                  </a:moveTo>
                  <a:lnTo>
                    <a:pt x="1449324" y="1520952"/>
                  </a:lnTo>
                  <a:lnTo>
                    <a:pt x="1443228" y="1520952"/>
                  </a:lnTo>
                  <a:lnTo>
                    <a:pt x="1441704" y="1522476"/>
                  </a:lnTo>
                  <a:lnTo>
                    <a:pt x="1441704" y="1556004"/>
                  </a:lnTo>
                  <a:lnTo>
                    <a:pt x="1443228" y="1557528"/>
                  </a:lnTo>
                  <a:lnTo>
                    <a:pt x="1449324" y="1557528"/>
                  </a:lnTo>
                  <a:lnTo>
                    <a:pt x="1450848" y="1556004"/>
                  </a:lnTo>
                  <a:lnTo>
                    <a:pt x="1450848" y="1522476"/>
                  </a:lnTo>
                  <a:close/>
                </a:path>
                <a:path w="2316479" h="1993900">
                  <a:moveTo>
                    <a:pt x="1450848" y="1467612"/>
                  </a:moveTo>
                  <a:lnTo>
                    <a:pt x="1449324" y="1466088"/>
                  </a:lnTo>
                  <a:lnTo>
                    <a:pt x="1443228" y="1466088"/>
                  </a:lnTo>
                  <a:lnTo>
                    <a:pt x="1441704" y="1467612"/>
                  </a:lnTo>
                  <a:lnTo>
                    <a:pt x="1441704" y="1501140"/>
                  </a:lnTo>
                  <a:lnTo>
                    <a:pt x="1443228" y="1502664"/>
                  </a:lnTo>
                  <a:lnTo>
                    <a:pt x="1449324" y="1502664"/>
                  </a:lnTo>
                  <a:lnTo>
                    <a:pt x="1450848" y="1501140"/>
                  </a:lnTo>
                  <a:lnTo>
                    <a:pt x="1450848" y="1467612"/>
                  </a:lnTo>
                  <a:close/>
                </a:path>
                <a:path w="2316479" h="1993900">
                  <a:moveTo>
                    <a:pt x="1450848" y="1412748"/>
                  </a:moveTo>
                  <a:lnTo>
                    <a:pt x="1449324" y="1411224"/>
                  </a:lnTo>
                  <a:lnTo>
                    <a:pt x="1443228" y="1411224"/>
                  </a:lnTo>
                  <a:lnTo>
                    <a:pt x="1441704" y="1412748"/>
                  </a:lnTo>
                  <a:lnTo>
                    <a:pt x="1441704" y="1446276"/>
                  </a:lnTo>
                  <a:lnTo>
                    <a:pt x="1443228" y="1447800"/>
                  </a:lnTo>
                  <a:lnTo>
                    <a:pt x="1449324" y="1447800"/>
                  </a:lnTo>
                  <a:lnTo>
                    <a:pt x="1450848" y="1446276"/>
                  </a:lnTo>
                  <a:lnTo>
                    <a:pt x="1450848" y="1412748"/>
                  </a:lnTo>
                  <a:close/>
                </a:path>
                <a:path w="2316479" h="1993900">
                  <a:moveTo>
                    <a:pt x="1450848" y="1357884"/>
                  </a:moveTo>
                  <a:lnTo>
                    <a:pt x="1449324" y="1356360"/>
                  </a:lnTo>
                  <a:lnTo>
                    <a:pt x="1443228" y="1356360"/>
                  </a:lnTo>
                  <a:lnTo>
                    <a:pt x="1441704" y="1357884"/>
                  </a:lnTo>
                  <a:lnTo>
                    <a:pt x="1441704" y="1391412"/>
                  </a:lnTo>
                  <a:lnTo>
                    <a:pt x="1443228" y="1392936"/>
                  </a:lnTo>
                  <a:lnTo>
                    <a:pt x="1449324" y="1392936"/>
                  </a:lnTo>
                  <a:lnTo>
                    <a:pt x="1450848" y="1391412"/>
                  </a:lnTo>
                  <a:lnTo>
                    <a:pt x="1450848" y="1357884"/>
                  </a:lnTo>
                  <a:close/>
                </a:path>
                <a:path w="2316479" h="1993900">
                  <a:moveTo>
                    <a:pt x="1450848" y="1303020"/>
                  </a:moveTo>
                  <a:lnTo>
                    <a:pt x="1449324" y="1301496"/>
                  </a:lnTo>
                  <a:lnTo>
                    <a:pt x="1443228" y="1301496"/>
                  </a:lnTo>
                  <a:lnTo>
                    <a:pt x="1441704" y="1303020"/>
                  </a:lnTo>
                  <a:lnTo>
                    <a:pt x="1441704" y="1336548"/>
                  </a:lnTo>
                  <a:lnTo>
                    <a:pt x="1443228" y="1338072"/>
                  </a:lnTo>
                  <a:lnTo>
                    <a:pt x="1449324" y="1338072"/>
                  </a:lnTo>
                  <a:lnTo>
                    <a:pt x="1450848" y="1336548"/>
                  </a:lnTo>
                  <a:lnTo>
                    <a:pt x="1450848" y="1303020"/>
                  </a:lnTo>
                  <a:close/>
                </a:path>
                <a:path w="2316479" h="1993900">
                  <a:moveTo>
                    <a:pt x="1450848" y="1248156"/>
                  </a:moveTo>
                  <a:lnTo>
                    <a:pt x="1449324" y="1246632"/>
                  </a:lnTo>
                  <a:lnTo>
                    <a:pt x="1443228" y="1246632"/>
                  </a:lnTo>
                  <a:lnTo>
                    <a:pt x="1441704" y="1248156"/>
                  </a:lnTo>
                  <a:lnTo>
                    <a:pt x="1441704" y="1281684"/>
                  </a:lnTo>
                  <a:lnTo>
                    <a:pt x="1443228" y="1283208"/>
                  </a:lnTo>
                  <a:lnTo>
                    <a:pt x="1449324" y="1283208"/>
                  </a:lnTo>
                  <a:lnTo>
                    <a:pt x="1450848" y="1281684"/>
                  </a:lnTo>
                  <a:lnTo>
                    <a:pt x="1450848" y="1248156"/>
                  </a:lnTo>
                  <a:close/>
                </a:path>
                <a:path w="2316479" h="1993900">
                  <a:moveTo>
                    <a:pt x="1450848" y="1193292"/>
                  </a:moveTo>
                  <a:lnTo>
                    <a:pt x="1449324" y="1191768"/>
                  </a:lnTo>
                  <a:lnTo>
                    <a:pt x="1443228" y="1191768"/>
                  </a:lnTo>
                  <a:lnTo>
                    <a:pt x="1441704" y="1193292"/>
                  </a:lnTo>
                  <a:lnTo>
                    <a:pt x="1441704" y="1226820"/>
                  </a:lnTo>
                  <a:lnTo>
                    <a:pt x="1443228" y="1228344"/>
                  </a:lnTo>
                  <a:lnTo>
                    <a:pt x="1449324" y="1228344"/>
                  </a:lnTo>
                  <a:lnTo>
                    <a:pt x="1450848" y="1226820"/>
                  </a:lnTo>
                  <a:lnTo>
                    <a:pt x="1450848" y="1193292"/>
                  </a:lnTo>
                  <a:close/>
                </a:path>
                <a:path w="2316479" h="1993900">
                  <a:moveTo>
                    <a:pt x="1450848" y="1138428"/>
                  </a:moveTo>
                  <a:lnTo>
                    <a:pt x="1449324" y="1136904"/>
                  </a:lnTo>
                  <a:lnTo>
                    <a:pt x="1443228" y="1136904"/>
                  </a:lnTo>
                  <a:lnTo>
                    <a:pt x="1441704" y="1138428"/>
                  </a:lnTo>
                  <a:lnTo>
                    <a:pt x="1441704" y="1171956"/>
                  </a:lnTo>
                  <a:lnTo>
                    <a:pt x="1443228" y="1173480"/>
                  </a:lnTo>
                  <a:lnTo>
                    <a:pt x="1449324" y="1173480"/>
                  </a:lnTo>
                  <a:lnTo>
                    <a:pt x="1450848" y="1171956"/>
                  </a:lnTo>
                  <a:lnTo>
                    <a:pt x="1450848" y="1138428"/>
                  </a:lnTo>
                  <a:close/>
                </a:path>
                <a:path w="2316479" h="1993900">
                  <a:moveTo>
                    <a:pt x="1450848" y="1083564"/>
                  </a:moveTo>
                  <a:lnTo>
                    <a:pt x="1449324" y="1082040"/>
                  </a:lnTo>
                  <a:lnTo>
                    <a:pt x="1443228" y="1082040"/>
                  </a:lnTo>
                  <a:lnTo>
                    <a:pt x="1441704" y="1083564"/>
                  </a:lnTo>
                  <a:lnTo>
                    <a:pt x="1441704" y="1117092"/>
                  </a:lnTo>
                  <a:lnTo>
                    <a:pt x="1443228" y="1118616"/>
                  </a:lnTo>
                  <a:lnTo>
                    <a:pt x="1449324" y="1118616"/>
                  </a:lnTo>
                  <a:lnTo>
                    <a:pt x="1450848" y="1117092"/>
                  </a:lnTo>
                  <a:lnTo>
                    <a:pt x="1450848" y="1083564"/>
                  </a:lnTo>
                  <a:close/>
                </a:path>
                <a:path w="2316479" h="1993900">
                  <a:moveTo>
                    <a:pt x="2316480" y="1961388"/>
                  </a:moveTo>
                  <a:lnTo>
                    <a:pt x="2313432" y="1959864"/>
                  </a:lnTo>
                  <a:lnTo>
                    <a:pt x="2308860" y="1959864"/>
                  </a:lnTo>
                  <a:lnTo>
                    <a:pt x="2307336" y="1961388"/>
                  </a:lnTo>
                  <a:lnTo>
                    <a:pt x="2307336" y="1991868"/>
                  </a:lnTo>
                  <a:lnTo>
                    <a:pt x="2308860" y="1993392"/>
                  </a:lnTo>
                  <a:lnTo>
                    <a:pt x="2313432" y="1993392"/>
                  </a:lnTo>
                  <a:lnTo>
                    <a:pt x="2316480" y="1991868"/>
                  </a:lnTo>
                  <a:lnTo>
                    <a:pt x="2316480" y="1961388"/>
                  </a:lnTo>
                  <a:close/>
                </a:path>
                <a:path w="2316479" h="1993900">
                  <a:moveTo>
                    <a:pt x="2316480" y="1906524"/>
                  </a:moveTo>
                  <a:lnTo>
                    <a:pt x="2313432" y="1905000"/>
                  </a:lnTo>
                  <a:lnTo>
                    <a:pt x="2308860" y="1905000"/>
                  </a:lnTo>
                  <a:lnTo>
                    <a:pt x="2307336" y="1906524"/>
                  </a:lnTo>
                  <a:lnTo>
                    <a:pt x="2307336" y="1940052"/>
                  </a:lnTo>
                  <a:lnTo>
                    <a:pt x="2308860" y="1941576"/>
                  </a:lnTo>
                  <a:lnTo>
                    <a:pt x="2313432" y="1941576"/>
                  </a:lnTo>
                  <a:lnTo>
                    <a:pt x="2316480" y="1940052"/>
                  </a:lnTo>
                  <a:lnTo>
                    <a:pt x="2316480" y="1906524"/>
                  </a:lnTo>
                  <a:close/>
                </a:path>
                <a:path w="2316479" h="1993900">
                  <a:moveTo>
                    <a:pt x="2316480" y="1851660"/>
                  </a:moveTo>
                  <a:lnTo>
                    <a:pt x="2313432" y="1850136"/>
                  </a:lnTo>
                  <a:lnTo>
                    <a:pt x="2308860" y="1850136"/>
                  </a:lnTo>
                  <a:lnTo>
                    <a:pt x="2307336" y="1851660"/>
                  </a:lnTo>
                  <a:lnTo>
                    <a:pt x="2307336" y="1885188"/>
                  </a:lnTo>
                  <a:lnTo>
                    <a:pt x="2308860" y="1886712"/>
                  </a:lnTo>
                  <a:lnTo>
                    <a:pt x="2313432" y="1886712"/>
                  </a:lnTo>
                  <a:lnTo>
                    <a:pt x="2316480" y="1885188"/>
                  </a:lnTo>
                  <a:lnTo>
                    <a:pt x="2316480" y="1851660"/>
                  </a:lnTo>
                  <a:close/>
                </a:path>
                <a:path w="2316479" h="1993900">
                  <a:moveTo>
                    <a:pt x="2316480" y="1796796"/>
                  </a:moveTo>
                  <a:lnTo>
                    <a:pt x="2313432" y="1795272"/>
                  </a:lnTo>
                  <a:lnTo>
                    <a:pt x="2308860" y="1795272"/>
                  </a:lnTo>
                  <a:lnTo>
                    <a:pt x="2307336" y="1796796"/>
                  </a:lnTo>
                  <a:lnTo>
                    <a:pt x="2307336" y="1830324"/>
                  </a:lnTo>
                  <a:lnTo>
                    <a:pt x="2308860" y="1831848"/>
                  </a:lnTo>
                  <a:lnTo>
                    <a:pt x="2313432" y="1831848"/>
                  </a:lnTo>
                  <a:lnTo>
                    <a:pt x="2316480" y="1830324"/>
                  </a:lnTo>
                  <a:lnTo>
                    <a:pt x="2316480" y="1796796"/>
                  </a:lnTo>
                  <a:close/>
                </a:path>
                <a:path w="2316479" h="1993900">
                  <a:moveTo>
                    <a:pt x="2316480" y="1741932"/>
                  </a:moveTo>
                  <a:lnTo>
                    <a:pt x="2313432" y="1740408"/>
                  </a:lnTo>
                  <a:lnTo>
                    <a:pt x="2308860" y="1740408"/>
                  </a:lnTo>
                  <a:lnTo>
                    <a:pt x="2307336" y="1741932"/>
                  </a:lnTo>
                  <a:lnTo>
                    <a:pt x="2307336" y="1775460"/>
                  </a:lnTo>
                  <a:lnTo>
                    <a:pt x="2308860" y="1776984"/>
                  </a:lnTo>
                  <a:lnTo>
                    <a:pt x="2313432" y="1776984"/>
                  </a:lnTo>
                  <a:lnTo>
                    <a:pt x="2316480" y="1775460"/>
                  </a:lnTo>
                  <a:lnTo>
                    <a:pt x="2316480" y="1741932"/>
                  </a:lnTo>
                  <a:close/>
                </a:path>
                <a:path w="2316479" h="1993900">
                  <a:moveTo>
                    <a:pt x="2316480" y="1687068"/>
                  </a:moveTo>
                  <a:lnTo>
                    <a:pt x="2313432" y="1685544"/>
                  </a:lnTo>
                  <a:lnTo>
                    <a:pt x="2308860" y="1685544"/>
                  </a:lnTo>
                  <a:lnTo>
                    <a:pt x="2307336" y="1687068"/>
                  </a:lnTo>
                  <a:lnTo>
                    <a:pt x="2307336" y="1720596"/>
                  </a:lnTo>
                  <a:lnTo>
                    <a:pt x="2308860" y="1722120"/>
                  </a:lnTo>
                  <a:lnTo>
                    <a:pt x="2313432" y="1722120"/>
                  </a:lnTo>
                  <a:lnTo>
                    <a:pt x="2316480" y="1720596"/>
                  </a:lnTo>
                  <a:lnTo>
                    <a:pt x="2316480" y="1687068"/>
                  </a:lnTo>
                  <a:close/>
                </a:path>
                <a:path w="2316479" h="1993900">
                  <a:moveTo>
                    <a:pt x="2316480" y="1632204"/>
                  </a:moveTo>
                  <a:lnTo>
                    <a:pt x="2313432" y="1630680"/>
                  </a:lnTo>
                  <a:lnTo>
                    <a:pt x="2308860" y="1630680"/>
                  </a:lnTo>
                  <a:lnTo>
                    <a:pt x="2307336" y="1632204"/>
                  </a:lnTo>
                  <a:lnTo>
                    <a:pt x="2307336" y="1665732"/>
                  </a:lnTo>
                  <a:lnTo>
                    <a:pt x="2308860" y="1667256"/>
                  </a:lnTo>
                  <a:lnTo>
                    <a:pt x="2313432" y="1667256"/>
                  </a:lnTo>
                  <a:lnTo>
                    <a:pt x="2316480" y="1665732"/>
                  </a:lnTo>
                  <a:lnTo>
                    <a:pt x="2316480" y="1632204"/>
                  </a:lnTo>
                  <a:close/>
                </a:path>
                <a:path w="2316479" h="1993900">
                  <a:moveTo>
                    <a:pt x="2316480" y="1577340"/>
                  </a:moveTo>
                  <a:lnTo>
                    <a:pt x="2313432" y="1575816"/>
                  </a:lnTo>
                  <a:lnTo>
                    <a:pt x="2308860" y="1575816"/>
                  </a:lnTo>
                  <a:lnTo>
                    <a:pt x="2307336" y="1577340"/>
                  </a:lnTo>
                  <a:lnTo>
                    <a:pt x="2307336" y="1610868"/>
                  </a:lnTo>
                  <a:lnTo>
                    <a:pt x="2308860" y="1612392"/>
                  </a:lnTo>
                  <a:lnTo>
                    <a:pt x="2313432" y="1612392"/>
                  </a:lnTo>
                  <a:lnTo>
                    <a:pt x="2316480" y="1610868"/>
                  </a:lnTo>
                  <a:lnTo>
                    <a:pt x="2316480" y="1577340"/>
                  </a:lnTo>
                  <a:close/>
                </a:path>
                <a:path w="2316479" h="1993900">
                  <a:moveTo>
                    <a:pt x="2316480" y="1522476"/>
                  </a:moveTo>
                  <a:lnTo>
                    <a:pt x="2313432" y="1520952"/>
                  </a:lnTo>
                  <a:lnTo>
                    <a:pt x="2308860" y="1520952"/>
                  </a:lnTo>
                  <a:lnTo>
                    <a:pt x="2307336" y="1522476"/>
                  </a:lnTo>
                  <a:lnTo>
                    <a:pt x="2307336" y="1556004"/>
                  </a:lnTo>
                  <a:lnTo>
                    <a:pt x="2308860" y="1557528"/>
                  </a:lnTo>
                  <a:lnTo>
                    <a:pt x="2313432" y="1557528"/>
                  </a:lnTo>
                  <a:lnTo>
                    <a:pt x="2316480" y="1556004"/>
                  </a:lnTo>
                  <a:lnTo>
                    <a:pt x="2316480" y="1522476"/>
                  </a:lnTo>
                  <a:close/>
                </a:path>
                <a:path w="2316479" h="1993900">
                  <a:moveTo>
                    <a:pt x="2316480" y="1467612"/>
                  </a:moveTo>
                  <a:lnTo>
                    <a:pt x="2313432" y="1466088"/>
                  </a:lnTo>
                  <a:lnTo>
                    <a:pt x="2308860" y="1466088"/>
                  </a:lnTo>
                  <a:lnTo>
                    <a:pt x="2307336" y="1467612"/>
                  </a:lnTo>
                  <a:lnTo>
                    <a:pt x="2307336" y="1501140"/>
                  </a:lnTo>
                  <a:lnTo>
                    <a:pt x="2308860" y="1502664"/>
                  </a:lnTo>
                  <a:lnTo>
                    <a:pt x="2313432" y="1502664"/>
                  </a:lnTo>
                  <a:lnTo>
                    <a:pt x="2316480" y="1501140"/>
                  </a:lnTo>
                  <a:lnTo>
                    <a:pt x="2316480" y="1467612"/>
                  </a:lnTo>
                  <a:close/>
                </a:path>
                <a:path w="2316479" h="1993900">
                  <a:moveTo>
                    <a:pt x="2316480" y="1412748"/>
                  </a:moveTo>
                  <a:lnTo>
                    <a:pt x="2313432" y="1411224"/>
                  </a:lnTo>
                  <a:lnTo>
                    <a:pt x="2308860" y="1411224"/>
                  </a:lnTo>
                  <a:lnTo>
                    <a:pt x="2307336" y="1412748"/>
                  </a:lnTo>
                  <a:lnTo>
                    <a:pt x="2307336" y="1446276"/>
                  </a:lnTo>
                  <a:lnTo>
                    <a:pt x="2308860" y="1447800"/>
                  </a:lnTo>
                  <a:lnTo>
                    <a:pt x="2313432" y="1447800"/>
                  </a:lnTo>
                  <a:lnTo>
                    <a:pt x="2316480" y="1446276"/>
                  </a:lnTo>
                  <a:lnTo>
                    <a:pt x="2316480" y="1412748"/>
                  </a:lnTo>
                  <a:close/>
                </a:path>
                <a:path w="2316479" h="1993900">
                  <a:moveTo>
                    <a:pt x="2316480" y="1357884"/>
                  </a:moveTo>
                  <a:lnTo>
                    <a:pt x="2313432" y="1356360"/>
                  </a:lnTo>
                  <a:lnTo>
                    <a:pt x="2308860" y="1356360"/>
                  </a:lnTo>
                  <a:lnTo>
                    <a:pt x="2307336" y="1357884"/>
                  </a:lnTo>
                  <a:lnTo>
                    <a:pt x="2307336" y="1391412"/>
                  </a:lnTo>
                  <a:lnTo>
                    <a:pt x="2308860" y="1392936"/>
                  </a:lnTo>
                  <a:lnTo>
                    <a:pt x="2313432" y="1392936"/>
                  </a:lnTo>
                  <a:lnTo>
                    <a:pt x="2316480" y="1391412"/>
                  </a:lnTo>
                  <a:lnTo>
                    <a:pt x="2316480" y="1357884"/>
                  </a:lnTo>
                  <a:close/>
                </a:path>
                <a:path w="2316479" h="1993900">
                  <a:moveTo>
                    <a:pt x="2316480" y="1303020"/>
                  </a:moveTo>
                  <a:lnTo>
                    <a:pt x="2313432" y="1301496"/>
                  </a:lnTo>
                  <a:lnTo>
                    <a:pt x="2308860" y="1301496"/>
                  </a:lnTo>
                  <a:lnTo>
                    <a:pt x="2307336" y="1303020"/>
                  </a:lnTo>
                  <a:lnTo>
                    <a:pt x="2307336" y="1336548"/>
                  </a:lnTo>
                  <a:lnTo>
                    <a:pt x="2308860" y="1338072"/>
                  </a:lnTo>
                  <a:lnTo>
                    <a:pt x="2313432" y="1338072"/>
                  </a:lnTo>
                  <a:lnTo>
                    <a:pt x="2316480" y="1336548"/>
                  </a:lnTo>
                  <a:lnTo>
                    <a:pt x="2316480" y="1303020"/>
                  </a:lnTo>
                  <a:close/>
                </a:path>
                <a:path w="2316479" h="1993900">
                  <a:moveTo>
                    <a:pt x="2316480" y="1248156"/>
                  </a:moveTo>
                  <a:lnTo>
                    <a:pt x="2313432" y="1246632"/>
                  </a:lnTo>
                  <a:lnTo>
                    <a:pt x="2308860" y="1246632"/>
                  </a:lnTo>
                  <a:lnTo>
                    <a:pt x="2307336" y="1248156"/>
                  </a:lnTo>
                  <a:lnTo>
                    <a:pt x="2307336" y="1281684"/>
                  </a:lnTo>
                  <a:lnTo>
                    <a:pt x="2308860" y="1283208"/>
                  </a:lnTo>
                  <a:lnTo>
                    <a:pt x="2313432" y="1283208"/>
                  </a:lnTo>
                  <a:lnTo>
                    <a:pt x="2316480" y="1281684"/>
                  </a:lnTo>
                  <a:lnTo>
                    <a:pt x="2316480" y="1248156"/>
                  </a:lnTo>
                  <a:close/>
                </a:path>
                <a:path w="2316479" h="1993900">
                  <a:moveTo>
                    <a:pt x="2316480" y="1193292"/>
                  </a:moveTo>
                  <a:lnTo>
                    <a:pt x="2313432" y="1191768"/>
                  </a:lnTo>
                  <a:lnTo>
                    <a:pt x="2308860" y="1191768"/>
                  </a:lnTo>
                  <a:lnTo>
                    <a:pt x="2307336" y="1193292"/>
                  </a:lnTo>
                  <a:lnTo>
                    <a:pt x="2307336" y="1226820"/>
                  </a:lnTo>
                  <a:lnTo>
                    <a:pt x="2308860" y="1228344"/>
                  </a:lnTo>
                  <a:lnTo>
                    <a:pt x="2313432" y="1228344"/>
                  </a:lnTo>
                  <a:lnTo>
                    <a:pt x="2316480" y="1226820"/>
                  </a:lnTo>
                  <a:lnTo>
                    <a:pt x="2316480" y="1193292"/>
                  </a:lnTo>
                  <a:close/>
                </a:path>
                <a:path w="2316479" h="1993900">
                  <a:moveTo>
                    <a:pt x="2316480" y="1138428"/>
                  </a:moveTo>
                  <a:lnTo>
                    <a:pt x="2313432" y="1136904"/>
                  </a:lnTo>
                  <a:lnTo>
                    <a:pt x="2308860" y="1136904"/>
                  </a:lnTo>
                  <a:lnTo>
                    <a:pt x="2307336" y="1138428"/>
                  </a:lnTo>
                  <a:lnTo>
                    <a:pt x="2307336" y="1171956"/>
                  </a:lnTo>
                  <a:lnTo>
                    <a:pt x="2308860" y="1173480"/>
                  </a:lnTo>
                  <a:lnTo>
                    <a:pt x="2313432" y="1173480"/>
                  </a:lnTo>
                  <a:lnTo>
                    <a:pt x="2316480" y="1171956"/>
                  </a:lnTo>
                  <a:lnTo>
                    <a:pt x="2316480" y="1138428"/>
                  </a:lnTo>
                  <a:close/>
                </a:path>
                <a:path w="2316479" h="1993900">
                  <a:moveTo>
                    <a:pt x="2316480" y="1083564"/>
                  </a:moveTo>
                  <a:lnTo>
                    <a:pt x="2313432" y="1082040"/>
                  </a:lnTo>
                  <a:lnTo>
                    <a:pt x="2308860" y="1082040"/>
                  </a:lnTo>
                  <a:lnTo>
                    <a:pt x="2307336" y="1083564"/>
                  </a:lnTo>
                  <a:lnTo>
                    <a:pt x="2307336" y="1117092"/>
                  </a:lnTo>
                  <a:lnTo>
                    <a:pt x="2308860" y="1118616"/>
                  </a:lnTo>
                  <a:lnTo>
                    <a:pt x="2313432" y="1118616"/>
                  </a:lnTo>
                  <a:lnTo>
                    <a:pt x="2316480" y="1117092"/>
                  </a:lnTo>
                  <a:lnTo>
                    <a:pt x="2316480" y="1083564"/>
                  </a:lnTo>
                  <a:close/>
                </a:path>
              </a:pathLst>
            </a:custGeom>
            <a:solidFill>
              <a:srgbClr val="666666"/>
            </a:solidFill>
          </p:spPr>
          <p:txBody>
            <a:bodyPr wrap="square" lIns="0" tIns="0" rIns="0" bIns="0" rtlCol="0"/>
            <a:lstStyle/>
            <a:p>
              <a:endParaRPr/>
            </a:p>
          </p:txBody>
        </p:sp>
        <p:sp>
          <p:nvSpPr>
            <p:cNvPr id="8" name="object 8"/>
            <p:cNvSpPr/>
            <p:nvPr/>
          </p:nvSpPr>
          <p:spPr>
            <a:xfrm>
              <a:off x="1182623" y="3214116"/>
              <a:ext cx="2973705" cy="0"/>
            </a:xfrm>
            <a:custGeom>
              <a:avLst/>
              <a:gdLst/>
              <a:ahLst/>
              <a:cxnLst/>
              <a:rect l="l" t="t" r="r" b="b"/>
              <a:pathLst>
                <a:path w="2973704">
                  <a:moveTo>
                    <a:pt x="2973323" y="0"/>
                  </a:moveTo>
                  <a:lnTo>
                    <a:pt x="0" y="0"/>
                  </a:lnTo>
                </a:path>
              </a:pathLst>
            </a:custGeom>
            <a:ln w="9143">
              <a:solidFill>
                <a:srgbClr val="666666"/>
              </a:solidFill>
            </a:ln>
          </p:spPr>
          <p:txBody>
            <a:bodyPr wrap="square" lIns="0" tIns="0" rIns="0" bIns="0" rtlCol="0"/>
            <a:lstStyle/>
            <a:p>
              <a:endParaRPr/>
            </a:p>
          </p:txBody>
        </p:sp>
        <p:sp>
          <p:nvSpPr>
            <p:cNvPr id="9" name="object 9"/>
            <p:cNvSpPr/>
            <p:nvPr/>
          </p:nvSpPr>
          <p:spPr>
            <a:xfrm>
              <a:off x="2955036" y="2069592"/>
              <a:ext cx="851915" cy="112775"/>
            </a:xfrm>
            <a:prstGeom prst="rect">
              <a:avLst/>
            </a:prstGeom>
            <a:blipFill>
              <a:blip r:embed="rId2" cstate="print"/>
              <a:stretch>
                <a:fillRect/>
              </a:stretch>
            </a:blipFill>
          </p:spPr>
          <p:txBody>
            <a:bodyPr wrap="square" lIns="0" tIns="0" rIns="0" bIns="0" rtlCol="0"/>
            <a:lstStyle/>
            <a:p>
              <a:endParaRPr/>
            </a:p>
          </p:txBody>
        </p:sp>
        <p:sp>
          <p:nvSpPr>
            <p:cNvPr id="10" name="object 10"/>
            <p:cNvSpPr/>
            <p:nvPr/>
          </p:nvSpPr>
          <p:spPr>
            <a:xfrm>
              <a:off x="1507235" y="2069592"/>
              <a:ext cx="1085088" cy="11277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723643" y="2247900"/>
              <a:ext cx="0" cy="353695"/>
            </a:xfrm>
            <a:custGeom>
              <a:avLst/>
              <a:gdLst/>
              <a:ahLst/>
              <a:cxnLst/>
              <a:rect l="l" t="t" r="r" b="b"/>
              <a:pathLst>
                <a:path h="353694">
                  <a:moveTo>
                    <a:pt x="0" y="0"/>
                  </a:moveTo>
                  <a:lnTo>
                    <a:pt x="0" y="353567"/>
                  </a:lnTo>
                </a:path>
              </a:pathLst>
            </a:custGeom>
            <a:ln w="9143">
              <a:solidFill>
                <a:srgbClr val="666666"/>
              </a:solidFill>
            </a:ln>
          </p:spPr>
          <p:txBody>
            <a:bodyPr wrap="square" lIns="0" tIns="0" rIns="0" bIns="0" rtlCol="0"/>
            <a:lstStyle/>
            <a:p>
              <a:endParaRPr/>
            </a:p>
          </p:txBody>
        </p:sp>
        <p:sp>
          <p:nvSpPr>
            <p:cNvPr id="12" name="object 12"/>
            <p:cNvSpPr/>
            <p:nvPr/>
          </p:nvSpPr>
          <p:spPr>
            <a:xfrm>
              <a:off x="1682495" y="2581656"/>
              <a:ext cx="82296" cy="82296"/>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2679191" y="2203704"/>
              <a:ext cx="269875" cy="181610"/>
            </a:xfrm>
            <a:custGeom>
              <a:avLst/>
              <a:gdLst/>
              <a:ahLst/>
              <a:cxnLst/>
              <a:rect l="l" t="t" r="r" b="b"/>
              <a:pathLst>
                <a:path w="269875" h="181610">
                  <a:moveTo>
                    <a:pt x="269747" y="0"/>
                  </a:moveTo>
                  <a:lnTo>
                    <a:pt x="0" y="181355"/>
                  </a:lnTo>
                </a:path>
              </a:pathLst>
            </a:custGeom>
            <a:ln w="9143">
              <a:solidFill>
                <a:srgbClr val="666666"/>
              </a:solidFill>
            </a:ln>
          </p:spPr>
          <p:txBody>
            <a:bodyPr wrap="square" lIns="0" tIns="0" rIns="0" bIns="0" rtlCol="0"/>
            <a:lstStyle/>
            <a:p>
              <a:endParaRPr/>
            </a:p>
          </p:txBody>
        </p:sp>
        <p:sp>
          <p:nvSpPr>
            <p:cNvPr id="14" name="object 14"/>
            <p:cNvSpPr/>
            <p:nvPr/>
          </p:nvSpPr>
          <p:spPr>
            <a:xfrm>
              <a:off x="2627375" y="2339340"/>
              <a:ext cx="91440" cy="80772"/>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1182623" y="2673096"/>
              <a:ext cx="2883535" cy="1082040"/>
            </a:xfrm>
            <a:custGeom>
              <a:avLst/>
              <a:gdLst/>
              <a:ahLst/>
              <a:cxnLst/>
              <a:rect l="l" t="t" r="r" b="b"/>
              <a:pathLst>
                <a:path w="2883535" h="1082039">
                  <a:moveTo>
                    <a:pt x="0" y="541019"/>
                  </a:moveTo>
                  <a:lnTo>
                    <a:pt x="0" y="0"/>
                  </a:lnTo>
                  <a:lnTo>
                    <a:pt x="1441703" y="0"/>
                  </a:lnTo>
                  <a:lnTo>
                    <a:pt x="1441703" y="1082039"/>
                  </a:lnTo>
                  <a:lnTo>
                    <a:pt x="2883407" y="1082039"/>
                  </a:lnTo>
                  <a:lnTo>
                    <a:pt x="2883407" y="541019"/>
                  </a:lnTo>
                </a:path>
              </a:pathLst>
            </a:custGeom>
            <a:ln w="15239">
              <a:solidFill>
                <a:srgbClr val="FF0000"/>
              </a:solidFill>
            </a:ln>
          </p:spPr>
          <p:txBody>
            <a:bodyPr wrap="square" lIns="0" tIns="0" rIns="0" bIns="0" rtlCol="0"/>
            <a:lstStyle/>
            <a:p>
              <a:endParaRPr/>
            </a:p>
          </p:txBody>
        </p:sp>
        <p:sp>
          <p:nvSpPr>
            <p:cNvPr id="16" name="object 16"/>
            <p:cNvSpPr/>
            <p:nvPr/>
          </p:nvSpPr>
          <p:spPr>
            <a:xfrm>
              <a:off x="1187195" y="3304032"/>
              <a:ext cx="1440180" cy="0"/>
            </a:xfrm>
            <a:custGeom>
              <a:avLst/>
              <a:gdLst/>
              <a:ahLst/>
              <a:cxnLst/>
              <a:rect l="l" t="t" r="r" b="b"/>
              <a:pathLst>
                <a:path w="1440180">
                  <a:moveTo>
                    <a:pt x="0" y="0"/>
                  </a:moveTo>
                  <a:lnTo>
                    <a:pt x="1440179" y="0"/>
                  </a:lnTo>
                </a:path>
              </a:pathLst>
            </a:custGeom>
            <a:ln w="3175">
              <a:solidFill>
                <a:srgbClr val="000000"/>
              </a:solidFill>
            </a:ln>
          </p:spPr>
          <p:txBody>
            <a:bodyPr wrap="square" lIns="0" tIns="0" rIns="0" bIns="0" rtlCol="0"/>
            <a:lstStyle/>
            <a:p>
              <a:endParaRPr/>
            </a:p>
          </p:txBody>
        </p:sp>
        <p:sp>
          <p:nvSpPr>
            <p:cNvPr id="17" name="object 17"/>
            <p:cNvSpPr/>
            <p:nvPr/>
          </p:nvSpPr>
          <p:spPr>
            <a:xfrm>
              <a:off x="1187195" y="4296155"/>
              <a:ext cx="2882265" cy="722630"/>
            </a:xfrm>
            <a:custGeom>
              <a:avLst/>
              <a:gdLst/>
              <a:ahLst/>
              <a:cxnLst/>
              <a:rect l="l" t="t" r="r" b="b"/>
              <a:pathLst>
                <a:path w="2882265" h="722629">
                  <a:moveTo>
                    <a:pt x="0" y="361187"/>
                  </a:moveTo>
                  <a:lnTo>
                    <a:pt x="288035" y="361187"/>
                  </a:lnTo>
                  <a:lnTo>
                    <a:pt x="288035" y="0"/>
                  </a:lnTo>
                  <a:lnTo>
                    <a:pt x="1152143" y="0"/>
                  </a:lnTo>
                  <a:lnTo>
                    <a:pt x="1152143" y="361187"/>
                  </a:lnTo>
                  <a:lnTo>
                    <a:pt x="1728215" y="361187"/>
                  </a:lnTo>
                  <a:lnTo>
                    <a:pt x="1728215" y="722375"/>
                  </a:lnTo>
                  <a:lnTo>
                    <a:pt x="2593847" y="722375"/>
                  </a:lnTo>
                  <a:lnTo>
                    <a:pt x="2593847" y="361187"/>
                  </a:lnTo>
                  <a:lnTo>
                    <a:pt x="2881883" y="361187"/>
                  </a:lnTo>
                </a:path>
              </a:pathLst>
            </a:custGeom>
            <a:ln w="19811">
              <a:solidFill>
                <a:srgbClr val="800000"/>
              </a:solidFill>
            </a:ln>
          </p:spPr>
          <p:txBody>
            <a:bodyPr wrap="square" lIns="0" tIns="0" rIns="0" bIns="0" rtlCol="0"/>
            <a:lstStyle/>
            <a:p>
              <a:endParaRPr/>
            </a:p>
          </p:txBody>
        </p:sp>
      </p:grpSp>
      <p:grpSp>
        <p:nvGrpSpPr>
          <p:cNvPr id="18" name="object 18"/>
          <p:cNvGrpSpPr/>
          <p:nvPr/>
        </p:nvGrpSpPr>
        <p:grpSpPr>
          <a:xfrm>
            <a:off x="6353555" y="2948939"/>
            <a:ext cx="1519555" cy="746760"/>
            <a:chOff x="6353555" y="2948939"/>
            <a:chExt cx="1519555" cy="746760"/>
          </a:xfrm>
        </p:grpSpPr>
        <p:sp>
          <p:nvSpPr>
            <p:cNvPr id="19" name="object 19"/>
            <p:cNvSpPr/>
            <p:nvPr/>
          </p:nvSpPr>
          <p:spPr>
            <a:xfrm>
              <a:off x="6361175" y="2956559"/>
              <a:ext cx="1503045" cy="731520"/>
            </a:xfrm>
            <a:custGeom>
              <a:avLst/>
              <a:gdLst/>
              <a:ahLst/>
              <a:cxnLst/>
              <a:rect l="l" t="t" r="r" b="b"/>
              <a:pathLst>
                <a:path w="1503045" h="731520">
                  <a:moveTo>
                    <a:pt x="1502664" y="0"/>
                  </a:moveTo>
                  <a:lnTo>
                    <a:pt x="0" y="0"/>
                  </a:lnTo>
                  <a:lnTo>
                    <a:pt x="0" y="731519"/>
                  </a:lnTo>
                  <a:lnTo>
                    <a:pt x="1502664" y="731519"/>
                  </a:lnTo>
                  <a:lnTo>
                    <a:pt x="1502664" y="0"/>
                  </a:lnTo>
                  <a:close/>
                </a:path>
              </a:pathLst>
            </a:custGeom>
            <a:solidFill>
              <a:srgbClr val="E48312"/>
            </a:solidFill>
          </p:spPr>
          <p:txBody>
            <a:bodyPr wrap="square" lIns="0" tIns="0" rIns="0" bIns="0" rtlCol="0"/>
            <a:lstStyle/>
            <a:p>
              <a:endParaRPr/>
            </a:p>
          </p:txBody>
        </p:sp>
        <p:sp>
          <p:nvSpPr>
            <p:cNvPr id="20" name="object 20"/>
            <p:cNvSpPr/>
            <p:nvPr/>
          </p:nvSpPr>
          <p:spPr>
            <a:xfrm>
              <a:off x="6353555" y="2948939"/>
              <a:ext cx="1519555" cy="746760"/>
            </a:xfrm>
            <a:custGeom>
              <a:avLst/>
              <a:gdLst/>
              <a:ahLst/>
              <a:cxnLst/>
              <a:rect l="l" t="t" r="r" b="b"/>
              <a:pathLst>
                <a:path w="1519554" h="746760">
                  <a:moveTo>
                    <a:pt x="1514855" y="0"/>
                  </a:moveTo>
                  <a:lnTo>
                    <a:pt x="3048" y="0"/>
                  </a:lnTo>
                  <a:lnTo>
                    <a:pt x="0" y="3048"/>
                  </a:lnTo>
                  <a:lnTo>
                    <a:pt x="0" y="743712"/>
                  </a:lnTo>
                  <a:lnTo>
                    <a:pt x="3048" y="746760"/>
                  </a:lnTo>
                  <a:lnTo>
                    <a:pt x="1514855" y="746760"/>
                  </a:lnTo>
                  <a:lnTo>
                    <a:pt x="1519427" y="743712"/>
                  </a:lnTo>
                  <a:lnTo>
                    <a:pt x="1519427" y="739140"/>
                  </a:lnTo>
                  <a:lnTo>
                    <a:pt x="15240" y="739140"/>
                  </a:lnTo>
                  <a:lnTo>
                    <a:pt x="7620" y="731520"/>
                  </a:lnTo>
                  <a:lnTo>
                    <a:pt x="15240" y="731520"/>
                  </a:lnTo>
                  <a:lnTo>
                    <a:pt x="15240" y="15239"/>
                  </a:lnTo>
                  <a:lnTo>
                    <a:pt x="7620" y="15239"/>
                  </a:lnTo>
                  <a:lnTo>
                    <a:pt x="15240" y="7620"/>
                  </a:lnTo>
                  <a:lnTo>
                    <a:pt x="1519427" y="7620"/>
                  </a:lnTo>
                  <a:lnTo>
                    <a:pt x="1519427" y="3048"/>
                  </a:lnTo>
                  <a:lnTo>
                    <a:pt x="1514855" y="0"/>
                  </a:lnTo>
                  <a:close/>
                </a:path>
                <a:path w="1519554" h="746760">
                  <a:moveTo>
                    <a:pt x="15240" y="731520"/>
                  </a:moveTo>
                  <a:lnTo>
                    <a:pt x="7620" y="731520"/>
                  </a:lnTo>
                  <a:lnTo>
                    <a:pt x="15240" y="739140"/>
                  </a:lnTo>
                  <a:lnTo>
                    <a:pt x="15240" y="731520"/>
                  </a:lnTo>
                  <a:close/>
                </a:path>
                <a:path w="1519554" h="746760">
                  <a:moveTo>
                    <a:pt x="1502664" y="731520"/>
                  </a:moveTo>
                  <a:lnTo>
                    <a:pt x="15240" y="731520"/>
                  </a:lnTo>
                  <a:lnTo>
                    <a:pt x="15240" y="739140"/>
                  </a:lnTo>
                  <a:lnTo>
                    <a:pt x="1502664" y="739140"/>
                  </a:lnTo>
                  <a:lnTo>
                    <a:pt x="1502664" y="731520"/>
                  </a:lnTo>
                  <a:close/>
                </a:path>
                <a:path w="1519554" h="746760">
                  <a:moveTo>
                    <a:pt x="1502664" y="7620"/>
                  </a:moveTo>
                  <a:lnTo>
                    <a:pt x="1502664" y="739140"/>
                  </a:lnTo>
                  <a:lnTo>
                    <a:pt x="1510284" y="731520"/>
                  </a:lnTo>
                  <a:lnTo>
                    <a:pt x="1519427" y="731520"/>
                  </a:lnTo>
                  <a:lnTo>
                    <a:pt x="1519427" y="15239"/>
                  </a:lnTo>
                  <a:lnTo>
                    <a:pt x="1510284" y="15239"/>
                  </a:lnTo>
                  <a:lnTo>
                    <a:pt x="1502664" y="7620"/>
                  </a:lnTo>
                  <a:close/>
                </a:path>
                <a:path w="1519554" h="746760">
                  <a:moveTo>
                    <a:pt x="1519427" y="731520"/>
                  </a:moveTo>
                  <a:lnTo>
                    <a:pt x="1510284" y="731520"/>
                  </a:lnTo>
                  <a:lnTo>
                    <a:pt x="1502664" y="739140"/>
                  </a:lnTo>
                  <a:lnTo>
                    <a:pt x="1519427" y="739140"/>
                  </a:lnTo>
                  <a:lnTo>
                    <a:pt x="1519427" y="731520"/>
                  </a:lnTo>
                  <a:close/>
                </a:path>
                <a:path w="1519554" h="746760">
                  <a:moveTo>
                    <a:pt x="15240" y="7620"/>
                  </a:moveTo>
                  <a:lnTo>
                    <a:pt x="7620" y="15239"/>
                  </a:lnTo>
                  <a:lnTo>
                    <a:pt x="15240" y="15239"/>
                  </a:lnTo>
                  <a:lnTo>
                    <a:pt x="15240" y="7620"/>
                  </a:lnTo>
                  <a:close/>
                </a:path>
                <a:path w="1519554" h="746760">
                  <a:moveTo>
                    <a:pt x="1502664" y="7620"/>
                  </a:moveTo>
                  <a:lnTo>
                    <a:pt x="15240" y="7620"/>
                  </a:lnTo>
                  <a:lnTo>
                    <a:pt x="15240" y="15239"/>
                  </a:lnTo>
                  <a:lnTo>
                    <a:pt x="1502664" y="15239"/>
                  </a:lnTo>
                  <a:lnTo>
                    <a:pt x="1502664" y="7620"/>
                  </a:lnTo>
                  <a:close/>
                </a:path>
                <a:path w="1519554" h="746760">
                  <a:moveTo>
                    <a:pt x="1519427" y="7620"/>
                  </a:moveTo>
                  <a:lnTo>
                    <a:pt x="1502664" y="7620"/>
                  </a:lnTo>
                  <a:lnTo>
                    <a:pt x="1510284" y="15239"/>
                  </a:lnTo>
                  <a:lnTo>
                    <a:pt x="1519427" y="15239"/>
                  </a:lnTo>
                  <a:lnTo>
                    <a:pt x="1519427" y="7620"/>
                  </a:lnTo>
                  <a:close/>
                </a:path>
              </a:pathLst>
            </a:custGeom>
            <a:solidFill>
              <a:srgbClr val="A75F0A"/>
            </a:solidFill>
          </p:spPr>
          <p:txBody>
            <a:bodyPr wrap="square" lIns="0" tIns="0" rIns="0" bIns="0" rtlCol="0"/>
            <a:lstStyle/>
            <a:p>
              <a:endParaRPr/>
            </a:p>
          </p:txBody>
        </p:sp>
      </p:grpSp>
      <p:sp>
        <p:nvSpPr>
          <p:cNvPr id="21" name="object 21"/>
          <p:cNvSpPr txBox="1"/>
          <p:nvPr/>
        </p:nvSpPr>
        <p:spPr>
          <a:xfrm>
            <a:off x="6361176" y="2956560"/>
            <a:ext cx="1503045" cy="731520"/>
          </a:xfrm>
          <a:prstGeom prst="rect">
            <a:avLst/>
          </a:prstGeom>
        </p:spPr>
        <p:txBody>
          <a:bodyPr vert="horz" wrap="square" lIns="0" tIns="1270" rIns="0" bIns="0" rtlCol="0">
            <a:spAutoFit/>
          </a:bodyPr>
          <a:lstStyle/>
          <a:p>
            <a:pPr>
              <a:lnSpc>
                <a:spcPct val="100000"/>
              </a:lnSpc>
              <a:spcBef>
                <a:spcPts val="10"/>
              </a:spcBef>
            </a:pPr>
            <a:endParaRPr sz="1450">
              <a:latin typeface="Times New Roman"/>
              <a:cs typeface="Times New Roman"/>
            </a:endParaRPr>
          </a:p>
          <a:p>
            <a:pPr marL="193040">
              <a:lnSpc>
                <a:spcPct val="100000"/>
              </a:lnSpc>
            </a:pPr>
            <a:r>
              <a:rPr sz="1800" spc="-10" dirty="0">
                <a:solidFill>
                  <a:srgbClr val="FFFFFF"/>
                </a:solidFill>
                <a:latin typeface="Carlito"/>
                <a:cs typeface="Carlito"/>
              </a:rPr>
              <a:t>Comparator</a:t>
            </a:r>
            <a:endParaRPr sz="1800">
              <a:latin typeface="Carlito"/>
              <a:cs typeface="Carlito"/>
            </a:endParaRPr>
          </a:p>
        </p:txBody>
      </p:sp>
      <p:sp>
        <p:nvSpPr>
          <p:cNvPr id="22" name="object 22"/>
          <p:cNvSpPr/>
          <p:nvPr/>
        </p:nvSpPr>
        <p:spPr>
          <a:xfrm>
            <a:off x="5679948" y="2651759"/>
            <a:ext cx="2588260" cy="1370330"/>
          </a:xfrm>
          <a:custGeom>
            <a:avLst/>
            <a:gdLst/>
            <a:ahLst/>
            <a:cxnLst/>
            <a:rect l="l" t="t" r="r" b="b"/>
            <a:pathLst>
              <a:path w="2588259" h="1370329">
                <a:moveTo>
                  <a:pt x="681228" y="886968"/>
                </a:moveTo>
                <a:lnTo>
                  <a:pt x="656844" y="874776"/>
                </a:lnTo>
                <a:lnTo>
                  <a:pt x="605028" y="848868"/>
                </a:lnTo>
                <a:lnTo>
                  <a:pt x="605028" y="874776"/>
                </a:lnTo>
                <a:lnTo>
                  <a:pt x="333756" y="874776"/>
                </a:lnTo>
                <a:lnTo>
                  <a:pt x="327660" y="880884"/>
                </a:lnTo>
                <a:lnTo>
                  <a:pt x="327660" y="1345692"/>
                </a:lnTo>
                <a:lnTo>
                  <a:pt x="0" y="1345692"/>
                </a:lnTo>
                <a:lnTo>
                  <a:pt x="0" y="1370076"/>
                </a:lnTo>
                <a:lnTo>
                  <a:pt x="347472" y="1370076"/>
                </a:lnTo>
                <a:lnTo>
                  <a:pt x="353568" y="1365504"/>
                </a:lnTo>
                <a:lnTo>
                  <a:pt x="353568" y="1357884"/>
                </a:lnTo>
                <a:lnTo>
                  <a:pt x="353568" y="1345692"/>
                </a:lnTo>
                <a:lnTo>
                  <a:pt x="353568" y="900696"/>
                </a:lnTo>
                <a:lnTo>
                  <a:pt x="605028" y="900696"/>
                </a:lnTo>
                <a:lnTo>
                  <a:pt x="605028" y="925068"/>
                </a:lnTo>
                <a:lnTo>
                  <a:pt x="653783" y="900696"/>
                </a:lnTo>
                <a:lnTo>
                  <a:pt x="681228" y="886968"/>
                </a:lnTo>
                <a:close/>
              </a:path>
              <a:path w="2588259" h="1370329">
                <a:moveTo>
                  <a:pt x="681228" y="486156"/>
                </a:moveTo>
                <a:lnTo>
                  <a:pt x="656844" y="473964"/>
                </a:lnTo>
                <a:lnTo>
                  <a:pt x="605028" y="448056"/>
                </a:lnTo>
                <a:lnTo>
                  <a:pt x="605028" y="473964"/>
                </a:lnTo>
                <a:lnTo>
                  <a:pt x="353568" y="473964"/>
                </a:lnTo>
                <a:lnTo>
                  <a:pt x="353568" y="25908"/>
                </a:lnTo>
                <a:lnTo>
                  <a:pt x="353568" y="13716"/>
                </a:lnTo>
                <a:lnTo>
                  <a:pt x="353568" y="6096"/>
                </a:lnTo>
                <a:lnTo>
                  <a:pt x="347472" y="0"/>
                </a:lnTo>
                <a:lnTo>
                  <a:pt x="0" y="0"/>
                </a:lnTo>
                <a:lnTo>
                  <a:pt x="0" y="25908"/>
                </a:lnTo>
                <a:lnTo>
                  <a:pt x="327660" y="25908"/>
                </a:lnTo>
                <a:lnTo>
                  <a:pt x="327660" y="493776"/>
                </a:lnTo>
                <a:lnTo>
                  <a:pt x="333756" y="498348"/>
                </a:lnTo>
                <a:lnTo>
                  <a:pt x="605028" y="498348"/>
                </a:lnTo>
                <a:lnTo>
                  <a:pt x="605028" y="524256"/>
                </a:lnTo>
                <a:lnTo>
                  <a:pt x="656831" y="498348"/>
                </a:lnTo>
                <a:lnTo>
                  <a:pt x="681228" y="486156"/>
                </a:lnTo>
                <a:close/>
              </a:path>
              <a:path w="2588259" h="1370329">
                <a:moveTo>
                  <a:pt x="2587752" y="670560"/>
                </a:moveTo>
                <a:lnTo>
                  <a:pt x="2563355" y="658368"/>
                </a:lnTo>
                <a:lnTo>
                  <a:pt x="2511552" y="632460"/>
                </a:lnTo>
                <a:lnTo>
                  <a:pt x="2511552" y="658368"/>
                </a:lnTo>
                <a:lnTo>
                  <a:pt x="2183892" y="658368"/>
                </a:lnTo>
                <a:lnTo>
                  <a:pt x="2183892" y="682752"/>
                </a:lnTo>
                <a:lnTo>
                  <a:pt x="2511552" y="682752"/>
                </a:lnTo>
                <a:lnTo>
                  <a:pt x="2511552" y="708660"/>
                </a:lnTo>
                <a:lnTo>
                  <a:pt x="2563368" y="682752"/>
                </a:lnTo>
                <a:lnTo>
                  <a:pt x="2587752" y="670560"/>
                </a:lnTo>
                <a:close/>
              </a:path>
            </a:pathLst>
          </a:custGeom>
          <a:solidFill>
            <a:srgbClr val="E48312"/>
          </a:solidFill>
        </p:spPr>
        <p:txBody>
          <a:bodyPr wrap="square" lIns="0" tIns="0" rIns="0" bIns="0" rtlCol="0"/>
          <a:lstStyle/>
          <a:p>
            <a:endParaRPr/>
          </a:p>
        </p:txBody>
      </p:sp>
      <p:sp>
        <p:nvSpPr>
          <p:cNvPr id="23" name="object 23"/>
          <p:cNvSpPr txBox="1"/>
          <p:nvPr/>
        </p:nvSpPr>
        <p:spPr>
          <a:xfrm>
            <a:off x="5481243" y="2024811"/>
            <a:ext cx="1300557"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latin typeface="Carlito"/>
                <a:cs typeface="Carlito"/>
              </a:rPr>
              <a:t>Car</a:t>
            </a:r>
            <a:r>
              <a:rPr sz="1800" spc="-10" dirty="0">
                <a:latin typeface="Carlito"/>
                <a:cs typeface="Carlito"/>
              </a:rPr>
              <a:t>r</a:t>
            </a:r>
            <a:r>
              <a:rPr sz="1800" spc="-5" dirty="0">
                <a:latin typeface="Carlito"/>
                <a:cs typeface="Carlito"/>
              </a:rPr>
              <a:t>ier  </a:t>
            </a:r>
            <a:r>
              <a:rPr sz="1800" spc="-30" dirty="0">
                <a:latin typeface="Carlito"/>
                <a:cs typeface="Carlito"/>
              </a:rPr>
              <a:t>Wave</a:t>
            </a:r>
            <a:endParaRPr sz="1800">
              <a:latin typeface="Carlito"/>
              <a:cs typeface="Carlito"/>
            </a:endParaRPr>
          </a:p>
        </p:txBody>
      </p:sp>
      <p:sp>
        <p:nvSpPr>
          <p:cNvPr id="24" name="object 24"/>
          <p:cNvSpPr txBox="1"/>
          <p:nvPr/>
        </p:nvSpPr>
        <p:spPr>
          <a:xfrm>
            <a:off x="5481243" y="4137075"/>
            <a:ext cx="1148157"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latin typeface="Carlito"/>
                <a:cs typeface="Carlito"/>
              </a:rPr>
              <a:t>Sq</a:t>
            </a:r>
            <a:r>
              <a:rPr sz="1800" spc="5" dirty="0">
                <a:latin typeface="Carlito"/>
                <a:cs typeface="Carlito"/>
              </a:rPr>
              <a:t>u</a:t>
            </a:r>
            <a:r>
              <a:rPr sz="1800" dirty="0">
                <a:latin typeface="Carlito"/>
                <a:cs typeface="Carlito"/>
              </a:rPr>
              <a:t>a</a:t>
            </a:r>
            <a:r>
              <a:rPr sz="1800" spc="-30" dirty="0">
                <a:latin typeface="Carlito"/>
                <a:cs typeface="Carlito"/>
              </a:rPr>
              <a:t>r</a:t>
            </a:r>
            <a:r>
              <a:rPr sz="1800" dirty="0">
                <a:latin typeface="Carlito"/>
                <a:cs typeface="Carlito"/>
              </a:rPr>
              <a:t>e  </a:t>
            </a:r>
            <a:r>
              <a:rPr sz="1800" spc="-30" dirty="0">
                <a:latin typeface="Carlito"/>
                <a:cs typeface="Carlito"/>
              </a:rPr>
              <a:t>Wave</a:t>
            </a:r>
            <a:endParaRPr sz="1800">
              <a:latin typeface="Carlito"/>
              <a:cs typeface="Carlito"/>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3453765" cy="6350"/>
          </a:xfrm>
          <a:custGeom>
            <a:avLst/>
            <a:gdLst/>
            <a:ahLst/>
            <a:cxnLst/>
            <a:rect l="l" t="t" r="r" b="b"/>
            <a:pathLst>
              <a:path w="3453765" h="6350">
                <a:moveTo>
                  <a:pt x="0" y="6096"/>
                </a:moveTo>
                <a:lnTo>
                  <a:pt x="3453384" y="6096"/>
                </a:lnTo>
                <a:lnTo>
                  <a:pt x="3453384" y="0"/>
                </a:lnTo>
                <a:lnTo>
                  <a:pt x="0" y="0"/>
                </a:lnTo>
                <a:lnTo>
                  <a:pt x="0" y="6096"/>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2832100" cy="574040"/>
          </a:xfrm>
          <a:prstGeom prst="rect">
            <a:avLst/>
          </a:prstGeom>
        </p:spPr>
        <p:txBody>
          <a:bodyPr vert="horz" wrap="square" lIns="0" tIns="12700" rIns="0" bIns="0" rtlCol="0">
            <a:spAutoFit/>
          </a:bodyPr>
          <a:lstStyle/>
          <a:p>
            <a:pPr marL="12700">
              <a:lnSpc>
                <a:spcPct val="100000"/>
              </a:lnSpc>
              <a:spcBef>
                <a:spcPts val="100"/>
              </a:spcBef>
            </a:pPr>
            <a:r>
              <a:rPr sz="3600" spc="-300">
                <a:solidFill>
                  <a:srgbClr val="002060"/>
                </a:solidFill>
              </a:rPr>
              <a:t>Single </a:t>
            </a:r>
            <a:r>
              <a:rPr lang="en-US" sz="3600" spc="-660" dirty="0" smtClean="0">
                <a:solidFill>
                  <a:srgbClr val="002060"/>
                </a:solidFill>
              </a:rPr>
              <a:t> </a:t>
            </a:r>
            <a:r>
              <a:rPr sz="3600" spc="-35" smtClean="0">
                <a:solidFill>
                  <a:srgbClr val="002060"/>
                </a:solidFill>
              </a:rPr>
              <a:t>PWM</a:t>
            </a:r>
            <a:endParaRPr sz="3600"/>
          </a:p>
        </p:txBody>
      </p:sp>
      <p:grpSp>
        <p:nvGrpSpPr>
          <p:cNvPr id="4" name="object 4"/>
          <p:cNvGrpSpPr/>
          <p:nvPr/>
        </p:nvGrpSpPr>
        <p:grpSpPr>
          <a:xfrm>
            <a:off x="4740147" y="642873"/>
            <a:ext cx="4253230" cy="1483360"/>
            <a:chOff x="4740147" y="642873"/>
            <a:chExt cx="4253230" cy="1483360"/>
          </a:xfrm>
        </p:grpSpPr>
        <p:sp>
          <p:nvSpPr>
            <p:cNvPr id="5" name="object 5"/>
            <p:cNvSpPr/>
            <p:nvPr/>
          </p:nvSpPr>
          <p:spPr>
            <a:xfrm>
              <a:off x="4757927" y="649223"/>
              <a:ext cx="0" cy="1470660"/>
            </a:xfrm>
            <a:custGeom>
              <a:avLst/>
              <a:gdLst/>
              <a:ahLst/>
              <a:cxnLst/>
              <a:rect l="l" t="t" r="r" b="b"/>
              <a:pathLst>
                <a:path h="1470660">
                  <a:moveTo>
                    <a:pt x="0" y="1470659"/>
                  </a:moveTo>
                  <a:lnTo>
                    <a:pt x="0" y="0"/>
                  </a:lnTo>
                </a:path>
              </a:pathLst>
            </a:custGeom>
            <a:ln w="12191">
              <a:solidFill>
                <a:srgbClr val="808080"/>
              </a:solidFill>
            </a:ln>
          </p:spPr>
          <p:txBody>
            <a:bodyPr wrap="square" lIns="0" tIns="0" rIns="0" bIns="0" rtlCol="0"/>
            <a:lstStyle/>
            <a:p>
              <a:endParaRPr/>
            </a:p>
          </p:txBody>
        </p:sp>
        <p:sp>
          <p:nvSpPr>
            <p:cNvPr id="6" name="object 6"/>
            <p:cNvSpPr/>
            <p:nvPr/>
          </p:nvSpPr>
          <p:spPr>
            <a:xfrm>
              <a:off x="4757928" y="1371600"/>
              <a:ext cx="4235450" cy="12700"/>
            </a:xfrm>
            <a:custGeom>
              <a:avLst/>
              <a:gdLst/>
              <a:ahLst/>
              <a:cxnLst/>
              <a:rect l="l" t="t" r="r" b="b"/>
              <a:pathLst>
                <a:path w="4235450" h="12700">
                  <a:moveTo>
                    <a:pt x="0" y="0"/>
                  </a:moveTo>
                  <a:lnTo>
                    <a:pt x="4235195" y="0"/>
                  </a:lnTo>
                  <a:lnTo>
                    <a:pt x="4235195" y="12192"/>
                  </a:lnTo>
                  <a:lnTo>
                    <a:pt x="0" y="12192"/>
                  </a:lnTo>
                  <a:lnTo>
                    <a:pt x="0" y="0"/>
                  </a:lnTo>
                  <a:close/>
                </a:path>
              </a:pathLst>
            </a:custGeom>
            <a:solidFill>
              <a:srgbClr val="808080"/>
            </a:solidFill>
          </p:spPr>
          <p:txBody>
            <a:bodyPr wrap="square" lIns="0" tIns="0" rIns="0" bIns="0" rtlCol="0"/>
            <a:lstStyle/>
            <a:p>
              <a:endParaRPr/>
            </a:p>
          </p:txBody>
        </p:sp>
        <p:sp>
          <p:nvSpPr>
            <p:cNvPr id="7" name="object 7"/>
            <p:cNvSpPr/>
            <p:nvPr/>
          </p:nvSpPr>
          <p:spPr>
            <a:xfrm>
              <a:off x="5152643" y="1057655"/>
              <a:ext cx="1247140" cy="0"/>
            </a:xfrm>
            <a:custGeom>
              <a:avLst/>
              <a:gdLst/>
              <a:ahLst/>
              <a:cxnLst/>
              <a:rect l="l" t="t" r="r" b="b"/>
              <a:pathLst>
                <a:path w="1247139">
                  <a:moveTo>
                    <a:pt x="0" y="0"/>
                  </a:moveTo>
                  <a:lnTo>
                    <a:pt x="1246631" y="0"/>
                  </a:lnTo>
                </a:path>
              </a:pathLst>
            </a:custGeom>
            <a:ln w="12191">
              <a:solidFill>
                <a:srgbClr val="008080"/>
              </a:solidFill>
            </a:ln>
          </p:spPr>
          <p:txBody>
            <a:bodyPr wrap="square" lIns="0" tIns="0" rIns="0" bIns="0" rtlCol="0"/>
            <a:lstStyle/>
            <a:p>
              <a:endParaRPr/>
            </a:p>
          </p:txBody>
        </p:sp>
        <p:sp>
          <p:nvSpPr>
            <p:cNvPr id="8" name="object 8"/>
            <p:cNvSpPr/>
            <p:nvPr/>
          </p:nvSpPr>
          <p:spPr>
            <a:xfrm>
              <a:off x="5120640" y="1016507"/>
              <a:ext cx="1310640" cy="81280"/>
            </a:xfrm>
            <a:custGeom>
              <a:avLst/>
              <a:gdLst/>
              <a:ahLst/>
              <a:cxnLst/>
              <a:rect l="l" t="t" r="r" b="b"/>
              <a:pathLst>
                <a:path w="1310639" h="81280">
                  <a:moveTo>
                    <a:pt x="39624" y="0"/>
                  </a:moveTo>
                  <a:lnTo>
                    <a:pt x="0" y="41148"/>
                  </a:lnTo>
                  <a:lnTo>
                    <a:pt x="39624" y="80772"/>
                  </a:lnTo>
                  <a:lnTo>
                    <a:pt x="39624" y="0"/>
                  </a:lnTo>
                  <a:close/>
                </a:path>
                <a:path w="1310639" h="81280">
                  <a:moveTo>
                    <a:pt x="1310640" y="41148"/>
                  </a:moveTo>
                  <a:lnTo>
                    <a:pt x="1269492" y="0"/>
                  </a:lnTo>
                  <a:lnTo>
                    <a:pt x="1269492" y="80772"/>
                  </a:lnTo>
                  <a:lnTo>
                    <a:pt x="1310640" y="41148"/>
                  </a:lnTo>
                  <a:close/>
                </a:path>
              </a:pathLst>
            </a:custGeom>
            <a:solidFill>
              <a:srgbClr val="008080"/>
            </a:solidFill>
          </p:spPr>
          <p:txBody>
            <a:bodyPr wrap="square" lIns="0" tIns="0" rIns="0" bIns="0" rtlCol="0"/>
            <a:lstStyle/>
            <a:p>
              <a:endParaRPr/>
            </a:p>
          </p:txBody>
        </p:sp>
        <p:sp>
          <p:nvSpPr>
            <p:cNvPr id="9" name="object 9"/>
            <p:cNvSpPr/>
            <p:nvPr/>
          </p:nvSpPr>
          <p:spPr>
            <a:xfrm>
              <a:off x="4757927" y="920495"/>
              <a:ext cx="4069079" cy="908685"/>
            </a:xfrm>
            <a:custGeom>
              <a:avLst/>
              <a:gdLst/>
              <a:ahLst/>
              <a:cxnLst/>
              <a:rect l="l" t="t" r="r" b="b"/>
              <a:pathLst>
                <a:path w="4069079" h="908685">
                  <a:moveTo>
                    <a:pt x="0" y="454151"/>
                  </a:moveTo>
                  <a:lnTo>
                    <a:pt x="339851" y="454151"/>
                  </a:lnTo>
                  <a:lnTo>
                    <a:pt x="339851" y="0"/>
                  </a:lnTo>
                  <a:lnTo>
                    <a:pt x="1696211" y="0"/>
                  </a:lnTo>
                  <a:lnTo>
                    <a:pt x="1696211" y="454151"/>
                  </a:lnTo>
                  <a:lnTo>
                    <a:pt x="2034539" y="454151"/>
                  </a:lnTo>
                </a:path>
                <a:path w="4069079" h="908685">
                  <a:moveTo>
                    <a:pt x="2034539" y="454151"/>
                  </a:moveTo>
                  <a:lnTo>
                    <a:pt x="2374391" y="454151"/>
                  </a:lnTo>
                  <a:lnTo>
                    <a:pt x="2374391" y="908303"/>
                  </a:lnTo>
                  <a:lnTo>
                    <a:pt x="3730751" y="908303"/>
                  </a:lnTo>
                  <a:lnTo>
                    <a:pt x="3730751" y="454151"/>
                  </a:lnTo>
                  <a:lnTo>
                    <a:pt x="4069079" y="454151"/>
                  </a:lnTo>
                </a:path>
              </a:pathLst>
            </a:custGeom>
            <a:ln w="35051">
              <a:solidFill>
                <a:srgbClr val="800000"/>
              </a:solidFill>
            </a:ln>
          </p:spPr>
          <p:txBody>
            <a:bodyPr wrap="square" lIns="0" tIns="0" rIns="0" bIns="0" rtlCol="0"/>
            <a:lstStyle/>
            <a:p>
              <a:endParaRPr/>
            </a:p>
          </p:txBody>
        </p:sp>
        <p:sp>
          <p:nvSpPr>
            <p:cNvPr id="10" name="object 10"/>
            <p:cNvSpPr/>
            <p:nvPr/>
          </p:nvSpPr>
          <p:spPr>
            <a:xfrm>
              <a:off x="5775959" y="1330451"/>
              <a:ext cx="2034539" cy="113030"/>
            </a:xfrm>
            <a:custGeom>
              <a:avLst/>
              <a:gdLst/>
              <a:ahLst/>
              <a:cxnLst/>
              <a:rect l="l" t="t" r="r" b="b"/>
              <a:pathLst>
                <a:path w="2034540" h="113030">
                  <a:moveTo>
                    <a:pt x="1016507" y="0"/>
                  </a:moveTo>
                  <a:lnTo>
                    <a:pt x="1016507" y="112775"/>
                  </a:lnTo>
                </a:path>
                <a:path w="2034540" h="113030">
                  <a:moveTo>
                    <a:pt x="0" y="0"/>
                  </a:moveTo>
                  <a:lnTo>
                    <a:pt x="0" y="112775"/>
                  </a:lnTo>
                </a:path>
                <a:path w="2034540" h="113030">
                  <a:moveTo>
                    <a:pt x="2034539" y="0"/>
                  </a:moveTo>
                  <a:lnTo>
                    <a:pt x="2034539" y="112775"/>
                  </a:lnTo>
                </a:path>
              </a:pathLst>
            </a:custGeom>
            <a:ln w="19811">
              <a:solidFill>
                <a:srgbClr val="666666"/>
              </a:solidFill>
            </a:ln>
          </p:spPr>
          <p:txBody>
            <a:bodyPr wrap="square" lIns="0" tIns="0" rIns="0" bIns="0" rtlCol="0"/>
            <a:lstStyle/>
            <a:p>
              <a:endParaRPr/>
            </a:p>
          </p:txBody>
        </p:sp>
        <p:sp>
          <p:nvSpPr>
            <p:cNvPr id="11" name="object 11"/>
            <p:cNvSpPr/>
            <p:nvPr/>
          </p:nvSpPr>
          <p:spPr>
            <a:xfrm>
              <a:off x="5690616" y="1101851"/>
              <a:ext cx="161544" cy="115824"/>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5694608" y="1654865"/>
              <a:ext cx="140970" cy="0"/>
            </a:xfrm>
            <a:custGeom>
              <a:avLst/>
              <a:gdLst/>
              <a:ahLst/>
              <a:cxnLst/>
              <a:rect l="l" t="t" r="r" b="b"/>
              <a:pathLst>
                <a:path w="140970">
                  <a:moveTo>
                    <a:pt x="0" y="0"/>
                  </a:moveTo>
                  <a:lnTo>
                    <a:pt x="140604" y="0"/>
                  </a:lnTo>
                </a:path>
              </a:pathLst>
            </a:custGeom>
            <a:ln w="7929">
              <a:solidFill>
                <a:srgbClr val="000000"/>
              </a:solidFill>
            </a:ln>
          </p:spPr>
          <p:txBody>
            <a:bodyPr wrap="square" lIns="0" tIns="0" rIns="0" bIns="0" rtlCol="0"/>
            <a:lstStyle/>
            <a:p>
              <a:endParaRPr/>
            </a:p>
          </p:txBody>
        </p:sp>
      </p:grpSp>
      <p:sp>
        <p:nvSpPr>
          <p:cNvPr id="13" name="object 13"/>
          <p:cNvSpPr txBox="1"/>
          <p:nvPr/>
        </p:nvSpPr>
        <p:spPr>
          <a:xfrm>
            <a:off x="5682564" y="1330232"/>
            <a:ext cx="146050" cy="572770"/>
          </a:xfrm>
          <a:prstGeom prst="rect">
            <a:avLst/>
          </a:prstGeom>
        </p:spPr>
        <p:txBody>
          <a:bodyPr vert="horz" wrap="square" lIns="0" tIns="49530" rIns="0" bIns="0" rtlCol="0">
            <a:spAutoFit/>
          </a:bodyPr>
          <a:lstStyle/>
          <a:p>
            <a:pPr marL="12700">
              <a:lnSpc>
                <a:spcPct val="100000"/>
              </a:lnSpc>
              <a:spcBef>
                <a:spcPts val="390"/>
              </a:spcBef>
            </a:pPr>
            <a:r>
              <a:rPr sz="1600" i="1" spc="-65" dirty="0">
                <a:latin typeface="Symbol"/>
                <a:cs typeface="Symbol"/>
              </a:rPr>
              <a:t></a:t>
            </a:r>
            <a:endParaRPr sz="1600">
              <a:latin typeface="Symbol"/>
              <a:cs typeface="Symbol"/>
            </a:endParaRPr>
          </a:p>
          <a:p>
            <a:pPr marL="38100">
              <a:lnSpc>
                <a:spcPct val="100000"/>
              </a:lnSpc>
              <a:spcBef>
                <a:spcPts val="295"/>
              </a:spcBef>
            </a:pPr>
            <a:r>
              <a:rPr sz="1500" spc="-10" dirty="0">
                <a:latin typeface="Times New Roman"/>
                <a:cs typeface="Times New Roman"/>
              </a:rPr>
              <a:t>2</a:t>
            </a:r>
            <a:endParaRPr sz="1500">
              <a:latin typeface="Times New Roman"/>
              <a:cs typeface="Times New Roman"/>
            </a:endParaRPr>
          </a:p>
        </p:txBody>
      </p:sp>
      <p:sp>
        <p:nvSpPr>
          <p:cNvPr id="14" name="object 14"/>
          <p:cNvSpPr/>
          <p:nvPr/>
        </p:nvSpPr>
        <p:spPr>
          <a:xfrm>
            <a:off x="4757928" y="699515"/>
            <a:ext cx="1691639" cy="81280"/>
          </a:xfrm>
          <a:custGeom>
            <a:avLst/>
            <a:gdLst/>
            <a:ahLst/>
            <a:cxnLst/>
            <a:rect l="l" t="t" r="r" b="b"/>
            <a:pathLst>
              <a:path w="1691639" h="81279">
                <a:moveTo>
                  <a:pt x="41148" y="0"/>
                </a:moveTo>
                <a:lnTo>
                  <a:pt x="0" y="39624"/>
                </a:lnTo>
                <a:lnTo>
                  <a:pt x="41148" y="80772"/>
                </a:lnTo>
                <a:lnTo>
                  <a:pt x="41148" y="0"/>
                </a:lnTo>
                <a:close/>
              </a:path>
              <a:path w="1691639" h="81279">
                <a:moveTo>
                  <a:pt x="1691640" y="39624"/>
                </a:moveTo>
                <a:lnTo>
                  <a:pt x="1650492" y="0"/>
                </a:lnTo>
                <a:lnTo>
                  <a:pt x="1650492" y="80772"/>
                </a:lnTo>
                <a:lnTo>
                  <a:pt x="1691640" y="39624"/>
                </a:lnTo>
                <a:close/>
              </a:path>
            </a:pathLst>
          </a:custGeom>
          <a:solidFill>
            <a:srgbClr val="008080"/>
          </a:solidFill>
        </p:spPr>
        <p:txBody>
          <a:bodyPr wrap="square" lIns="0" tIns="0" rIns="0" bIns="0" rtlCol="0"/>
          <a:lstStyle/>
          <a:p>
            <a:endParaRPr/>
          </a:p>
        </p:txBody>
      </p:sp>
      <p:sp>
        <p:nvSpPr>
          <p:cNvPr id="15" name="object 15"/>
          <p:cNvSpPr txBox="1"/>
          <p:nvPr/>
        </p:nvSpPr>
        <p:spPr>
          <a:xfrm>
            <a:off x="4777232" y="487095"/>
            <a:ext cx="1653539" cy="255904"/>
          </a:xfrm>
          <a:prstGeom prst="rect">
            <a:avLst/>
          </a:prstGeom>
        </p:spPr>
        <p:txBody>
          <a:bodyPr vert="horz" wrap="square" lIns="0" tIns="13970" rIns="0" bIns="0" rtlCol="0">
            <a:spAutoFit/>
          </a:bodyPr>
          <a:lstStyle/>
          <a:p>
            <a:pPr marL="12700">
              <a:lnSpc>
                <a:spcPct val="100000"/>
              </a:lnSpc>
              <a:spcBef>
                <a:spcPts val="110"/>
              </a:spcBef>
              <a:tabLst>
                <a:tab pos="605155" algn="l"/>
                <a:tab pos="1640205" algn="l"/>
              </a:tabLst>
            </a:pPr>
            <a:r>
              <a:rPr sz="1500" u="sng" dirty="0">
                <a:uFill>
                  <a:solidFill>
                    <a:srgbClr val="008080"/>
                  </a:solidFill>
                </a:uFill>
                <a:latin typeface="Times New Roman"/>
                <a:cs typeface="Times New Roman"/>
              </a:rPr>
              <a:t> 	2	</a:t>
            </a:r>
            <a:endParaRPr sz="1500">
              <a:latin typeface="Times New Roman"/>
              <a:cs typeface="Times New Roman"/>
            </a:endParaRPr>
          </a:p>
        </p:txBody>
      </p:sp>
      <p:sp>
        <p:nvSpPr>
          <p:cNvPr id="16" name="object 16"/>
          <p:cNvSpPr txBox="1"/>
          <p:nvPr/>
        </p:nvSpPr>
        <p:spPr>
          <a:xfrm>
            <a:off x="5320601" y="327052"/>
            <a:ext cx="490220" cy="268605"/>
          </a:xfrm>
          <a:prstGeom prst="rect">
            <a:avLst/>
          </a:prstGeom>
        </p:spPr>
        <p:txBody>
          <a:bodyPr vert="horz" wrap="square" lIns="0" tIns="12065" rIns="0" bIns="0" rtlCol="0">
            <a:spAutoFit/>
          </a:bodyPr>
          <a:lstStyle/>
          <a:p>
            <a:pPr marL="38100">
              <a:lnSpc>
                <a:spcPct val="100000"/>
              </a:lnSpc>
              <a:spcBef>
                <a:spcPts val="95"/>
              </a:spcBef>
            </a:pPr>
            <a:r>
              <a:rPr sz="2400" i="1" u="sng" spc="-82" baseline="32986" dirty="0">
                <a:uFill>
                  <a:solidFill>
                    <a:srgbClr val="000000"/>
                  </a:solidFill>
                </a:uFill>
                <a:latin typeface="Symbol"/>
                <a:cs typeface="Symbol"/>
              </a:rPr>
              <a:t></a:t>
            </a:r>
            <a:r>
              <a:rPr sz="2400" i="1" spc="-82" baseline="32986" dirty="0">
                <a:latin typeface="Times New Roman"/>
                <a:cs typeface="Times New Roman"/>
              </a:rPr>
              <a:t> </a:t>
            </a:r>
            <a:r>
              <a:rPr sz="1500" dirty="0">
                <a:latin typeface="Symbol"/>
                <a:cs typeface="Symbol"/>
              </a:rPr>
              <a:t></a:t>
            </a:r>
            <a:r>
              <a:rPr sz="1500" spc="-290" dirty="0">
                <a:latin typeface="Times New Roman"/>
                <a:cs typeface="Times New Roman"/>
              </a:rPr>
              <a:t> </a:t>
            </a:r>
            <a:r>
              <a:rPr sz="1500" i="1" dirty="0">
                <a:latin typeface="Times New Roman"/>
                <a:cs typeface="Times New Roman"/>
              </a:rPr>
              <a:t>d</a:t>
            </a:r>
            <a:endParaRPr sz="1500">
              <a:latin typeface="Times New Roman"/>
              <a:cs typeface="Times New Roman"/>
            </a:endParaRPr>
          </a:p>
        </p:txBody>
      </p:sp>
      <p:sp>
        <p:nvSpPr>
          <p:cNvPr id="17" name="object 17"/>
          <p:cNvSpPr/>
          <p:nvPr/>
        </p:nvSpPr>
        <p:spPr>
          <a:xfrm>
            <a:off x="7697342" y="1043749"/>
            <a:ext cx="227329" cy="0"/>
          </a:xfrm>
          <a:custGeom>
            <a:avLst/>
            <a:gdLst/>
            <a:ahLst/>
            <a:cxnLst/>
            <a:rect l="l" t="t" r="r" b="b"/>
            <a:pathLst>
              <a:path w="227329">
                <a:moveTo>
                  <a:pt x="0" y="0"/>
                </a:moveTo>
                <a:lnTo>
                  <a:pt x="227258" y="0"/>
                </a:lnTo>
              </a:path>
            </a:pathLst>
          </a:custGeom>
          <a:ln w="7949">
            <a:solidFill>
              <a:srgbClr val="000000"/>
            </a:solidFill>
          </a:ln>
        </p:spPr>
        <p:txBody>
          <a:bodyPr wrap="square" lIns="0" tIns="0" rIns="0" bIns="0" rtlCol="0"/>
          <a:lstStyle/>
          <a:p>
            <a:endParaRPr/>
          </a:p>
        </p:txBody>
      </p:sp>
      <p:sp>
        <p:nvSpPr>
          <p:cNvPr id="18" name="object 18"/>
          <p:cNvSpPr txBox="1"/>
          <p:nvPr/>
        </p:nvSpPr>
        <p:spPr>
          <a:xfrm>
            <a:off x="7753375" y="1035811"/>
            <a:ext cx="120650" cy="255904"/>
          </a:xfrm>
          <a:prstGeom prst="rect">
            <a:avLst/>
          </a:prstGeom>
        </p:spPr>
        <p:txBody>
          <a:bodyPr vert="horz" wrap="square" lIns="0" tIns="13970" rIns="0" bIns="0" rtlCol="0">
            <a:spAutoFit/>
          </a:bodyPr>
          <a:lstStyle/>
          <a:p>
            <a:pPr marL="12700">
              <a:lnSpc>
                <a:spcPct val="100000"/>
              </a:lnSpc>
              <a:spcBef>
                <a:spcPts val="110"/>
              </a:spcBef>
            </a:pPr>
            <a:r>
              <a:rPr sz="1500" spc="-5" dirty="0">
                <a:latin typeface="Times New Roman"/>
                <a:cs typeface="Times New Roman"/>
              </a:rPr>
              <a:t>2</a:t>
            </a:r>
            <a:endParaRPr sz="1500">
              <a:latin typeface="Times New Roman"/>
              <a:cs typeface="Times New Roman"/>
            </a:endParaRPr>
          </a:p>
        </p:txBody>
      </p:sp>
      <p:sp>
        <p:nvSpPr>
          <p:cNvPr id="19" name="object 19"/>
          <p:cNvSpPr txBox="1"/>
          <p:nvPr/>
        </p:nvSpPr>
        <p:spPr>
          <a:xfrm>
            <a:off x="7690954" y="756913"/>
            <a:ext cx="210820" cy="268605"/>
          </a:xfrm>
          <a:prstGeom prst="rect">
            <a:avLst/>
          </a:prstGeom>
        </p:spPr>
        <p:txBody>
          <a:bodyPr vert="horz" wrap="square" lIns="0" tIns="12065" rIns="0" bIns="0" rtlCol="0">
            <a:spAutoFit/>
          </a:bodyPr>
          <a:lstStyle/>
          <a:p>
            <a:pPr marL="12700">
              <a:lnSpc>
                <a:spcPct val="100000"/>
              </a:lnSpc>
              <a:spcBef>
                <a:spcPts val="95"/>
              </a:spcBef>
            </a:pPr>
            <a:r>
              <a:rPr sz="1500" spc="-120" dirty="0">
                <a:latin typeface="Times New Roman"/>
                <a:cs typeface="Times New Roman"/>
              </a:rPr>
              <a:t>3</a:t>
            </a:r>
            <a:r>
              <a:rPr sz="1600" i="1" spc="-60" dirty="0">
                <a:latin typeface="Symbol"/>
                <a:cs typeface="Symbol"/>
              </a:rPr>
              <a:t></a:t>
            </a:r>
            <a:endParaRPr sz="1600">
              <a:latin typeface="Symbol"/>
              <a:cs typeface="Symbol"/>
            </a:endParaRPr>
          </a:p>
        </p:txBody>
      </p:sp>
      <p:sp>
        <p:nvSpPr>
          <p:cNvPr id="20" name="object 20"/>
          <p:cNvSpPr txBox="1"/>
          <p:nvPr/>
        </p:nvSpPr>
        <p:spPr>
          <a:xfrm>
            <a:off x="6706349" y="1385707"/>
            <a:ext cx="129539" cy="266065"/>
          </a:xfrm>
          <a:prstGeom prst="rect">
            <a:avLst/>
          </a:prstGeom>
        </p:spPr>
        <p:txBody>
          <a:bodyPr vert="horz" wrap="square" lIns="0" tIns="15875" rIns="0" bIns="0" rtlCol="0">
            <a:spAutoFit/>
          </a:bodyPr>
          <a:lstStyle/>
          <a:p>
            <a:pPr marL="12700">
              <a:lnSpc>
                <a:spcPct val="100000"/>
              </a:lnSpc>
              <a:spcBef>
                <a:spcPts val="125"/>
              </a:spcBef>
            </a:pPr>
            <a:r>
              <a:rPr sz="1550" i="1" spc="-35" dirty="0">
                <a:latin typeface="Symbol"/>
                <a:cs typeface="Symbol"/>
              </a:rPr>
              <a:t></a:t>
            </a:r>
            <a:endParaRPr sz="1550">
              <a:latin typeface="Symbol"/>
              <a:cs typeface="Symbol"/>
            </a:endParaRPr>
          </a:p>
        </p:txBody>
      </p:sp>
      <p:sp>
        <p:nvSpPr>
          <p:cNvPr id="26" name="object 26"/>
          <p:cNvSpPr/>
          <p:nvPr/>
        </p:nvSpPr>
        <p:spPr>
          <a:xfrm>
            <a:off x="4584664" y="3752667"/>
            <a:ext cx="661670" cy="0"/>
          </a:xfrm>
          <a:custGeom>
            <a:avLst/>
            <a:gdLst/>
            <a:ahLst/>
            <a:cxnLst/>
            <a:rect l="l" t="t" r="r" b="b"/>
            <a:pathLst>
              <a:path w="661670">
                <a:moveTo>
                  <a:pt x="0" y="0"/>
                </a:moveTo>
                <a:lnTo>
                  <a:pt x="661522" y="0"/>
                </a:lnTo>
              </a:path>
            </a:pathLst>
          </a:custGeom>
          <a:ln w="11978">
            <a:solidFill>
              <a:srgbClr val="000000"/>
            </a:solidFill>
          </a:ln>
        </p:spPr>
        <p:txBody>
          <a:bodyPr wrap="square" lIns="0" tIns="0" rIns="0" bIns="0" rtlCol="0"/>
          <a:lstStyle/>
          <a:p>
            <a:endParaRPr/>
          </a:p>
        </p:txBody>
      </p:sp>
      <p:sp>
        <p:nvSpPr>
          <p:cNvPr id="27" name="object 27"/>
          <p:cNvSpPr txBox="1"/>
          <p:nvPr/>
        </p:nvSpPr>
        <p:spPr>
          <a:xfrm>
            <a:off x="4734572" y="3733105"/>
            <a:ext cx="326390" cy="389890"/>
          </a:xfrm>
          <a:prstGeom prst="rect">
            <a:avLst/>
          </a:prstGeom>
        </p:spPr>
        <p:txBody>
          <a:bodyPr vert="horz" wrap="square" lIns="0" tIns="11430" rIns="0" bIns="0" rtlCol="0">
            <a:spAutoFit/>
          </a:bodyPr>
          <a:lstStyle/>
          <a:p>
            <a:pPr marL="12700">
              <a:lnSpc>
                <a:spcPct val="100000"/>
              </a:lnSpc>
              <a:spcBef>
                <a:spcPts val="90"/>
              </a:spcBef>
            </a:pPr>
            <a:r>
              <a:rPr sz="2250" i="1" dirty="0">
                <a:latin typeface="Times New Roman"/>
                <a:cs typeface="Times New Roman"/>
              </a:rPr>
              <a:t>n</a:t>
            </a:r>
            <a:r>
              <a:rPr sz="2400" i="1" spc="-80" dirty="0">
                <a:latin typeface="Symbol"/>
                <a:cs typeface="Symbol"/>
              </a:rPr>
              <a:t></a:t>
            </a:r>
            <a:endParaRPr sz="2400">
              <a:latin typeface="Symbol"/>
              <a:cs typeface="Symbol"/>
            </a:endParaRPr>
          </a:p>
        </p:txBody>
      </p:sp>
      <p:sp>
        <p:nvSpPr>
          <p:cNvPr id="28" name="object 28"/>
          <p:cNvSpPr txBox="1"/>
          <p:nvPr/>
        </p:nvSpPr>
        <p:spPr>
          <a:xfrm>
            <a:off x="4317466" y="3525265"/>
            <a:ext cx="1682750" cy="370205"/>
          </a:xfrm>
          <a:prstGeom prst="rect">
            <a:avLst/>
          </a:prstGeom>
        </p:spPr>
        <p:txBody>
          <a:bodyPr vert="horz" wrap="square" lIns="0" tIns="13970" rIns="0" bIns="0" rtlCol="0">
            <a:spAutoFit/>
          </a:bodyPr>
          <a:lstStyle/>
          <a:p>
            <a:pPr marL="38100">
              <a:lnSpc>
                <a:spcPct val="100000"/>
              </a:lnSpc>
              <a:spcBef>
                <a:spcPts val="110"/>
              </a:spcBef>
            </a:pPr>
            <a:r>
              <a:rPr sz="2250" dirty="0">
                <a:latin typeface="Symbol"/>
                <a:cs typeface="Symbol"/>
              </a:rPr>
              <a:t></a:t>
            </a:r>
            <a:r>
              <a:rPr sz="2250" dirty="0">
                <a:latin typeface="Times New Roman"/>
                <a:cs typeface="Times New Roman"/>
              </a:rPr>
              <a:t> </a:t>
            </a:r>
            <a:r>
              <a:rPr sz="3375" baseline="35802" dirty="0">
                <a:latin typeface="Times New Roman"/>
                <a:cs typeface="Times New Roman"/>
              </a:rPr>
              <a:t>4 </a:t>
            </a:r>
            <a:r>
              <a:rPr sz="3375" i="1" spc="7" baseline="35802" dirty="0">
                <a:latin typeface="Times New Roman"/>
                <a:cs typeface="Times New Roman"/>
              </a:rPr>
              <a:t>V</a:t>
            </a:r>
            <a:r>
              <a:rPr sz="1950" i="1" spc="7" baseline="38461" dirty="0">
                <a:latin typeface="Times New Roman"/>
                <a:cs typeface="Times New Roman"/>
              </a:rPr>
              <a:t>DC </a:t>
            </a:r>
            <a:r>
              <a:rPr sz="2250" spc="5" dirty="0">
                <a:latin typeface="Times New Roman"/>
                <a:cs typeface="Times New Roman"/>
              </a:rPr>
              <a:t>sin</a:t>
            </a:r>
            <a:r>
              <a:rPr sz="2250" spc="-270" dirty="0">
                <a:latin typeface="Times New Roman"/>
                <a:cs typeface="Times New Roman"/>
              </a:rPr>
              <a:t> </a:t>
            </a:r>
            <a:r>
              <a:rPr sz="2250" i="1" spc="5" dirty="0">
                <a:latin typeface="Times New Roman"/>
                <a:cs typeface="Times New Roman"/>
              </a:rPr>
              <a:t>nd</a:t>
            </a:r>
            <a:endParaRPr sz="2250">
              <a:latin typeface="Times New Roman"/>
              <a:cs typeface="Times New Roman"/>
            </a:endParaRPr>
          </a:p>
        </p:txBody>
      </p:sp>
      <p:sp>
        <p:nvSpPr>
          <p:cNvPr id="29" name="object 29"/>
          <p:cNvSpPr txBox="1"/>
          <p:nvPr/>
        </p:nvSpPr>
        <p:spPr>
          <a:xfrm>
            <a:off x="3964838" y="3716578"/>
            <a:ext cx="313690" cy="226695"/>
          </a:xfrm>
          <a:prstGeom prst="rect">
            <a:avLst/>
          </a:prstGeom>
        </p:spPr>
        <p:txBody>
          <a:bodyPr vert="horz" wrap="square" lIns="0" tIns="15240" rIns="0" bIns="0" rtlCol="0">
            <a:spAutoFit/>
          </a:bodyPr>
          <a:lstStyle/>
          <a:p>
            <a:pPr marL="12700">
              <a:lnSpc>
                <a:spcPct val="100000"/>
              </a:lnSpc>
              <a:spcBef>
                <a:spcPts val="120"/>
              </a:spcBef>
            </a:pPr>
            <a:r>
              <a:rPr sz="1300" i="1" spc="5" dirty="0">
                <a:latin typeface="Times New Roman"/>
                <a:cs typeface="Times New Roman"/>
              </a:rPr>
              <a:t>onm</a:t>
            </a:r>
            <a:endParaRPr sz="1300">
              <a:latin typeface="Times New Roman"/>
              <a:cs typeface="Times New Roman"/>
            </a:endParaRPr>
          </a:p>
        </p:txBody>
      </p:sp>
      <p:sp>
        <p:nvSpPr>
          <p:cNvPr id="30" name="object 30"/>
          <p:cNvSpPr txBox="1"/>
          <p:nvPr/>
        </p:nvSpPr>
        <p:spPr>
          <a:xfrm>
            <a:off x="552663" y="3525265"/>
            <a:ext cx="3445510" cy="370205"/>
          </a:xfrm>
          <a:prstGeom prst="rect">
            <a:avLst/>
          </a:prstGeom>
        </p:spPr>
        <p:txBody>
          <a:bodyPr vert="horz" wrap="square" lIns="0" tIns="13970" rIns="0" bIns="0" rtlCol="0">
            <a:spAutoFit/>
          </a:bodyPr>
          <a:lstStyle/>
          <a:p>
            <a:pPr marL="12700">
              <a:lnSpc>
                <a:spcPct val="100000"/>
              </a:lnSpc>
              <a:spcBef>
                <a:spcPts val="110"/>
              </a:spcBef>
            </a:pPr>
            <a:r>
              <a:rPr sz="2250" spc="5" dirty="0">
                <a:latin typeface="Times New Roman"/>
                <a:cs typeface="Times New Roman"/>
              </a:rPr>
              <a:t>Peak value of nth</a:t>
            </a:r>
            <a:r>
              <a:rPr sz="2250" spc="-185" dirty="0">
                <a:latin typeface="Times New Roman"/>
                <a:cs typeface="Times New Roman"/>
              </a:rPr>
              <a:t> </a:t>
            </a:r>
            <a:r>
              <a:rPr sz="2250" spc="20" dirty="0">
                <a:latin typeface="Times New Roman"/>
                <a:cs typeface="Times New Roman"/>
              </a:rPr>
              <a:t>harmonic,</a:t>
            </a:r>
            <a:r>
              <a:rPr sz="2250" i="1" spc="20" dirty="0">
                <a:latin typeface="Times New Roman"/>
                <a:cs typeface="Times New Roman"/>
              </a:rPr>
              <a:t>V</a:t>
            </a:r>
            <a:endParaRPr sz="2250">
              <a:latin typeface="Times New Roman"/>
              <a:cs typeface="Times New Roman"/>
            </a:endParaRPr>
          </a:p>
        </p:txBody>
      </p:sp>
      <p:sp>
        <p:nvSpPr>
          <p:cNvPr id="31" name="object 31"/>
          <p:cNvSpPr txBox="1"/>
          <p:nvPr/>
        </p:nvSpPr>
        <p:spPr>
          <a:xfrm>
            <a:off x="599901" y="5760332"/>
            <a:ext cx="7999095" cy="330835"/>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C00000"/>
                </a:solidFill>
                <a:latin typeface="Carlito"/>
                <a:cs typeface="Carlito"/>
              </a:rPr>
              <a:t>This implies, </a:t>
            </a:r>
            <a:r>
              <a:rPr sz="2000" dirty="0">
                <a:solidFill>
                  <a:srgbClr val="C00000"/>
                </a:solidFill>
                <a:latin typeface="Carlito"/>
                <a:cs typeface="Carlito"/>
              </a:rPr>
              <a:t>when the </a:t>
            </a:r>
            <a:r>
              <a:rPr sz="2000" spc="-5" dirty="0">
                <a:solidFill>
                  <a:srgbClr val="C00000"/>
                </a:solidFill>
                <a:latin typeface="Carlito"/>
                <a:cs typeface="Carlito"/>
              </a:rPr>
              <a:t>pulse width is </a:t>
            </a:r>
            <a:r>
              <a:rPr sz="2000" dirty="0">
                <a:solidFill>
                  <a:srgbClr val="C00000"/>
                </a:solidFill>
                <a:latin typeface="Carlito"/>
                <a:cs typeface="Carlito"/>
              </a:rPr>
              <a:t>120</a:t>
            </a:r>
            <a:r>
              <a:rPr sz="2000" dirty="0">
                <a:solidFill>
                  <a:srgbClr val="C00000"/>
                </a:solidFill>
                <a:latin typeface="Times New Roman"/>
                <a:cs typeface="Times New Roman"/>
              </a:rPr>
              <a:t>°</a:t>
            </a:r>
            <a:r>
              <a:rPr sz="2000" dirty="0">
                <a:solidFill>
                  <a:srgbClr val="C00000"/>
                </a:solidFill>
                <a:latin typeface="Carlito"/>
                <a:cs typeface="Carlito"/>
              </a:rPr>
              <a:t>, </a:t>
            </a:r>
            <a:r>
              <a:rPr sz="2000" spc="-5" dirty="0">
                <a:solidFill>
                  <a:srgbClr val="C00000"/>
                </a:solidFill>
                <a:latin typeface="Carlito"/>
                <a:cs typeface="Carlito"/>
              </a:rPr>
              <a:t>third harmonics </a:t>
            </a:r>
            <a:r>
              <a:rPr sz="2000" dirty="0">
                <a:solidFill>
                  <a:srgbClr val="C00000"/>
                </a:solidFill>
                <a:latin typeface="Carlito"/>
                <a:cs typeface="Carlito"/>
              </a:rPr>
              <a:t>will </a:t>
            </a:r>
            <a:r>
              <a:rPr sz="2000" spc="-5" dirty="0">
                <a:solidFill>
                  <a:srgbClr val="C00000"/>
                </a:solidFill>
                <a:latin typeface="Carlito"/>
                <a:cs typeface="Carlito"/>
              </a:rPr>
              <a:t>be</a:t>
            </a:r>
            <a:r>
              <a:rPr sz="2000" spc="50" dirty="0">
                <a:solidFill>
                  <a:srgbClr val="C00000"/>
                </a:solidFill>
                <a:latin typeface="Carlito"/>
                <a:cs typeface="Carlito"/>
              </a:rPr>
              <a:t> </a:t>
            </a:r>
            <a:r>
              <a:rPr sz="2000" spc="-10" dirty="0">
                <a:solidFill>
                  <a:srgbClr val="C00000"/>
                </a:solidFill>
                <a:latin typeface="Carlito"/>
                <a:cs typeface="Carlito"/>
              </a:rPr>
              <a:t>eliminated</a:t>
            </a:r>
            <a:endParaRPr sz="2000">
              <a:latin typeface="Carlito"/>
              <a:cs typeface="Carlito"/>
            </a:endParaRPr>
          </a:p>
        </p:txBody>
      </p:sp>
      <p:sp>
        <p:nvSpPr>
          <p:cNvPr id="32" name="object 32"/>
          <p:cNvSpPr txBox="1"/>
          <p:nvPr/>
        </p:nvSpPr>
        <p:spPr>
          <a:xfrm>
            <a:off x="555839" y="4286465"/>
            <a:ext cx="3757929" cy="365760"/>
          </a:xfrm>
          <a:prstGeom prst="rect">
            <a:avLst/>
          </a:prstGeom>
        </p:spPr>
        <p:txBody>
          <a:bodyPr vert="horz" wrap="square" lIns="0" tIns="16510" rIns="0" bIns="0" rtlCol="0">
            <a:spAutoFit/>
          </a:bodyPr>
          <a:lstStyle/>
          <a:p>
            <a:pPr marL="12700">
              <a:lnSpc>
                <a:spcPct val="100000"/>
              </a:lnSpc>
              <a:spcBef>
                <a:spcPts val="130"/>
              </a:spcBef>
            </a:pPr>
            <a:r>
              <a:rPr sz="2200" spc="20" dirty="0">
                <a:latin typeface="Times New Roman"/>
                <a:cs typeface="Times New Roman"/>
              </a:rPr>
              <a:t>When</a:t>
            </a:r>
            <a:r>
              <a:rPr sz="2200" spc="-70" dirty="0">
                <a:latin typeface="Times New Roman"/>
                <a:cs typeface="Times New Roman"/>
              </a:rPr>
              <a:t> </a:t>
            </a:r>
            <a:r>
              <a:rPr sz="2200" spc="10" dirty="0">
                <a:latin typeface="Times New Roman"/>
                <a:cs typeface="Times New Roman"/>
              </a:rPr>
              <a:t>pulsewidth</a:t>
            </a:r>
            <a:r>
              <a:rPr sz="2200" spc="-140" dirty="0">
                <a:latin typeface="Times New Roman"/>
                <a:cs typeface="Times New Roman"/>
              </a:rPr>
              <a:t> </a:t>
            </a:r>
            <a:r>
              <a:rPr sz="2200" spc="5" dirty="0">
                <a:latin typeface="Times New Roman"/>
                <a:cs typeface="Times New Roman"/>
              </a:rPr>
              <a:t>is</a:t>
            </a:r>
            <a:r>
              <a:rPr sz="2200" spc="-325" dirty="0">
                <a:latin typeface="Times New Roman"/>
                <a:cs typeface="Times New Roman"/>
              </a:rPr>
              <a:t> </a:t>
            </a:r>
            <a:r>
              <a:rPr sz="2200" dirty="0">
                <a:latin typeface="Times New Roman"/>
                <a:cs typeface="Times New Roman"/>
              </a:rPr>
              <a:t>120</a:t>
            </a:r>
            <a:r>
              <a:rPr sz="2200" dirty="0">
                <a:latin typeface="Symbol"/>
                <a:cs typeface="Symbol"/>
              </a:rPr>
              <a:t></a:t>
            </a:r>
            <a:r>
              <a:rPr sz="2200" dirty="0">
                <a:latin typeface="Times New Roman"/>
                <a:cs typeface="Times New Roman"/>
              </a:rPr>
              <a:t>,</a:t>
            </a:r>
            <a:r>
              <a:rPr sz="2200" spc="-180" dirty="0">
                <a:latin typeface="Times New Roman"/>
                <a:cs typeface="Times New Roman"/>
              </a:rPr>
              <a:t> </a:t>
            </a:r>
            <a:r>
              <a:rPr sz="2200" spc="10" dirty="0">
                <a:latin typeface="Times New Roman"/>
                <a:cs typeface="Times New Roman"/>
              </a:rPr>
              <a:t>d</a:t>
            </a:r>
            <a:r>
              <a:rPr sz="2200" spc="5" dirty="0">
                <a:latin typeface="Times New Roman"/>
                <a:cs typeface="Times New Roman"/>
              </a:rPr>
              <a:t> </a:t>
            </a:r>
            <a:r>
              <a:rPr sz="2200" spc="10" dirty="0">
                <a:latin typeface="Symbol"/>
                <a:cs typeface="Symbol"/>
              </a:rPr>
              <a:t></a:t>
            </a:r>
            <a:r>
              <a:rPr sz="2200" spc="-75" dirty="0">
                <a:latin typeface="Times New Roman"/>
                <a:cs typeface="Times New Roman"/>
              </a:rPr>
              <a:t> </a:t>
            </a:r>
            <a:r>
              <a:rPr sz="2200" spc="10" dirty="0">
                <a:latin typeface="Times New Roman"/>
                <a:cs typeface="Times New Roman"/>
              </a:rPr>
              <a:t>60</a:t>
            </a:r>
            <a:r>
              <a:rPr sz="2200" spc="10" dirty="0">
                <a:latin typeface="Symbol"/>
                <a:cs typeface="Symbol"/>
              </a:rPr>
              <a:t></a:t>
            </a:r>
            <a:endParaRPr sz="2200">
              <a:latin typeface="Symbol"/>
              <a:cs typeface="Symbol"/>
            </a:endParaRPr>
          </a:p>
        </p:txBody>
      </p:sp>
      <p:sp>
        <p:nvSpPr>
          <p:cNvPr id="33" name="object 33"/>
          <p:cNvSpPr/>
          <p:nvPr/>
        </p:nvSpPr>
        <p:spPr>
          <a:xfrm>
            <a:off x="5377342" y="5166070"/>
            <a:ext cx="654685" cy="0"/>
          </a:xfrm>
          <a:custGeom>
            <a:avLst/>
            <a:gdLst/>
            <a:ahLst/>
            <a:cxnLst/>
            <a:rect l="l" t="t" r="r" b="b"/>
            <a:pathLst>
              <a:path w="654685">
                <a:moveTo>
                  <a:pt x="0" y="0"/>
                </a:moveTo>
                <a:lnTo>
                  <a:pt x="654359" y="0"/>
                </a:lnTo>
              </a:path>
            </a:pathLst>
          </a:custGeom>
          <a:ln w="11942">
            <a:solidFill>
              <a:srgbClr val="000000"/>
            </a:solidFill>
          </a:ln>
        </p:spPr>
        <p:txBody>
          <a:bodyPr wrap="square" lIns="0" tIns="0" rIns="0" bIns="0" rtlCol="0"/>
          <a:lstStyle/>
          <a:p>
            <a:endParaRPr/>
          </a:p>
        </p:txBody>
      </p:sp>
      <p:sp>
        <p:nvSpPr>
          <p:cNvPr id="34" name="object 34"/>
          <p:cNvSpPr txBox="1"/>
          <p:nvPr/>
        </p:nvSpPr>
        <p:spPr>
          <a:xfrm>
            <a:off x="4641405" y="5131193"/>
            <a:ext cx="328930" cy="226695"/>
          </a:xfrm>
          <a:prstGeom prst="rect">
            <a:avLst/>
          </a:prstGeom>
        </p:spPr>
        <p:txBody>
          <a:bodyPr vert="horz" wrap="square" lIns="0" tIns="14604" rIns="0" bIns="0" rtlCol="0">
            <a:spAutoFit/>
          </a:bodyPr>
          <a:lstStyle/>
          <a:p>
            <a:pPr marL="12700">
              <a:lnSpc>
                <a:spcPct val="100000"/>
              </a:lnSpc>
              <a:spcBef>
                <a:spcPts val="114"/>
              </a:spcBef>
            </a:pPr>
            <a:r>
              <a:rPr sz="1300" i="1" spc="75" dirty="0">
                <a:latin typeface="Times New Roman"/>
                <a:cs typeface="Times New Roman"/>
              </a:rPr>
              <a:t>o</a:t>
            </a:r>
            <a:r>
              <a:rPr sz="1300" spc="55" dirty="0">
                <a:latin typeface="Times New Roman"/>
                <a:cs typeface="Times New Roman"/>
              </a:rPr>
              <a:t>3</a:t>
            </a:r>
            <a:r>
              <a:rPr sz="1300" i="1" spc="5" dirty="0">
                <a:latin typeface="Times New Roman"/>
                <a:cs typeface="Times New Roman"/>
              </a:rPr>
              <a:t>m</a:t>
            </a:r>
            <a:endParaRPr sz="1300">
              <a:latin typeface="Times New Roman"/>
              <a:cs typeface="Times New Roman"/>
            </a:endParaRPr>
          </a:p>
        </p:txBody>
      </p:sp>
      <p:sp>
        <p:nvSpPr>
          <p:cNvPr id="35" name="object 35"/>
          <p:cNvSpPr txBox="1"/>
          <p:nvPr/>
        </p:nvSpPr>
        <p:spPr>
          <a:xfrm>
            <a:off x="546624" y="4938725"/>
            <a:ext cx="4131945" cy="369570"/>
          </a:xfrm>
          <a:prstGeom prst="rect">
            <a:avLst/>
          </a:prstGeom>
        </p:spPr>
        <p:txBody>
          <a:bodyPr vert="horz" wrap="square" lIns="0" tIns="13335" rIns="0" bIns="0" rtlCol="0">
            <a:spAutoFit/>
          </a:bodyPr>
          <a:lstStyle/>
          <a:p>
            <a:pPr marL="12700">
              <a:lnSpc>
                <a:spcPct val="100000"/>
              </a:lnSpc>
              <a:spcBef>
                <a:spcPts val="105"/>
              </a:spcBef>
            </a:pPr>
            <a:r>
              <a:rPr sz="2250" spc="5" dirty="0">
                <a:latin typeface="Times New Roman"/>
                <a:cs typeface="Times New Roman"/>
              </a:rPr>
              <a:t>Then </a:t>
            </a:r>
            <a:r>
              <a:rPr sz="2250" spc="-5" dirty="0">
                <a:latin typeface="Times New Roman"/>
                <a:cs typeface="Times New Roman"/>
              </a:rPr>
              <a:t>peak </a:t>
            </a:r>
            <a:r>
              <a:rPr sz="2250" spc="-20" dirty="0">
                <a:latin typeface="Times New Roman"/>
                <a:cs typeface="Times New Roman"/>
              </a:rPr>
              <a:t>value </a:t>
            </a:r>
            <a:r>
              <a:rPr sz="2250" dirty="0">
                <a:latin typeface="Times New Roman"/>
                <a:cs typeface="Times New Roman"/>
              </a:rPr>
              <a:t>of 3rd </a:t>
            </a:r>
            <a:r>
              <a:rPr sz="2250" spc="-10" dirty="0">
                <a:latin typeface="Times New Roman"/>
                <a:cs typeface="Times New Roman"/>
              </a:rPr>
              <a:t>harmonic,</a:t>
            </a:r>
            <a:r>
              <a:rPr sz="2250" spc="-20" dirty="0">
                <a:latin typeface="Times New Roman"/>
                <a:cs typeface="Times New Roman"/>
              </a:rPr>
              <a:t> </a:t>
            </a:r>
            <a:r>
              <a:rPr sz="2250" i="1" dirty="0">
                <a:latin typeface="Times New Roman"/>
                <a:cs typeface="Times New Roman"/>
              </a:rPr>
              <a:t>V</a:t>
            </a:r>
            <a:endParaRPr sz="2250">
              <a:latin typeface="Times New Roman"/>
              <a:cs typeface="Times New Roman"/>
            </a:endParaRPr>
          </a:p>
        </p:txBody>
      </p:sp>
      <p:sp>
        <p:nvSpPr>
          <p:cNvPr id="36" name="object 36"/>
          <p:cNvSpPr txBox="1"/>
          <p:nvPr/>
        </p:nvSpPr>
        <p:spPr>
          <a:xfrm>
            <a:off x="5529935" y="5146416"/>
            <a:ext cx="302895" cy="389255"/>
          </a:xfrm>
          <a:prstGeom prst="rect">
            <a:avLst/>
          </a:prstGeom>
        </p:spPr>
        <p:txBody>
          <a:bodyPr vert="horz" wrap="square" lIns="0" tIns="17145" rIns="0" bIns="0" rtlCol="0">
            <a:spAutoFit/>
          </a:bodyPr>
          <a:lstStyle/>
          <a:p>
            <a:pPr marL="12700">
              <a:lnSpc>
                <a:spcPct val="100000"/>
              </a:lnSpc>
              <a:spcBef>
                <a:spcPts val="135"/>
              </a:spcBef>
            </a:pPr>
            <a:r>
              <a:rPr sz="2250" spc="-180" dirty="0">
                <a:latin typeface="Times New Roman"/>
                <a:cs typeface="Times New Roman"/>
              </a:rPr>
              <a:t>3</a:t>
            </a:r>
            <a:r>
              <a:rPr sz="2350" i="1" spc="-55" dirty="0">
                <a:latin typeface="Symbol"/>
                <a:cs typeface="Symbol"/>
              </a:rPr>
              <a:t></a:t>
            </a:r>
            <a:endParaRPr sz="2350">
              <a:latin typeface="Symbol"/>
              <a:cs typeface="Symbol"/>
            </a:endParaRPr>
          </a:p>
        </p:txBody>
      </p:sp>
      <p:sp>
        <p:nvSpPr>
          <p:cNvPr id="37" name="object 37"/>
          <p:cNvSpPr txBox="1"/>
          <p:nvPr/>
        </p:nvSpPr>
        <p:spPr>
          <a:xfrm>
            <a:off x="5111343" y="4938725"/>
            <a:ext cx="2439670" cy="369570"/>
          </a:xfrm>
          <a:prstGeom prst="rect">
            <a:avLst/>
          </a:prstGeom>
        </p:spPr>
        <p:txBody>
          <a:bodyPr vert="horz" wrap="square" lIns="0" tIns="13335" rIns="0" bIns="0" rtlCol="0">
            <a:spAutoFit/>
          </a:bodyPr>
          <a:lstStyle/>
          <a:p>
            <a:pPr marL="38100">
              <a:lnSpc>
                <a:spcPct val="100000"/>
              </a:lnSpc>
              <a:spcBef>
                <a:spcPts val="105"/>
              </a:spcBef>
            </a:pPr>
            <a:r>
              <a:rPr sz="2250" dirty="0">
                <a:latin typeface="Symbol"/>
                <a:cs typeface="Symbol"/>
              </a:rPr>
              <a:t></a:t>
            </a:r>
            <a:r>
              <a:rPr sz="2250" spc="130" dirty="0">
                <a:latin typeface="Times New Roman"/>
                <a:cs typeface="Times New Roman"/>
              </a:rPr>
              <a:t> </a:t>
            </a:r>
            <a:r>
              <a:rPr sz="3375" baseline="35802" dirty="0">
                <a:latin typeface="Times New Roman"/>
                <a:cs typeface="Times New Roman"/>
              </a:rPr>
              <a:t>4</a:t>
            </a:r>
            <a:r>
              <a:rPr sz="3375" spc="-419" baseline="35802" dirty="0">
                <a:latin typeface="Times New Roman"/>
                <a:cs typeface="Times New Roman"/>
              </a:rPr>
              <a:t> </a:t>
            </a:r>
            <a:r>
              <a:rPr sz="3375" i="1" spc="-22" baseline="35802" dirty="0">
                <a:latin typeface="Times New Roman"/>
                <a:cs typeface="Times New Roman"/>
              </a:rPr>
              <a:t>V</a:t>
            </a:r>
            <a:r>
              <a:rPr sz="1950" i="1" spc="-22" baseline="36324" dirty="0">
                <a:latin typeface="Times New Roman"/>
                <a:cs typeface="Times New Roman"/>
              </a:rPr>
              <a:t>DC</a:t>
            </a:r>
            <a:r>
              <a:rPr sz="1950" i="1" spc="135" baseline="36324" dirty="0">
                <a:latin typeface="Times New Roman"/>
                <a:cs typeface="Times New Roman"/>
              </a:rPr>
              <a:t> </a:t>
            </a:r>
            <a:r>
              <a:rPr sz="2250" spc="5" dirty="0">
                <a:latin typeface="Times New Roman"/>
                <a:cs typeface="Times New Roman"/>
              </a:rPr>
              <a:t>sin</a:t>
            </a:r>
            <a:r>
              <a:rPr sz="2250" spc="-260" dirty="0">
                <a:latin typeface="Times New Roman"/>
                <a:cs typeface="Times New Roman"/>
              </a:rPr>
              <a:t> </a:t>
            </a:r>
            <a:r>
              <a:rPr sz="2250" spc="70" dirty="0">
                <a:latin typeface="Times New Roman"/>
                <a:cs typeface="Times New Roman"/>
              </a:rPr>
              <a:t>3</a:t>
            </a:r>
            <a:r>
              <a:rPr sz="2250" spc="70" dirty="0">
                <a:latin typeface="Symbol"/>
                <a:cs typeface="Symbol"/>
              </a:rPr>
              <a:t></a:t>
            </a:r>
            <a:r>
              <a:rPr sz="2250" spc="-295" dirty="0">
                <a:latin typeface="Times New Roman"/>
                <a:cs typeface="Times New Roman"/>
              </a:rPr>
              <a:t> </a:t>
            </a:r>
            <a:r>
              <a:rPr sz="2250" dirty="0">
                <a:latin typeface="Times New Roman"/>
                <a:cs typeface="Times New Roman"/>
              </a:rPr>
              <a:t>60</a:t>
            </a:r>
            <a:r>
              <a:rPr sz="2250" spc="-75" dirty="0">
                <a:latin typeface="Times New Roman"/>
                <a:cs typeface="Times New Roman"/>
              </a:rPr>
              <a:t> </a:t>
            </a:r>
            <a:r>
              <a:rPr sz="2250" dirty="0">
                <a:latin typeface="Symbol"/>
                <a:cs typeface="Symbol"/>
              </a:rPr>
              <a:t></a:t>
            </a:r>
            <a:r>
              <a:rPr sz="2250" spc="-85" dirty="0">
                <a:latin typeface="Times New Roman"/>
                <a:cs typeface="Times New Roman"/>
              </a:rPr>
              <a:t> </a:t>
            </a:r>
            <a:r>
              <a:rPr sz="2250" dirty="0">
                <a:latin typeface="Times New Roman"/>
                <a:cs typeface="Times New Roman"/>
              </a:rPr>
              <a:t>0</a:t>
            </a:r>
            <a:endParaRPr sz="2250">
              <a:latin typeface="Times New Roman"/>
              <a:cs typeface="Times New Roman"/>
            </a:endParaRPr>
          </a:p>
        </p:txBody>
      </p:sp>
      <p:pic>
        <p:nvPicPr>
          <p:cNvPr id="1027" name="Picture 3"/>
          <p:cNvPicPr>
            <a:picLocks noChangeAspect="1" noChangeArrowheads="1"/>
          </p:cNvPicPr>
          <p:nvPr/>
        </p:nvPicPr>
        <p:blipFill>
          <a:blip r:embed="rId3"/>
          <a:srcRect/>
          <a:stretch>
            <a:fillRect/>
          </a:stretch>
        </p:blipFill>
        <p:spPr bwMode="auto">
          <a:xfrm>
            <a:off x="533400" y="2350480"/>
            <a:ext cx="4788897" cy="9286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743200" y="310159"/>
            <a:ext cx="4572000" cy="55334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295400" y="228600"/>
            <a:ext cx="6796087" cy="597791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228600" y="762000"/>
            <a:ext cx="8691690" cy="37623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srcRect/>
          <a:stretch>
            <a:fillRect/>
          </a:stretch>
        </p:blipFill>
        <p:spPr bwMode="auto">
          <a:xfrm>
            <a:off x="2362200" y="2362200"/>
            <a:ext cx="4572000" cy="4173648"/>
          </a:xfrm>
          <a:prstGeom prst="rect">
            <a:avLst/>
          </a:prstGeom>
          <a:noFill/>
          <a:ln w="9525">
            <a:noFill/>
            <a:miter lim="800000"/>
            <a:headEnd/>
            <a:tailEnd/>
          </a:ln>
          <a:effectLst/>
        </p:spPr>
      </p:pic>
      <p:pic>
        <p:nvPicPr>
          <p:cNvPr id="5124" name="Picture 4"/>
          <p:cNvPicPr>
            <a:picLocks noChangeAspect="1" noChangeArrowheads="1"/>
          </p:cNvPicPr>
          <p:nvPr/>
        </p:nvPicPr>
        <p:blipFill>
          <a:blip r:embed="rId3"/>
          <a:srcRect/>
          <a:stretch>
            <a:fillRect/>
          </a:stretch>
        </p:blipFill>
        <p:spPr bwMode="auto">
          <a:xfrm>
            <a:off x="228600" y="381000"/>
            <a:ext cx="8763000" cy="20955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srcRect/>
          <a:stretch>
            <a:fillRect/>
          </a:stretch>
        </p:blipFill>
        <p:spPr bwMode="auto">
          <a:xfrm>
            <a:off x="1905000" y="1371600"/>
            <a:ext cx="5429250" cy="5082031"/>
          </a:xfrm>
          <a:prstGeom prst="rect">
            <a:avLst/>
          </a:prstGeom>
          <a:noFill/>
          <a:ln w="9525">
            <a:noFill/>
            <a:miter lim="800000"/>
            <a:headEnd/>
            <a:tailEnd/>
          </a:ln>
          <a:effectLst/>
        </p:spPr>
      </p:pic>
      <p:sp>
        <p:nvSpPr>
          <p:cNvPr id="6" name="Title 1"/>
          <p:cNvSpPr>
            <a:spLocks noGrp="1"/>
          </p:cNvSpPr>
          <p:nvPr>
            <p:ph type="title"/>
          </p:nvPr>
        </p:nvSpPr>
        <p:spPr>
          <a:xfrm>
            <a:off x="1524000" y="457200"/>
            <a:ext cx="7088459" cy="307777"/>
          </a:xfrm>
        </p:spPr>
        <p:txBody>
          <a:bodyPr/>
          <a:lstStyle/>
          <a:p>
            <a:r>
              <a:rPr lang="en-US" sz="2000" dirty="0" smtClean="0"/>
              <a:t>Harmonic profile of single pulse width modulation</a:t>
            </a:r>
            <a:endParaRPr lang="en-US" sz="20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1700" y="353059"/>
            <a:ext cx="7708900" cy="566822"/>
          </a:xfrm>
          <a:prstGeom prst="rect">
            <a:avLst/>
          </a:prstGeom>
        </p:spPr>
        <p:txBody>
          <a:bodyPr vert="horz" wrap="square" lIns="0" tIns="12700" rIns="0" bIns="0" rtlCol="0">
            <a:spAutoFit/>
          </a:bodyPr>
          <a:lstStyle/>
          <a:p>
            <a:pPr marL="12700">
              <a:lnSpc>
                <a:spcPct val="100000"/>
              </a:lnSpc>
              <a:spcBef>
                <a:spcPts val="100"/>
              </a:spcBef>
            </a:pPr>
            <a:r>
              <a:rPr sz="3600" spc="-250">
                <a:solidFill>
                  <a:srgbClr val="002060"/>
                </a:solidFill>
              </a:rPr>
              <a:t>Multiple </a:t>
            </a:r>
            <a:r>
              <a:rPr lang="en-US" sz="3600" spc="-250" dirty="0" smtClean="0">
                <a:solidFill>
                  <a:srgbClr val="002060"/>
                </a:solidFill>
              </a:rPr>
              <a:t> </a:t>
            </a:r>
            <a:r>
              <a:rPr lang="en-US" sz="3600" spc="-320" dirty="0" smtClean="0">
                <a:solidFill>
                  <a:srgbClr val="002060"/>
                </a:solidFill>
              </a:rPr>
              <a:t>Pulse</a:t>
            </a:r>
            <a:r>
              <a:rPr lang="en-US" sz="3600" spc="-720" dirty="0" smtClean="0">
                <a:solidFill>
                  <a:srgbClr val="002060"/>
                </a:solidFill>
              </a:rPr>
              <a:t>   </a:t>
            </a:r>
            <a:r>
              <a:rPr lang="en-US" sz="3600" spc="-35" dirty="0" smtClean="0">
                <a:solidFill>
                  <a:srgbClr val="002060"/>
                </a:solidFill>
              </a:rPr>
              <a:t>Width Modulation</a:t>
            </a:r>
            <a:endParaRPr sz="3600"/>
          </a:p>
        </p:txBody>
      </p:sp>
      <p:sp>
        <p:nvSpPr>
          <p:cNvPr id="4" name="object 4"/>
          <p:cNvSpPr/>
          <p:nvPr/>
        </p:nvSpPr>
        <p:spPr>
          <a:xfrm>
            <a:off x="5144261" y="5654710"/>
            <a:ext cx="800100" cy="0"/>
          </a:xfrm>
          <a:custGeom>
            <a:avLst/>
            <a:gdLst/>
            <a:ahLst/>
            <a:cxnLst/>
            <a:rect l="l" t="t" r="r" b="b"/>
            <a:pathLst>
              <a:path w="800100">
                <a:moveTo>
                  <a:pt x="0" y="0"/>
                </a:moveTo>
                <a:lnTo>
                  <a:pt x="799520" y="0"/>
                </a:lnTo>
              </a:path>
            </a:pathLst>
          </a:custGeom>
          <a:ln w="11844">
            <a:solidFill>
              <a:srgbClr val="000000"/>
            </a:solidFill>
          </a:ln>
        </p:spPr>
        <p:txBody>
          <a:bodyPr wrap="square" lIns="0" tIns="0" rIns="0" bIns="0" rtlCol="0"/>
          <a:lstStyle/>
          <a:p>
            <a:endParaRPr/>
          </a:p>
        </p:txBody>
      </p:sp>
      <p:sp>
        <p:nvSpPr>
          <p:cNvPr id="5" name="object 5"/>
          <p:cNvSpPr/>
          <p:nvPr/>
        </p:nvSpPr>
        <p:spPr>
          <a:xfrm>
            <a:off x="6096182" y="5296189"/>
            <a:ext cx="99695" cy="0"/>
          </a:xfrm>
          <a:custGeom>
            <a:avLst/>
            <a:gdLst/>
            <a:ahLst/>
            <a:cxnLst/>
            <a:rect l="l" t="t" r="r" b="b"/>
            <a:pathLst>
              <a:path w="99695">
                <a:moveTo>
                  <a:pt x="0" y="0"/>
                </a:moveTo>
                <a:lnTo>
                  <a:pt x="99166" y="0"/>
                </a:lnTo>
              </a:path>
            </a:pathLst>
          </a:custGeom>
          <a:ln w="5922">
            <a:solidFill>
              <a:srgbClr val="000000"/>
            </a:solidFill>
          </a:ln>
        </p:spPr>
        <p:txBody>
          <a:bodyPr wrap="square" lIns="0" tIns="0" rIns="0" bIns="0" rtlCol="0"/>
          <a:lstStyle/>
          <a:p>
            <a:endParaRPr/>
          </a:p>
        </p:txBody>
      </p:sp>
      <p:sp>
        <p:nvSpPr>
          <p:cNvPr id="6" name="object 6"/>
          <p:cNvSpPr txBox="1"/>
          <p:nvPr/>
        </p:nvSpPr>
        <p:spPr>
          <a:xfrm>
            <a:off x="6092329" y="5054688"/>
            <a:ext cx="108585" cy="224790"/>
          </a:xfrm>
          <a:prstGeom prst="rect">
            <a:avLst/>
          </a:prstGeom>
        </p:spPr>
        <p:txBody>
          <a:bodyPr vert="horz" wrap="square" lIns="0" tIns="13335" rIns="0" bIns="0" rtlCol="0">
            <a:spAutoFit/>
          </a:bodyPr>
          <a:lstStyle/>
          <a:p>
            <a:pPr marL="12700">
              <a:lnSpc>
                <a:spcPct val="100000"/>
              </a:lnSpc>
              <a:spcBef>
                <a:spcPts val="105"/>
              </a:spcBef>
            </a:pPr>
            <a:r>
              <a:rPr sz="1300" dirty="0">
                <a:latin typeface="Times New Roman"/>
                <a:cs typeface="Times New Roman"/>
              </a:rPr>
              <a:t>1</a:t>
            </a:r>
            <a:endParaRPr sz="1300">
              <a:latin typeface="Times New Roman"/>
              <a:cs typeface="Times New Roman"/>
            </a:endParaRPr>
          </a:p>
        </p:txBody>
      </p:sp>
      <p:sp>
        <p:nvSpPr>
          <p:cNvPr id="7" name="object 7"/>
          <p:cNvSpPr txBox="1"/>
          <p:nvPr/>
        </p:nvSpPr>
        <p:spPr>
          <a:xfrm>
            <a:off x="5426354" y="5634957"/>
            <a:ext cx="181610" cy="386715"/>
          </a:xfrm>
          <a:prstGeom prst="rect">
            <a:avLst/>
          </a:prstGeom>
        </p:spPr>
        <p:txBody>
          <a:bodyPr vert="horz" wrap="square" lIns="0" tIns="14604" rIns="0" bIns="0" rtlCol="0">
            <a:spAutoFit/>
          </a:bodyPr>
          <a:lstStyle/>
          <a:p>
            <a:pPr marL="12700">
              <a:lnSpc>
                <a:spcPct val="100000"/>
              </a:lnSpc>
              <a:spcBef>
                <a:spcPts val="114"/>
              </a:spcBef>
            </a:pPr>
            <a:r>
              <a:rPr sz="2350" i="1" spc="-65" dirty="0">
                <a:latin typeface="Symbol"/>
                <a:cs typeface="Symbol"/>
              </a:rPr>
              <a:t></a:t>
            </a:r>
            <a:endParaRPr sz="2350">
              <a:latin typeface="Symbol"/>
              <a:cs typeface="Symbol"/>
            </a:endParaRPr>
          </a:p>
        </p:txBody>
      </p:sp>
      <p:sp>
        <p:nvSpPr>
          <p:cNvPr id="8" name="object 8"/>
          <p:cNvSpPr txBox="1"/>
          <p:nvPr/>
        </p:nvSpPr>
        <p:spPr>
          <a:xfrm>
            <a:off x="5955083" y="5506252"/>
            <a:ext cx="134620" cy="367030"/>
          </a:xfrm>
          <a:prstGeom prst="rect">
            <a:avLst/>
          </a:prstGeom>
        </p:spPr>
        <p:txBody>
          <a:bodyPr vert="horz" wrap="square" lIns="0" tIns="11430" rIns="0" bIns="0" rtlCol="0">
            <a:spAutoFit/>
          </a:bodyPr>
          <a:lstStyle/>
          <a:p>
            <a:pPr marL="12700">
              <a:lnSpc>
                <a:spcPct val="100000"/>
              </a:lnSpc>
              <a:spcBef>
                <a:spcPts val="90"/>
              </a:spcBef>
            </a:pPr>
            <a:r>
              <a:rPr sz="2250" spc="-10" dirty="0">
                <a:latin typeface="Symbol"/>
                <a:cs typeface="Symbol"/>
              </a:rPr>
              <a:t></a:t>
            </a:r>
            <a:endParaRPr sz="2250">
              <a:latin typeface="Symbol"/>
              <a:cs typeface="Symbol"/>
            </a:endParaRPr>
          </a:p>
        </p:txBody>
      </p:sp>
      <p:sp>
        <p:nvSpPr>
          <p:cNvPr id="9" name="object 9"/>
          <p:cNvSpPr txBox="1"/>
          <p:nvPr/>
        </p:nvSpPr>
        <p:spPr>
          <a:xfrm>
            <a:off x="5005641" y="5722741"/>
            <a:ext cx="134620" cy="367030"/>
          </a:xfrm>
          <a:prstGeom prst="rect">
            <a:avLst/>
          </a:prstGeom>
        </p:spPr>
        <p:txBody>
          <a:bodyPr vert="horz" wrap="square" lIns="0" tIns="11430" rIns="0" bIns="0" rtlCol="0">
            <a:spAutoFit/>
          </a:bodyPr>
          <a:lstStyle/>
          <a:p>
            <a:pPr marL="12700">
              <a:lnSpc>
                <a:spcPct val="100000"/>
              </a:lnSpc>
              <a:spcBef>
                <a:spcPts val="90"/>
              </a:spcBef>
            </a:pPr>
            <a:r>
              <a:rPr sz="2250" spc="-10" dirty="0">
                <a:latin typeface="Symbol"/>
                <a:cs typeface="Symbol"/>
              </a:rPr>
              <a:t></a:t>
            </a:r>
            <a:endParaRPr sz="2250">
              <a:latin typeface="Symbol"/>
              <a:cs typeface="Symbol"/>
            </a:endParaRPr>
          </a:p>
        </p:txBody>
      </p:sp>
      <p:sp>
        <p:nvSpPr>
          <p:cNvPr id="10" name="object 10"/>
          <p:cNvSpPr txBox="1"/>
          <p:nvPr/>
        </p:nvSpPr>
        <p:spPr>
          <a:xfrm>
            <a:off x="5955083" y="5722741"/>
            <a:ext cx="134620" cy="367030"/>
          </a:xfrm>
          <a:prstGeom prst="rect">
            <a:avLst/>
          </a:prstGeom>
        </p:spPr>
        <p:txBody>
          <a:bodyPr vert="horz" wrap="square" lIns="0" tIns="11430" rIns="0" bIns="0" rtlCol="0">
            <a:spAutoFit/>
          </a:bodyPr>
          <a:lstStyle/>
          <a:p>
            <a:pPr marL="12700">
              <a:lnSpc>
                <a:spcPct val="100000"/>
              </a:lnSpc>
              <a:spcBef>
                <a:spcPts val="90"/>
              </a:spcBef>
            </a:pPr>
            <a:r>
              <a:rPr sz="2250" spc="-10" dirty="0">
                <a:latin typeface="Symbol"/>
                <a:cs typeface="Symbol"/>
              </a:rPr>
              <a:t></a:t>
            </a:r>
            <a:endParaRPr sz="2250">
              <a:latin typeface="Symbol"/>
              <a:cs typeface="Symbol"/>
            </a:endParaRPr>
          </a:p>
        </p:txBody>
      </p:sp>
      <p:sp>
        <p:nvSpPr>
          <p:cNvPr id="11" name="object 11"/>
          <p:cNvSpPr txBox="1"/>
          <p:nvPr/>
        </p:nvSpPr>
        <p:spPr>
          <a:xfrm>
            <a:off x="4693310" y="5506252"/>
            <a:ext cx="447040" cy="367030"/>
          </a:xfrm>
          <a:prstGeom prst="rect">
            <a:avLst/>
          </a:prstGeom>
        </p:spPr>
        <p:txBody>
          <a:bodyPr vert="horz" wrap="square" lIns="0" tIns="11430" rIns="0" bIns="0" rtlCol="0">
            <a:spAutoFit/>
          </a:bodyPr>
          <a:lstStyle/>
          <a:p>
            <a:pPr marL="12700">
              <a:lnSpc>
                <a:spcPct val="100000"/>
              </a:lnSpc>
              <a:spcBef>
                <a:spcPts val="90"/>
              </a:spcBef>
            </a:pPr>
            <a:r>
              <a:rPr sz="1950" i="1" spc="-7" baseline="2136" dirty="0">
                <a:latin typeface="Times New Roman"/>
                <a:cs typeface="Times New Roman"/>
              </a:rPr>
              <a:t>DC</a:t>
            </a:r>
            <a:r>
              <a:rPr sz="1950" i="1" spc="367" baseline="2136" dirty="0">
                <a:latin typeface="Times New Roman"/>
                <a:cs typeface="Times New Roman"/>
              </a:rPr>
              <a:t> </a:t>
            </a:r>
            <a:r>
              <a:rPr sz="2250" spc="-10" dirty="0">
                <a:latin typeface="Symbol"/>
                <a:cs typeface="Symbol"/>
              </a:rPr>
              <a:t></a:t>
            </a:r>
            <a:endParaRPr sz="2250">
              <a:latin typeface="Symbol"/>
              <a:cs typeface="Symbol"/>
            </a:endParaRPr>
          </a:p>
        </p:txBody>
      </p:sp>
      <p:sp>
        <p:nvSpPr>
          <p:cNvPr id="12" name="object 12"/>
          <p:cNvSpPr txBox="1"/>
          <p:nvPr/>
        </p:nvSpPr>
        <p:spPr>
          <a:xfrm>
            <a:off x="4980241" y="5212105"/>
            <a:ext cx="1247140" cy="367030"/>
          </a:xfrm>
          <a:prstGeom prst="rect">
            <a:avLst/>
          </a:prstGeom>
        </p:spPr>
        <p:txBody>
          <a:bodyPr vert="horz" wrap="square" lIns="0" tIns="11430" rIns="0" bIns="0" rtlCol="0">
            <a:spAutoFit/>
          </a:bodyPr>
          <a:lstStyle/>
          <a:p>
            <a:pPr marL="38100">
              <a:lnSpc>
                <a:spcPct val="100000"/>
              </a:lnSpc>
              <a:spcBef>
                <a:spcPts val="90"/>
              </a:spcBef>
            </a:pPr>
            <a:r>
              <a:rPr sz="3375" spc="-15" baseline="-3703" dirty="0">
                <a:latin typeface="Symbol"/>
                <a:cs typeface="Symbol"/>
              </a:rPr>
              <a:t></a:t>
            </a:r>
            <a:r>
              <a:rPr sz="3375" spc="-292" baseline="-3703" dirty="0">
                <a:latin typeface="Times New Roman"/>
                <a:cs typeface="Times New Roman"/>
              </a:rPr>
              <a:t> </a:t>
            </a:r>
            <a:r>
              <a:rPr sz="2250" i="1" spc="130" dirty="0">
                <a:latin typeface="Times New Roman"/>
                <a:cs typeface="Times New Roman"/>
              </a:rPr>
              <a:t>N</a:t>
            </a:r>
            <a:r>
              <a:rPr sz="1950" i="1" spc="195" baseline="-25641" dirty="0">
                <a:latin typeface="Times New Roman"/>
                <a:cs typeface="Times New Roman"/>
              </a:rPr>
              <a:t>p</a:t>
            </a:r>
            <a:r>
              <a:rPr sz="1950" i="1" spc="232" baseline="-25641" dirty="0">
                <a:latin typeface="Times New Roman"/>
                <a:cs typeface="Times New Roman"/>
              </a:rPr>
              <a:t> </a:t>
            </a:r>
            <a:r>
              <a:rPr sz="2250" spc="-10" dirty="0">
                <a:latin typeface="Symbol"/>
                <a:cs typeface="Symbol"/>
              </a:rPr>
              <a:t></a:t>
            </a:r>
            <a:r>
              <a:rPr sz="2250" spc="-200" dirty="0">
                <a:latin typeface="Times New Roman"/>
                <a:cs typeface="Times New Roman"/>
              </a:rPr>
              <a:t> </a:t>
            </a:r>
            <a:r>
              <a:rPr sz="2250" i="1" spc="-10" dirty="0">
                <a:latin typeface="Times New Roman"/>
                <a:cs typeface="Times New Roman"/>
              </a:rPr>
              <a:t>P</a:t>
            </a:r>
            <a:r>
              <a:rPr sz="2250" i="1" spc="-240" dirty="0">
                <a:latin typeface="Times New Roman"/>
                <a:cs typeface="Times New Roman"/>
              </a:rPr>
              <a:t> </a:t>
            </a:r>
            <a:r>
              <a:rPr sz="3375" spc="-15" baseline="-3703" dirty="0">
                <a:latin typeface="Symbol"/>
                <a:cs typeface="Symbol"/>
              </a:rPr>
              <a:t></a:t>
            </a:r>
            <a:r>
              <a:rPr sz="3375" spc="-509" baseline="-3703" dirty="0">
                <a:latin typeface="Times New Roman"/>
                <a:cs typeface="Times New Roman"/>
              </a:rPr>
              <a:t> </a:t>
            </a:r>
            <a:r>
              <a:rPr sz="1950" baseline="14957" dirty="0">
                <a:latin typeface="Times New Roman"/>
                <a:cs typeface="Times New Roman"/>
              </a:rPr>
              <a:t>2</a:t>
            </a:r>
            <a:endParaRPr sz="1950" baseline="14957">
              <a:latin typeface="Times New Roman"/>
              <a:cs typeface="Times New Roman"/>
            </a:endParaRPr>
          </a:p>
        </p:txBody>
      </p:sp>
      <p:sp>
        <p:nvSpPr>
          <p:cNvPr id="13" name="object 13"/>
          <p:cNvSpPr txBox="1"/>
          <p:nvPr/>
        </p:nvSpPr>
        <p:spPr>
          <a:xfrm>
            <a:off x="627396" y="5428589"/>
            <a:ext cx="4095750" cy="367030"/>
          </a:xfrm>
          <a:prstGeom prst="rect">
            <a:avLst/>
          </a:prstGeom>
        </p:spPr>
        <p:txBody>
          <a:bodyPr vert="horz" wrap="square" lIns="0" tIns="11430" rIns="0" bIns="0" rtlCol="0">
            <a:spAutoFit/>
          </a:bodyPr>
          <a:lstStyle/>
          <a:p>
            <a:pPr marL="12700">
              <a:lnSpc>
                <a:spcPct val="100000"/>
              </a:lnSpc>
              <a:spcBef>
                <a:spcPts val="90"/>
              </a:spcBef>
            </a:pPr>
            <a:r>
              <a:rPr sz="2250" spc="-15" dirty="0">
                <a:latin typeface="Times New Roman"/>
                <a:cs typeface="Times New Roman"/>
              </a:rPr>
              <a:t>RMS </a:t>
            </a:r>
            <a:r>
              <a:rPr sz="2250" spc="-25" dirty="0">
                <a:latin typeface="Times New Roman"/>
                <a:cs typeface="Times New Roman"/>
              </a:rPr>
              <a:t>value </a:t>
            </a:r>
            <a:r>
              <a:rPr sz="2250" spc="-5" dirty="0">
                <a:latin typeface="Times New Roman"/>
                <a:cs typeface="Times New Roman"/>
              </a:rPr>
              <a:t>of output </a:t>
            </a:r>
            <a:r>
              <a:rPr sz="2250" spc="-20" dirty="0">
                <a:latin typeface="Times New Roman"/>
                <a:cs typeface="Times New Roman"/>
              </a:rPr>
              <a:t>voltage, </a:t>
            </a:r>
            <a:r>
              <a:rPr sz="2250" i="1" spc="-10" dirty="0">
                <a:latin typeface="Times New Roman"/>
                <a:cs typeface="Times New Roman"/>
              </a:rPr>
              <a:t>V </a:t>
            </a:r>
            <a:r>
              <a:rPr sz="2250" spc="-10" dirty="0">
                <a:latin typeface="Symbol"/>
                <a:cs typeface="Symbol"/>
              </a:rPr>
              <a:t></a:t>
            </a:r>
            <a:r>
              <a:rPr sz="2250" spc="20" dirty="0">
                <a:latin typeface="Times New Roman"/>
                <a:cs typeface="Times New Roman"/>
              </a:rPr>
              <a:t> </a:t>
            </a:r>
            <a:r>
              <a:rPr sz="2250" i="1" spc="-10" dirty="0">
                <a:latin typeface="Times New Roman"/>
                <a:cs typeface="Times New Roman"/>
              </a:rPr>
              <a:t>V</a:t>
            </a:r>
            <a:endParaRPr sz="2250">
              <a:latin typeface="Times New Roman"/>
              <a:cs typeface="Times New Roman"/>
            </a:endParaRPr>
          </a:p>
        </p:txBody>
      </p:sp>
      <p:grpSp>
        <p:nvGrpSpPr>
          <p:cNvPr id="14" name="object 14"/>
          <p:cNvGrpSpPr/>
          <p:nvPr/>
        </p:nvGrpSpPr>
        <p:grpSpPr>
          <a:xfrm>
            <a:off x="838961" y="1467611"/>
            <a:ext cx="3312795" cy="3363595"/>
            <a:chOff x="838961" y="1467611"/>
            <a:chExt cx="3312795" cy="3363595"/>
          </a:xfrm>
        </p:grpSpPr>
        <p:sp>
          <p:nvSpPr>
            <p:cNvPr id="15" name="object 15"/>
            <p:cNvSpPr/>
            <p:nvPr/>
          </p:nvSpPr>
          <p:spPr>
            <a:xfrm>
              <a:off x="847343" y="1732787"/>
              <a:ext cx="3185160" cy="1986280"/>
            </a:xfrm>
            <a:custGeom>
              <a:avLst/>
              <a:gdLst/>
              <a:ahLst/>
              <a:cxnLst/>
              <a:rect l="l" t="t" r="r" b="b"/>
              <a:pathLst>
                <a:path w="3185160" h="1986279">
                  <a:moveTo>
                    <a:pt x="3185159" y="1985771"/>
                  </a:moveTo>
                  <a:lnTo>
                    <a:pt x="3185159" y="993647"/>
                  </a:lnTo>
                </a:path>
                <a:path w="3185160" h="1986279">
                  <a:moveTo>
                    <a:pt x="0" y="0"/>
                  </a:moveTo>
                  <a:lnTo>
                    <a:pt x="199643" y="993647"/>
                  </a:lnTo>
                  <a:lnTo>
                    <a:pt x="399287" y="0"/>
                  </a:lnTo>
                  <a:lnTo>
                    <a:pt x="597407" y="993647"/>
                  </a:lnTo>
                  <a:lnTo>
                    <a:pt x="797051" y="0"/>
                  </a:lnTo>
                  <a:lnTo>
                    <a:pt x="995171" y="993647"/>
                  </a:lnTo>
                  <a:lnTo>
                    <a:pt x="1194815" y="0"/>
                  </a:lnTo>
                  <a:lnTo>
                    <a:pt x="1394459" y="993647"/>
                  </a:lnTo>
                  <a:lnTo>
                    <a:pt x="1592579" y="0"/>
                  </a:lnTo>
                </a:path>
                <a:path w="3185160" h="1986279">
                  <a:moveTo>
                    <a:pt x="1592579" y="1985771"/>
                  </a:moveTo>
                  <a:lnTo>
                    <a:pt x="1792223" y="993647"/>
                  </a:lnTo>
                  <a:lnTo>
                    <a:pt x="1990343" y="1985771"/>
                  </a:lnTo>
                  <a:lnTo>
                    <a:pt x="2189987" y="993647"/>
                  </a:lnTo>
                  <a:lnTo>
                    <a:pt x="2389631" y="1985771"/>
                  </a:lnTo>
                  <a:lnTo>
                    <a:pt x="2587751" y="993647"/>
                  </a:lnTo>
                  <a:lnTo>
                    <a:pt x="2787395" y="1985771"/>
                  </a:lnTo>
                  <a:lnTo>
                    <a:pt x="2985515" y="993647"/>
                  </a:lnTo>
                  <a:lnTo>
                    <a:pt x="3185159" y="1985771"/>
                  </a:lnTo>
                </a:path>
              </a:pathLst>
            </a:custGeom>
            <a:ln w="16763">
              <a:solidFill>
                <a:srgbClr val="0000FF"/>
              </a:solidFill>
            </a:ln>
          </p:spPr>
          <p:txBody>
            <a:bodyPr wrap="square" lIns="0" tIns="0" rIns="0" bIns="0" rtlCol="0"/>
            <a:lstStyle/>
            <a:p>
              <a:endParaRPr/>
            </a:p>
          </p:txBody>
        </p:sp>
        <p:sp>
          <p:nvSpPr>
            <p:cNvPr id="16" name="object 16"/>
            <p:cNvSpPr/>
            <p:nvPr/>
          </p:nvSpPr>
          <p:spPr>
            <a:xfrm>
              <a:off x="847343" y="1533143"/>
              <a:ext cx="3304540" cy="3298190"/>
            </a:xfrm>
            <a:custGeom>
              <a:avLst/>
              <a:gdLst/>
              <a:ahLst/>
              <a:cxnLst/>
              <a:rect l="l" t="t" r="r" b="b"/>
              <a:pathLst>
                <a:path w="3304540" h="3298190">
                  <a:moveTo>
                    <a:pt x="3304031" y="2781299"/>
                  </a:moveTo>
                  <a:lnTo>
                    <a:pt x="19811" y="2781299"/>
                  </a:lnTo>
                </a:path>
                <a:path w="3304540" h="3298190">
                  <a:moveTo>
                    <a:pt x="0" y="0"/>
                  </a:moveTo>
                  <a:lnTo>
                    <a:pt x="0" y="3297935"/>
                  </a:lnTo>
                </a:path>
              </a:pathLst>
            </a:custGeom>
            <a:ln w="10667">
              <a:solidFill>
                <a:srgbClr val="666666"/>
              </a:solidFill>
            </a:ln>
          </p:spPr>
          <p:txBody>
            <a:bodyPr wrap="square" lIns="0" tIns="0" rIns="0" bIns="0" rtlCol="0"/>
            <a:lstStyle/>
            <a:p>
              <a:endParaRPr/>
            </a:p>
          </p:txBody>
        </p:sp>
        <p:sp>
          <p:nvSpPr>
            <p:cNvPr id="17" name="object 17"/>
            <p:cNvSpPr/>
            <p:nvPr/>
          </p:nvSpPr>
          <p:spPr>
            <a:xfrm>
              <a:off x="922020" y="2124455"/>
              <a:ext cx="3035935" cy="2196465"/>
            </a:xfrm>
            <a:custGeom>
              <a:avLst/>
              <a:gdLst/>
              <a:ahLst/>
              <a:cxnLst/>
              <a:rect l="l" t="t" r="r" b="b"/>
              <a:pathLst>
                <a:path w="3035935" h="2196465">
                  <a:moveTo>
                    <a:pt x="10668" y="1761744"/>
                  </a:moveTo>
                  <a:lnTo>
                    <a:pt x="7620" y="1760220"/>
                  </a:lnTo>
                  <a:lnTo>
                    <a:pt x="3048" y="1760220"/>
                  </a:lnTo>
                  <a:lnTo>
                    <a:pt x="0" y="1761744"/>
                  </a:lnTo>
                  <a:lnTo>
                    <a:pt x="0" y="1795272"/>
                  </a:lnTo>
                  <a:lnTo>
                    <a:pt x="3048" y="1798320"/>
                  </a:lnTo>
                  <a:lnTo>
                    <a:pt x="7620" y="1798320"/>
                  </a:lnTo>
                  <a:lnTo>
                    <a:pt x="10668" y="1795272"/>
                  </a:lnTo>
                  <a:lnTo>
                    <a:pt x="10668" y="1761744"/>
                  </a:lnTo>
                  <a:close/>
                </a:path>
                <a:path w="3035935" h="2196465">
                  <a:moveTo>
                    <a:pt x="10668" y="1702308"/>
                  </a:moveTo>
                  <a:lnTo>
                    <a:pt x="7620" y="1699260"/>
                  </a:lnTo>
                  <a:lnTo>
                    <a:pt x="3048" y="1699260"/>
                  </a:lnTo>
                  <a:lnTo>
                    <a:pt x="0" y="1702308"/>
                  </a:lnTo>
                  <a:lnTo>
                    <a:pt x="0" y="1737360"/>
                  </a:lnTo>
                  <a:lnTo>
                    <a:pt x="3048" y="1740408"/>
                  </a:lnTo>
                  <a:lnTo>
                    <a:pt x="7620" y="1740408"/>
                  </a:lnTo>
                  <a:lnTo>
                    <a:pt x="10668" y="1737360"/>
                  </a:lnTo>
                  <a:lnTo>
                    <a:pt x="10668" y="1702308"/>
                  </a:lnTo>
                  <a:close/>
                </a:path>
                <a:path w="3035935" h="2196465">
                  <a:moveTo>
                    <a:pt x="10668" y="1641348"/>
                  </a:moveTo>
                  <a:lnTo>
                    <a:pt x="7620" y="1638300"/>
                  </a:lnTo>
                  <a:lnTo>
                    <a:pt x="3048" y="1638300"/>
                  </a:lnTo>
                  <a:lnTo>
                    <a:pt x="0" y="1641348"/>
                  </a:lnTo>
                  <a:lnTo>
                    <a:pt x="0" y="1676400"/>
                  </a:lnTo>
                  <a:lnTo>
                    <a:pt x="3048" y="1679448"/>
                  </a:lnTo>
                  <a:lnTo>
                    <a:pt x="7620" y="1679448"/>
                  </a:lnTo>
                  <a:lnTo>
                    <a:pt x="10668" y="1676400"/>
                  </a:lnTo>
                  <a:lnTo>
                    <a:pt x="10668" y="1641348"/>
                  </a:lnTo>
                  <a:close/>
                </a:path>
                <a:path w="3035935" h="2196465">
                  <a:moveTo>
                    <a:pt x="10668" y="1580388"/>
                  </a:moveTo>
                  <a:lnTo>
                    <a:pt x="7620" y="1577340"/>
                  </a:lnTo>
                  <a:lnTo>
                    <a:pt x="3048" y="1577340"/>
                  </a:lnTo>
                  <a:lnTo>
                    <a:pt x="0" y="1580388"/>
                  </a:lnTo>
                  <a:lnTo>
                    <a:pt x="0" y="1616964"/>
                  </a:lnTo>
                  <a:lnTo>
                    <a:pt x="3048" y="1618488"/>
                  </a:lnTo>
                  <a:lnTo>
                    <a:pt x="7620" y="1618488"/>
                  </a:lnTo>
                  <a:lnTo>
                    <a:pt x="10668" y="1616964"/>
                  </a:lnTo>
                  <a:lnTo>
                    <a:pt x="10668" y="1580388"/>
                  </a:lnTo>
                  <a:close/>
                </a:path>
                <a:path w="3035935" h="2196465">
                  <a:moveTo>
                    <a:pt x="10668" y="1519428"/>
                  </a:moveTo>
                  <a:lnTo>
                    <a:pt x="7620" y="1517904"/>
                  </a:lnTo>
                  <a:lnTo>
                    <a:pt x="3048" y="1517904"/>
                  </a:lnTo>
                  <a:lnTo>
                    <a:pt x="0" y="1519428"/>
                  </a:lnTo>
                  <a:lnTo>
                    <a:pt x="0" y="1556004"/>
                  </a:lnTo>
                  <a:lnTo>
                    <a:pt x="3048" y="1557528"/>
                  </a:lnTo>
                  <a:lnTo>
                    <a:pt x="7620" y="1557528"/>
                  </a:lnTo>
                  <a:lnTo>
                    <a:pt x="10668" y="1556004"/>
                  </a:lnTo>
                  <a:lnTo>
                    <a:pt x="10668" y="1519428"/>
                  </a:lnTo>
                  <a:close/>
                </a:path>
                <a:path w="3035935" h="2196465">
                  <a:moveTo>
                    <a:pt x="10668" y="1458468"/>
                  </a:moveTo>
                  <a:lnTo>
                    <a:pt x="7620" y="1456944"/>
                  </a:lnTo>
                  <a:lnTo>
                    <a:pt x="3048" y="1456944"/>
                  </a:lnTo>
                  <a:lnTo>
                    <a:pt x="0" y="1458468"/>
                  </a:lnTo>
                  <a:lnTo>
                    <a:pt x="0" y="1495044"/>
                  </a:lnTo>
                  <a:lnTo>
                    <a:pt x="3048" y="1496568"/>
                  </a:lnTo>
                  <a:lnTo>
                    <a:pt x="7620" y="1496568"/>
                  </a:lnTo>
                  <a:lnTo>
                    <a:pt x="10668" y="1495044"/>
                  </a:lnTo>
                  <a:lnTo>
                    <a:pt x="10668" y="1458468"/>
                  </a:lnTo>
                  <a:close/>
                </a:path>
                <a:path w="3035935" h="2196465">
                  <a:moveTo>
                    <a:pt x="10668" y="1397508"/>
                  </a:moveTo>
                  <a:lnTo>
                    <a:pt x="7620" y="1395984"/>
                  </a:lnTo>
                  <a:lnTo>
                    <a:pt x="3048" y="1395984"/>
                  </a:lnTo>
                  <a:lnTo>
                    <a:pt x="0" y="1397508"/>
                  </a:lnTo>
                  <a:lnTo>
                    <a:pt x="0" y="1434084"/>
                  </a:lnTo>
                  <a:lnTo>
                    <a:pt x="3048" y="1437132"/>
                  </a:lnTo>
                  <a:lnTo>
                    <a:pt x="7620" y="1437132"/>
                  </a:lnTo>
                  <a:lnTo>
                    <a:pt x="10668" y="1434084"/>
                  </a:lnTo>
                  <a:lnTo>
                    <a:pt x="10668" y="1397508"/>
                  </a:lnTo>
                  <a:close/>
                </a:path>
                <a:path w="3035935" h="2196465">
                  <a:moveTo>
                    <a:pt x="10668" y="1338072"/>
                  </a:moveTo>
                  <a:lnTo>
                    <a:pt x="7620" y="1335024"/>
                  </a:lnTo>
                  <a:lnTo>
                    <a:pt x="3048" y="1335024"/>
                  </a:lnTo>
                  <a:lnTo>
                    <a:pt x="0" y="1338072"/>
                  </a:lnTo>
                  <a:lnTo>
                    <a:pt x="0" y="1373124"/>
                  </a:lnTo>
                  <a:lnTo>
                    <a:pt x="3048" y="1376172"/>
                  </a:lnTo>
                  <a:lnTo>
                    <a:pt x="7620" y="1376172"/>
                  </a:lnTo>
                  <a:lnTo>
                    <a:pt x="10668" y="1373124"/>
                  </a:lnTo>
                  <a:lnTo>
                    <a:pt x="10668" y="1338072"/>
                  </a:lnTo>
                  <a:close/>
                </a:path>
                <a:path w="3035935" h="2196465">
                  <a:moveTo>
                    <a:pt x="10668" y="1277112"/>
                  </a:moveTo>
                  <a:lnTo>
                    <a:pt x="7620" y="1274064"/>
                  </a:lnTo>
                  <a:lnTo>
                    <a:pt x="3048" y="1274064"/>
                  </a:lnTo>
                  <a:lnTo>
                    <a:pt x="0" y="1277112"/>
                  </a:lnTo>
                  <a:lnTo>
                    <a:pt x="0" y="1312164"/>
                  </a:lnTo>
                  <a:lnTo>
                    <a:pt x="3048" y="1315212"/>
                  </a:lnTo>
                  <a:lnTo>
                    <a:pt x="7620" y="1315212"/>
                  </a:lnTo>
                  <a:lnTo>
                    <a:pt x="10668" y="1312164"/>
                  </a:lnTo>
                  <a:lnTo>
                    <a:pt x="10668" y="1277112"/>
                  </a:lnTo>
                  <a:close/>
                </a:path>
                <a:path w="3035935" h="2196465">
                  <a:moveTo>
                    <a:pt x="10668" y="1216152"/>
                  </a:moveTo>
                  <a:lnTo>
                    <a:pt x="7620" y="1214628"/>
                  </a:lnTo>
                  <a:lnTo>
                    <a:pt x="3048" y="1214628"/>
                  </a:lnTo>
                  <a:lnTo>
                    <a:pt x="0" y="1216152"/>
                  </a:lnTo>
                  <a:lnTo>
                    <a:pt x="0" y="1252728"/>
                  </a:lnTo>
                  <a:lnTo>
                    <a:pt x="3048" y="1254252"/>
                  </a:lnTo>
                  <a:lnTo>
                    <a:pt x="7620" y="1254252"/>
                  </a:lnTo>
                  <a:lnTo>
                    <a:pt x="10668" y="1252728"/>
                  </a:lnTo>
                  <a:lnTo>
                    <a:pt x="10668" y="1216152"/>
                  </a:lnTo>
                  <a:close/>
                </a:path>
                <a:path w="3035935" h="2196465">
                  <a:moveTo>
                    <a:pt x="10668" y="1155192"/>
                  </a:moveTo>
                  <a:lnTo>
                    <a:pt x="7620" y="1153668"/>
                  </a:lnTo>
                  <a:lnTo>
                    <a:pt x="3048" y="1153668"/>
                  </a:lnTo>
                  <a:lnTo>
                    <a:pt x="0" y="1155192"/>
                  </a:lnTo>
                  <a:lnTo>
                    <a:pt x="0" y="1191768"/>
                  </a:lnTo>
                  <a:lnTo>
                    <a:pt x="3048" y="1193292"/>
                  </a:lnTo>
                  <a:lnTo>
                    <a:pt x="7620" y="1193292"/>
                  </a:lnTo>
                  <a:lnTo>
                    <a:pt x="10668" y="1191768"/>
                  </a:lnTo>
                  <a:lnTo>
                    <a:pt x="10668" y="1155192"/>
                  </a:lnTo>
                  <a:close/>
                </a:path>
                <a:path w="3035935" h="2196465">
                  <a:moveTo>
                    <a:pt x="10668" y="1094232"/>
                  </a:moveTo>
                  <a:lnTo>
                    <a:pt x="7620" y="1092708"/>
                  </a:lnTo>
                  <a:lnTo>
                    <a:pt x="3048" y="1092708"/>
                  </a:lnTo>
                  <a:lnTo>
                    <a:pt x="0" y="1094232"/>
                  </a:lnTo>
                  <a:lnTo>
                    <a:pt x="0" y="1130808"/>
                  </a:lnTo>
                  <a:lnTo>
                    <a:pt x="3048" y="1132332"/>
                  </a:lnTo>
                  <a:lnTo>
                    <a:pt x="7620" y="1132332"/>
                  </a:lnTo>
                  <a:lnTo>
                    <a:pt x="10668" y="1130808"/>
                  </a:lnTo>
                  <a:lnTo>
                    <a:pt x="10668" y="1094232"/>
                  </a:lnTo>
                  <a:close/>
                </a:path>
                <a:path w="3035935" h="2196465">
                  <a:moveTo>
                    <a:pt x="10668" y="1034796"/>
                  </a:moveTo>
                  <a:lnTo>
                    <a:pt x="7620" y="1031748"/>
                  </a:lnTo>
                  <a:lnTo>
                    <a:pt x="3048" y="1031748"/>
                  </a:lnTo>
                  <a:lnTo>
                    <a:pt x="0" y="1034796"/>
                  </a:lnTo>
                  <a:lnTo>
                    <a:pt x="0" y="1069848"/>
                  </a:lnTo>
                  <a:lnTo>
                    <a:pt x="3048" y="1072896"/>
                  </a:lnTo>
                  <a:lnTo>
                    <a:pt x="7620" y="1072896"/>
                  </a:lnTo>
                  <a:lnTo>
                    <a:pt x="10668" y="1069848"/>
                  </a:lnTo>
                  <a:lnTo>
                    <a:pt x="10668" y="1034796"/>
                  </a:lnTo>
                  <a:close/>
                </a:path>
                <a:path w="3035935" h="2196465">
                  <a:moveTo>
                    <a:pt x="10668" y="973836"/>
                  </a:moveTo>
                  <a:lnTo>
                    <a:pt x="7620" y="970788"/>
                  </a:lnTo>
                  <a:lnTo>
                    <a:pt x="3048" y="970788"/>
                  </a:lnTo>
                  <a:lnTo>
                    <a:pt x="0" y="973836"/>
                  </a:lnTo>
                  <a:lnTo>
                    <a:pt x="0" y="1008888"/>
                  </a:lnTo>
                  <a:lnTo>
                    <a:pt x="3048" y="1011936"/>
                  </a:lnTo>
                  <a:lnTo>
                    <a:pt x="7620" y="1011936"/>
                  </a:lnTo>
                  <a:lnTo>
                    <a:pt x="10668" y="1008888"/>
                  </a:lnTo>
                  <a:lnTo>
                    <a:pt x="10668" y="973836"/>
                  </a:lnTo>
                  <a:close/>
                </a:path>
                <a:path w="3035935" h="2196465">
                  <a:moveTo>
                    <a:pt x="10668" y="912876"/>
                  </a:moveTo>
                  <a:lnTo>
                    <a:pt x="7620" y="909828"/>
                  </a:lnTo>
                  <a:lnTo>
                    <a:pt x="3048" y="909828"/>
                  </a:lnTo>
                  <a:lnTo>
                    <a:pt x="0" y="912876"/>
                  </a:lnTo>
                  <a:lnTo>
                    <a:pt x="0" y="949452"/>
                  </a:lnTo>
                  <a:lnTo>
                    <a:pt x="3048" y="950976"/>
                  </a:lnTo>
                  <a:lnTo>
                    <a:pt x="7620" y="950976"/>
                  </a:lnTo>
                  <a:lnTo>
                    <a:pt x="10668" y="949452"/>
                  </a:lnTo>
                  <a:lnTo>
                    <a:pt x="10668" y="912876"/>
                  </a:lnTo>
                  <a:close/>
                </a:path>
                <a:path w="3035935" h="2196465">
                  <a:moveTo>
                    <a:pt x="10668" y="851916"/>
                  </a:moveTo>
                  <a:lnTo>
                    <a:pt x="7620" y="850392"/>
                  </a:lnTo>
                  <a:lnTo>
                    <a:pt x="3048" y="850392"/>
                  </a:lnTo>
                  <a:lnTo>
                    <a:pt x="0" y="851916"/>
                  </a:lnTo>
                  <a:lnTo>
                    <a:pt x="0" y="888492"/>
                  </a:lnTo>
                  <a:lnTo>
                    <a:pt x="3048" y="890016"/>
                  </a:lnTo>
                  <a:lnTo>
                    <a:pt x="7620" y="890016"/>
                  </a:lnTo>
                  <a:lnTo>
                    <a:pt x="10668" y="888492"/>
                  </a:lnTo>
                  <a:lnTo>
                    <a:pt x="10668" y="851916"/>
                  </a:lnTo>
                  <a:close/>
                </a:path>
                <a:path w="3035935" h="2196465">
                  <a:moveTo>
                    <a:pt x="10668" y="790956"/>
                  </a:moveTo>
                  <a:lnTo>
                    <a:pt x="7620" y="789432"/>
                  </a:lnTo>
                  <a:lnTo>
                    <a:pt x="3048" y="789432"/>
                  </a:lnTo>
                  <a:lnTo>
                    <a:pt x="0" y="790956"/>
                  </a:lnTo>
                  <a:lnTo>
                    <a:pt x="0" y="827532"/>
                  </a:lnTo>
                  <a:lnTo>
                    <a:pt x="3048" y="829056"/>
                  </a:lnTo>
                  <a:lnTo>
                    <a:pt x="7620" y="829056"/>
                  </a:lnTo>
                  <a:lnTo>
                    <a:pt x="10668" y="827532"/>
                  </a:lnTo>
                  <a:lnTo>
                    <a:pt x="10668" y="790956"/>
                  </a:lnTo>
                  <a:close/>
                </a:path>
                <a:path w="3035935" h="2196465">
                  <a:moveTo>
                    <a:pt x="10668" y="729996"/>
                  </a:moveTo>
                  <a:lnTo>
                    <a:pt x="7620" y="728472"/>
                  </a:lnTo>
                  <a:lnTo>
                    <a:pt x="3048" y="728472"/>
                  </a:lnTo>
                  <a:lnTo>
                    <a:pt x="0" y="729996"/>
                  </a:lnTo>
                  <a:lnTo>
                    <a:pt x="0" y="766572"/>
                  </a:lnTo>
                  <a:lnTo>
                    <a:pt x="3048" y="769620"/>
                  </a:lnTo>
                  <a:lnTo>
                    <a:pt x="7620" y="769620"/>
                  </a:lnTo>
                  <a:lnTo>
                    <a:pt x="10668" y="766572"/>
                  </a:lnTo>
                  <a:lnTo>
                    <a:pt x="10668" y="729996"/>
                  </a:lnTo>
                  <a:close/>
                </a:path>
                <a:path w="3035935" h="2196465">
                  <a:moveTo>
                    <a:pt x="10668" y="670560"/>
                  </a:moveTo>
                  <a:lnTo>
                    <a:pt x="7620" y="667512"/>
                  </a:lnTo>
                  <a:lnTo>
                    <a:pt x="3048" y="667512"/>
                  </a:lnTo>
                  <a:lnTo>
                    <a:pt x="0" y="670560"/>
                  </a:lnTo>
                  <a:lnTo>
                    <a:pt x="0" y="705612"/>
                  </a:lnTo>
                  <a:lnTo>
                    <a:pt x="3048" y="708660"/>
                  </a:lnTo>
                  <a:lnTo>
                    <a:pt x="7620" y="708660"/>
                  </a:lnTo>
                  <a:lnTo>
                    <a:pt x="10668" y="705612"/>
                  </a:lnTo>
                  <a:lnTo>
                    <a:pt x="10668" y="670560"/>
                  </a:lnTo>
                  <a:close/>
                </a:path>
                <a:path w="3035935" h="2196465">
                  <a:moveTo>
                    <a:pt x="10668" y="609600"/>
                  </a:moveTo>
                  <a:lnTo>
                    <a:pt x="7620" y="606552"/>
                  </a:lnTo>
                  <a:lnTo>
                    <a:pt x="3048" y="606552"/>
                  </a:lnTo>
                  <a:lnTo>
                    <a:pt x="0" y="609600"/>
                  </a:lnTo>
                  <a:lnTo>
                    <a:pt x="0" y="644652"/>
                  </a:lnTo>
                  <a:lnTo>
                    <a:pt x="3048" y="647700"/>
                  </a:lnTo>
                  <a:lnTo>
                    <a:pt x="7620" y="647700"/>
                  </a:lnTo>
                  <a:lnTo>
                    <a:pt x="10668" y="644652"/>
                  </a:lnTo>
                  <a:lnTo>
                    <a:pt x="10668" y="609600"/>
                  </a:lnTo>
                  <a:close/>
                </a:path>
                <a:path w="3035935" h="2196465">
                  <a:moveTo>
                    <a:pt x="10668" y="548640"/>
                  </a:moveTo>
                  <a:lnTo>
                    <a:pt x="7620" y="547116"/>
                  </a:lnTo>
                  <a:lnTo>
                    <a:pt x="3048" y="547116"/>
                  </a:lnTo>
                  <a:lnTo>
                    <a:pt x="0" y="548640"/>
                  </a:lnTo>
                  <a:lnTo>
                    <a:pt x="0" y="585216"/>
                  </a:lnTo>
                  <a:lnTo>
                    <a:pt x="3048" y="586740"/>
                  </a:lnTo>
                  <a:lnTo>
                    <a:pt x="7620" y="586740"/>
                  </a:lnTo>
                  <a:lnTo>
                    <a:pt x="10668" y="585216"/>
                  </a:lnTo>
                  <a:lnTo>
                    <a:pt x="10668" y="548640"/>
                  </a:lnTo>
                  <a:close/>
                </a:path>
                <a:path w="3035935" h="2196465">
                  <a:moveTo>
                    <a:pt x="10668" y="487680"/>
                  </a:moveTo>
                  <a:lnTo>
                    <a:pt x="7620" y="486156"/>
                  </a:lnTo>
                  <a:lnTo>
                    <a:pt x="3048" y="486156"/>
                  </a:lnTo>
                  <a:lnTo>
                    <a:pt x="0" y="487680"/>
                  </a:lnTo>
                  <a:lnTo>
                    <a:pt x="0" y="524256"/>
                  </a:lnTo>
                  <a:lnTo>
                    <a:pt x="3048" y="525780"/>
                  </a:lnTo>
                  <a:lnTo>
                    <a:pt x="7620" y="525780"/>
                  </a:lnTo>
                  <a:lnTo>
                    <a:pt x="10668" y="524256"/>
                  </a:lnTo>
                  <a:lnTo>
                    <a:pt x="10668" y="487680"/>
                  </a:lnTo>
                  <a:close/>
                </a:path>
                <a:path w="3035935" h="2196465">
                  <a:moveTo>
                    <a:pt x="10668" y="426720"/>
                  </a:moveTo>
                  <a:lnTo>
                    <a:pt x="7620" y="425196"/>
                  </a:lnTo>
                  <a:lnTo>
                    <a:pt x="3048" y="425196"/>
                  </a:lnTo>
                  <a:lnTo>
                    <a:pt x="0" y="426720"/>
                  </a:lnTo>
                  <a:lnTo>
                    <a:pt x="0" y="463296"/>
                  </a:lnTo>
                  <a:lnTo>
                    <a:pt x="3048" y="464820"/>
                  </a:lnTo>
                  <a:lnTo>
                    <a:pt x="7620" y="464820"/>
                  </a:lnTo>
                  <a:lnTo>
                    <a:pt x="10668" y="463296"/>
                  </a:lnTo>
                  <a:lnTo>
                    <a:pt x="10668" y="426720"/>
                  </a:lnTo>
                  <a:close/>
                </a:path>
                <a:path w="3035935" h="2196465">
                  <a:moveTo>
                    <a:pt x="10668" y="367284"/>
                  </a:moveTo>
                  <a:lnTo>
                    <a:pt x="7620" y="364236"/>
                  </a:lnTo>
                  <a:lnTo>
                    <a:pt x="3048" y="364236"/>
                  </a:lnTo>
                  <a:lnTo>
                    <a:pt x="0" y="367284"/>
                  </a:lnTo>
                  <a:lnTo>
                    <a:pt x="0" y="402336"/>
                  </a:lnTo>
                  <a:lnTo>
                    <a:pt x="3048" y="405384"/>
                  </a:lnTo>
                  <a:lnTo>
                    <a:pt x="7620" y="405384"/>
                  </a:lnTo>
                  <a:lnTo>
                    <a:pt x="10668" y="402336"/>
                  </a:lnTo>
                  <a:lnTo>
                    <a:pt x="10668" y="367284"/>
                  </a:lnTo>
                  <a:close/>
                </a:path>
                <a:path w="3035935" h="2196465">
                  <a:moveTo>
                    <a:pt x="10668" y="306324"/>
                  </a:moveTo>
                  <a:lnTo>
                    <a:pt x="7620" y="303276"/>
                  </a:lnTo>
                  <a:lnTo>
                    <a:pt x="3048" y="303276"/>
                  </a:lnTo>
                  <a:lnTo>
                    <a:pt x="0" y="306324"/>
                  </a:lnTo>
                  <a:lnTo>
                    <a:pt x="0" y="341376"/>
                  </a:lnTo>
                  <a:lnTo>
                    <a:pt x="3048" y="344424"/>
                  </a:lnTo>
                  <a:lnTo>
                    <a:pt x="7620" y="344424"/>
                  </a:lnTo>
                  <a:lnTo>
                    <a:pt x="10668" y="341376"/>
                  </a:lnTo>
                  <a:lnTo>
                    <a:pt x="10668" y="306324"/>
                  </a:lnTo>
                  <a:close/>
                </a:path>
                <a:path w="3035935" h="2196465">
                  <a:moveTo>
                    <a:pt x="10668" y="245364"/>
                  </a:moveTo>
                  <a:lnTo>
                    <a:pt x="7620" y="242316"/>
                  </a:lnTo>
                  <a:lnTo>
                    <a:pt x="3048" y="242316"/>
                  </a:lnTo>
                  <a:lnTo>
                    <a:pt x="0" y="245364"/>
                  </a:lnTo>
                  <a:lnTo>
                    <a:pt x="0" y="281940"/>
                  </a:lnTo>
                  <a:lnTo>
                    <a:pt x="3048" y="283464"/>
                  </a:lnTo>
                  <a:lnTo>
                    <a:pt x="7620" y="283464"/>
                  </a:lnTo>
                  <a:lnTo>
                    <a:pt x="10668" y="281940"/>
                  </a:lnTo>
                  <a:lnTo>
                    <a:pt x="10668" y="245364"/>
                  </a:lnTo>
                  <a:close/>
                </a:path>
                <a:path w="3035935" h="2196465">
                  <a:moveTo>
                    <a:pt x="10668" y="184404"/>
                  </a:moveTo>
                  <a:lnTo>
                    <a:pt x="7620" y="182880"/>
                  </a:lnTo>
                  <a:lnTo>
                    <a:pt x="3048" y="182880"/>
                  </a:lnTo>
                  <a:lnTo>
                    <a:pt x="0" y="184404"/>
                  </a:lnTo>
                  <a:lnTo>
                    <a:pt x="0" y="220980"/>
                  </a:lnTo>
                  <a:lnTo>
                    <a:pt x="3048" y="222504"/>
                  </a:lnTo>
                  <a:lnTo>
                    <a:pt x="7620" y="222504"/>
                  </a:lnTo>
                  <a:lnTo>
                    <a:pt x="10668" y="220980"/>
                  </a:lnTo>
                  <a:lnTo>
                    <a:pt x="10668" y="184404"/>
                  </a:lnTo>
                  <a:close/>
                </a:path>
                <a:path w="3035935" h="2196465">
                  <a:moveTo>
                    <a:pt x="10668" y="123444"/>
                  </a:moveTo>
                  <a:lnTo>
                    <a:pt x="7620" y="121920"/>
                  </a:lnTo>
                  <a:lnTo>
                    <a:pt x="3048" y="121920"/>
                  </a:lnTo>
                  <a:lnTo>
                    <a:pt x="0" y="123444"/>
                  </a:lnTo>
                  <a:lnTo>
                    <a:pt x="0" y="160020"/>
                  </a:lnTo>
                  <a:lnTo>
                    <a:pt x="3048" y="161544"/>
                  </a:lnTo>
                  <a:lnTo>
                    <a:pt x="7620" y="161544"/>
                  </a:lnTo>
                  <a:lnTo>
                    <a:pt x="10668" y="160020"/>
                  </a:lnTo>
                  <a:lnTo>
                    <a:pt x="10668" y="123444"/>
                  </a:lnTo>
                  <a:close/>
                </a:path>
                <a:path w="3035935" h="2196465">
                  <a:moveTo>
                    <a:pt x="10668" y="62484"/>
                  </a:moveTo>
                  <a:lnTo>
                    <a:pt x="7620" y="60960"/>
                  </a:lnTo>
                  <a:lnTo>
                    <a:pt x="3048" y="60960"/>
                  </a:lnTo>
                  <a:lnTo>
                    <a:pt x="0" y="62484"/>
                  </a:lnTo>
                  <a:lnTo>
                    <a:pt x="0" y="99060"/>
                  </a:lnTo>
                  <a:lnTo>
                    <a:pt x="3048" y="102108"/>
                  </a:lnTo>
                  <a:lnTo>
                    <a:pt x="7620" y="102108"/>
                  </a:lnTo>
                  <a:lnTo>
                    <a:pt x="10668" y="99060"/>
                  </a:lnTo>
                  <a:lnTo>
                    <a:pt x="10668" y="62484"/>
                  </a:lnTo>
                  <a:close/>
                </a:path>
                <a:path w="3035935" h="2196465">
                  <a:moveTo>
                    <a:pt x="10668" y="3048"/>
                  </a:moveTo>
                  <a:lnTo>
                    <a:pt x="7620" y="0"/>
                  </a:lnTo>
                  <a:lnTo>
                    <a:pt x="3048" y="0"/>
                  </a:lnTo>
                  <a:lnTo>
                    <a:pt x="0" y="3048"/>
                  </a:lnTo>
                  <a:lnTo>
                    <a:pt x="0" y="38100"/>
                  </a:lnTo>
                  <a:lnTo>
                    <a:pt x="3048" y="41148"/>
                  </a:lnTo>
                  <a:lnTo>
                    <a:pt x="7620" y="41148"/>
                  </a:lnTo>
                  <a:lnTo>
                    <a:pt x="10668" y="38100"/>
                  </a:lnTo>
                  <a:lnTo>
                    <a:pt x="10668" y="3048"/>
                  </a:lnTo>
                  <a:close/>
                </a:path>
                <a:path w="3035935" h="2196465">
                  <a:moveTo>
                    <a:pt x="249936" y="1761744"/>
                  </a:moveTo>
                  <a:lnTo>
                    <a:pt x="246888" y="1760220"/>
                  </a:lnTo>
                  <a:lnTo>
                    <a:pt x="240792" y="1760220"/>
                  </a:lnTo>
                  <a:lnTo>
                    <a:pt x="239268" y="1761744"/>
                  </a:lnTo>
                  <a:lnTo>
                    <a:pt x="239268" y="1795272"/>
                  </a:lnTo>
                  <a:lnTo>
                    <a:pt x="240792" y="1798320"/>
                  </a:lnTo>
                  <a:lnTo>
                    <a:pt x="246888" y="1798320"/>
                  </a:lnTo>
                  <a:lnTo>
                    <a:pt x="249936" y="1795272"/>
                  </a:lnTo>
                  <a:lnTo>
                    <a:pt x="249936" y="1761744"/>
                  </a:lnTo>
                  <a:close/>
                </a:path>
                <a:path w="3035935" h="2196465">
                  <a:moveTo>
                    <a:pt x="249936" y="1702308"/>
                  </a:moveTo>
                  <a:lnTo>
                    <a:pt x="246888" y="1699260"/>
                  </a:lnTo>
                  <a:lnTo>
                    <a:pt x="240792" y="1699260"/>
                  </a:lnTo>
                  <a:lnTo>
                    <a:pt x="239268" y="1702308"/>
                  </a:lnTo>
                  <a:lnTo>
                    <a:pt x="239268" y="1737360"/>
                  </a:lnTo>
                  <a:lnTo>
                    <a:pt x="240792" y="1740408"/>
                  </a:lnTo>
                  <a:lnTo>
                    <a:pt x="246888" y="1740408"/>
                  </a:lnTo>
                  <a:lnTo>
                    <a:pt x="249936" y="1737360"/>
                  </a:lnTo>
                  <a:lnTo>
                    <a:pt x="249936" y="1702308"/>
                  </a:lnTo>
                  <a:close/>
                </a:path>
                <a:path w="3035935" h="2196465">
                  <a:moveTo>
                    <a:pt x="249936" y="1641348"/>
                  </a:moveTo>
                  <a:lnTo>
                    <a:pt x="246888" y="1638300"/>
                  </a:lnTo>
                  <a:lnTo>
                    <a:pt x="240792" y="1638300"/>
                  </a:lnTo>
                  <a:lnTo>
                    <a:pt x="239268" y="1641348"/>
                  </a:lnTo>
                  <a:lnTo>
                    <a:pt x="239268" y="1676400"/>
                  </a:lnTo>
                  <a:lnTo>
                    <a:pt x="240792" y="1679448"/>
                  </a:lnTo>
                  <a:lnTo>
                    <a:pt x="246888" y="1679448"/>
                  </a:lnTo>
                  <a:lnTo>
                    <a:pt x="249936" y="1676400"/>
                  </a:lnTo>
                  <a:lnTo>
                    <a:pt x="249936" y="1641348"/>
                  </a:lnTo>
                  <a:close/>
                </a:path>
                <a:path w="3035935" h="2196465">
                  <a:moveTo>
                    <a:pt x="249936" y="1580388"/>
                  </a:moveTo>
                  <a:lnTo>
                    <a:pt x="246888" y="1577340"/>
                  </a:lnTo>
                  <a:lnTo>
                    <a:pt x="240792" y="1577340"/>
                  </a:lnTo>
                  <a:lnTo>
                    <a:pt x="239268" y="1580388"/>
                  </a:lnTo>
                  <a:lnTo>
                    <a:pt x="239268" y="1616964"/>
                  </a:lnTo>
                  <a:lnTo>
                    <a:pt x="240792" y="1618488"/>
                  </a:lnTo>
                  <a:lnTo>
                    <a:pt x="246888" y="1618488"/>
                  </a:lnTo>
                  <a:lnTo>
                    <a:pt x="249936" y="1616964"/>
                  </a:lnTo>
                  <a:lnTo>
                    <a:pt x="249936" y="1580388"/>
                  </a:lnTo>
                  <a:close/>
                </a:path>
                <a:path w="3035935" h="2196465">
                  <a:moveTo>
                    <a:pt x="249936" y="1519428"/>
                  </a:moveTo>
                  <a:lnTo>
                    <a:pt x="246888" y="1517904"/>
                  </a:lnTo>
                  <a:lnTo>
                    <a:pt x="240792" y="1517904"/>
                  </a:lnTo>
                  <a:lnTo>
                    <a:pt x="239268" y="1519428"/>
                  </a:lnTo>
                  <a:lnTo>
                    <a:pt x="239268" y="1556004"/>
                  </a:lnTo>
                  <a:lnTo>
                    <a:pt x="240792" y="1557528"/>
                  </a:lnTo>
                  <a:lnTo>
                    <a:pt x="246888" y="1557528"/>
                  </a:lnTo>
                  <a:lnTo>
                    <a:pt x="249936" y="1556004"/>
                  </a:lnTo>
                  <a:lnTo>
                    <a:pt x="249936" y="1519428"/>
                  </a:lnTo>
                  <a:close/>
                </a:path>
                <a:path w="3035935" h="2196465">
                  <a:moveTo>
                    <a:pt x="249936" y="1458468"/>
                  </a:moveTo>
                  <a:lnTo>
                    <a:pt x="246888" y="1456944"/>
                  </a:lnTo>
                  <a:lnTo>
                    <a:pt x="240792" y="1456944"/>
                  </a:lnTo>
                  <a:lnTo>
                    <a:pt x="239268" y="1458468"/>
                  </a:lnTo>
                  <a:lnTo>
                    <a:pt x="239268" y="1495044"/>
                  </a:lnTo>
                  <a:lnTo>
                    <a:pt x="240792" y="1496568"/>
                  </a:lnTo>
                  <a:lnTo>
                    <a:pt x="246888" y="1496568"/>
                  </a:lnTo>
                  <a:lnTo>
                    <a:pt x="249936" y="1495044"/>
                  </a:lnTo>
                  <a:lnTo>
                    <a:pt x="249936" y="1458468"/>
                  </a:lnTo>
                  <a:close/>
                </a:path>
                <a:path w="3035935" h="2196465">
                  <a:moveTo>
                    <a:pt x="249936" y="1397508"/>
                  </a:moveTo>
                  <a:lnTo>
                    <a:pt x="246888" y="1395984"/>
                  </a:lnTo>
                  <a:lnTo>
                    <a:pt x="240792" y="1395984"/>
                  </a:lnTo>
                  <a:lnTo>
                    <a:pt x="239268" y="1397508"/>
                  </a:lnTo>
                  <a:lnTo>
                    <a:pt x="239268" y="1434084"/>
                  </a:lnTo>
                  <a:lnTo>
                    <a:pt x="240792" y="1437132"/>
                  </a:lnTo>
                  <a:lnTo>
                    <a:pt x="246888" y="1437132"/>
                  </a:lnTo>
                  <a:lnTo>
                    <a:pt x="249936" y="1434084"/>
                  </a:lnTo>
                  <a:lnTo>
                    <a:pt x="249936" y="1397508"/>
                  </a:lnTo>
                  <a:close/>
                </a:path>
                <a:path w="3035935" h="2196465">
                  <a:moveTo>
                    <a:pt x="249936" y="1338072"/>
                  </a:moveTo>
                  <a:lnTo>
                    <a:pt x="246888" y="1335024"/>
                  </a:lnTo>
                  <a:lnTo>
                    <a:pt x="240792" y="1335024"/>
                  </a:lnTo>
                  <a:lnTo>
                    <a:pt x="239268" y="1338072"/>
                  </a:lnTo>
                  <a:lnTo>
                    <a:pt x="239268" y="1373124"/>
                  </a:lnTo>
                  <a:lnTo>
                    <a:pt x="240792" y="1376172"/>
                  </a:lnTo>
                  <a:lnTo>
                    <a:pt x="246888" y="1376172"/>
                  </a:lnTo>
                  <a:lnTo>
                    <a:pt x="249936" y="1373124"/>
                  </a:lnTo>
                  <a:lnTo>
                    <a:pt x="249936" y="1338072"/>
                  </a:lnTo>
                  <a:close/>
                </a:path>
                <a:path w="3035935" h="2196465">
                  <a:moveTo>
                    <a:pt x="249936" y="1277112"/>
                  </a:moveTo>
                  <a:lnTo>
                    <a:pt x="246888" y="1274064"/>
                  </a:lnTo>
                  <a:lnTo>
                    <a:pt x="240792" y="1274064"/>
                  </a:lnTo>
                  <a:lnTo>
                    <a:pt x="239268" y="1277112"/>
                  </a:lnTo>
                  <a:lnTo>
                    <a:pt x="239268" y="1312164"/>
                  </a:lnTo>
                  <a:lnTo>
                    <a:pt x="240792" y="1315212"/>
                  </a:lnTo>
                  <a:lnTo>
                    <a:pt x="246888" y="1315212"/>
                  </a:lnTo>
                  <a:lnTo>
                    <a:pt x="249936" y="1312164"/>
                  </a:lnTo>
                  <a:lnTo>
                    <a:pt x="249936" y="1277112"/>
                  </a:lnTo>
                  <a:close/>
                </a:path>
                <a:path w="3035935" h="2196465">
                  <a:moveTo>
                    <a:pt x="249936" y="1216152"/>
                  </a:moveTo>
                  <a:lnTo>
                    <a:pt x="246888" y="1214628"/>
                  </a:lnTo>
                  <a:lnTo>
                    <a:pt x="240792" y="1214628"/>
                  </a:lnTo>
                  <a:lnTo>
                    <a:pt x="239268" y="1216152"/>
                  </a:lnTo>
                  <a:lnTo>
                    <a:pt x="239268" y="1252728"/>
                  </a:lnTo>
                  <a:lnTo>
                    <a:pt x="240792" y="1254252"/>
                  </a:lnTo>
                  <a:lnTo>
                    <a:pt x="246888" y="1254252"/>
                  </a:lnTo>
                  <a:lnTo>
                    <a:pt x="249936" y="1252728"/>
                  </a:lnTo>
                  <a:lnTo>
                    <a:pt x="249936" y="1216152"/>
                  </a:lnTo>
                  <a:close/>
                </a:path>
                <a:path w="3035935" h="2196465">
                  <a:moveTo>
                    <a:pt x="249936" y="1155192"/>
                  </a:moveTo>
                  <a:lnTo>
                    <a:pt x="246888" y="1153668"/>
                  </a:lnTo>
                  <a:lnTo>
                    <a:pt x="240792" y="1153668"/>
                  </a:lnTo>
                  <a:lnTo>
                    <a:pt x="239268" y="1155192"/>
                  </a:lnTo>
                  <a:lnTo>
                    <a:pt x="239268" y="1191768"/>
                  </a:lnTo>
                  <a:lnTo>
                    <a:pt x="240792" y="1193292"/>
                  </a:lnTo>
                  <a:lnTo>
                    <a:pt x="246888" y="1193292"/>
                  </a:lnTo>
                  <a:lnTo>
                    <a:pt x="249936" y="1191768"/>
                  </a:lnTo>
                  <a:lnTo>
                    <a:pt x="249936" y="1155192"/>
                  </a:lnTo>
                  <a:close/>
                </a:path>
                <a:path w="3035935" h="2196465">
                  <a:moveTo>
                    <a:pt x="249936" y="1094232"/>
                  </a:moveTo>
                  <a:lnTo>
                    <a:pt x="246888" y="1092708"/>
                  </a:lnTo>
                  <a:lnTo>
                    <a:pt x="240792" y="1092708"/>
                  </a:lnTo>
                  <a:lnTo>
                    <a:pt x="239268" y="1094232"/>
                  </a:lnTo>
                  <a:lnTo>
                    <a:pt x="239268" y="1130808"/>
                  </a:lnTo>
                  <a:lnTo>
                    <a:pt x="240792" y="1132332"/>
                  </a:lnTo>
                  <a:lnTo>
                    <a:pt x="246888" y="1132332"/>
                  </a:lnTo>
                  <a:lnTo>
                    <a:pt x="249936" y="1130808"/>
                  </a:lnTo>
                  <a:lnTo>
                    <a:pt x="249936" y="1094232"/>
                  </a:lnTo>
                  <a:close/>
                </a:path>
                <a:path w="3035935" h="2196465">
                  <a:moveTo>
                    <a:pt x="249936" y="1034796"/>
                  </a:moveTo>
                  <a:lnTo>
                    <a:pt x="246888" y="1031748"/>
                  </a:lnTo>
                  <a:lnTo>
                    <a:pt x="240792" y="1031748"/>
                  </a:lnTo>
                  <a:lnTo>
                    <a:pt x="239268" y="1034796"/>
                  </a:lnTo>
                  <a:lnTo>
                    <a:pt x="239268" y="1069848"/>
                  </a:lnTo>
                  <a:lnTo>
                    <a:pt x="240792" y="1072896"/>
                  </a:lnTo>
                  <a:lnTo>
                    <a:pt x="246888" y="1072896"/>
                  </a:lnTo>
                  <a:lnTo>
                    <a:pt x="249936" y="1069848"/>
                  </a:lnTo>
                  <a:lnTo>
                    <a:pt x="249936" y="1034796"/>
                  </a:lnTo>
                  <a:close/>
                </a:path>
                <a:path w="3035935" h="2196465">
                  <a:moveTo>
                    <a:pt x="249936" y="973836"/>
                  </a:moveTo>
                  <a:lnTo>
                    <a:pt x="246888" y="970788"/>
                  </a:lnTo>
                  <a:lnTo>
                    <a:pt x="240792" y="970788"/>
                  </a:lnTo>
                  <a:lnTo>
                    <a:pt x="239268" y="973836"/>
                  </a:lnTo>
                  <a:lnTo>
                    <a:pt x="239268" y="1008888"/>
                  </a:lnTo>
                  <a:lnTo>
                    <a:pt x="240792" y="1011936"/>
                  </a:lnTo>
                  <a:lnTo>
                    <a:pt x="246888" y="1011936"/>
                  </a:lnTo>
                  <a:lnTo>
                    <a:pt x="249936" y="1008888"/>
                  </a:lnTo>
                  <a:lnTo>
                    <a:pt x="249936" y="973836"/>
                  </a:lnTo>
                  <a:close/>
                </a:path>
                <a:path w="3035935" h="2196465">
                  <a:moveTo>
                    <a:pt x="249936" y="912876"/>
                  </a:moveTo>
                  <a:lnTo>
                    <a:pt x="246888" y="909828"/>
                  </a:lnTo>
                  <a:lnTo>
                    <a:pt x="240792" y="909828"/>
                  </a:lnTo>
                  <a:lnTo>
                    <a:pt x="239268" y="912876"/>
                  </a:lnTo>
                  <a:lnTo>
                    <a:pt x="239268" y="949452"/>
                  </a:lnTo>
                  <a:lnTo>
                    <a:pt x="240792" y="950976"/>
                  </a:lnTo>
                  <a:lnTo>
                    <a:pt x="246888" y="950976"/>
                  </a:lnTo>
                  <a:lnTo>
                    <a:pt x="249936" y="949452"/>
                  </a:lnTo>
                  <a:lnTo>
                    <a:pt x="249936" y="912876"/>
                  </a:lnTo>
                  <a:close/>
                </a:path>
                <a:path w="3035935" h="2196465">
                  <a:moveTo>
                    <a:pt x="249936" y="851916"/>
                  </a:moveTo>
                  <a:lnTo>
                    <a:pt x="246888" y="850392"/>
                  </a:lnTo>
                  <a:lnTo>
                    <a:pt x="240792" y="850392"/>
                  </a:lnTo>
                  <a:lnTo>
                    <a:pt x="239268" y="851916"/>
                  </a:lnTo>
                  <a:lnTo>
                    <a:pt x="239268" y="888492"/>
                  </a:lnTo>
                  <a:lnTo>
                    <a:pt x="240792" y="890016"/>
                  </a:lnTo>
                  <a:lnTo>
                    <a:pt x="246888" y="890016"/>
                  </a:lnTo>
                  <a:lnTo>
                    <a:pt x="249936" y="888492"/>
                  </a:lnTo>
                  <a:lnTo>
                    <a:pt x="249936" y="851916"/>
                  </a:lnTo>
                  <a:close/>
                </a:path>
                <a:path w="3035935" h="2196465">
                  <a:moveTo>
                    <a:pt x="249936" y="790956"/>
                  </a:moveTo>
                  <a:lnTo>
                    <a:pt x="246888" y="789432"/>
                  </a:lnTo>
                  <a:lnTo>
                    <a:pt x="240792" y="789432"/>
                  </a:lnTo>
                  <a:lnTo>
                    <a:pt x="239268" y="790956"/>
                  </a:lnTo>
                  <a:lnTo>
                    <a:pt x="239268" y="827532"/>
                  </a:lnTo>
                  <a:lnTo>
                    <a:pt x="240792" y="829056"/>
                  </a:lnTo>
                  <a:lnTo>
                    <a:pt x="246888" y="829056"/>
                  </a:lnTo>
                  <a:lnTo>
                    <a:pt x="249936" y="827532"/>
                  </a:lnTo>
                  <a:lnTo>
                    <a:pt x="249936" y="790956"/>
                  </a:lnTo>
                  <a:close/>
                </a:path>
                <a:path w="3035935" h="2196465">
                  <a:moveTo>
                    <a:pt x="249936" y="729996"/>
                  </a:moveTo>
                  <a:lnTo>
                    <a:pt x="246888" y="728472"/>
                  </a:lnTo>
                  <a:lnTo>
                    <a:pt x="240792" y="728472"/>
                  </a:lnTo>
                  <a:lnTo>
                    <a:pt x="239268" y="729996"/>
                  </a:lnTo>
                  <a:lnTo>
                    <a:pt x="239268" y="766572"/>
                  </a:lnTo>
                  <a:lnTo>
                    <a:pt x="240792" y="769620"/>
                  </a:lnTo>
                  <a:lnTo>
                    <a:pt x="246888" y="769620"/>
                  </a:lnTo>
                  <a:lnTo>
                    <a:pt x="249936" y="766572"/>
                  </a:lnTo>
                  <a:lnTo>
                    <a:pt x="249936" y="729996"/>
                  </a:lnTo>
                  <a:close/>
                </a:path>
                <a:path w="3035935" h="2196465">
                  <a:moveTo>
                    <a:pt x="249936" y="670560"/>
                  </a:moveTo>
                  <a:lnTo>
                    <a:pt x="246888" y="667512"/>
                  </a:lnTo>
                  <a:lnTo>
                    <a:pt x="240792" y="667512"/>
                  </a:lnTo>
                  <a:lnTo>
                    <a:pt x="239268" y="670560"/>
                  </a:lnTo>
                  <a:lnTo>
                    <a:pt x="239268" y="705612"/>
                  </a:lnTo>
                  <a:lnTo>
                    <a:pt x="240792" y="708660"/>
                  </a:lnTo>
                  <a:lnTo>
                    <a:pt x="246888" y="708660"/>
                  </a:lnTo>
                  <a:lnTo>
                    <a:pt x="249936" y="705612"/>
                  </a:lnTo>
                  <a:lnTo>
                    <a:pt x="249936" y="670560"/>
                  </a:lnTo>
                  <a:close/>
                </a:path>
                <a:path w="3035935" h="2196465">
                  <a:moveTo>
                    <a:pt x="249936" y="609600"/>
                  </a:moveTo>
                  <a:lnTo>
                    <a:pt x="246888" y="606552"/>
                  </a:lnTo>
                  <a:lnTo>
                    <a:pt x="240792" y="606552"/>
                  </a:lnTo>
                  <a:lnTo>
                    <a:pt x="239268" y="609600"/>
                  </a:lnTo>
                  <a:lnTo>
                    <a:pt x="239268" y="644652"/>
                  </a:lnTo>
                  <a:lnTo>
                    <a:pt x="240792" y="647700"/>
                  </a:lnTo>
                  <a:lnTo>
                    <a:pt x="246888" y="647700"/>
                  </a:lnTo>
                  <a:lnTo>
                    <a:pt x="249936" y="644652"/>
                  </a:lnTo>
                  <a:lnTo>
                    <a:pt x="249936" y="609600"/>
                  </a:lnTo>
                  <a:close/>
                </a:path>
                <a:path w="3035935" h="2196465">
                  <a:moveTo>
                    <a:pt x="249936" y="548640"/>
                  </a:moveTo>
                  <a:lnTo>
                    <a:pt x="246888" y="547116"/>
                  </a:lnTo>
                  <a:lnTo>
                    <a:pt x="240792" y="547116"/>
                  </a:lnTo>
                  <a:lnTo>
                    <a:pt x="239268" y="548640"/>
                  </a:lnTo>
                  <a:lnTo>
                    <a:pt x="239268" y="585216"/>
                  </a:lnTo>
                  <a:lnTo>
                    <a:pt x="240792" y="586740"/>
                  </a:lnTo>
                  <a:lnTo>
                    <a:pt x="246888" y="586740"/>
                  </a:lnTo>
                  <a:lnTo>
                    <a:pt x="249936" y="585216"/>
                  </a:lnTo>
                  <a:lnTo>
                    <a:pt x="249936" y="548640"/>
                  </a:lnTo>
                  <a:close/>
                </a:path>
                <a:path w="3035935" h="2196465">
                  <a:moveTo>
                    <a:pt x="249936" y="487680"/>
                  </a:moveTo>
                  <a:lnTo>
                    <a:pt x="246888" y="486156"/>
                  </a:lnTo>
                  <a:lnTo>
                    <a:pt x="240792" y="486156"/>
                  </a:lnTo>
                  <a:lnTo>
                    <a:pt x="239268" y="487680"/>
                  </a:lnTo>
                  <a:lnTo>
                    <a:pt x="239268" y="524256"/>
                  </a:lnTo>
                  <a:lnTo>
                    <a:pt x="240792" y="525780"/>
                  </a:lnTo>
                  <a:lnTo>
                    <a:pt x="246888" y="525780"/>
                  </a:lnTo>
                  <a:lnTo>
                    <a:pt x="249936" y="524256"/>
                  </a:lnTo>
                  <a:lnTo>
                    <a:pt x="249936" y="487680"/>
                  </a:lnTo>
                  <a:close/>
                </a:path>
                <a:path w="3035935" h="2196465">
                  <a:moveTo>
                    <a:pt x="249936" y="426720"/>
                  </a:moveTo>
                  <a:lnTo>
                    <a:pt x="246888" y="425196"/>
                  </a:lnTo>
                  <a:lnTo>
                    <a:pt x="240792" y="425196"/>
                  </a:lnTo>
                  <a:lnTo>
                    <a:pt x="239268" y="426720"/>
                  </a:lnTo>
                  <a:lnTo>
                    <a:pt x="239268" y="463296"/>
                  </a:lnTo>
                  <a:lnTo>
                    <a:pt x="240792" y="464820"/>
                  </a:lnTo>
                  <a:lnTo>
                    <a:pt x="246888" y="464820"/>
                  </a:lnTo>
                  <a:lnTo>
                    <a:pt x="249936" y="463296"/>
                  </a:lnTo>
                  <a:lnTo>
                    <a:pt x="249936" y="426720"/>
                  </a:lnTo>
                  <a:close/>
                </a:path>
                <a:path w="3035935" h="2196465">
                  <a:moveTo>
                    <a:pt x="249936" y="367284"/>
                  </a:moveTo>
                  <a:lnTo>
                    <a:pt x="246888" y="364236"/>
                  </a:lnTo>
                  <a:lnTo>
                    <a:pt x="240792" y="364236"/>
                  </a:lnTo>
                  <a:lnTo>
                    <a:pt x="239268" y="367284"/>
                  </a:lnTo>
                  <a:lnTo>
                    <a:pt x="239268" y="402336"/>
                  </a:lnTo>
                  <a:lnTo>
                    <a:pt x="240792" y="405384"/>
                  </a:lnTo>
                  <a:lnTo>
                    <a:pt x="246888" y="405384"/>
                  </a:lnTo>
                  <a:lnTo>
                    <a:pt x="249936" y="402336"/>
                  </a:lnTo>
                  <a:lnTo>
                    <a:pt x="249936" y="367284"/>
                  </a:lnTo>
                  <a:close/>
                </a:path>
                <a:path w="3035935" h="2196465">
                  <a:moveTo>
                    <a:pt x="249936" y="306324"/>
                  </a:moveTo>
                  <a:lnTo>
                    <a:pt x="246888" y="303276"/>
                  </a:lnTo>
                  <a:lnTo>
                    <a:pt x="240792" y="303276"/>
                  </a:lnTo>
                  <a:lnTo>
                    <a:pt x="239268" y="306324"/>
                  </a:lnTo>
                  <a:lnTo>
                    <a:pt x="239268" y="341376"/>
                  </a:lnTo>
                  <a:lnTo>
                    <a:pt x="240792" y="344424"/>
                  </a:lnTo>
                  <a:lnTo>
                    <a:pt x="246888" y="344424"/>
                  </a:lnTo>
                  <a:lnTo>
                    <a:pt x="249936" y="341376"/>
                  </a:lnTo>
                  <a:lnTo>
                    <a:pt x="249936" y="306324"/>
                  </a:lnTo>
                  <a:close/>
                </a:path>
                <a:path w="3035935" h="2196465">
                  <a:moveTo>
                    <a:pt x="249936" y="245364"/>
                  </a:moveTo>
                  <a:lnTo>
                    <a:pt x="246888" y="242316"/>
                  </a:lnTo>
                  <a:lnTo>
                    <a:pt x="240792" y="242316"/>
                  </a:lnTo>
                  <a:lnTo>
                    <a:pt x="239268" y="245364"/>
                  </a:lnTo>
                  <a:lnTo>
                    <a:pt x="239268" y="281940"/>
                  </a:lnTo>
                  <a:lnTo>
                    <a:pt x="240792" y="283464"/>
                  </a:lnTo>
                  <a:lnTo>
                    <a:pt x="246888" y="283464"/>
                  </a:lnTo>
                  <a:lnTo>
                    <a:pt x="249936" y="281940"/>
                  </a:lnTo>
                  <a:lnTo>
                    <a:pt x="249936" y="245364"/>
                  </a:lnTo>
                  <a:close/>
                </a:path>
                <a:path w="3035935" h="2196465">
                  <a:moveTo>
                    <a:pt x="249936" y="184404"/>
                  </a:moveTo>
                  <a:lnTo>
                    <a:pt x="246888" y="182880"/>
                  </a:lnTo>
                  <a:lnTo>
                    <a:pt x="240792" y="182880"/>
                  </a:lnTo>
                  <a:lnTo>
                    <a:pt x="239268" y="184404"/>
                  </a:lnTo>
                  <a:lnTo>
                    <a:pt x="239268" y="220980"/>
                  </a:lnTo>
                  <a:lnTo>
                    <a:pt x="240792" y="222504"/>
                  </a:lnTo>
                  <a:lnTo>
                    <a:pt x="246888" y="222504"/>
                  </a:lnTo>
                  <a:lnTo>
                    <a:pt x="249936" y="220980"/>
                  </a:lnTo>
                  <a:lnTo>
                    <a:pt x="249936" y="184404"/>
                  </a:lnTo>
                  <a:close/>
                </a:path>
                <a:path w="3035935" h="2196465">
                  <a:moveTo>
                    <a:pt x="249936" y="123444"/>
                  </a:moveTo>
                  <a:lnTo>
                    <a:pt x="246888" y="121920"/>
                  </a:lnTo>
                  <a:lnTo>
                    <a:pt x="240792" y="121920"/>
                  </a:lnTo>
                  <a:lnTo>
                    <a:pt x="239268" y="123444"/>
                  </a:lnTo>
                  <a:lnTo>
                    <a:pt x="239268" y="160020"/>
                  </a:lnTo>
                  <a:lnTo>
                    <a:pt x="240792" y="161544"/>
                  </a:lnTo>
                  <a:lnTo>
                    <a:pt x="246888" y="161544"/>
                  </a:lnTo>
                  <a:lnTo>
                    <a:pt x="249936" y="160020"/>
                  </a:lnTo>
                  <a:lnTo>
                    <a:pt x="249936" y="123444"/>
                  </a:lnTo>
                  <a:close/>
                </a:path>
                <a:path w="3035935" h="2196465">
                  <a:moveTo>
                    <a:pt x="249936" y="62484"/>
                  </a:moveTo>
                  <a:lnTo>
                    <a:pt x="246888" y="60960"/>
                  </a:lnTo>
                  <a:lnTo>
                    <a:pt x="240792" y="60960"/>
                  </a:lnTo>
                  <a:lnTo>
                    <a:pt x="239268" y="62484"/>
                  </a:lnTo>
                  <a:lnTo>
                    <a:pt x="239268" y="99060"/>
                  </a:lnTo>
                  <a:lnTo>
                    <a:pt x="240792" y="102108"/>
                  </a:lnTo>
                  <a:lnTo>
                    <a:pt x="246888" y="102108"/>
                  </a:lnTo>
                  <a:lnTo>
                    <a:pt x="249936" y="99060"/>
                  </a:lnTo>
                  <a:lnTo>
                    <a:pt x="249936" y="62484"/>
                  </a:lnTo>
                  <a:close/>
                </a:path>
                <a:path w="3035935" h="2196465">
                  <a:moveTo>
                    <a:pt x="249936" y="3048"/>
                  </a:moveTo>
                  <a:lnTo>
                    <a:pt x="246888" y="0"/>
                  </a:lnTo>
                  <a:lnTo>
                    <a:pt x="240792" y="0"/>
                  </a:lnTo>
                  <a:lnTo>
                    <a:pt x="239268" y="3048"/>
                  </a:lnTo>
                  <a:lnTo>
                    <a:pt x="239268" y="38100"/>
                  </a:lnTo>
                  <a:lnTo>
                    <a:pt x="240792" y="41148"/>
                  </a:lnTo>
                  <a:lnTo>
                    <a:pt x="246888" y="41148"/>
                  </a:lnTo>
                  <a:lnTo>
                    <a:pt x="249936" y="38100"/>
                  </a:lnTo>
                  <a:lnTo>
                    <a:pt x="249936" y="3048"/>
                  </a:lnTo>
                  <a:close/>
                </a:path>
                <a:path w="3035935" h="2196465">
                  <a:moveTo>
                    <a:pt x="408432" y="1761744"/>
                  </a:moveTo>
                  <a:lnTo>
                    <a:pt x="406908" y="1760220"/>
                  </a:lnTo>
                  <a:lnTo>
                    <a:pt x="400812" y="1760220"/>
                  </a:lnTo>
                  <a:lnTo>
                    <a:pt x="397764" y="1761744"/>
                  </a:lnTo>
                  <a:lnTo>
                    <a:pt x="397764" y="1795272"/>
                  </a:lnTo>
                  <a:lnTo>
                    <a:pt x="400812" y="1798320"/>
                  </a:lnTo>
                  <a:lnTo>
                    <a:pt x="406908" y="1798320"/>
                  </a:lnTo>
                  <a:lnTo>
                    <a:pt x="408432" y="1795272"/>
                  </a:lnTo>
                  <a:lnTo>
                    <a:pt x="408432" y="1761744"/>
                  </a:lnTo>
                  <a:close/>
                </a:path>
                <a:path w="3035935" h="2196465">
                  <a:moveTo>
                    <a:pt x="408432" y="1702308"/>
                  </a:moveTo>
                  <a:lnTo>
                    <a:pt x="406908" y="1699260"/>
                  </a:lnTo>
                  <a:lnTo>
                    <a:pt x="400812" y="1699260"/>
                  </a:lnTo>
                  <a:lnTo>
                    <a:pt x="397764" y="1702308"/>
                  </a:lnTo>
                  <a:lnTo>
                    <a:pt x="397764" y="1737360"/>
                  </a:lnTo>
                  <a:lnTo>
                    <a:pt x="400812" y="1740408"/>
                  </a:lnTo>
                  <a:lnTo>
                    <a:pt x="406908" y="1740408"/>
                  </a:lnTo>
                  <a:lnTo>
                    <a:pt x="408432" y="1737360"/>
                  </a:lnTo>
                  <a:lnTo>
                    <a:pt x="408432" y="1702308"/>
                  </a:lnTo>
                  <a:close/>
                </a:path>
                <a:path w="3035935" h="2196465">
                  <a:moveTo>
                    <a:pt x="408432" y="1641348"/>
                  </a:moveTo>
                  <a:lnTo>
                    <a:pt x="406908" y="1638300"/>
                  </a:lnTo>
                  <a:lnTo>
                    <a:pt x="400812" y="1638300"/>
                  </a:lnTo>
                  <a:lnTo>
                    <a:pt x="397764" y="1641348"/>
                  </a:lnTo>
                  <a:lnTo>
                    <a:pt x="397764" y="1676400"/>
                  </a:lnTo>
                  <a:lnTo>
                    <a:pt x="400812" y="1679448"/>
                  </a:lnTo>
                  <a:lnTo>
                    <a:pt x="406908" y="1679448"/>
                  </a:lnTo>
                  <a:lnTo>
                    <a:pt x="408432" y="1676400"/>
                  </a:lnTo>
                  <a:lnTo>
                    <a:pt x="408432" y="1641348"/>
                  </a:lnTo>
                  <a:close/>
                </a:path>
                <a:path w="3035935" h="2196465">
                  <a:moveTo>
                    <a:pt x="408432" y="1580388"/>
                  </a:moveTo>
                  <a:lnTo>
                    <a:pt x="406908" y="1577340"/>
                  </a:lnTo>
                  <a:lnTo>
                    <a:pt x="400812" y="1577340"/>
                  </a:lnTo>
                  <a:lnTo>
                    <a:pt x="397764" y="1580388"/>
                  </a:lnTo>
                  <a:lnTo>
                    <a:pt x="397764" y="1616964"/>
                  </a:lnTo>
                  <a:lnTo>
                    <a:pt x="400812" y="1618488"/>
                  </a:lnTo>
                  <a:lnTo>
                    <a:pt x="406908" y="1618488"/>
                  </a:lnTo>
                  <a:lnTo>
                    <a:pt x="408432" y="1616964"/>
                  </a:lnTo>
                  <a:lnTo>
                    <a:pt x="408432" y="1580388"/>
                  </a:lnTo>
                  <a:close/>
                </a:path>
                <a:path w="3035935" h="2196465">
                  <a:moveTo>
                    <a:pt x="408432" y="1519428"/>
                  </a:moveTo>
                  <a:lnTo>
                    <a:pt x="406908" y="1517904"/>
                  </a:lnTo>
                  <a:lnTo>
                    <a:pt x="400812" y="1517904"/>
                  </a:lnTo>
                  <a:lnTo>
                    <a:pt x="397764" y="1519428"/>
                  </a:lnTo>
                  <a:lnTo>
                    <a:pt x="397764" y="1556004"/>
                  </a:lnTo>
                  <a:lnTo>
                    <a:pt x="400812" y="1557528"/>
                  </a:lnTo>
                  <a:lnTo>
                    <a:pt x="406908" y="1557528"/>
                  </a:lnTo>
                  <a:lnTo>
                    <a:pt x="408432" y="1556004"/>
                  </a:lnTo>
                  <a:lnTo>
                    <a:pt x="408432" y="1519428"/>
                  </a:lnTo>
                  <a:close/>
                </a:path>
                <a:path w="3035935" h="2196465">
                  <a:moveTo>
                    <a:pt x="408432" y="1458468"/>
                  </a:moveTo>
                  <a:lnTo>
                    <a:pt x="406908" y="1456944"/>
                  </a:lnTo>
                  <a:lnTo>
                    <a:pt x="400812" y="1456944"/>
                  </a:lnTo>
                  <a:lnTo>
                    <a:pt x="397764" y="1458468"/>
                  </a:lnTo>
                  <a:lnTo>
                    <a:pt x="397764" y="1495044"/>
                  </a:lnTo>
                  <a:lnTo>
                    <a:pt x="400812" y="1496568"/>
                  </a:lnTo>
                  <a:lnTo>
                    <a:pt x="406908" y="1496568"/>
                  </a:lnTo>
                  <a:lnTo>
                    <a:pt x="408432" y="1495044"/>
                  </a:lnTo>
                  <a:lnTo>
                    <a:pt x="408432" y="1458468"/>
                  </a:lnTo>
                  <a:close/>
                </a:path>
                <a:path w="3035935" h="2196465">
                  <a:moveTo>
                    <a:pt x="408432" y="1397508"/>
                  </a:moveTo>
                  <a:lnTo>
                    <a:pt x="406908" y="1395984"/>
                  </a:lnTo>
                  <a:lnTo>
                    <a:pt x="400812" y="1395984"/>
                  </a:lnTo>
                  <a:lnTo>
                    <a:pt x="397764" y="1397508"/>
                  </a:lnTo>
                  <a:lnTo>
                    <a:pt x="397764" y="1434084"/>
                  </a:lnTo>
                  <a:lnTo>
                    <a:pt x="400812" y="1437132"/>
                  </a:lnTo>
                  <a:lnTo>
                    <a:pt x="406908" y="1437132"/>
                  </a:lnTo>
                  <a:lnTo>
                    <a:pt x="408432" y="1434084"/>
                  </a:lnTo>
                  <a:lnTo>
                    <a:pt x="408432" y="1397508"/>
                  </a:lnTo>
                  <a:close/>
                </a:path>
                <a:path w="3035935" h="2196465">
                  <a:moveTo>
                    <a:pt x="408432" y="1338072"/>
                  </a:moveTo>
                  <a:lnTo>
                    <a:pt x="406908" y="1335024"/>
                  </a:lnTo>
                  <a:lnTo>
                    <a:pt x="400812" y="1335024"/>
                  </a:lnTo>
                  <a:lnTo>
                    <a:pt x="397764" y="1338072"/>
                  </a:lnTo>
                  <a:lnTo>
                    <a:pt x="397764" y="1373124"/>
                  </a:lnTo>
                  <a:lnTo>
                    <a:pt x="400812" y="1376172"/>
                  </a:lnTo>
                  <a:lnTo>
                    <a:pt x="406908" y="1376172"/>
                  </a:lnTo>
                  <a:lnTo>
                    <a:pt x="408432" y="1373124"/>
                  </a:lnTo>
                  <a:lnTo>
                    <a:pt x="408432" y="1338072"/>
                  </a:lnTo>
                  <a:close/>
                </a:path>
                <a:path w="3035935" h="2196465">
                  <a:moveTo>
                    <a:pt x="408432" y="1277112"/>
                  </a:moveTo>
                  <a:lnTo>
                    <a:pt x="406908" y="1274064"/>
                  </a:lnTo>
                  <a:lnTo>
                    <a:pt x="400812" y="1274064"/>
                  </a:lnTo>
                  <a:lnTo>
                    <a:pt x="397764" y="1277112"/>
                  </a:lnTo>
                  <a:lnTo>
                    <a:pt x="397764" y="1312164"/>
                  </a:lnTo>
                  <a:lnTo>
                    <a:pt x="400812" y="1315212"/>
                  </a:lnTo>
                  <a:lnTo>
                    <a:pt x="406908" y="1315212"/>
                  </a:lnTo>
                  <a:lnTo>
                    <a:pt x="408432" y="1312164"/>
                  </a:lnTo>
                  <a:lnTo>
                    <a:pt x="408432" y="1277112"/>
                  </a:lnTo>
                  <a:close/>
                </a:path>
                <a:path w="3035935" h="2196465">
                  <a:moveTo>
                    <a:pt x="408432" y="1216152"/>
                  </a:moveTo>
                  <a:lnTo>
                    <a:pt x="406908" y="1214628"/>
                  </a:lnTo>
                  <a:lnTo>
                    <a:pt x="400812" y="1214628"/>
                  </a:lnTo>
                  <a:lnTo>
                    <a:pt x="397764" y="1216152"/>
                  </a:lnTo>
                  <a:lnTo>
                    <a:pt x="397764" y="1252728"/>
                  </a:lnTo>
                  <a:lnTo>
                    <a:pt x="400812" y="1254252"/>
                  </a:lnTo>
                  <a:lnTo>
                    <a:pt x="406908" y="1254252"/>
                  </a:lnTo>
                  <a:lnTo>
                    <a:pt x="408432" y="1252728"/>
                  </a:lnTo>
                  <a:lnTo>
                    <a:pt x="408432" y="1216152"/>
                  </a:lnTo>
                  <a:close/>
                </a:path>
                <a:path w="3035935" h="2196465">
                  <a:moveTo>
                    <a:pt x="408432" y="1155192"/>
                  </a:moveTo>
                  <a:lnTo>
                    <a:pt x="406908" y="1153668"/>
                  </a:lnTo>
                  <a:lnTo>
                    <a:pt x="400812" y="1153668"/>
                  </a:lnTo>
                  <a:lnTo>
                    <a:pt x="397764" y="1155192"/>
                  </a:lnTo>
                  <a:lnTo>
                    <a:pt x="397764" y="1191768"/>
                  </a:lnTo>
                  <a:lnTo>
                    <a:pt x="400812" y="1193292"/>
                  </a:lnTo>
                  <a:lnTo>
                    <a:pt x="406908" y="1193292"/>
                  </a:lnTo>
                  <a:lnTo>
                    <a:pt x="408432" y="1191768"/>
                  </a:lnTo>
                  <a:lnTo>
                    <a:pt x="408432" y="1155192"/>
                  </a:lnTo>
                  <a:close/>
                </a:path>
                <a:path w="3035935" h="2196465">
                  <a:moveTo>
                    <a:pt x="408432" y="1094232"/>
                  </a:moveTo>
                  <a:lnTo>
                    <a:pt x="406908" y="1092708"/>
                  </a:lnTo>
                  <a:lnTo>
                    <a:pt x="400812" y="1092708"/>
                  </a:lnTo>
                  <a:lnTo>
                    <a:pt x="397764" y="1094232"/>
                  </a:lnTo>
                  <a:lnTo>
                    <a:pt x="397764" y="1130808"/>
                  </a:lnTo>
                  <a:lnTo>
                    <a:pt x="400812" y="1132332"/>
                  </a:lnTo>
                  <a:lnTo>
                    <a:pt x="406908" y="1132332"/>
                  </a:lnTo>
                  <a:lnTo>
                    <a:pt x="408432" y="1130808"/>
                  </a:lnTo>
                  <a:lnTo>
                    <a:pt x="408432" y="1094232"/>
                  </a:lnTo>
                  <a:close/>
                </a:path>
                <a:path w="3035935" h="2196465">
                  <a:moveTo>
                    <a:pt x="408432" y="1034796"/>
                  </a:moveTo>
                  <a:lnTo>
                    <a:pt x="406908" y="1031748"/>
                  </a:lnTo>
                  <a:lnTo>
                    <a:pt x="400812" y="1031748"/>
                  </a:lnTo>
                  <a:lnTo>
                    <a:pt x="397764" y="1034796"/>
                  </a:lnTo>
                  <a:lnTo>
                    <a:pt x="397764" y="1069848"/>
                  </a:lnTo>
                  <a:lnTo>
                    <a:pt x="400812" y="1072896"/>
                  </a:lnTo>
                  <a:lnTo>
                    <a:pt x="406908" y="1072896"/>
                  </a:lnTo>
                  <a:lnTo>
                    <a:pt x="408432" y="1069848"/>
                  </a:lnTo>
                  <a:lnTo>
                    <a:pt x="408432" y="1034796"/>
                  </a:lnTo>
                  <a:close/>
                </a:path>
                <a:path w="3035935" h="2196465">
                  <a:moveTo>
                    <a:pt x="408432" y="973836"/>
                  </a:moveTo>
                  <a:lnTo>
                    <a:pt x="406908" y="970788"/>
                  </a:lnTo>
                  <a:lnTo>
                    <a:pt x="400812" y="970788"/>
                  </a:lnTo>
                  <a:lnTo>
                    <a:pt x="397764" y="973836"/>
                  </a:lnTo>
                  <a:lnTo>
                    <a:pt x="397764" y="1008888"/>
                  </a:lnTo>
                  <a:lnTo>
                    <a:pt x="400812" y="1011936"/>
                  </a:lnTo>
                  <a:lnTo>
                    <a:pt x="406908" y="1011936"/>
                  </a:lnTo>
                  <a:lnTo>
                    <a:pt x="408432" y="1008888"/>
                  </a:lnTo>
                  <a:lnTo>
                    <a:pt x="408432" y="973836"/>
                  </a:lnTo>
                  <a:close/>
                </a:path>
                <a:path w="3035935" h="2196465">
                  <a:moveTo>
                    <a:pt x="408432" y="912876"/>
                  </a:moveTo>
                  <a:lnTo>
                    <a:pt x="406908" y="909828"/>
                  </a:lnTo>
                  <a:lnTo>
                    <a:pt x="400812" y="909828"/>
                  </a:lnTo>
                  <a:lnTo>
                    <a:pt x="397764" y="912876"/>
                  </a:lnTo>
                  <a:lnTo>
                    <a:pt x="397764" y="949452"/>
                  </a:lnTo>
                  <a:lnTo>
                    <a:pt x="400812" y="950976"/>
                  </a:lnTo>
                  <a:lnTo>
                    <a:pt x="406908" y="950976"/>
                  </a:lnTo>
                  <a:lnTo>
                    <a:pt x="408432" y="949452"/>
                  </a:lnTo>
                  <a:lnTo>
                    <a:pt x="408432" y="912876"/>
                  </a:lnTo>
                  <a:close/>
                </a:path>
                <a:path w="3035935" h="2196465">
                  <a:moveTo>
                    <a:pt x="408432" y="851916"/>
                  </a:moveTo>
                  <a:lnTo>
                    <a:pt x="406908" y="850392"/>
                  </a:lnTo>
                  <a:lnTo>
                    <a:pt x="400812" y="850392"/>
                  </a:lnTo>
                  <a:lnTo>
                    <a:pt x="397764" y="851916"/>
                  </a:lnTo>
                  <a:lnTo>
                    <a:pt x="397764" y="888492"/>
                  </a:lnTo>
                  <a:lnTo>
                    <a:pt x="400812" y="890016"/>
                  </a:lnTo>
                  <a:lnTo>
                    <a:pt x="406908" y="890016"/>
                  </a:lnTo>
                  <a:lnTo>
                    <a:pt x="408432" y="888492"/>
                  </a:lnTo>
                  <a:lnTo>
                    <a:pt x="408432" y="851916"/>
                  </a:lnTo>
                  <a:close/>
                </a:path>
                <a:path w="3035935" h="2196465">
                  <a:moveTo>
                    <a:pt x="408432" y="790956"/>
                  </a:moveTo>
                  <a:lnTo>
                    <a:pt x="406908" y="789432"/>
                  </a:lnTo>
                  <a:lnTo>
                    <a:pt x="400812" y="789432"/>
                  </a:lnTo>
                  <a:lnTo>
                    <a:pt x="397764" y="790956"/>
                  </a:lnTo>
                  <a:lnTo>
                    <a:pt x="397764" y="827532"/>
                  </a:lnTo>
                  <a:lnTo>
                    <a:pt x="400812" y="829056"/>
                  </a:lnTo>
                  <a:lnTo>
                    <a:pt x="406908" y="829056"/>
                  </a:lnTo>
                  <a:lnTo>
                    <a:pt x="408432" y="827532"/>
                  </a:lnTo>
                  <a:lnTo>
                    <a:pt x="408432" y="790956"/>
                  </a:lnTo>
                  <a:close/>
                </a:path>
                <a:path w="3035935" h="2196465">
                  <a:moveTo>
                    <a:pt x="408432" y="729996"/>
                  </a:moveTo>
                  <a:lnTo>
                    <a:pt x="406908" y="728472"/>
                  </a:lnTo>
                  <a:lnTo>
                    <a:pt x="400812" y="728472"/>
                  </a:lnTo>
                  <a:lnTo>
                    <a:pt x="397764" y="729996"/>
                  </a:lnTo>
                  <a:lnTo>
                    <a:pt x="397764" y="766572"/>
                  </a:lnTo>
                  <a:lnTo>
                    <a:pt x="400812" y="769620"/>
                  </a:lnTo>
                  <a:lnTo>
                    <a:pt x="406908" y="769620"/>
                  </a:lnTo>
                  <a:lnTo>
                    <a:pt x="408432" y="766572"/>
                  </a:lnTo>
                  <a:lnTo>
                    <a:pt x="408432" y="729996"/>
                  </a:lnTo>
                  <a:close/>
                </a:path>
                <a:path w="3035935" h="2196465">
                  <a:moveTo>
                    <a:pt x="408432" y="670560"/>
                  </a:moveTo>
                  <a:lnTo>
                    <a:pt x="406908" y="667512"/>
                  </a:lnTo>
                  <a:lnTo>
                    <a:pt x="400812" y="667512"/>
                  </a:lnTo>
                  <a:lnTo>
                    <a:pt x="397764" y="670560"/>
                  </a:lnTo>
                  <a:lnTo>
                    <a:pt x="397764" y="705612"/>
                  </a:lnTo>
                  <a:lnTo>
                    <a:pt x="400812" y="708660"/>
                  </a:lnTo>
                  <a:lnTo>
                    <a:pt x="406908" y="708660"/>
                  </a:lnTo>
                  <a:lnTo>
                    <a:pt x="408432" y="705612"/>
                  </a:lnTo>
                  <a:lnTo>
                    <a:pt x="408432" y="670560"/>
                  </a:lnTo>
                  <a:close/>
                </a:path>
                <a:path w="3035935" h="2196465">
                  <a:moveTo>
                    <a:pt x="408432" y="609600"/>
                  </a:moveTo>
                  <a:lnTo>
                    <a:pt x="406908" y="606552"/>
                  </a:lnTo>
                  <a:lnTo>
                    <a:pt x="400812" y="606552"/>
                  </a:lnTo>
                  <a:lnTo>
                    <a:pt x="397764" y="609600"/>
                  </a:lnTo>
                  <a:lnTo>
                    <a:pt x="397764" y="644652"/>
                  </a:lnTo>
                  <a:lnTo>
                    <a:pt x="400812" y="647700"/>
                  </a:lnTo>
                  <a:lnTo>
                    <a:pt x="406908" y="647700"/>
                  </a:lnTo>
                  <a:lnTo>
                    <a:pt x="408432" y="644652"/>
                  </a:lnTo>
                  <a:lnTo>
                    <a:pt x="408432" y="609600"/>
                  </a:lnTo>
                  <a:close/>
                </a:path>
                <a:path w="3035935" h="2196465">
                  <a:moveTo>
                    <a:pt x="408432" y="548640"/>
                  </a:moveTo>
                  <a:lnTo>
                    <a:pt x="406908" y="547116"/>
                  </a:lnTo>
                  <a:lnTo>
                    <a:pt x="400812" y="547116"/>
                  </a:lnTo>
                  <a:lnTo>
                    <a:pt x="397764" y="548640"/>
                  </a:lnTo>
                  <a:lnTo>
                    <a:pt x="397764" y="585216"/>
                  </a:lnTo>
                  <a:lnTo>
                    <a:pt x="400812" y="586740"/>
                  </a:lnTo>
                  <a:lnTo>
                    <a:pt x="406908" y="586740"/>
                  </a:lnTo>
                  <a:lnTo>
                    <a:pt x="408432" y="585216"/>
                  </a:lnTo>
                  <a:lnTo>
                    <a:pt x="408432" y="548640"/>
                  </a:lnTo>
                  <a:close/>
                </a:path>
                <a:path w="3035935" h="2196465">
                  <a:moveTo>
                    <a:pt x="408432" y="487680"/>
                  </a:moveTo>
                  <a:lnTo>
                    <a:pt x="406908" y="486156"/>
                  </a:lnTo>
                  <a:lnTo>
                    <a:pt x="400812" y="486156"/>
                  </a:lnTo>
                  <a:lnTo>
                    <a:pt x="397764" y="487680"/>
                  </a:lnTo>
                  <a:lnTo>
                    <a:pt x="397764" y="524256"/>
                  </a:lnTo>
                  <a:lnTo>
                    <a:pt x="400812" y="525780"/>
                  </a:lnTo>
                  <a:lnTo>
                    <a:pt x="406908" y="525780"/>
                  </a:lnTo>
                  <a:lnTo>
                    <a:pt x="408432" y="524256"/>
                  </a:lnTo>
                  <a:lnTo>
                    <a:pt x="408432" y="487680"/>
                  </a:lnTo>
                  <a:close/>
                </a:path>
                <a:path w="3035935" h="2196465">
                  <a:moveTo>
                    <a:pt x="408432" y="426720"/>
                  </a:moveTo>
                  <a:lnTo>
                    <a:pt x="406908" y="425196"/>
                  </a:lnTo>
                  <a:lnTo>
                    <a:pt x="400812" y="425196"/>
                  </a:lnTo>
                  <a:lnTo>
                    <a:pt x="397764" y="426720"/>
                  </a:lnTo>
                  <a:lnTo>
                    <a:pt x="397764" y="463296"/>
                  </a:lnTo>
                  <a:lnTo>
                    <a:pt x="400812" y="464820"/>
                  </a:lnTo>
                  <a:lnTo>
                    <a:pt x="406908" y="464820"/>
                  </a:lnTo>
                  <a:lnTo>
                    <a:pt x="408432" y="463296"/>
                  </a:lnTo>
                  <a:lnTo>
                    <a:pt x="408432" y="426720"/>
                  </a:lnTo>
                  <a:close/>
                </a:path>
                <a:path w="3035935" h="2196465">
                  <a:moveTo>
                    <a:pt x="408432" y="367284"/>
                  </a:moveTo>
                  <a:lnTo>
                    <a:pt x="406908" y="364236"/>
                  </a:lnTo>
                  <a:lnTo>
                    <a:pt x="400812" y="364236"/>
                  </a:lnTo>
                  <a:lnTo>
                    <a:pt x="397764" y="367284"/>
                  </a:lnTo>
                  <a:lnTo>
                    <a:pt x="397764" y="402336"/>
                  </a:lnTo>
                  <a:lnTo>
                    <a:pt x="400812" y="405384"/>
                  </a:lnTo>
                  <a:lnTo>
                    <a:pt x="406908" y="405384"/>
                  </a:lnTo>
                  <a:lnTo>
                    <a:pt x="408432" y="402336"/>
                  </a:lnTo>
                  <a:lnTo>
                    <a:pt x="408432" y="367284"/>
                  </a:lnTo>
                  <a:close/>
                </a:path>
                <a:path w="3035935" h="2196465">
                  <a:moveTo>
                    <a:pt x="408432" y="306324"/>
                  </a:moveTo>
                  <a:lnTo>
                    <a:pt x="406908" y="303276"/>
                  </a:lnTo>
                  <a:lnTo>
                    <a:pt x="400812" y="303276"/>
                  </a:lnTo>
                  <a:lnTo>
                    <a:pt x="397764" y="306324"/>
                  </a:lnTo>
                  <a:lnTo>
                    <a:pt x="397764" y="341376"/>
                  </a:lnTo>
                  <a:lnTo>
                    <a:pt x="400812" y="344424"/>
                  </a:lnTo>
                  <a:lnTo>
                    <a:pt x="406908" y="344424"/>
                  </a:lnTo>
                  <a:lnTo>
                    <a:pt x="408432" y="341376"/>
                  </a:lnTo>
                  <a:lnTo>
                    <a:pt x="408432" y="306324"/>
                  </a:lnTo>
                  <a:close/>
                </a:path>
                <a:path w="3035935" h="2196465">
                  <a:moveTo>
                    <a:pt x="408432" y="245364"/>
                  </a:moveTo>
                  <a:lnTo>
                    <a:pt x="406908" y="242316"/>
                  </a:lnTo>
                  <a:lnTo>
                    <a:pt x="400812" y="242316"/>
                  </a:lnTo>
                  <a:lnTo>
                    <a:pt x="397764" y="245364"/>
                  </a:lnTo>
                  <a:lnTo>
                    <a:pt x="397764" y="281940"/>
                  </a:lnTo>
                  <a:lnTo>
                    <a:pt x="400812" y="283464"/>
                  </a:lnTo>
                  <a:lnTo>
                    <a:pt x="406908" y="283464"/>
                  </a:lnTo>
                  <a:lnTo>
                    <a:pt x="408432" y="281940"/>
                  </a:lnTo>
                  <a:lnTo>
                    <a:pt x="408432" y="245364"/>
                  </a:lnTo>
                  <a:close/>
                </a:path>
                <a:path w="3035935" h="2196465">
                  <a:moveTo>
                    <a:pt x="408432" y="184404"/>
                  </a:moveTo>
                  <a:lnTo>
                    <a:pt x="406908" y="182880"/>
                  </a:lnTo>
                  <a:lnTo>
                    <a:pt x="400812" y="182880"/>
                  </a:lnTo>
                  <a:lnTo>
                    <a:pt x="397764" y="184404"/>
                  </a:lnTo>
                  <a:lnTo>
                    <a:pt x="397764" y="220980"/>
                  </a:lnTo>
                  <a:lnTo>
                    <a:pt x="400812" y="222504"/>
                  </a:lnTo>
                  <a:lnTo>
                    <a:pt x="406908" y="222504"/>
                  </a:lnTo>
                  <a:lnTo>
                    <a:pt x="408432" y="220980"/>
                  </a:lnTo>
                  <a:lnTo>
                    <a:pt x="408432" y="184404"/>
                  </a:lnTo>
                  <a:close/>
                </a:path>
                <a:path w="3035935" h="2196465">
                  <a:moveTo>
                    <a:pt x="408432" y="123444"/>
                  </a:moveTo>
                  <a:lnTo>
                    <a:pt x="406908" y="121920"/>
                  </a:lnTo>
                  <a:lnTo>
                    <a:pt x="400812" y="121920"/>
                  </a:lnTo>
                  <a:lnTo>
                    <a:pt x="397764" y="123444"/>
                  </a:lnTo>
                  <a:lnTo>
                    <a:pt x="397764" y="160020"/>
                  </a:lnTo>
                  <a:lnTo>
                    <a:pt x="400812" y="161544"/>
                  </a:lnTo>
                  <a:lnTo>
                    <a:pt x="406908" y="161544"/>
                  </a:lnTo>
                  <a:lnTo>
                    <a:pt x="408432" y="160020"/>
                  </a:lnTo>
                  <a:lnTo>
                    <a:pt x="408432" y="123444"/>
                  </a:lnTo>
                  <a:close/>
                </a:path>
                <a:path w="3035935" h="2196465">
                  <a:moveTo>
                    <a:pt x="408432" y="62484"/>
                  </a:moveTo>
                  <a:lnTo>
                    <a:pt x="406908" y="60960"/>
                  </a:lnTo>
                  <a:lnTo>
                    <a:pt x="400812" y="60960"/>
                  </a:lnTo>
                  <a:lnTo>
                    <a:pt x="397764" y="62484"/>
                  </a:lnTo>
                  <a:lnTo>
                    <a:pt x="397764" y="99060"/>
                  </a:lnTo>
                  <a:lnTo>
                    <a:pt x="400812" y="102108"/>
                  </a:lnTo>
                  <a:lnTo>
                    <a:pt x="406908" y="102108"/>
                  </a:lnTo>
                  <a:lnTo>
                    <a:pt x="408432" y="99060"/>
                  </a:lnTo>
                  <a:lnTo>
                    <a:pt x="408432" y="62484"/>
                  </a:lnTo>
                  <a:close/>
                </a:path>
                <a:path w="3035935" h="2196465">
                  <a:moveTo>
                    <a:pt x="408432" y="3048"/>
                  </a:moveTo>
                  <a:lnTo>
                    <a:pt x="406908" y="0"/>
                  </a:lnTo>
                  <a:lnTo>
                    <a:pt x="400812" y="0"/>
                  </a:lnTo>
                  <a:lnTo>
                    <a:pt x="397764" y="3048"/>
                  </a:lnTo>
                  <a:lnTo>
                    <a:pt x="397764" y="38100"/>
                  </a:lnTo>
                  <a:lnTo>
                    <a:pt x="400812" y="41148"/>
                  </a:lnTo>
                  <a:lnTo>
                    <a:pt x="406908" y="41148"/>
                  </a:lnTo>
                  <a:lnTo>
                    <a:pt x="408432" y="38100"/>
                  </a:lnTo>
                  <a:lnTo>
                    <a:pt x="408432" y="3048"/>
                  </a:lnTo>
                  <a:close/>
                </a:path>
                <a:path w="3035935" h="2196465">
                  <a:moveTo>
                    <a:pt x="647700" y="1761744"/>
                  </a:moveTo>
                  <a:lnTo>
                    <a:pt x="644652" y="1760220"/>
                  </a:lnTo>
                  <a:lnTo>
                    <a:pt x="640080" y="1760220"/>
                  </a:lnTo>
                  <a:lnTo>
                    <a:pt x="637032" y="1761744"/>
                  </a:lnTo>
                  <a:lnTo>
                    <a:pt x="637032" y="1795272"/>
                  </a:lnTo>
                  <a:lnTo>
                    <a:pt x="640080" y="1798320"/>
                  </a:lnTo>
                  <a:lnTo>
                    <a:pt x="644652" y="1798320"/>
                  </a:lnTo>
                  <a:lnTo>
                    <a:pt x="647700" y="1795272"/>
                  </a:lnTo>
                  <a:lnTo>
                    <a:pt x="647700" y="1761744"/>
                  </a:lnTo>
                  <a:close/>
                </a:path>
                <a:path w="3035935" h="2196465">
                  <a:moveTo>
                    <a:pt x="647700" y="1702308"/>
                  </a:moveTo>
                  <a:lnTo>
                    <a:pt x="644652" y="1699260"/>
                  </a:lnTo>
                  <a:lnTo>
                    <a:pt x="640080" y="1699260"/>
                  </a:lnTo>
                  <a:lnTo>
                    <a:pt x="637032" y="1702308"/>
                  </a:lnTo>
                  <a:lnTo>
                    <a:pt x="637032" y="1737360"/>
                  </a:lnTo>
                  <a:lnTo>
                    <a:pt x="640080" y="1740408"/>
                  </a:lnTo>
                  <a:lnTo>
                    <a:pt x="644652" y="1740408"/>
                  </a:lnTo>
                  <a:lnTo>
                    <a:pt x="647700" y="1737360"/>
                  </a:lnTo>
                  <a:lnTo>
                    <a:pt x="647700" y="1702308"/>
                  </a:lnTo>
                  <a:close/>
                </a:path>
                <a:path w="3035935" h="2196465">
                  <a:moveTo>
                    <a:pt x="647700" y="1641348"/>
                  </a:moveTo>
                  <a:lnTo>
                    <a:pt x="644652" y="1638300"/>
                  </a:lnTo>
                  <a:lnTo>
                    <a:pt x="640080" y="1638300"/>
                  </a:lnTo>
                  <a:lnTo>
                    <a:pt x="637032" y="1641348"/>
                  </a:lnTo>
                  <a:lnTo>
                    <a:pt x="637032" y="1676400"/>
                  </a:lnTo>
                  <a:lnTo>
                    <a:pt x="640080" y="1679448"/>
                  </a:lnTo>
                  <a:lnTo>
                    <a:pt x="644652" y="1679448"/>
                  </a:lnTo>
                  <a:lnTo>
                    <a:pt x="647700" y="1676400"/>
                  </a:lnTo>
                  <a:lnTo>
                    <a:pt x="647700" y="1641348"/>
                  </a:lnTo>
                  <a:close/>
                </a:path>
                <a:path w="3035935" h="2196465">
                  <a:moveTo>
                    <a:pt x="647700" y="1580388"/>
                  </a:moveTo>
                  <a:lnTo>
                    <a:pt x="644652" y="1577340"/>
                  </a:lnTo>
                  <a:lnTo>
                    <a:pt x="640080" y="1577340"/>
                  </a:lnTo>
                  <a:lnTo>
                    <a:pt x="637032" y="1580388"/>
                  </a:lnTo>
                  <a:lnTo>
                    <a:pt x="637032" y="1616964"/>
                  </a:lnTo>
                  <a:lnTo>
                    <a:pt x="640080" y="1618488"/>
                  </a:lnTo>
                  <a:lnTo>
                    <a:pt x="644652" y="1618488"/>
                  </a:lnTo>
                  <a:lnTo>
                    <a:pt x="647700" y="1616964"/>
                  </a:lnTo>
                  <a:lnTo>
                    <a:pt x="647700" y="1580388"/>
                  </a:lnTo>
                  <a:close/>
                </a:path>
                <a:path w="3035935" h="2196465">
                  <a:moveTo>
                    <a:pt x="647700" y="1519428"/>
                  </a:moveTo>
                  <a:lnTo>
                    <a:pt x="644652" y="1517904"/>
                  </a:lnTo>
                  <a:lnTo>
                    <a:pt x="640080" y="1517904"/>
                  </a:lnTo>
                  <a:lnTo>
                    <a:pt x="637032" y="1519428"/>
                  </a:lnTo>
                  <a:lnTo>
                    <a:pt x="637032" y="1556004"/>
                  </a:lnTo>
                  <a:lnTo>
                    <a:pt x="640080" y="1557528"/>
                  </a:lnTo>
                  <a:lnTo>
                    <a:pt x="644652" y="1557528"/>
                  </a:lnTo>
                  <a:lnTo>
                    <a:pt x="647700" y="1556004"/>
                  </a:lnTo>
                  <a:lnTo>
                    <a:pt x="647700" y="1519428"/>
                  </a:lnTo>
                  <a:close/>
                </a:path>
                <a:path w="3035935" h="2196465">
                  <a:moveTo>
                    <a:pt x="647700" y="1458468"/>
                  </a:moveTo>
                  <a:lnTo>
                    <a:pt x="644652" y="1456944"/>
                  </a:lnTo>
                  <a:lnTo>
                    <a:pt x="640080" y="1456944"/>
                  </a:lnTo>
                  <a:lnTo>
                    <a:pt x="637032" y="1458468"/>
                  </a:lnTo>
                  <a:lnTo>
                    <a:pt x="637032" y="1495044"/>
                  </a:lnTo>
                  <a:lnTo>
                    <a:pt x="640080" y="1496568"/>
                  </a:lnTo>
                  <a:lnTo>
                    <a:pt x="644652" y="1496568"/>
                  </a:lnTo>
                  <a:lnTo>
                    <a:pt x="647700" y="1495044"/>
                  </a:lnTo>
                  <a:lnTo>
                    <a:pt x="647700" y="1458468"/>
                  </a:lnTo>
                  <a:close/>
                </a:path>
                <a:path w="3035935" h="2196465">
                  <a:moveTo>
                    <a:pt x="647700" y="1397508"/>
                  </a:moveTo>
                  <a:lnTo>
                    <a:pt x="644652" y="1395984"/>
                  </a:lnTo>
                  <a:lnTo>
                    <a:pt x="640080" y="1395984"/>
                  </a:lnTo>
                  <a:lnTo>
                    <a:pt x="637032" y="1397508"/>
                  </a:lnTo>
                  <a:lnTo>
                    <a:pt x="637032" y="1434084"/>
                  </a:lnTo>
                  <a:lnTo>
                    <a:pt x="640080" y="1437132"/>
                  </a:lnTo>
                  <a:lnTo>
                    <a:pt x="644652" y="1437132"/>
                  </a:lnTo>
                  <a:lnTo>
                    <a:pt x="647700" y="1434084"/>
                  </a:lnTo>
                  <a:lnTo>
                    <a:pt x="647700" y="1397508"/>
                  </a:lnTo>
                  <a:close/>
                </a:path>
                <a:path w="3035935" h="2196465">
                  <a:moveTo>
                    <a:pt x="647700" y="1338072"/>
                  </a:moveTo>
                  <a:lnTo>
                    <a:pt x="644652" y="1335024"/>
                  </a:lnTo>
                  <a:lnTo>
                    <a:pt x="640080" y="1335024"/>
                  </a:lnTo>
                  <a:lnTo>
                    <a:pt x="637032" y="1338072"/>
                  </a:lnTo>
                  <a:lnTo>
                    <a:pt x="637032" y="1373124"/>
                  </a:lnTo>
                  <a:lnTo>
                    <a:pt x="640080" y="1376172"/>
                  </a:lnTo>
                  <a:lnTo>
                    <a:pt x="644652" y="1376172"/>
                  </a:lnTo>
                  <a:lnTo>
                    <a:pt x="647700" y="1373124"/>
                  </a:lnTo>
                  <a:lnTo>
                    <a:pt x="647700" y="1338072"/>
                  </a:lnTo>
                  <a:close/>
                </a:path>
                <a:path w="3035935" h="2196465">
                  <a:moveTo>
                    <a:pt x="647700" y="1277112"/>
                  </a:moveTo>
                  <a:lnTo>
                    <a:pt x="644652" y="1274064"/>
                  </a:lnTo>
                  <a:lnTo>
                    <a:pt x="640080" y="1274064"/>
                  </a:lnTo>
                  <a:lnTo>
                    <a:pt x="637032" y="1277112"/>
                  </a:lnTo>
                  <a:lnTo>
                    <a:pt x="637032" y="1312164"/>
                  </a:lnTo>
                  <a:lnTo>
                    <a:pt x="640080" y="1315212"/>
                  </a:lnTo>
                  <a:lnTo>
                    <a:pt x="644652" y="1315212"/>
                  </a:lnTo>
                  <a:lnTo>
                    <a:pt x="647700" y="1312164"/>
                  </a:lnTo>
                  <a:lnTo>
                    <a:pt x="647700" y="1277112"/>
                  </a:lnTo>
                  <a:close/>
                </a:path>
                <a:path w="3035935" h="2196465">
                  <a:moveTo>
                    <a:pt x="647700" y="1216152"/>
                  </a:moveTo>
                  <a:lnTo>
                    <a:pt x="644652" y="1214628"/>
                  </a:lnTo>
                  <a:lnTo>
                    <a:pt x="640080" y="1214628"/>
                  </a:lnTo>
                  <a:lnTo>
                    <a:pt x="637032" y="1216152"/>
                  </a:lnTo>
                  <a:lnTo>
                    <a:pt x="637032" y="1252728"/>
                  </a:lnTo>
                  <a:lnTo>
                    <a:pt x="640080" y="1254252"/>
                  </a:lnTo>
                  <a:lnTo>
                    <a:pt x="644652" y="1254252"/>
                  </a:lnTo>
                  <a:lnTo>
                    <a:pt x="647700" y="1252728"/>
                  </a:lnTo>
                  <a:lnTo>
                    <a:pt x="647700" y="1216152"/>
                  </a:lnTo>
                  <a:close/>
                </a:path>
                <a:path w="3035935" h="2196465">
                  <a:moveTo>
                    <a:pt x="647700" y="1155192"/>
                  </a:moveTo>
                  <a:lnTo>
                    <a:pt x="644652" y="1153668"/>
                  </a:lnTo>
                  <a:lnTo>
                    <a:pt x="640080" y="1153668"/>
                  </a:lnTo>
                  <a:lnTo>
                    <a:pt x="637032" y="1155192"/>
                  </a:lnTo>
                  <a:lnTo>
                    <a:pt x="637032" y="1191768"/>
                  </a:lnTo>
                  <a:lnTo>
                    <a:pt x="640080" y="1193292"/>
                  </a:lnTo>
                  <a:lnTo>
                    <a:pt x="644652" y="1193292"/>
                  </a:lnTo>
                  <a:lnTo>
                    <a:pt x="647700" y="1191768"/>
                  </a:lnTo>
                  <a:lnTo>
                    <a:pt x="647700" y="1155192"/>
                  </a:lnTo>
                  <a:close/>
                </a:path>
                <a:path w="3035935" h="2196465">
                  <a:moveTo>
                    <a:pt x="647700" y="1094232"/>
                  </a:moveTo>
                  <a:lnTo>
                    <a:pt x="644652" y="1092708"/>
                  </a:lnTo>
                  <a:lnTo>
                    <a:pt x="640080" y="1092708"/>
                  </a:lnTo>
                  <a:lnTo>
                    <a:pt x="637032" y="1094232"/>
                  </a:lnTo>
                  <a:lnTo>
                    <a:pt x="637032" y="1130808"/>
                  </a:lnTo>
                  <a:lnTo>
                    <a:pt x="640080" y="1132332"/>
                  </a:lnTo>
                  <a:lnTo>
                    <a:pt x="644652" y="1132332"/>
                  </a:lnTo>
                  <a:lnTo>
                    <a:pt x="647700" y="1130808"/>
                  </a:lnTo>
                  <a:lnTo>
                    <a:pt x="647700" y="1094232"/>
                  </a:lnTo>
                  <a:close/>
                </a:path>
                <a:path w="3035935" h="2196465">
                  <a:moveTo>
                    <a:pt x="647700" y="1034796"/>
                  </a:moveTo>
                  <a:lnTo>
                    <a:pt x="644652" y="1031748"/>
                  </a:lnTo>
                  <a:lnTo>
                    <a:pt x="640080" y="1031748"/>
                  </a:lnTo>
                  <a:lnTo>
                    <a:pt x="637032" y="1034796"/>
                  </a:lnTo>
                  <a:lnTo>
                    <a:pt x="637032" y="1069848"/>
                  </a:lnTo>
                  <a:lnTo>
                    <a:pt x="640080" y="1072896"/>
                  </a:lnTo>
                  <a:lnTo>
                    <a:pt x="644652" y="1072896"/>
                  </a:lnTo>
                  <a:lnTo>
                    <a:pt x="647700" y="1069848"/>
                  </a:lnTo>
                  <a:lnTo>
                    <a:pt x="647700" y="1034796"/>
                  </a:lnTo>
                  <a:close/>
                </a:path>
                <a:path w="3035935" h="2196465">
                  <a:moveTo>
                    <a:pt x="647700" y="973836"/>
                  </a:moveTo>
                  <a:lnTo>
                    <a:pt x="644652" y="970788"/>
                  </a:lnTo>
                  <a:lnTo>
                    <a:pt x="640080" y="970788"/>
                  </a:lnTo>
                  <a:lnTo>
                    <a:pt x="637032" y="973836"/>
                  </a:lnTo>
                  <a:lnTo>
                    <a:pt x="637032" y="1008888"/>
                  </a:lnTo>
                  <a:lnTo>
                    <a:pt x="640080" y="1011936"/>
                  </a:lnTo>
                  <a:lnTo>
                    <a:pt x="644652" y="1011936"/>
                  </a:lnTo>
                  <a:lnTo>
                    <a:pt x="647700" y="1008888"/>
                  </a:lnTo>
                  <a:lnTo>
                    <a:pt x="647700" y="973836"/>
                  </a:lnTo>
                  <a:close/>
                </a:path>
                <a:path w="3035935" h="2196465">
                  <a:moveTo>
                    <a:pt x="647700" y="912876"/>
                  </a:moveTo>
                  <a:lnTo>
                    <a:pt x="644652" y="909828"/>
                  </a:lnTo>
                  <a:lnTo>
                    <a:pt x="640080" y="909828"/>
                  </a:lnTo>
                  <a:lnTo>
                    <a:pt x="637032" y="912876"/>
                  </a:lnTo>
                  <a:lnTo>
                    <a:pt x="637032" y="949452"/>
                  </a:lnTo>
                  <a:lnTo>
                    <a:pt x="640080" y="950976"/>
                  </a:lnTo>
                  <a:lnTo>
                    <a:pt x="644652" y="950976"/>
                  </a:lnTo>
                  <a:lnTo>
                    <a:pt x="647700" y="949452"/>
                  </a:lnTo>
                  <a:lnTo>
                    <a:pt x="647700" y="912876"/>
                  </a:lnTo>
                  <a:close/>
                </a:path>
                <a:path w="3035935" h="2196465">
                  <a:moveTo>
                    <a:pt x="647700" y="851916"/>
                  </a:moveTo>
                  <a:lnTo>
                    <a:pt x="644652" y="850392"/>
                  </a:lnTo>
                  <a:lnTo>
                    <a:pt x="640080" y="850392"/>
                  </a:lnTo>
                  <a:lnTo>
                    <a:pt x="637032" y="851916"/>
                  </a:lnTo>
                  <a:lnTo>
                    <a:pt x="637032" y="888492"/>
                  </a:lnTo>
                  <a:lnTo>
                    <a:pt x="640080" y="890016"/>
                  </a:lnTo>
                  <a:lnTo>
                    <a:pt x="644652" y="890016"/>
                  </a:lnTo>
                  <a:lnTo>
                    <a:pt x="647700" y="888492"/>
                  </a:lnTo>
                  <a:lnTo>
                    <a:pt x="647700" y="851916"/>
                  </a:lnTo>
                  <a:close/>
                </a:path>
                <a:path w="3035935" h="2196465">
                  <a:moveTo>
                    <a:pt x="647700" y="790956"/>
                  </a:moveTo>
                  <a:lnTo>
                    <a:pt x="644652" y="789432"/>
                  </a:lnTo>
                  <a:lnTo>
                    <a:pt x="640080" y="789432"/>
                  </a:lnTo>
                  <a:lnTo>
                    <a:pt x="637032" y="790956"/>
                  </a:lnTo>
                  <a:lnTo>
                    <a:pt x="637032" y="827532"/>
                  </a:lnTo>
                  <a:lnTo>
                    <a:pt x="640080" y="829056"/>
                  </a:lnTo>
                  <a:lnTo>
                    <a:pt x="644652" y="829056"/>
                  </a:lnTo>
                  <a:lnTo>
                    <a:pt x="647700" y="827532"/>
                  </a:lnTo>
                  <a:lnTo>
                    <a:pt x="647700" y="790956"/>
                  </a:lnTo>
                  <a:close/>
                </a:path>
                <a:path w="3035935" h="2196465">
                  <a:moveTo>
                    <a:pt x="647700" y="729996"/>
                  </a:moveTo>
                  <a:lnTo>
                    <a:pt x="644652" y="728472"/>
                  </a:lnTo>
                  <a:lnTo>
                    <a:pt x="640080" y="728472"/>
                  </a:lnTo>
                  <a:lnTo>
                    <a:pt x="637032" y="729996"/>
                  </a:lnTo>
                  <a:lnTo>
                    <a:pt x="637032" y="766572"/>
                  </a:lnTo>
                  <a:lnTo>
                    <a:pt x="640080" y="769620"/>
                  </a:lnTo>
                  <a:lnTo>
                    <a:pt x="644652" y="769620"/>
                  </a:lnTo>
                  <a:lnTo>
                    <a:pt x="647700" y="766572"/>
                  </a:lnTo>
                  <a:lnTo>
                    <a:pt x="647700" y="729996"/>
                  </a:lnTo>
                  <a:close/>
                </a:path>
                <a:path w="3035935" h="2196465">
                  <a:moveTo>
                    <a:pt x="647700" y="670560"/>
                  </a:moveTo>
                  <a:lnTo>
                    <a:pt x="644652" y="667512"/>
                  </a:lnTo>
                  <a:lnTo>
                    <a:pt x="640080" y="667512"/>
                  </a:lnTo>
                  <a:lnTo>
                    <a:pt x="637032" y="670560"/>
                  </a:lnTo>
                  <a:lnTo>
                    <a:pt x="637032" y="705612"/>
                  </a:lnTo>
                  <a:lnTo>
                    <a:pt x="640080" y="708660"/>
                  </a:lnTo>
                  <a:lnTo>
                    <a:pt x="644652" y="708660"/>
                  </a:lnTo>
                  <a:lnTo>
                    <a:pt x="647700" y="705612"/>
                  </a:lnTo>
                  <a:lnTo>
                    <a:pt x="647700" y="670560"/>
                  </a:lnTo>
                  <a:close/>
                </a:path>
                <a:path w="3035935" h="2196465">
                  <a:moveTo>
                    <a:pt x="647700" y="609600"/>
                  </a:moveTo>
                  <a:lnTo>
                    <a:pt x="644652" y="606552"/>
                  </a:lnTo>
                  <a:lnTo>
                    <a:pt x="640080" y="606552"/>
                  </a:lnTo>
                  <a:lnTo>
                    <a:pt x="637032" y="609600"/>
                  </a:lnTo>
                  <a:lnTo>
                    <a:pt x="637032" y="644652"/>
                  </a:lnTo>
                  <a:lnTo>
                    <a:pt x="640080" y="647700"/>
                  </a:lnTo>
                  <a:lnTo>
                    <a:pt x="644652" y="647700"/>
                  </a:lnTo>
                  <a:lnTo>
                    <a:pt x="647700" y="644652"/>
                  </a:lnTo>
                  <a:lnTo>
                    <a:pt x="647700" y="609600"/>
                  </a:lnTo>
                  <a:close/>
                </a:path>
                <a:path w="3035935" h="2196465">
                  <a:moveTo>
                    <a:pt x="647700" y="548640"/>
                  </a:moveTo>
                  <a:lnTo>
                    <a:pt x="644652" y="547116"/>
                  </a:lnTo>
                  <a:lnTo>
                    <a:pt x="640080" y="547116"/>
                  </a:lnTo>
                  <a:lnTo>
                    <a:pt x="637032" y="548640"/>
                  </a:lnTo>
                  <a:lnTo>
                    <a:pt x="637032" y="585216"/>
                  </a:lnTo>
                  <a:lnTo>
                    <a:pt x="640080" y="586740"/>
                  </a:lnTo>
                  <a:lnTo>
                    <a:pt x="644652" y="586740"/>
                  </a:lnTo>
                  <a:lnTo>
                    <a:pt x="647700" y="585216"/>
                  </a:lnTo>
                  <a:lnTo>
                    <a:pt x="647700" y="548640"/>
                  </a:lnTo>
                  <a:close/>
                </a:path>
                <a:path w="3035935" h="2196465">
                  <a:moveTo>
                    <a:pt x="647700" y="487680"/>
                  </a:moveTo>
                  <a:lnTo>
                    <a:pt x="644652" y="486156"/>
                  </a:lnTo>
                  <a:lnTo>
                    <a:pt x="640080" y="486156"/>
                  </a:lnTo>
                  <a:lnTo>
                    <a:pt x="637032" y="487680"/>
                  </a:lnTo>
                  <a:lnTo>
                    <a:pt x="637032" y="524256"/>
                  </a:lnTo>
                  <a:lnTo>
                    <a:pt x="640080" y="525780"/>
                  </a:lnTo>
                  <a:lnTo>
                    <a:pt x="644652" y="525780"/>
                  </a:lnTo>
                  <a:lnTo>
                    <a:pt x="647700" y="524256"/>
                  </a:lnTo>
                  <a:lnTo>
                    <a:pt x="647700" y="487680"/>
                  </a:lnTo>
                  <a:close/>
                </a:path>
                <a:path w="3035935" h="2196465">
                  <a:moveTo>
                    <a:pt x="647700" y="426720"/>
                  </a:moveTo>
                  <a:lnTo>
                    <a:pt x="644652" y="425196"/>
                  </a:lnTo>
                  <a:lnTo>
                    <a:pt x="640080" y="425196"/>
                  </a:lnTo>
                  <a:lnTo>
                    <a:pt x="637032" y="426720"/>
                  </a:lnTo>
                  <a:lnTo>
                    <a:pt x="637032" y="463296"/>
                  </a:lnTo>
                  <a:lnTo>
                    <a:pt x="640080" y="464820"/>
                  </a:lnTo>
                  <a:lnTo>
                    <a:pt x="644652" y="464820"/>
                  </a:lnTo>
                  <a:lnTo>
                    <a:pt x="647700" y="463296"/>
                  </a:lnTo>
                  <a:lnTo>
                    <a:pt x="647700" y="426720"/>
                  </a:lnTo>
                  <a:close/>
                </a:path>
                <a:path w="3035935" h="2196465">
                  <a:moveTo>
                    <a:pt x="647700" y="367284"/>
                  </a:moveTo>
                  <a:lnTo>
                    <a:pt x="644652" y="364236"/>
                  </a:lnTo>
                  <a:lnTo>
                    <a:pt x="640080" y="364236"/>
                  </a:lnTo>
                  <a:lnTo>
                    <a:pt x="637032" y="367284"/>
                  </a:lnTo>
                  <a:lnTo>
                    <a:pt x="637032" y="402336"/>
                  </a:lnTo>
                  <a:lnTo>
                    <a:pt x="640080" y="405384"/>
                  </a:lnTo>
                  <a:lnTo>
                    <a:pt x="644652" y="405384"/>
                  </a:lnTo>
                  <a:lnTo>
                    <a:pt x="647700" y="402336"/>
                  </a:lnTo>
                  <a:lnTo>
                    <a:pt x="647700" y="367284"/>
                  </a:lnTo>
                  <a:close/>
                </a:path>
                <a:path w="3035935" h="2196465">
                  <a:moveTo>
                    <a:pt x="647700" y="306324"/>
                  </a:moveTo>
                  <a:lnTo>
                    <a:pt x="644652" y="303276"/>
                  </a:lnTo>
                  <a:lnTo>
                    <a:pt x="640080" y="303276"/>
                  </a:lnTo>
                  <a:lnTo>
                    <a:pt x="637032" y="306324"/>
                  </a:lnTo>
                  <a:lnTo>
                    <a:pt x="637032" y="341376"/>
                  </a:lnTo>
                  <a:lnTo>
                    <a:pt x="640080" y="344424"/>
                  </a:lnTo>
                  <a:lnTo>
                    <a:pt x="644652" y="344424"/>
                  </a:lnTo>
                  <a:lnTo>
                    <a:pt x="647700" y="341376"/>
                  </a:lnTo>
                  <a:lnTo>
                    <a:pt x="647700" y="306324"/>
                  </a:lnTo>
                  <a:close/>
                </a:path>
                <a:path w="3035935" h="2196465">
                  <a:moveTo>
                    <a:pt x="647700" y="245364"/>
                  </a:moveTo>
                  <a:lnTo>
                    <a:pt x="644652" y="242316"/>
                  </a:lnTo>
                  <a:lnTo>
                    <a:pt x="640080" y="242316"/>
                  </a:lnTo>
                  <a:lnTo>
                    <a:pt x="637032" y="245364"/>
                  </a:lnTo>
                  <a:lnTo>
                    <a:pt x="637032" y="281940"/>
                  </a:lnTo>
                  <a:lnTo>
                    <a:pt x="640080" y="283464"/>
                  </a:lnTo>
                  <a:lnTo>
                    <a:pt x="644652" y="283464"/>
                  </a:lnTo>
                  <a:lnTo>
                    <a:pt x="647700" y="281940"/>
                  </a:lnTo>
                  <a:lnTo>
                    <a:pt x="647700" y="245364"/>
                  </a:lnTo>
                  <a:close/>
                </a:path>
                <a:path w="3035935" h="2196465">
                  <a:moveTo>
                    <a:pt x="647700" y="184404"/>
                  </a:moveTo>
                  <a:lnTo>
                    <a:pt x="644652" y="182880"/>
                  </a:lnTo>
                  <a:lnTo>
                    <a:pt x="640080" y="182880"/>
                  </a:lnTo>
                  <a:lnTo>
                    <a:pt x="637032" y="184404"/>
                  </a:lnTo>
                  <a:lnTo>
                    <a:pt x="637032" y="220980"/>
                  </a:lnTo>
                  <a:lnTo>
                    <a:pt x="640080" y="222504"/>
                  </a:lnTo>
                  <a:lnTo>
                    <a:pt x="644652" y="222504"/>
                  </a:lnTo>
                  <a:lnTo>
                    <a:pt x="647700" y="220980"/>
                  </a:lnTo>
                  <a:lnTo>
                    <a:pt x="647700" y="184404"/>
                  </a:lnTo>
                  <a:close/>
                </a:path>
                <a:path w="3035935" h="2196465">
                  <a:moveTo>
                    <a:pt x="647700" y="123444"/>
                  </a:moveTo>
                  <a:lnTo>
                    <a:pt x="644652" y="121920"/>
                  </a:lnTo>
                  <a:lnTo>
                    <a:pt x="640080" y="121920"/>
                  </a:lnTo>
                  <a:lnTo>
                    <a:pt x="637032" y="123444"/>
                  </a:lnTo>
                  <a:lnTo>
                    <a:pt x="637032" y="160020"/>
                  </a:lnTo>
                  <a:lnTo>
                    <a:pt x="640080" y="161544"/>
                  </a:lnTo>
                  <a:lnTo>
                    <a:pt x="644652" y="161544"/>
                  </a:lnTo>
                  <a:lnTo>
                    <a:pt x="647700" y="160020"/>
                  </a:lnTo>
                  <a:lnTo>
                    <a:pt x="647700" y="123444"/>
                  </a:lnTo>
                  <a:close/>
                </a:path>
                <a:path w="3035935" h="2196465">
                  <a:moveTo>
                    <a:pt x="647700" y="62484"/>
                  </a:moveTo>
                  <a:lnTo>
                    <a:pt x="644652" y="60960"/>
                  </a:lnTo>
                  <a:lnTo>
                    <a:pt x="640080" y="60960"/>
                  </a:lnTo>
                  <a:lnTo>
                    <a:pt x="637032" y="62484"/>
                  </a:lnTo>
                  <a:lnTo>
                    <a:pt x="637032" y="99060"/>
                  </a:lnTo>
                  <a:lnTo>
                    <a:pt x="640080" y="102108"/>
                  </a:lnTo>
                  <a:lnTo>
                    <a:pt x="644652" y="102108"/>
                  </a:lnTo>
                  <a:lnTo>
                    <a:pt x="647700" y="99060"/>
                  </a:lnTo>
                  <a:lnTo>
                    <a:pt x="647700" y="62484"/>
                  </a:lnTo>
                  <a:close/>
                </a:path>
                <a:path w="3035935" h="2196465">
                  <a:moveTo>
                    <a:pt x="647700" y="3048"/>
                  </a:moveTo>
                  <a:lnTo>
                    <a:pt x="644652" y="0"/>
                  </a:lnTo>
                  <a:lnTo>
                    <a:pt x="640080" y="0"/>
                  </a:lnTo>
                  <a:lnTo>
                    <a:pt x="637032" y="3048"/>
                  </a:lnTo>
                  <a:lnTo>
                    <a:pt x="637032" y="38100"/>
                  </a:lnTo>
                  <a:lnTo>
                    <a:pt x="640080" y="41148"/>
                  </a:lnTo>
                  <a:lnTo>
                    <a:pt x="644652" y="41148"/>
                  </a:lnTo>
                  <a:lnTo>
                    <a:pt x="647700" y="38100"/>
                  </a:lnTo>
                  <a:lnTo>
                    <a:pt x="647700" y="3048"/>
                  </a:lnTo>
                  <a:close/>
                </a:path>
                <a:path w="3035935" h="2196465">
                  <a:moveTo>
                    <a:pt x="806196" y="1761744"/>
                  </a:moveTo>
                  <a:lnTo>
                    <a:pt x="804672" y="1760220"/>
                  </a:lnTo>
                  <a:lnTo>
                    <a:pt x="798576" y="1760220"/>
                  </a:lnTo>
                  <a:lnTo>
                    <a:pt x="797052" y="1761744"/>
                  </a:lnTo>
                  <a:lnTo>
                    <a:pt x="797052" y="1795272"/>
                  </a:lnTo>
                  <a:lnTo>
                    <a:pt x="798576" y="1798320"/>
                  </a:lnTo>
                  <a:lnTo>
                    <a:pt x="804672" y="1798320"/>
                  </a:lnTo>
                  <a:lnTo>
                    <a:pt x="806196" y="1795272"/>
                  </a:lnTo>
                  <a:lnTo>
                    <a:pt x="806196" y="1761744"/>
                  </a:lnTo>
                  <a:close/>
                </a:path>
                <a:path w="3035935" h="2196465">
                  <a:moveTo>
                    <a:pt x="806196" y="1702308"/>
                  </a:moveTo>
                  <a:lnTo>
                    <a:pt x="804672" y="1699260"/>
                  </a:lnTo>
                  <a:lnTo>
                    <a:pt x="798576" y="1699260"/>
                  </a:lnTo>
                  <a:lnTo>
                    <a:pt x="797052" y="1702308"/>
                  </a:lnTo>
                  <a:lnTo>
                    <a:pt x="797052" y="1737360"/>
                  </a:lnTo>
                  <a:lnTo>
                    <a:pt x="798576" y="1740408"/>
                  </a:lnTo>
                  <a:lnTo>
                    <a:pt x="804672" y="1740408"/>
                  </a:lnTo>
                  <a:lnTo>
                    <a:pt x="806196" y="1737360"/>
                  </a:lnTo>
                  <a:lnTo>
                    <a:pt x="806196" y="1702308"/>
                  </a:lnTo>
                  <a:close/>
                </a:path>
                <a:path w="3035935" h="2196465">
                  <a:moveTo>
                    <a:pt x="806196" y="1641348"/>
                  </a:moveTo>
                  <a:lnTo>
                    <a:pt x="804672" y="1638300"/>
                  </a:lnTo>
                  <a:lnTo>
                    <a:pt x="798576" y="1638300"/>
                  </a:lnTo>
                  <a:lnTo>
                    <a:pt x="797052" y="1641348"/>
                  </a:lnTo>
                  <a:lnTo>
                    <a:pt x="797052" y="1676400"/>
                  </a:lnTo>
                  <a:lnTo>
                    <a:pt x="798576" y="1679448"/>
                  </a:lnTo>
                  <a:lnTo>
                    <a:pt x="804672" y="1679448"/>
                  </a:lnTo>
                  <a:lnTo>
                    <a:pt x="806196" y="1676400"/>
                  </a:lnTo>
                  <a:lnTo>
                    <a:pt x="806196" y="1641348"/>
                  </a:lnTo>
                  <a:close/>
                </a:path>
                <a:path w="3035935" h="2196465">
                  <a:moveTo>
                    <a:pt x="806196" y="1580388"/>
                  </a:moveTo>
                  <a:lnTo>
                    <a:pt x="804672" y="1577340"/>
                  </a:lnTo>
                  <a:lnTo>
                    <a:pt x="798576" y="1577340"/>
                  </a:lnTo>
                  <a:lnTo>
                    <a:pt x="797052" y="1580388"/>
                  </a:lnTo>
                  <a:lnTo>
                    <a:pt x="797052" y="1616964"/>
                  </a:lnTo>
                  <a:lnTo>
                    <a:pt x="798576" y="1618488"/>
                  </a:lnTo>
                  <a:lnTo>
                    <a:pt x="804672" y="1618488"/>
                  </a:lnTo>
                  <a:lnTo>
                    <a:pt x="806196" y="1616964"/>
                  </a:lnTo>
                  <a:lnTo>
                    <a:pt x="806196" y="1580388"/>
                  </a:lnTo>
                  <a:close/>
                </a:path>
                <a:path w="3035935" h="2196465">
                  <a:moveTo>
                    <a:pt x="806196" y="1519428"/>
                  </a:moveTo>
                  <a:lnTo>
                    <a:pt x="804672" y="1517904"/>
                  </a:lnTo>
                  <a:lnTo>
                    <a:pt x="798576" y="1517904"/>
                  </a:lnTo>
                  <a:lnTo>
                    <a:pt x="797052" y="1519428"/>
                  </a:lnTo>
                  <a:lnTo>
                    <a:pt x="797052" y="1556004"/>
                  </a:lnTo>
                  <a:lnTo>
                    <a:pt x="798576" y="1557528"/>
                  </a:lnTo>
                  <a:lnTo>
                    <a:pt x="804672" y="1557528"/>
                  </a:lnTo>
                  <a:lnTo>
                    <a:pt x="806196" y="1556004"/>
                  </a:lnTo>
                  <a:lnTo>
                    <a:pt x="806196" y="1519428"/>
                  </a:lnTo>
                  <a:close/>
                </a:path>
                <a:path w="3035935" h="2196465">
                  <a:moveTo>
                    <a:pt x="806196" y="1458468"/>
                  </a:moveTo>
                  <a:lnTo>
                    <a:pt x="804672" y="1456944"/>
                  </a:lnTo>
                  <a:lnTo>
                    <a:pt x="798576" y="1456944"/>
                  </a:lnTo>
                  <a:lnTo>
                    <a:pt x="797052" y="1458468"/>
                  </a:lnTo>
                  <a:lnTo>
                    <a:pt x="797052" y="1495044"/>
                  </a:lnTo>
                  <a:lnTo>
                    <a:pt x="798576" y="1496568"/>
                  </a:lnTo>
                  <a:lnTo>
                    <a:pt x="804672" y="1496568"/>
                  </a:lnTo>
                  <a:lnTo>
                    <a:pt x="806196" y="1495044"/>
                  </a:lnTo>
                  <a:lnTo>
                    <a:pt x="806196" y="1458468"/>
                  </a:lnTo>
                  <a:close/>
                </a:path>
                <a:path w="3035935" h="2196465">
                  <a:moveTo>
                    <a:pt x="806196" y="1397508"/>
                  </a:moveTo>
                  <a:lnTo>
                    <a:pt x="804672" y="1395984"/>
                  </a:lnTo>
                  <a:lnTo>
                    <a:pt x="798576" y="1395984"/>
                  </a:lnTo>
                  <a:lnTo>
                    <a:pt x="797052" y="1397508"/>
                  </a:lnTo>
                  <a:lnTo>
                    <a:pt x="797052" y="1434084"/>
                  </a:lnTo>
                  <a:lnTo>
                    <a:pt x="798576" y="1437132"/>
                  </a:lnTo>
                  <a:lnTo>
                    <a:pt x="804672" y="1437132"/>
                  </a:lnTo>
                  <a:lnTo>
                    <a:pt x="806196" y="1434084"/>
                  </a:lnTo>
                  <a:lnTo>
                    <a:pt x="806196" y="1397508"/>
                  </a:lnTo>
                  <a:close/>
                </a:path>
                <a:path w="3035935" h="2196465">
                  <a:moveTo>
                    <a:pt x="806196" y="1338072"/>
                  </a:moveTo>
                  <a:lnTo>
                    <a:pt x="804672" y="1335024"/>
                  </a:lnTo>
                  <a:lnTo>
                    <a:pt x="798576" y="1335024"/>
                  </a:lnTo>
                  <a:lnTo>
                    <a:pt x="797052" y="1338072"/>
                  </a:lnTo>
                  <a:lnTo>
                    <a:pt x="797052" y="1373124"/>
                  </a:lnTo>
                  <a:lnTo>
                    <a:pt x="798576" y="1376172"/>
                  </a:lnTo>
                  <a:lnTo>
                    <a:pt x="804672" y="1376172"/>
                  </a:lnTo>
                  <a:lnTo>
                    <a:pt x="806196" y="1373124"/>
                  </a:lnTo>
                  <a:lnTo>
                    <a:pt x="806196" y="1338072"/>
                  </a:lnTo>
                  <a:close/>
                </a:path>
                <a:path w="3035935" h="2196465">
                  <a:moveTo>
                    <a:pt x="806196" y="1277112"/>
                  </a:moveTo>
                  <a:lnTo>
                    <a:pt x="804672" y="1274064"/>
                  </a:lnTo>
                  <a:lnTo>
                    <a:pt x="798576" y="1274064"/>
                  </a:lnTo>
                  <a:lnTo>
                    <a:pt x="797052" y="1277112"/>
                  </a:lnTo>
                  <a:lnTo>
                    <a:pt x="797052" y="1312164"/>
                  </a:lnTo>
                  <a:lnTo>
                    <a:pt x="798576" y="1315212"/>
                  </a:lnTo>
                  <a:lnTo>
                    <a:pt x="804672" y="1315212"/>
                  </a:lnTo>
                  <a:lnTo>
                    <a:pt x="806196" y="1312164"/>
                  </a:lnTo>
                  <a:lnTo>
                    <a:pt x="806196" y="1277112"/>
                  </a:lnTo>
                  <a:close/>
                </a:path>
                <a:path w="3035935" h="2196465">
                  <a:moveTo>
                    <a:pt x="806196" y="1216152"/>
                  </a:moveTo>
                  <a:lnTo>
                    <a:pt x="804672" y="1214628"/>
                  </a:lnTo>
                  <a:lnTo>
                    <a:pt x="798576" y="1214628"/>
                  </a:lnTo>
                  <a:lnTo>
                    <a:pt x="797052" y="1216152"/>
                  </a:lnTo>
                  <a:lnTo>
                    <a:pt x="797052" y="1252728"/>
                  </a:lnTo>
                  <a:lnTo>
                    <a:pt x="798576" y="1254252"/>
                  </a:lnTo>
                  <a:lnTo>
                    <a:pt x="804672" y="1254252"/>
                  </a:lnTo>
                  <a:lnTo>
                    <a:pt x="806196" y="1252728"/>
                  </a:lnTo>
                  <a:lnTo>
                    <a:pt x="806196" y="1216152"/>
                  </a:lnTo>
                  <a:close/>
                </a:path>
                <a:path w="3035935" h="2196465">
                  <a:moveTo>
                    <a:pt x="806196" y="1155192"/>
                  </a:moveTo>
                  <a:lnTo>
                    <a:pt x="804672" y="1153668"/>
                  </a:lnTo>
                  <a:lnTo>
                    <a:pt x="798576" y="1153668"/>
                  </a:lnTo>
                  <a:lnTo>
                    <a:pt x="797052" y="1155192"/>
                  </a:lnTo>
                  <a:lnTo>
                    <a:pt x="797052" y="1191768"/>
                  </a:lnTo>
                  <a:lnTo>
                    <a:pt x="798576" y="1193292"/>
                  </a:lnTo>
                  <a:lnTo>
                    <a:pt x="804672" y="1193292"/>
                  </a:lnTo>
                  <a:lnTo>
                    <a:pt x="806196" y="1191768"/>
                  </a:lnTo>
                  <a:lnTo>
                    <a:pt x="806196" y="1155192"/>
                  </a:lnTo>
                  <a:close/>
                </a:path>
                <a:path w="3035935" h="2196465">
                  <a:moveTo>
                    <a:pt x="806196" y="1094232"/>
                  </a:moveTo>
                  <a:lnTo>
                    <a:pt x="804672" y="1092708"/>
                  </a:lnTo>
                  <a:lnTo>
                    <a:pt x="798576" y="1092708"/>
                  </a:lnTo>
                  <a:lnTo>
                    <a:pt x="797052" y="1094232"/>
                  </a:lnTo>
                  <a:lnTo>
                    <a:pt x="797052" y="1130808"/>
                  </a:lnTo>
                  <a:lnTo>
                    <a:pt x="798576" y="1132332"/>
                  </a:lnTo>
                  <a:lnTo>
                    <a:pt x="804672" y="1132332"/>
                  </a:lnTo>
                  <a:lnTo>
                    <a:pt x="806196" y="1130808"/>
                  </a:lnTo>
                  <a:lnTo>
                    <a:pt x="806196" y="1094232"/>
                  </a:lnTo>
                  <a:close/>
                </a:path>
                <a:path w="3035935" h="2196465">
                  <a:moveTo>
                    <a:pt x="806196" y="1034796"/>
                  </a:moveTo>
                  <a:lnTo>
                    <a:pt x="804672" y="1031748"/>
                  </a:lnTo>
                  <a:lnTo>
                    <a:pt x="798576" y="1031748"/>
                  </a:lnTo>
                  <a:lnTo>
                    <a:pt x="797052" y="1034796"/>
                  </a:lnTo>
                  <a:lnTo>
                    <a:pt x="797052" y="1069848"/>
                  </a:lnTo>
                  <a:lnTo>
                    <a:pt x="798576" y="1072896"/>
                  </a:lnTo>
                  <a:lnTo>
                    <a:pt x="804672" y="1072896"/>
                  </a:lnTo>
                  <a:lnTo>
                    <a:pt x="806196" y="1069848"/>
                  </a:lnTo>
                  <a:lnTo>
                    <a:pt x="806196" y="1034796"/>
                  </a:lnTo>
                  <a:close/>
                </a:path>
                <a:path w="3035935" h="2196465">
                  <a:moveTo>
                    <a:pt x="806196" y="973836"/>
                  </a:moveTo>
                  <a:lnTo>
                    <a:pt x="804672" y="970788"/>
                  </a:lnTo>
                  <a:lnTo>
                    <a:pt x="798576" y="970788"/>
                  </a:lnTo>
                  <a:lnTo>
                    <a:pt x="797052" y="973836"/>
                  </a:lnTo>
                  <a:lnTo>
                    <a:pt x="797052" y="1008888"/>
                  </a:lnTo>
                  <a:lnTo>
                    <a:pt x="798576" y="1011936"/>
                  </a:lnTo>
                  <a:lnTo>
                    <a:pt x="804672" y="1011936"/>
                  </a:lnTo>
                  <a:lnTo>
                    <a:pt x="806196" y="1008888"/>
                  </a:lnTo>
                  <a:lnTo>
                    <a:pt x="806196" y="973836"/>
                  </a:lnTo>
                  <a:close/>
                </a:path>
                <a:path w="3035935" h="2196465">
                  <a:moveTo>
                    <a:pt x="806196" y="912876"/>
                  </a:moveTo>
                  <a:lnTo>
                    <a:pt x="804672" y="909828"/>
                  </a:lnTo>
                  <a:lnTo>
                    <a:pt x="798576" y="909828"/>
                  </a:lnTo>
                  <a:lnTo>
                    <a:pt x="797052" y="912876"/>
                  </a:lnTo>
                  <a:lnTo>
                    <a:pt x="797052" y="949452"/>
                  </a:lnTo>
                  <a:lnTo>
                    <a:pt x="798576" y="950976"/>
                  </a:lnTo>
                  <a:lnTo>
                    <a:pt x="804672" y="950976"/>
                  </a:lnTo>
                  <a:lnTo>
                    <a:pt x="806196" y="949452"/>
                  </a:lnTo>
                  <a:lnTo>
                    <a:pt x="806196" y="912876"/>
                  </a:lnTo>
                  <a:close/>
                </a:path>
                <a:path w="3035935" h="2196465">
                  <a:moveTo>
                    <a:pt x="806196" y="851916"/>
                  </a:moveTo>
                  <a:lnTo>
                    <a:pt x="804672" y="850392"/>
                  </a:lnTo>
                  <a:lnTo>
                    <a:pt x="798576" y="850392"/>
                  </a:lnTo>
                  <a:lnTo>
                    <a:pt x="797052" y="851916"/>
                  </a:lnTo>
                  <a:lnTo>
                    <a:pt x="797052" y="888492"/>
                  </a:lnTo>
                  <a:lnTo>
                    <a:pt x="798576" y="890016"/>
                  </a:lnTo>
                  <a:lnTo>
                    <a:pt x="804672" y="890016"/>
                  </a:lnTo>
                  <a:lnTo>
                    <a:pt x="806196" y="888492"/>
                  </a:lnTo>
                  <a:lnTo>
                    <a:pt x="806196" y="851916"/>
                  </a:lnTo>
                  <a:close/>
                </a:path>
                <a:path w="3035935" h="2196465">
                  <a:moveTo>
                    <a:pt x="806196" y="790956"/>
                  </a:moveTo>
                  <a:lnTo>
                    <a:pt x="804672" y="789432"/>
                  </a:lnTo>
                  <a:lnTo>
                    <a:pt x="798576" y="789432"/>
                  </a:lnTo>
                  <a:lnTo>
                    <a:pt x="797052" y="790956"/>
                  </a:lnTo>
                  <a:lnTo>
                    <a:pt x="797052" y="827532"/>
                  </a:lnTo>
                  <a:lnTo>
                    <a:pt x="798576" y="829056"/>
                  </a:lnTo>
                  <a:lnTo>
                    <a:pt x="804672" y="829056"/>
                  </a:lnTo>
                  <a:lnTo>
                    <a:pt x="806196" y="827532"/>
                  </a:lnTo>
                  <a:lnTo>
                    <a:pt x="806196" y="790956"/>
                  </a:lnTo>
                  <a:close/>
                </a:path>
                <a:path w="3035935" h="2196465">
                  <a:moveTo>
                    <a:pt x="806196" y="729996"/>
                  </a:moveTo>
                  <a:lnTo>
                    <a:pt x="804672" y="728472"/>
                  </a:lnTo>
                  <a:lnTo>
                    <a:pt x="798576" y="728472"/>
                  </a:lnTo>
                  <a:lnTo>
                    <a:pt x="797052" y="729996"/>
                  </a:lnTo>
                  <a:lnTo>
                    <a:pt x="797052" y="766572"/>
                  </a:lnTo>
                  <a:lnTo>
                    <a:pt x="798576" y="769620"/>
                  </a:lnTo>
                  <a:lnTo>
                    <a:pt x="804672" y="769620"/>
                  </a:lnTo>
                  <a:lnTo>
                    <a:pt x="806196" y="766572"/>
                  </a:lnTo>
                  <a:lnTo>
                    <a:pt x="806196" y="729996"/>
                  </a:lnTo>
                  <a:close/>
                </a:path>
                <a:path w="3035935" h="2196465">
                  <a:moveTo>
                    <a:pt x="806196" y="670560"/>
                  </a:moveTo>
                  <a:lnTo>
                    <a:pt x="804672" y="667512"/>
                  </a:lnTo>
                  <a:lnTo>
                    <a:pt x="798576" y="667512"/>
                  </a:lnTo>
                  <a:lnTo>
                    <a:pt x="797052" y="670560"/>
                  </a:lnTo>
                  <a:lnTo>
                    <a:pt x="797052" y="705612"/>
                  </a:lnTo>
                  <a:lnTo>
                    <a:pt x="798576" y="708660"/>
                  </a:lnTo>
                  <a:lnTo>
                    <a:pt x="804672" y="708660"/>
                  </a:lnTo>
                  <a:lnTo>
                    <a:pt x="806196" y="705612"/>
                  </a:lnTo>
                  <a:lnTo>
                    <a:pt x="806196" y="670560"/>
                  </a:lnTo>
                  <a:close/>
                </a:path>
                <a:path w="3035935" h="2196465">
                  <a:moveTo>
                    <a:pt x="806196" y="609600"/>
                  </a:moveTo>
                  <a:lnTo>
                    <a:pt x="804672" y="606552"/>
                  </a:lnTo>
                  <a:lnTo>
                    <a:pt x="798576" y="606552"/>
                  </a:lnTo>
                  <a:lnTo>
                    <a:pt x="797052" y="609600"/>
                  </a:lnTo>
                  <a:lnTo>
                    <a:pt x="797052" y="644652"/>
                  </a:lnTo>
                  <a:lnTo>
                    <a:pt x="798576" y="647700"/>
                  </a:lnTo>
                  <a:lnTo>
                    <a:pt x="804672" y="647700"/>
                  </a:lnTo>
                  <a:lnTo>
                    <a:pt x="806196" y="644652"/>
                  </a:lnTo>
                  <a:lnTo>
                    <a:pt x="806196" y="609600"/>
                  </a:lnTo>
                  <a:close/>
                </a:path>
                <a:path w="3035935" h="2196465">
                  <a:moveTo>
                    <a:pt x="806196" y="548640"/>
                  </a:moveTo>
                  <a:lnTo>
                    <a:pt x="804672" y="547116"/>
                  </a:lnTo>
                  <a:lnTo>
                    <a:pt x="798576" y="547116"/>
                  </a:lnTo>
                  <a:lnTo>
                    <a:pt x="797052" y="548640"/>
                  </a:lnTo>
                  <a:lnTo>
                    <a:pt x="797052" y="585216"/>
                  </a:lnTo>
                  <a:lnTo>
                    <a:pt x="798576" y="586740"/>
                  </a:lnTo>
                  <a:lnTo>
                    <a:pt x="804672" y="586740"/>
                  </a:lnTo>
                  <a:lnTo>
                    <a:pt x="806196" y="585216"/>
                  </a:lnTo>
                  <a:lnTo>
                    <a:pt x="806196" y="548640"/>
                  </a:lnTo>
                  <a:close/>
                </a:path>
                <a:path w="3035935" h="2196465">
                  <a:moveTo>
                    <a:pt x="806196" y="487680"/>
                  </a:moveTo>
                  <a:lnTo>
                    <a:pt x="804672" y="486156"/>
                  </a:lnTo>
                  <a:lnTo>
                    <a:pt x="798576" y="486156"/>
                  </a:lnTo>
                  <a:lnTo>
                    <a:pt x="797052" y="487680"/>
                  </a:lnTo>
                  <a:lnTo>
                    <a:pt x="797052" y="524256"/>
                  </a:lnTo>
                  <a:lnTo>
                    <a:pt x="798576" y="525780"/>
                  </a:lnTo>
                  <a:lnTo>
                    <a:pt x="804672" y="525780"/>
                  </a:lnTo>
                  <a:lnTo>
                    <a:pt x="806196" y="524256"/>
                  </a:lnTo>
                  <a:lnTo>
                    <a:pt x="806196" y="487680"/>
                  </a:lnTo>
                  <a:close/>
                </a:path>
                <a:path w="3035935" h="2196465">
                  <a:moveTo>
                    <a:pt x="806196" y="426720"/>
                  </a:moveTo>
                  <a:lnTo>
                    <a:pt x="804672" y="425196"/>
                  </a:lnTo>
                  <a:lnTo>
                    <a:pt x="798576" y="425196"/>
                  </a:lnTo>
                  <a:lnTo>
                    <a:pt x="797052" y="426720"/>
                  </a:lnTo>
                  <a:lnTo>
                    <a:pt x="797052" y="463296"/>
                  </a:lnTo>
                  <a:lnTo>
                    <a:pt x="798576" y="464820"/>
                  </a:lnTo>
                  <a:lnTo>
                    <a:pt x="804672" y="464820"/>
                  </a:lnTo>
                  <a:lnTo>
                    <a:pt x="806196" y="463296"/>
                  </a:lnTo>
                  <a:lnTo>
                    <a:pt x="806196" y="426720"/>
                  </a:lnTo>
                  <a:close/>
                </a:path>
                <a:path w="3035935" h="2196465">
                  <a:moveTo>
                    <a:pt x="806196" y="367284"/>
                  </a:moveTo>
                  <a:lnTo>
                    <a:pt x="804672" y="364236"/>
                  </a:lnTo>
                  <a:lnTo>
                    <a:pt x="798576" y="364236"/>
                  </a:lnTo>
                  <a:lnTo>
                    <a:pt x="797052" y="367284"/>
                  </a:lnTo>
                  <a:lnTo>
                    <a:pt x="797052" y="402336"/>
                  </a:lnTo>
                  <a:lnTo>
                    <a:pt x="798576" y="405384"/>
                  </a:lnTo>
                  <a:lnTo>
                    <a:pt x="804672" y="405384"/>
                  </a:lnTo>
                  <a:lnTo>
                    <a:pt x="806196" y="402336"/>
                  </a:lnTo>
                  <a:lnTo>
                    <a:pt x="806196" y="367284"/>
                  </a:lnTo>
                  <a:close/>
                </a:path>
                <a:path w="3035935" h="2196465">
                  <a:moveTo>
                    <a:pt x="806196" y="306324"/>
                  </a:moveTo>
                  <a:lnTo>
                    <a:pt x="804672" y="303276"/>
                  </a:lnTo>
                  <a:lnTo>
                    <a:pt x="798576" y="303276"/>
                  </a:lnTo>
                  <a:lnTo>
                    <a:pt x="797052" y="306324"/>
                  </a:lnTo>
                  <a:lnTo>
                    <a:pt x="797052" y="341376"/>
                  </a:lnTo>
                  <a:lnTo>
                    <a:pt x="798576" y="344424"/>
                  </a:lnTo>
                  <a:lnTo>
                    <a:pt x="804672" y="344424"/>
                  </a:lnTo>
                  <a:lnTo>
                    <a:pt x="806196" y="341376"/>
                  </a:lnTo>
                  <a:lnTo>
                    <a:pt x="806196" y="306324"/>
                  </a:lnTo>
                  <a:close/>
                </a:path>
                <a:path w="3035935" h="2196465">
                  <a:moveTo>
                    <a:pt x="806196" y="245364"/>
                  </a:moveTo>
                  <a:lnTo>
                    <a:pt x="804672" y="242316"/>
                  </a:lnTo>
                  <a:lnTo>
                    <a:pt x="798576" y="242316"/>
                  </a:lnTo>
                  <a:lnTo>
                    <a:pt x="797052" y="245364"/>
                  </a:lnTo>
                  <a:lnTo>
                    <a:pt x="797052" y="281940"/>
                  </a:lnTo>
                  <a:lnTo>
                    <a:pt x="798576" y="283464"/>
                  </a:lnTo>
                  <a:lnTo>
                    <a:pt x="804672" y="283464"/>
                  </a:lnTo>
                  <a:lnTo>
                    <a:pt x="806196" y="281940"/>
                  </a:lnTo>
                  <a:lnTo>
                    <a:pt x="806196" y="245364"/>
                  </a:lnTo>
                  <a:close/>
                </a:path>
                <a:path w="3035935" h="2196465">
                  <a:moveTo>
                    <a:pt x="806196" y="184404"/>
                  </a:moveTo>
                  <a:lnTo>
                    <a:pt x="804672" y="182880"/>
                  </a:lnTo>
                  <a:lnTo>
                    <a:pt x="798576" y="182880"/>
                  </a:lnTo>
                  <a:lnTo>
                    <a:pt x="797052" y="184404"/>
                  </a:lnTo>
                  <a:lnTo>
                    <a:pt x="797052" y="220980"/>
                  </a:lnTo>
                  <a:lnTo>
                    <a:pt x="798576" y="222504"/>
                  </a:lnTo>
                  <a:lnTo>
                    <a:pt x="804672" y="222504"/>
                  </a:lnTo>
                  <a:lnTo>
                    <a:pt x="806196" y="220980"/>
                  </a:lnTo>
                  <a:lnTo>
                    <a:pt x="806196" y="184404"/>
                  </a:lnTo>
                  <a:close/>
                </a:path>
                <a:path w="3035935" h="2196465">
                  <a:moveTo>
                    <a:pt x="806196" y="123444"/>
                  </a:moveTo>
                  <a:lnTo>
                    <a:pt x="804672" y="121920"/>
                  </a:lnTo>
                  <a:lnTo>
                    <a:pt x="798576" y="121920"/>
                  </a:lnTo>
                  <a:lnTo>
                    <a:pt x="797052" y="123444"/>
                  </a:lnTo>
                  <a:lnTo>
                    <a:pt x="797052" y="160020"/>
                  </a:lnTo>
                  <a:lnTo>
                    <a:pt x="798576" y="161544"/>
                  </a:lnTo>
                  <a:lnTo>
                    <a:pt x="804672" y="161544"/>
                  </a:lnTo>
                  <a:lnTo>
                    <a:pt x="806196" y="160020"/>
                  </a:lnTo>
                  <a:lnTo>
                    <a:pt x="806196" y="123444"/>
                  </a:lnTo>
                  <a:close/>
                </a:path>
                <a:path w="3035935" h="2196465">
                  <a:moveTo>
                    <a:pt x="806196" y="62484"/>
                  </a:moveTo>
                  <a:lnTo>
                    <a:pt x="804672" y="60960"/>
                  </a:lnTo>
                  <a:lnTo>
                    <a:pt x="798576" y="60960"/>
                  </a:lnTo>
                  <a:lnTo>
                    <a:pt x="797052" y="62484"/>
                  </a:lnTo>
                  <a:lnTo>
                    <a:pt x="797052" y="99060"/>
                  </a:lnTo>
                  <a:lnTo>
                    <a:pt x="798576" y="102108"/>
                  </a:lnTo>
                  <a:lnTo>
                    <a:pt x="804672" y="102108"/>
                  </a:lnTo>
                  <a:lnTo>
                    <a:pt x="806196" y="99060"/>
                  </a:lnTo>
                  <a:lnTo>
                    <a:pt x="806196" y="62484"/>
                  </a:lnTo>
                  <a:close/>
                </a:path>
                <a:path w="3035935" h="2196465">
                  <a:moveTo>
                    <a:pt x="806196" y="3048"/>
                  </a:moveTo>
                  <a:lnTo>
                    <a:pt x="804672" y="0"/>
                  </a:lnTo>
                  <a:lnTo>
                    <a:pt x="798576" y="0"/>
                  </a:lnTo>
                  <a:lnTo>
                    <a:pt x="797052" y="3048"/>
                  </a:lnTo>
                  <a:lnTo>
                    <a:pt x="797052" y="38100"/>
                  </a:lnTo>
                  <a:lnTo>
                    <a:pt x="798576" y="41148"/>
                  </a:lnTo>
                  <a:lnTo>
                    <a:pt x="804672" y="41148"/>
                  </a:lnTo>
                  <a:lnTo>
                    <a:pt x="806196" y="38100"/>
                  </a:lnTo>
                  <a:lnTo>
                    <a:pt x="806196" y="3048"/>
                  </a:lnTo>
                  <a:close/>
                </a:path>
                <a:path w="3035935" h="2196465">
                  <a:moveTo>
                    <a:pt x="1045464" y="1761744"/>
                  </a:moveTo>
                  <a:lnTo>
                    <a:pt x="1043940" y="1760220"/>
                  </a:lnTo>
                  <a:lnTo>
                    <a:pt x="1037844" y="1760220"/>
                  </a:lnTo>
                  <a:lnTo>
                    <a:pt x="1034796" y="1761744"/>
                  </a:lnTo>
                  <a:lnTo>
                    <a:pt x="1034796" y="1795272"/>
                  </a:lnTo>
                  <a:lnTo>
                    <a:pt x="1037844" y="1798320"/>
                  </a:lnTo>
                  <a:lnTo>
                    <a:pt x="1043940" y="1798320"/>
                  </a:lnTo>
                  <a:lnTo>
                    <a:pt x="1045464" y="1795272"/>
                  </a:lnTo>
                  <a:lnTo>
                    <a:pt x="1045464" y="1761744"/>
                  </a:lnTo>
                  <a:close/>
                </a:path>
                <a:path w="3035935" h="2196465">
                  <a:moveTo>
                    <a:pt x="1045464" y="1702308"/>
                  </a:moveTo>
                  <a:lnTo>
                    <a:pt x="1043940" y="1699260"/>
                  </a:lnTo>
                  <a:lnTo>
                    <a:pt x="1037844" y="1699260"/>
                  </a:lnTo>
                  <a:lnTo>
                    <a:pt x="1034796" y="1702308"/>
                  </a:lnTo>
                  <a:lnTo>
                    <a:pt x="1034796" y="1737360"/>
                  </a:lnTo>
                  <a:lnTo>
                    <a:pt x="1037844" y="1740408"/>
                  </a:lnTo>
                  <a:lnTo>
                    <a:pt x="1043940" y="1740408"/>
                  </a:lnTo>
                  <a:lnTo>
                    <a:pt x="1045464" y="1737360"/>
                  </a:lnTo>
                  <a:lnTo>
                    <a:pt x="1045464" y="1702308"/>
                  </a:lnTo>
                  <a:close/>
                </a:path>
                <a:path w="3035935" h="2196465">
                  <a:moveTo>
                    <a:pt x="1045464" y="1641348"/>
                  </a:moveTo>
                  <a:lnTo>
                    <a:pt x="1043940" y="1638300"/>
                  </a:lnTo>
                  <a:lnTo>
                    <a:pt x="1037844" y="1638300"/>
                  </a:lnTo>
                  <a:lnTo>
                    <a:pt x="1034796" y="1641348"/>
                  </a:lnTo>
                  <a:lnTo>
                    <a:pt x="1034796" y="1676400"/>
                  </a:lnTo>
                  <a:lnTo>
                    <a:pt x="1037844" y="1679448"/>
                  </a:lnTo>
                  <a:lnTo>
                    <a:pt x="1043940" y="1679448"/>
                  </a:lnTo>
                  <a:lnTo>
                    <a:pt x="1045464" y="1676400"/>
                  </a:lnTo>
                  <a:lnTo>
                    <a:pt x="1045464" y="1641348"/>
                  </a:lnTo>
                  <a:close/>
                </a:path>
                <a:path w="3035935" h="2196465">
                  <a:moveTo>
                    <a:pt x="1045464" y="1580388"/>
                  </a:moveTo>
                  <a:lnTo>
                    <a:pt x="1043940" y="1577340"/>
                  </a:lnTo>
                  <a:lnTo>
                    <a:pt x="1037844" y="1577340"/>
                  </a:lnTo>
                  <a:lnTo>
                    <a:pt x="1034796" y="1580388"/>
                  </a:lnTo>
                  <a:lnTo>
                    <a:pt x="1034796" y="1616964"/>
                  </a:lnTo>
                  <a:lnTo>
                    <a:pt x="1037844" y="1618488"/>
                  </a:lnTo>
                  <a:lnTo>
                    <a:pt x="1043940" y="1618488"/>
                  </a:lnTo>
                  <a:lnTo>
                    <a:pt x="1045464" y="1616964"/>
                  </a:lnTo>
                  <a:lnTo>
                    <a:pt x="1045464" y="1580388"/>
                  </a:lnTo>
                  <a:close/>
                </a:path>
                <a:path w="3035935" h="2196465">
                  <a:moveTo>
                    <a:pt x="1045464" y="1519428"/>
                  </a:moveTo>
                  <a:lnTo>
                    <a:pt x="1043940" y="1517904"/>
                  </a:lnTo>
                  <a:lnTo>
                    <a:pt x="1037844" y="1517904"/>
                  </a:lnTo>
                  <a:lnTo>
                    <a:pt x="1034796" y="1519428"/>
                  </a:lnTo>
                  <a:lnTo>
                    <a:pt x="1034796" y="1556004"/>
                  </a:lnTo>
                  <a:lnTo>
                    <a:pt x="1037844" y="1557528"/>
                  </a:lnTo>
                  <a:lnTo>
                    <a:pt x="1043940" y="1557528"/>
                  </a:lnTo>
                  <a:lnTo>
                    <a:pt x="1045464" y="1556004"/>
                  </a:lnTo>
                  <a:lnTo>
                    <a:pt x="1045464" y="1519428"/>
                  </a:lnTo>
                  <a:close/>
                </a:path>
                <a:path w="3035935" h="2196465">
                  <a:moveTo>
                    <a:pt x="1045464" y="1458468"/>
                  </a:moveTo>
                  <a:lnTo>
                    <a:pt x="1043940" y="1456944"/>
                  </a:lnTo>
                  <a:lnTo>
                    <a:pt x="1037844" y="1456944"/>
                  </a:lnTo>
                  <a:lnTo>
                    <a:pt x="1034796" y="1458468"/>
                  </a:lnTo>
                  <a:lnTo>
                    <a:pt x="1034796" y="1495044"/>
                  </a:lnTo>
                  <a:lnTo>
                    <a:pt x="1037844" y="1496568"/>
                  </a:lnTo>
                  <a:lnTo>
                    <a:pt x="1043940" y="1496568"/>
                  </a:lnTo>
                  <a:lnTo>
                    <a:pt x="1045464" y="1495044"/>
                  </a:lnTo>
                  <a:lnTo>
                    <a:pt x="1045464" y="1458468"/>
                  </a:lnTo>
                  <a:close/>
                </a:path>
                <a:path w="3035935" h="2196465">
                  <a:moveTo>
                    <a:pt x="1045464" y="1397508"/>
                  </a:moveTo>
                  <a:lnTo>
                    <a:pt x="1043940" y="1395984"/>
                  </a:lnTo>
                  <a:lnTo>
                    <a:pt x="1037844" y="1395984"/>
                  </a:lnTo>
                  <a:lnTo>
                    <a:pt x="1034796" y="1397508"/>
                  </a:lnTo>
                  <a:lnTo>
                    <a:pt x="1034796" y="1434084"/>
                  </a:lnTo>
                  <a:lnTo>
                    <a:pt x="1037844" y="1437132"/>
                  </a:lnTo>
                  <a:lnTo>
                    <a:pt x="1043940" y="1437132"/>
                  </a:lnTo>
                  <a:lnTo>
                    <a:pt x="1045464" y="1434084"/>
                  </a:lnTo>
                  <a:lnTo>
                    <a:pt x="1045464" y="1397508"/>
                  </a:lnTo>
                  <a:close/>
                </a:path>
                <a:path w="3035935" h="2196465">
                  <a:moveTo>
                    <a:pt x="1045464" y="1338072"/>
                  </a:moveTo>
                  <a:lnTo>
                    <a:pt x="1043940" y="1335024"/>
                  </a:lnTo>
                  <a:lnTo>
                    <a:pt x="1037844" y="1335024"/>
                  </a:lnTo>
                  <a:lnTo>
                    <a:pt x="1034796" y="1338072"/>
                  </a:lnTo>
                  <a:lnTo>
                    <a:pt x="1034796" y="1373124"/>
                  </a:lnTo>
                  <a:lnTo>
                    <a:pt x="1037844" y="1376172"/>
                  </a:lnTo>
                  <a:lnTo>
                    <a:pt x="1043940" y="1376172"/>
                  </a:lnTo>
                  <a:lnTo>
                    <a:pt x="1045464" y="1373124"/>
                  </a:lnTo>
                  <a:lnTo>
                    <a:pt x="1045464" y="1338072"/>
                  </a:lnTo>
                  <a:close/>
                </a:path>
                <a:path w="3035935" h="2196465">
                  <a:moveTo>
                    <a:pt x="1045464" y="1277112"/>
                  </a:moveTo>
                  <a:lnTo>
                    <a:pt x="1043940" y="1274064"/>
                  </a:lnTo>
                  <a:lnTo>
                    <a:pt x="1037844" y="1274064"/>
                  </a:lnTo>
                  <a:lnTo>
                    <a:pt x="1034796" y="1277112"/>
                  </a:lnTo>
                  <a:lnTo>
                    <a:pt x="1034796" y="1312164"/>
                  </a:lnTo>
                  <a:lnTo>
                    <a:pt x="1037844" y="1315212"/>
                  </a:lnTo>
                  <a:lnTo>
                    <a:pt x="1043940" y="1315212"/>
                  </a:lnTo>
                  <a:lnTo>
                    <a:pt x="1045464" y="1312164"/>
                  </a:lnTo>
                  <a:lnTo>
                    <a:pt x="1045464" y="1277112"/>
                  </a:lnTo>
                  <a:close/>
                </a:path>
                <a:path w="3035935" h="2196465">
                  <a:moveTo>
                    <a:pt x="1045464" y="1216152"/>
                  </a:moveTo>
                  <a:lnTo>
                    <a:pt x="1043940" y="1214628"/>
                  </a:lnTo>
                  <a:lnTo>
                    <a:pt x="1037844" y="1214628"/>
                  </a:lnTo>
                  <a:lnTo>
                    <a:pt x="1034796" y="1216152"/>
                  </a:lnTo>
                  <a:lnTo>
                    <a:pt x="1034796" y="1252728"/>
                  </a:lnTo>
                  <a:lnTo>
                    <a:pt x="1037844" y="1254252"/>
                  </a:lnTo>
                  <a:lnTo>
                    <a:pt x="1043940" y="1254252"/>
                  </a:lnTo>
                  <a:lnTo>
                    <a:pt x="1045464" y="1252728"/>
                  </a:lnTo>
                  <a:lnTo>
                    <a:pt x="1045464" y="1216152"/>
                  </a:lnTo>
                  <a:close/>
                </a:path>
                <a:path w="3035935" h="2196465">
                  <a:moveTo>
                    <a:pt x="1045464" y="1155192"/>
                  </a:moveTo>
                  <a:lnTo>
                    <a:pt x="1043940" y="1153668"/>
                  </a:lnTo>
                  <a:lnTo>
                    <a:pt x="1037844" y="1153668"/>
                  </a:lnTo>
                  <a:lnTo>
                    <a:pt x="1034796" y="1155192"/>
                  </a:lnTo>
                  <a:lnTo>
                    <a:pt x="1034796" y="1191768"/>
                  </a:lnTo>
                  <a:lnTo>
                    <a:pt x="1037844" y="1193292"/>
                  </a:lnTo>
                  <a:lnTo>
                    <a:pt x="1043940" y="1193292"/>
                  </a:lnTo>
                  <a:lnTo>
                    <a:pt x="1045464" y="1191768"/>
                  </a:lnTo>
                  <a:lnTo>
                    <a:pt x="1045464" y="1155192"/>
                  </a:lnTo>
                  <a:close/>
                </a:path>
                <a:path w="3035935" h="2196465">
                  <a:moveTo>
                    <a:pt x="1045464" y="1094232"/>
                  </a:moveTo>
                  <a:lnTo>
                    <a:pt x="1043940" y="1092708"/>
                  </a:lnTo>
                  <a:lnTo>
                    <a:pt x="1037844" y="1092708"/>
                  </a:lnTo>
                  <a:lnTo>
                    <a:pt x="1034796" y="1094232"/>
                  </a:lnTo>
                  <a:lnTo>
                    <a:pt x="1034796" y="1130808"/>
                  </a:lnTo>
                  <a:lnTo>
                    <a:pt x="1037844" y="1132332"/>
                  </a:lnTo>
                  <a:lnTo>
                    <a:pt x="1043940" y="1132332"/>
                  </a:lnTo>
                  <a:lnTo>
                    <a:pt x="1045464" y="1130808"/>
                  </a:lnTo>
                  <a:lnTo>
                    <a:pt x="1045464" y="1094232"/>
                  </a:lnTo>
                  <a:close/>
                </a:path>
                <a:path w="3035935" h="2196465">
                  <a:moveTo>
                    <a:pt x="1045464" y="1034796"/>
                  </a:moveTo>
                  <a:lnTo>
                    <a:pt x="1043940" y="1031748"/>
                  </a:lnTo>
                  <a:lnTo>
                    <a:pt x="1037844" y="1031748"/>
                  </a:lnTo>
                  <a:lnTo>
                    <a:pt x="1034796" y="1034796"/>
                  </a:lnTo>
                  <a:lnTo>
                    <a:pt x="1034796" y="1069848"/>
                  </a:lnTo>
                  <a:lnTo>
                    <a:pt x="1037844" y="1072896"/>
                  </a:lnTo>
                  <a:lnTo>
                    <a:pt x="1043940" y="1072896"/>
                  </a:lnTo>
                  <a:lnTo>
                    <a:pt x="1045464" y="1069848"/>
                  </a:lnTo>
                  <a:lnTo>
                    <a:pt x="1045464" y="1034796"/>
                  </a:lnTo>
                  <a:close/>
                </a:path>
                <a:path w="3035935" h="2196465">
                  <a:moveTo>
                    <a:pt x="1045464" y="973836"/>
                  </a:moveTo>
                  <a:lnTo>
                    <a:pt x="1043940" y="970788"/>
                  </a:lnTo>
                  <a:lnTo>
                    <a:pt x="1037844" y="970788"/>
                  </a:lnTo>
                  <a:lnTo>
                    <a:pt x="1034796" y="973836"/>
                  </a:lnTo>
                  <a:lnTo>
                    <a:pt x="1034796" y="1008888"/>
                  </a:lnTo>
                  <a:lnTo>
                    <a:pt x="1037844" y="1011936"/>
                  </a:lnTo>
                  <a:lnTo>
                    <a:pt x="1043940" y="1011936"/>
                  </a:lnTo>
                  <a:lnTo>
                    <a:pt x="1045464" y="1008888"/>
                  </a:lnTo>
                  <a:lnTo>
                    <a:pt x="1045464" y="973836"/>
                  </a:lnTo>
                  <a:close/>
                </a:path>
                <a:path w="3035935" h="2196465">
                  <a:moveTo>
                    <a:pt x="1045464" y="912876"/>
                  </a:moveTo>
                  <a:lnTo>
                    <a:pt x="1043940" y="909828"/>
                  </a:lnTo>
                  <a:lnTo>
                    <a:pt x="1037844" y="909828"/>
                  </a:lnTo>
                  <a:lnTo>
                    <a:pt x="1034796" y="912876"/>
                  </a:lnTo>
                  <a:lnTo>
                    <a:pt x="1034796" y="949452"/>
                  </a:lnTo>
                  <a:lnTo>
                    <a:pt x="1037844" y="950976"/>
                  </a:lnTo>
                  <a:lnTo>
                    <a:pt x="1043940" y="950976"/>
                  </a:lnTo>
                  <a:lnTo>
                    <a:pt x="1045464" y="949452"/>
                  </a:lnTo>
                  <a:lnTo>
                    <a:pt x="1045464" y="912876"/>
                  </a:lnTo>
                  <a:close/>
                </a:path>
                <a:path w="3035935" h="2196465">
                  <a:moveTo>
                    <a:pt x="1045464" y="851916"/>
                  </a:moveTo>
                  <a:lnTo>
                    <a:pt x="1043940" y="850392"/>
                  </a:lnTo>
                  <a:lnTo>
                    <a:pt x="1037844" y="850392"/>
                  </a:lnTo>
                  <a:lnTo>
                    <a:pt x="1034796" y="851916"/>
                  </a:lnTo>
                  <a:lnTo>
                    <a:pt x="1034796" y="888492"/>
                  </a:lnTo>
                  <a:lnTo>
                    <a:pt x="1037844" y="890016"/>
                  </a:lnTo>
                  <a:lnTo>
                    <a:pt x="1043940" y="890016"/>
                  </a:lnTo>
                  <a:lnTo>
                    <a:pt x="1045464" y="888492"/>
                  </a:lnTo>
                  <a:lnTo>
                    <a:pt x="1045464" y="851916"/>
                  </a:lnTo>
                  <a:close/>
                </a:path>
                <a:path w="3035935" h="2196465">
                  <a:moveTo>
                    <a:pt x="1045464" y="790956"/>
                  </a:moveTo>
                  <a:lnTo>
                    <a:pt x="1043940" y="789432"/>
                  </a:lnTo>
                  <a:lnTo>
                    <a:pt x="1037844" y="789432"/>
                  </a:lnTo>
                  <a:lnTo>
                    <a:pt x="1034796" y="790956"/>
                  </a:lnTo>
                  <a:lnTo>
                    <a:pt x="1034796" y="827532"/>
                  </a:lnTo>
                  <a:lnTo>
                    <a:pt x="1037844" y="829056"/>
                  </a:lnTo>
                  <a:lnTo>
                    <a:pt x="1043940" y="829056"/>
                  </a:lnTo>
                  <a:lnTo>
                    <a:pt x="1045464" y="827532"/>
                  </a:lnTo>
                  <a:lnTo>
                    <a:pt x="1045464" y="790956"/>
                  </a:lnTo>
                  <a:close/>
                </a:path>
                <a:path w="3035935" h="2196465">
                  <a:moveTo>
                    <a:pt x="1045464" y="729996"/>
                  </a:moveTo>
                  <a:lnTo>
                    <a:pt x="1043940" y="728472"/>
                  </a:lnTo>
                  <a:lnTo>
                    <a:pt x="1037844" y="728472"/>
                  </a:lnTo>
                  <a:lnTo>
                    <a:pt x="1034796" y="729996"/>
                  </a:lnTo>
                  <a:lnTo>
                    <a:pt x="1034796" y="766572"/>
                  </a:lnTo>
                  <a:lnTo>
                    <a:pt x="1037844" y="769620"/>
                  </a:lnTo>
                  <a:lnTo>
                    <a:pt x="1043940" y="769620"/>
                  </a:lnTo>
                  <a:lnTo>
                    <a:pt x="1045464" y="766572"/>
                  </a:lnTo>
                  <a:lnTo>
                    <a:pt x="1045464" y="729996"/>
                  </a:lnTo>
                  <a:close/>
                </a:path>
                <a:path w="3035935" h="2196465">
                  <a:moveTo>
                    <a:pt x="1045464" y="670560"/>
                  </a:moveTo>
                  <a:lnTo>
                    <a:pt x="1043940" y="667512"/>
                  </a:lnTo>
                  <a:lnTo>
                    <a:pt x="1037844" y="667512"/>
                  </a:lnTo>
                  <a:lnTo>
                    <a:pt x="1034796" y="670560"/>
                  </a:lnTo>
                  <a:lnTo>
                    <a:pt x="1034796" y="705612"/>
                  </a:lnTo>
                  <a:lnTo>
                    <a:pt x="1037844" y="708660"/>
                  </a:lnTo>
                  <a:lnTo>
                    <a:pt x="1043940" y="708660"/>
                  </a:lnTo>
                  <a:lnTo>
                    <a:pt x="1045464" y="705612"/>
                  </a:lnTo>
                  <a:lnTo>
                    <a:pt x="1045464" y="670560"/>
                  </a:lnTo>
                  <a:close/>
                </a:path>
                <a:path w="3035935" h="2196465">
                  <a:moveTo>
                    <a:pt x="1045464" y="609600"/>
                  </a:moveTo>
                  <a:lnTo>
                    <a:pt x="1043940" y="606552"/>
                  </a:lnTo>
                  <a:lnTo>
                    <a:pt x="1037844" y="606552"/>
                  </a:lnTo>
                  <a:lnTo>
                    <a:pt x="1034796" y="609600"/>
                  </a:lnTo>
                  <a:lnTo>
                    <a:pt x="1034796" y="644652"/>
                  </a:lnTo>
                  <a:lnTo>
                    <a:pt x="1037844" y="647700"/>
                  </a:lnTo>
                  <a:lnTo>
                    <a:pt x="1043940" y="647700"/>
                  </a:lnTo>
                  <a:lnTo>
                    <a:pt x="1045464" y="644652"/>
                  </a:lnTo>
                  <a:lnTo>
                    <a:pt x="1045464" y="609600"/>
                  </a:lnTo>
                  <a:close/>
                </a:path>
                <a:path w="3035935" h="2196465">
                  <a:moveTo>
                    <a:pt x="1045464" y="548640"/>
                  </a:moveTo>
                  <a:lnTo>
                    <a:pt x="1043940" y="547116"/>
                  </a:lnTo>
                  <a:lnTo>
                    <a:pt x="1037844" y="547116"/>
                  </a:lnTo>
                  <a:lnTo>
                    <a:pt x="1034796" y="548640"/>
                  </a:lnTo>
                  <a:lnTo>
                    <a:pt x="1034796" y="585216"/>
                  </a:lnTo>
                  <a:lnTo>
                    <a:pt x="1037844" y="586740"/>
                  </a:lnTo>
                  <a:lnTo>
                    <a:pt x="1043940" y="586740"/>
                  </a:lnTo>
                  <a:lnTo>
                    <a:pt x="1045464" y="585216"/>
                  </a:lnTo>
                  <a:lnTo>
                    <a:pt x="1045464" y="548640"/>
                  </a:lnTo>
                  <a:close/>
                </a:path>
                <a:path w="3035935" h="2196465">
                  <a:moveTo>
                    <a:pt x="1045464" y="487680"/>
                  </a:moveTo>
                  <a:lnTo>
                    <a:pt x="1043940" y="486156"/>
                  </a:lnTo>
                  <a:lnTo>
                    <a:pt x="1037844" y="486156"/>
                  </a:lnTo>
                  <a:lnTo>
                    <a:pt x="1034796" y="487680"/>
                  </a:lnTo>
                  <a:lnTo>
                    <a:pt x="1034796" y="524256"/>
                  </a:lnTo>
                  <a:lnTo>
                    <a:pt x="1037844" y="525780"/>
                  </a:lnTo>
                  <a:lnTo>
                    <a:pt x="1043940" y="525780"/>
                  </a:lnTo>
                  <a:lnTo>
                    <a:pt x="1045464" y="524256"/>
                  </a:lnTo>
                  <a:lnTo>
                    <a:pt x="1045464" y="487680"/>
                  </a:lnTo>
                  <a:close/>
                </a:path>
                <a:path w="3035935" h="2196465">
                  <a:moveTo>
                    <a:pt x="1045464" y="426720"/>
                  </a:moveTo>
                  <a:lnTo>
                    <a:pt x="1043940" y="425196"/>
                  </a:lnTo>
                  <a:lnTo>
                    <a:pt x="1037844" y="425196"/>
                  </a:lnTo>
                  <a:lnTo>
                    <a:pt x="1034796" y="426720"/>
                  </a:lnTo>
                  <a:lnTo>
                    <a:pt x="1034796" y="463296"/>
                  </a:lnTo>
                  <a:lnTo>
                    <a:pt x="1037844" y="464820"/>
                  </a:lnTo>
                  <a:lnTo>
                    <a:pt x="1043940" y="464820"/>
                  </a:lnTo>
                  <a:lnTo>
                    <a:pt x="1045464" y="463296"/>
                  </a:lnTo>
                  <a:lnTo>
                    <a:pt x="1045464" y="426720"/>
                  </a:lnTo>
                  <a:close/>
                </a:path>
                <a:path w="3035935" h="2196465">
                  <a:moveTo>
                    <a:pt x="1045464" y="367284"/>
                  </a:moveTo>
                  <a:lnTo>
                    <a:pt x="1043940" y="364236"/>
                  </a:lnTo>
                  <a:lnTo>
                    <a:pt x="1037844" y="364236"/>
                  </a:lnTo>
                  <a:lnTo>
                    <a:pt x="1034796" y="367284"/>
                  </a:lnTo>
                  <a:lnTo>
                    <a:pt x="1034796" y="402336"/>
                  </a:lnTo>
                  <a:lnTo>
                    <a:pt x="1037844" y="405384"/>
                  </a:lnTo>
                  <a:lnTo>
                    <a:pt x="1043940" y="405384"/>
                  </a:lnTo>
                  <a:lnTo>
                    <a:pt x="1045464" y="402336"/>
                  </a:lnTo>
                  <a:lnTo>
                    <a:pt x="1045464" y="367284"/>
                  </a:lnTo>
                  <a:close/>
                </a:path>
                <a:path w="3035935" h="2196465">
                  <a:moveTo>
                    <a:pt x="1045464" y="306324"/>
                  </a:moveTo>
                  <a:lnTo>
                    <a:pt x="1043940" y="303276"/>
                  </a:lnTo>
                  <a:lnTo>
                    <a:pt x="1037844" y="303276"/>
                  </a:lnTo>
                  <a:lnTo>
                    <a:pt x="1034796" y="306324"/>
                  </a:lnTo>
                  <a:lnTo>
                    <a:pt x="1034796" y="341376"/>
                  </a:lnTo>
                  <a:lnTo>
                    <a:pt x="1037844" y="344424"/>
                  </a:lnTo>
                  <a:lnTo>
                    <a:pt x="1043940" y="344424"/>
                  </a:lnTo>
                  <a:lnTo>
                    <a:pt x="1045464" y="341376"/>
                  </a:lnTo>
                  <a:lnTo>
                    <a:pt x="1045464" y="306324"/>
                  </a:lnTo>
                  <a:close/>
                </a:path>
                <a:path w="3035935" h="2196465">
                  <a:moveTo>
                    <a:pt x="1045464" y="245364"/>
                  </a:moveTo>
                  <a:lnTo>
                    <a:pt x="1043940" y="242316"/>
                  </a:lnTo>
                  <a:lnTo>
                    <a:pt x="1037844" y="242316"/>
                  </a:lnTo>
                  <a:lnTo>
                    <a:pt x="1034796" y="245364"/>
                  </a:lnTo>
                  <a:lnTo>
                    <a:pt x="1034796" y="281940"/>
                  </a:lnTo>
                  <a:lnTo>
                    <a:pt x="1037844" y="283464"/>
                  </a:lnTo>
                  <a:lnTo>
                    <a:pt x="1043940" y="283464"/>
                  </a:lnTo>
                  <a:lnTo>
                    <a:pt x="1045464" y="281940"/>
                  </a:lnTo>
                  <a:lnTo>
                    <a:pt x="1045464" y="245364"/>
                  </a:lnTo>
                  <a:close/>
                </a:path>
                <a:path w="3035935" h="2196465">
                  <a:moveTo>
                    <a:pt x="1045464" y="184404"/>
                  </a:moveTo>
                  <a:lnTo>
                    <a:pt x="1043940" y="182880"/>
                  </a:lnTo>
                  <a:lnTo>
                    <a:pt x="1037844" y="182880"/>
                  </a:lnTo>
                  <a:lnTo>
                    <a:pt x="1034796" y="184404"/>
                  </a:lnTo>
                  <a:lnTo>
                    <a:pt x="1034796" y="220980"/>
                  </a:lnTo>
                  <a:lnTo>
                    <a:pt x="1037844" y="222504"/>
                  </a:lnTo>
                  <a:lnTo>
                    <a:pt x="1043940" y="222504"/>
                  </a:lnTo>
                  <a:lnTo>
                    <a:pt x="1045464" y="220980"/>
                  </a:lnTo>
                  <a:lnTo>
                    <a:pt x="1045464" y="184404"/>
                  </a:lnTo>
                  <a:close/>
                </a:path>
                <a:path w="3035935" h="2196465">
                  <a:moveTo>
                    <a:pt x="1045464" y="123444"/>
                  </a:moveTo>
                  <a:lnTo>
                    <a:pt x="1043940" y="121920"/>
                  </a:lnTo>
                  <a:lnTo>
                    <a:pt x="1037844" y="121920"/>
                  </a:lnTo>
                  <a:lnTo>
                    <a:pt x="1034796" y="123444"/>
                  </a:lnTo>
                  <a:lnTo>
                    <a:pt x="1034796" y="160020"/>
                  </a:lnTo>
                  <a:lnTo>
                    <a:pt x="1037844" y="161544"/>
                  </a:lnTo>
                  <a:lnTo>
                    <a:pt x="1043940" y="161544"/>
                  </a:lnTo>
                  <a:lnTo>
                    <a:pt x="1045464" y="160020"/>
                  </a:lnTo>
                  <a:lnTo>
                    <a:pt x="1045464" y="123444"/>
                  </a:lnTo>
                  <a:close/>
                </a:path>
                <a:path w="3035935" h="2196465">
                  <a:moveTo>
                    <a:pt x="1045464" y="62484"/>
                  </a:moveTo>
                  <a:lnTo>
                    <a:pt x="1043940" y="60960"/>
                  </a:lnTo>
                  <a:lnTo>
                    <a:pt x="1037844" y="60960"/>
                  </a:lnTo>
                  <a:lnTo>
                    <a:pt x="1034796" y="62484"/>
                  </a:lnTo>
                  <a:lnTo>
                    <a:pt x="1034796" y="99060"/>
                  </a:lnTo>
                  <a:lnTo>
                    <a:pt x="1037844" y="102108"/>
                  </a:lnTo>
                  <a:lnTo>
                    <a:pt x="1043940" y="102108"/>
                  </a:lnTo>
                  <a:lnTo>
                    <a:pt x="1045464" y="99060"/>
                  </a:lnTo>
                  <a:lnTo>
                    <a:pt x="1045464" y="62484"/>
                  </a:lnTo>
                  <a:close/>
                </a:path>
                <a:path w="3035935" h="2196465">
                  <a:moveTo>
                    <a:pt x="1045464" y="3048"/>
                  </a:moveTo>
                  <a:lnTo>
                    <a:pt x="1043940" y="0"/>
                  </a:lnTo>
                  <a:lnTo>
                    <a:pt x="1037844" y="0"/>
                  </a:lnTo>
                  <a:lnTo>
                    <a:pt x="1034796" y="3048"/>
                  </a:lnTo>
                  <a:lnTo>
                    <a:pt x="1034796" y="38100"/>
                  </a:lnTo>
                  <a:lnTo>
                    <a:pt x="1037844" y="41148"/>
                  </a:lnTo>
                  <a:lnTo>
                    <a:pt x="1043940" y="41148"/>
                  </a:lnTo>
                  <a:lnTo>
                    <a:pt x="1045464" y="38100"/>
                  </a:lnTo>
                  <a:lnTo>
                    <a:pt x="1045464" y="3048"/>
                  </a:lnTo>
                  <a:close/>
                </a:path>
                <a:path w="3035935" h="2196465">
                  <a:moveTo>
                    <a:pt x="1205484" y="1761744"/>
                  </a:moveTo>
                  <a:lnTo>
                    <a:pt x="1202436" y="1760220"/>
                  </a:lnTo>
                  <a:lnTo>
                    <a:pt x="1196340" y="1760220"/>
                  </a:lnTo>
                  <a:lnTo>
                    <a:pt x="1194816" y="1761744"/>
                  </a:lnTo>
                  <a:lnTo>
                    <a:pt x="1194816" y="1795272"/>
                  </a:lnTo>
                  <a:lnTo>
                    <a:pt x="1196340" y="1798320"/>
                  </a:lnTo>
                  <a:lnTo>
                    <a:pt x="1202436" y="1798320"/>
                  </a:lnTo>
                  <a:lnTo>
                    <a:pt x="1205484" y="1795272"/>
                  </a:lnTo>
                  <a:lnTo>
                    <a:pt x="1205484" y="1761744"/>
                  </a:lnTo>
                  <a:close/>
                </a:path>
                <a:path w="3035935" h="2196465">
                  <a:moveTo>
                    <a:pt x="1205484" y="1702308"/>
                  </a:moveTo>
                  <a:lnTo>
                    <a:pt x="1202436" y="1699260"/>
                  </a:lnTo>
                  <a:lnTo>
                    <a:pt x="1196340" y="1699260"/>
                  </a:lnTo>
                  <a:lnTo>
                    <a:pt x="1194816" y="1702308"/>
                  </a:lnTo>
                  <a:lnTo>
                    <a:pt x="1194816" y="1737360"/>
                  </a:lnTo>
                  <a:lnTo>
                    <a:pt x="1196340" y="1740408"/>
                  </a:lnTo>
                  <a:lnTo>
                    <a:pt x="1202436" y="1740408"/>
                  </a:lnTo>
                  <a:lnTo>
                    <a:pt x="1205484" y="1737360"/>
                  </a:lnTo>
                  <a:lnTo>
                    <a:pt x="1205484" y="1702308"/>
                  </a:lnTo>
                  <a:close/>
                </a:path>
                <a:path w="3035935" h="2196465">
                  <a:moveTo>
                    <a:pt x="1205484" y="1641348"/>
                  </a:moveTo>
                  <a:lnTo>
                    <a:pt x="1202436" y="1638300"/>
                  </a:lnTo>
                  <a:lnTo>
                    <a:pt x="1196340" y="1638300"/>
                  </a:lnTo>
                  <a:lnTo>
                    <a:pt x="1194816" y="1641348"/>
                  </a:lnTo>
                  <a:lnTo>
                    <a:pt x="1194816" y="1676400"/>
                  </a:lnTo>
                  <a:lnTo>
                    <a:pt x="1196340" y="1679448"/>
                  </a:lnTo>
                  <a:lnTo>
                    <a:pt x="1202436" y="1679448"/>
                  </a:lnTo>
                  <a:lnTo>
                    <a:pt x="1205484" y="1676400"/>
                  </a:lnTo>
                  <a:lnTo>
                    <a:pt x="1205484" y="1641348"/>
                  </a:lnTo>
                  <a:close/>
                </a:path>
                <a:path w="3035935" h="2196465">
                  <a:moveTo>
                    <a:pt x="1205484" y="1580388"/>
                  </a:moveTo>
                  <a:lnTo>
                    <a:pt x="1202436" y="1577340"/>
                  </a:lnTo>
                  <a:lnTo>
                    <a:pt x="1196340" y="1577340"/>
                  </a:lnTo>
                  <a:lnTo>
                    <a:pt x="1194816" y="1580388"/>
                  </a:lnTo>
                  <a:lnTo>
                    <a:pt x="1194816" y="1616964"/>
                  </a:lnTo>
                  <a:lnTo>
                    <a:pt x="1196340" y="1618488"/>
                  </a:lnTo>
                  <a:lnTo>
                    <a:pt x="1202436" y="1618488"/>
                  </a:lnTo>
                  <a:lnTo>
                    <a:pt x="1205484" y="1616964"/>
                  </a:lnTo>
                  <a:lnTo>
                    <a:pt x="1205484" y="1580388"/>
                  </a:lnTo>
                  <a:close/>
                </a:path>
                <a:path w="3035935" h="2196465">
                  <a:moveTo>
                    <a:pt x="1205484" y="1519428"/>
                  </a:moveTo>
                  <a:lnTo>
                    <a:pt x="1202436" y="1517904"/>
                  </a:lnTo>
                  <a:lnTo>
                    <a:pt x="1196340" y="1517904"/>
                  </a:lnTo>
                  <a:lnTo>
                    <a:pt x="1194816" y="1519428"/>
                  </a:lnTo>
                  <a:lnTo>
                    <a:pt x="1194816" y="1556004"/>
                  </a:lnTo>
                  <a:lnTo>
                    <a:pt x="1196340" y="1557528"/>
                  </a:lnTo>
                  <a:lnTo>
                    <a:pt x="1202436" y="1557528"/>
                  </a:lnTo>
                  <a:lnTo>
                    <a:pt x="1205484" y="1556004"/>
                  </a:lnTo>
                  <a:lnTo>
                    <a:pt x="1205484" y="1519428"/>
                  </a:lnTo>
                  <a:close/>
                </a:path>
                <a:path w="3035935" h="2196465">
                  <a:moveTo>
                    <a:pt x="1205484" y="1458468"/>
                  </a:moveTo>
                  <a:lnTo>
                    <a:pt x="1202436" y="1456944"/>
                  </a:lnTo>
                  <a:lnTo>
                    <a:pt x="1196340" y="1456944"/>
                  </a:lnTo>
                  <a:lnTo>
                    <a:pt x="1194816" y="1458468"/>
                  </a:lnTo>
                  <a:lnTo>
                    <a:pt x="1194816" y="1495044"/>
                  </a:lnTo>
                  <a:lnTo>
                    <a:pt x="1196340" y="1496568"/>
                  </a:lnTo>
                  <a:lnTo>
                    <a:pt x="1202436" y="1496568"/>
                  </a:lnTo>
                  <a:lnTo>
                    <a:pt x="1205484" y="1495044"/>
                  </a:lnTo>
                  <a:lnTo>
                    <a:pt x="1205484" y="1458468"/>
                  </a:lnTo>
                  <a:close/>
                </a:path>
                <a:path w="3035935" h="2196465">
                  <a:moveTo>
                    <a:pt x="1205484" y="1397508"/>
                  </a:moveTo>
                  <a:lnTo>
                    <a:pt x="1202436" y="1395984"/>
                  </a:lnTo>
                  <a:lnTo>
                    <a:pt x="1196340" y="1395984"/>
                  </a:lnTo>
                  <a:lnTo>
                    <a:pt x="1194816" y="1397508"/>
                  </a:lnTo>
                  <a:lnTo>
                    <a:pt x="1194816" y="1434084"/>
                  </a:lnTo>
                  <a:lnTo>
                    <a:pt x="1196340" y="1437132"/>
                  </a:lnTo>
                  <a:lnTo>
                    <a:pt x="1202436" y="1437132"/>
                  </a:lnTo>
                  <a:lnTo>
                    <a:pt x="1205484" y="1434084"/>
                  </a:lnTo>
                  <a:lnTo>
                    <a:pt x="1205484" y="1397508"/>
                  </a:lnTo>
                  <a:close/>
                </a:path>
                <a:path w="3035935" h="2196465">
                  <a:moveTo>
                    <a:pt x="1205484" y="1338072"/>
                  </a:moveTo>
                  <a:lnTo>
                    <a:pt x="1202436" y="1335024"/>
                  </a:lnTo>
                  <a:lnTo>
                    <a:pt x="1196340" y="1335024"/>
                  </a:lnTo>
                  <a:lnTo>
                    <a:pt x="1194816" y="1338072"/>
                  </a:lnTo>
                  <a:lnTo>
                    <a:pt x="1194816" y="1373124"/>
                  </a:lnTo>
                  <a:lnTo>
                    <a:pt x="1196340" y="1376172"/>
                  </a:lnTo>
                  <a:lnTo>
                    <a:pt x="1202436" y="1376172"/>
                  </a:lnTo>
                  <a:lnTo>
                    <a:pt x="1205484" y="1373124"/>
                  </a:lnTo>
                  <a:lnTo>
                    <a:pt x="1205484" y="1338072"/>
                  </a:lnTo>
                  <a:close/>
                </a:path>
                <a:path w="3035935" h="2196465">
                  <a:moveTo>
                    <a:pt x="1205484" y="1277112"/>
                  </a:moveTo>
                  <a:lnTo>
                    <a:pt x="1202436" y="1274064"/>
                  </a:lnTo>
                  <a:lnTo>
                    <a:pt x="1196340" y="1274064"/>
                  </a:lnTo>
                  <a:lnTo>
                    <a:pt x="1194816" y="1277112"/>
                  </a:lnTo>
                  <a:lnTo>
                    <a:pt x="1194816" y="1312164"/>
                  </a:lnTo>
                  <a:lnTo>
                    <a:pt x="1196340" y="1315212"/>
                  </a:lnTo>
                  <a:lnTo>
                    <a:pt x="1202436" y="1315212"/>
                  </a:lnTo>
                  <a:lnTo>
                    <a:pt x="1205484" y="1312164"/>
                  </a:lnTo>
                  <a:lnTo>
                    <a:pt x="1205484" y="1277112"/>
                  </a:lnTo>
                  <a:close/>
                </a:path>
                <a:path w="3035935" h="2196465">
                  <a:moveTo>
                    <a:pt x="1205484" y="1216152"/>
                  </a:moveTo>
                  <a:lnTo>
                    <a:pt x="1202436" y="1214628"/>
                  </a:lnTo>
                  <a:lnTo>
                    <a:pt x="1196340" y="1214628"/>
                  </a:lnTo>
                  <a:lnTo>
                    <a:pt x="1194816" y="1216152"/>
                  </a:lnTo>
                  <a:lnTo>
                    <a:pt x="1194816" y="1252728"/>
                  </a:lnTo>
                  <a:lnTo>
                    <a:pt x="1196340" y="1254252"/>
                  </a:lnTo>
                  <a:lnTo>
                    <a:pt x="1202436" y="1254252"/>
                  </a:lnTo>
                  <a:lnTo>
                    <a:pt x="1205484" y="1252728"/>
                  </a:lnTo>
                  <a:lnTo>
                    <a:pt x="1205484" y="1216152"/>
                  </a:lnTo>
                  <a:close/>
                </a:path>
                <a:path w="3035935" h="2196465">
                  <a:moveTo>
                    <a:pt x="1205484" y="1155192"/>
                  </a:moveTo>
                  <a:lnTo>
                    <a:pt x="1202436" y="1153668"/>
                  </a:lnTo>
                  <a:lnTo>
                    <a:pt x="1196340" y="1153668"/>
                  </a:lnTo>
                  <a:lnTo>
                    <a:pt x="1194816" y="1155192"/>
                  </a:lnTo>
                  <a:lnTo>
                    <a:pt x="1194816" y="1191768"/>
                  </a:lnTo>
                  <a:lnTo>
                    <a:pt x="1196340" y="1193292"/>
                  </a:lnTo>
                  <a:lnTo>
                    <a:pt x="1202436" y="1193292"/>
                  </a:lnTo>
                  <a:lnTo>
                    <a:pt x="1205484" y="1191768"/>
                  </a:lnTo>
                  <a:lnTo>
                    <a:pt x="1205484" y="1155192"/>
                  </a:lnTo>
                  <a:close/>
                </a:path>
                <a:path w="3035935" h="2196465">
                  <a:moveTo>
                    <a:pt x="1205484" y="1094232"/>
                  </a:moveTo>
                  <a:lnTo>
                    <a:pt x="1202436" y="1092708"/>
                  </a:lnTo>
                  <a:lnTo>
                    <a:pt x="1196340" y="1092708"/>
                  </a:lnTo>
                  <a:lnTo>
                    <a:pt x="1194816" y="1094232"/>
                  </a:lnTo>
                  <a:lnTo>
                    <a:pt x="1194816" y="1130808"/>
                  </a:lnTo>
                  <a:lnTo>
                    <a:pt x="1196340" y="1132332"/>
                  </a:lnTo>
                  <a:lnTo>
                    <a:pt x="1202436" y="1132332"/>
                  </a:lnTo>
                  <a:lnTo>
                    <a:pt x="1205484" y="1130808"/>
                  </a:lnTo>
                  <a:lnTo>
                    <a:pt x="1205484" y="1094232"/>
                  </a:lnTo>
                  <a:close/>
                </a:path>
                <a:path w="3035935" h="2196465">
                  <a:moveTo>
                    <a:pt x="1205484" y="1034796"/>
                  </a:moveTo>
                  <a:lnTo>
                    <a:pt x="1202436" y="1031748"/>
                  </a:lnTo>
                  <a:lnTo>
                    <a:pt x="1196340" y="1031748"/>
                  </a:lnTo>
                  <a:lnTo>
                    <a:pt x="1194816" y="1034796"/>
                  </a:lnTo>
                  <a:lnTo>
                    <a:pt x="1194816" y="1069848"/>
                  </a:lnTo>
                  <a:lnTo>
                    <a:pt x="1196340" y="1072896"/>
                  </a:lnTo>
                  <a:lnTo>
                    <a:pt x="1202436" y="1072896"/>
                  </a:lnTo>
                  <a:lnTo>
                    <a:pt x="1205484" y="1069848"/>
                  </a:lnTo>
                  <a:lnTo>
                    <a:pt x="1205484" y="1034796"/>
                  </a:lnTo>
                  <a:close/>
                </a:path>
                <a:path w="3035935" h="2196465">
                  <a:moveTo>
                    <a:pt x="1205484" y="973836"/>
                  </a:moveTo>
                  <a:lnTo>
                    <a:pt x="1202436" y="970788"/>
                  </a:lnTo>
                  <a:lnTo>
                    <a:pt x="1196340" y="970788"/>
                  </a:lnTo>
                  <a:lnTo>
                    <a:pt x="1194816" y="973836"/>
                  </a:lnTo>
                  <a:lnTo>
                    <a:pt x="1194816" y="1008888"/>
                  </a:lnTo>
                  <a:lnTo>
                    <a:pt x="1196340" y="1011936"/>
                  </a:lnTo>
                  <a:lnTo>
                    <a:pt x="1202436" y="1011936"/>
                  </a:lnTo>
                  <a:lnTo>
                    <a:pt x="1205484" y="1008888"/>
                  </a:lnTo>
                  <a:lnTo>
                    <a:pt x="1205484" y="973836"/>
                  </a:lnTo>
                  <a:close/>
                </a:path>
                <a:path w="3035935" h="2196465">
                  <a:moveTo>
                    <a:pt x="1205484" y="912876"/>
                  </a:moveTo>
                  <a:lnTo>
                    <a:pt x="1202436" y="909828"/>
                  </a:lnTo>
                  <a:lnTo>
                    <a:pt x="1196340" y="909828"/>
                  </a:lnTo>
                  <a:lnTo>
                    <a:pt x="1194816" y="912876"/>
                  </a:lnTo>
                  <a:lnTo>
                    <a:pt x="1194816" y="949452"/>
                  </a:lnTo>
                  <a:lnTo>
                    <a:pt x="1196340" y="950976"/>
                  </a:lnTo>
                  <a:lnTo>
                    <a:pt x="1202436" y="950976"/>
                  </a:lnTo>
                  <a:lnTo>
                    <a:pt x="1205484" y="949452"/>
                  </a:lnTo>
                  <a:lnTo>
                    <a:pt x="1205484" y="912876"/>
                  </a:lnTo>
                  <a:close/>
                </a:path>
                <a:path w="3035935" h="2196465">
                  <a:moveTo>
                    <a:pt x="1205484" y="851916"/>
                  </a:moveTo>
                  <a:lnTo>
                    <a:pt x="1202436" y="850392"/>
                  </a:lnTo>
                  <a:lnTo>
                    <a:pt x="1196340" y="850392"/>
                  </a:lnTo>
                  <a:lnTo>
                    <a:pt x="1194816" y="851916"/>
                  </a:lnTo>
                  <a:lnTo>
                    <a:pt x="1194816" y="888492"/>
                  </a:lnTo>
                  <a:lnTo>
                    <a:pt x="1196340" y="890016"/>
                  </a:lnTo>
                  <a:lnTo>
                    <a:pt x="1202436" y="890016"/>
                  </a:lnTo>
                  <a:lnTo>
                    <a:pt x="1205484" y="888492"/>
                  </a:lnTo>
                  <a:lnTo>
                    <a:pt x="1205484" y="851916"/>
                  </a:lnTo>
                  <a:close/>
                </a:path>
                <a:path w="3035935" h="2196465">
                  <a:moveTo>
                    <a:pt x="1205484" y="790956"/>
                  </a:moveTo>
                  <a:lnTo>
                    <a:pt x="1202436" y="789432"/>
                  </a:lnTo>
                  <a:lnTo>
                    <a:pt x="1196340" y="789432"/>
                  </a:lnTo>
                  <a:lnTo>
                    <a:pt x="1194816" y="790956"/>
                  </a:lnTo>
                  <a:lnTo>
                    <a:pt x="1194816" y="827532"/>
                  </a:lnTo>
                  <a:lnTo>
                    <a:pt x="1196340" y="829056"/>
                  </a:lnTo>
                  <a:lnTo>
                    <a:pt x="1202436" y="829056"/>
                  </a:lnTo>
                  <a:lnTo>
                    <a:pt x="1205484" y="827532"/>
                  </a:lnTo>
                  <a:lnTo>
                    <a:pt x="1205484" y="790956"/>
                  </a:lnTo>
                  <a:close/>
                </a:path>
                <a:path w="3035935" h="2196465">
                  <a:moveTo>
                    <a:pt x="1205484" y="729996"/>
                  </a:moveTo>
                  <a:lnTo>
                    <a:pt x="1202436" y="728472"/>
                  </a:lnTo>
                  <a:lnTo>
                    <a:pt x="1196340" y="728472"/>
                  </a:lnTo>
                  <a:lnTo>
                    <a:pt x="1194816" y="729996"/>
                  </a:lnTo>
                  <a:lnTo>
                    <a:pt x="1194816" y="766572"/>
                  </a:lnTo>
                  <a:lnTo>
                    <a:pt x="1196340" y="769620"/>
                  </a:lnTo>
                  <a:lnTo>
                    <a:pt x="1202436" y="769620"/>
                  </a:lnTo>
                  <a:lnTo>
                    <a:pt x="1205484" y="766572"/>
                  </a:lnTo>
                  <a:lnTo>
                    <a:pt x="1205484" y="729996"/>
                  </a:lnTo>
                  <a:close/>
                </a:path>
                <a:path w="3035935" h="2196465">
                  <a:moveTo>
                    <a:pt x="1205484" y="670560"/>
                  </a:moveTo>
                  <a:lnTo>
                    <a:pt x="1202436" y="667512"/>
                  </a:lnTo>
                  <a:lnTo>
                    <a:pt x="1196340" y="667512"/>
                  </a:lnTo>
                  <a:lnTo>
                    <a:pt x="1194816" y="670560"/>
                  </a:lnTo>
                  <a:lnTo>
                    <a:pt x="1194816" y="705612"/>
                  </a:lnTo>
                  <a:lnTo>
                    <a:pt x="1196340" y="708660"/>
                  </a:lnTo>
                  <a:lnTo>
                    <a:pt x="1202436" y="708660"/>
                  </a:lnTo>
                  <a:lnTo>
                    <a:pt x="1205484" y="705612"/>
                  </a:lnTo>
                  <a:lnTo>
                    <a:pt x="1205484" y="670560"/>
                  </a:lnTo>
                  <a:close/>
                </a:path>
                <a:path w="3035935" h="2196465">
                  <a:moveTo>
                    <a:pt x="1205484" y="609600"/>
                  </a:moveTo>
                  <a:lnTo>
                    <a:pt x="1202436" y="606552"/>
                  </a:lnTo>
                  <a:lnTo>
                    <a:pt x="1196340" y="606552"/>
                  </a:lnTo>
                  <a:lnTo>
                    <a:pt x="1194816" y="609600"/>
                  </a:lnTo>
                  <a:lnTo>
                    <a:pt x="1194816" y="644652"/>
                  </a:lnTo>
                  <a:lnTo>
                    <a:pt x="1196340" y="647700"/>
                  </a:lnTo>
                  <a:lnTo>
                    <a:pt x="1202436" y="647700"/>
                  </a:lnTo>
                  <a:lnTo>
                    <a:pt x="1205484" y="644652"/>
                  </a:lnTo>
                  <a:lnTo>
                    <a:pt x="1205484" y="609600"/>
                  </a:lnTo>
                  <a:close/>
                </a:path>
                <a:path w="3035935" h="2196465">
                  <a:moveTo>
                    <a:pt x="1205484" y="548640"/>
                  </a:moveTo>
                  <a:lnTo>
                    <a:pt x="1202436" y="547116"/>
                  </a:lnTo>
                  <a:lnTo>
                    <a:pt x="1196340" y="547116"/>
                  </a:lnTo>
                  <a:lnTo>
                    <a:pt x="1194816" y="548640"/>
                  </a:lnTo>
                  <a:lnTo>
                    <a:pt x="1194816" y="585216"/>
                  </a:lnTo>
                  <a:lnTo>
                    <a:pt x="1196340" y="586740"/>
                  </a:lnTo>
                  <a:lnTo>
                    <a:pt x="1202436" y="586740"/>
                  </a:lnTo>
                  <a:lnTo>
                    <a:pt x="1205484" y="585216"/>
                  </a:lnTo>
                  <a:lnTo>
                    <a:pt x="1205484" y="548640"/>
                  </a:lnTo>
                  <a:close/>
                </a:path>
                <a:path w="3035935" h="2196465">
                  <a:moveTo>
                    <a:pt x="1205484" y="487680"/>
                  </a:moveTo>
                  <a:lnTo>
                    <a:pt x="1202436" y="486156"/>
                  </a:lnTo>
                  <a:lnTo>
                    <a:pt x="1196340" y="486156"/>
                  </a:lnTo>
                  <a:lnTo>
                    <a:pt x="1194816" y="487680"/>
                  </a:lnTo>
                  <a:lnTo>
                    <a:pt x="1194816" y="524256"/>
                  </a:lnTo>
                  <a:lnTo>
                    <a:pt x="1196340" y="525780"/>
                  </a:lnTo>
                  <a:lnTo>
                    <a:pt x="1202436" y="525780"/>
                  </a:lnTo>
                  <a:lnTo>
                    <a:pt x="1205484" y="524256"/>
                  </a:lnTo>
                  <a:lnTo>
                    <a:pt x="1205484" y="487680"/>
                  </a:lnTo>
                  <a:close/>
                </a:path>
                <a:path w="3035935" h="2196465">
                  <a:moveTo>
                    <a:pt x="1205484" y="426720"/>
                  </a:moveTo>
                  <a:lnTo>
                    <a:pt x="1202436" y="425196"/>
                  </a:lnTo>
                  <a:lnTo>
                    <a:pt x="1196340" y="425196"/>
                  </a:lnTo>
                  <a:lnTo>
                    <a:pt x="1194816" y="426720"/>
                  </a:lnTo>
                  <a:lnTo>
                    <a:pt x="1194816" y="463296"/>
                  </a:lnTo>
                  <a:lnTo>
                    <a:pt x="1196340" y="464820"/>
                  </a:lnTo>
                  <a:lnTo>
                    <a:pt x="1202436" y="464820"/>
                  </a:lnTo>
                  <a:lnTo>
                    <a:pt x="1205484" y="463296"/>
                  </a:lnTo>
                  <a:lnTo>
                    <a:pt x="1205484" y="426720"/>
                  </a:lnTo>
                  <a:close/>
                </a:path>
                <a:path w="3035935" h="2196465">
                  <a:moveTo>
                    <a:pt x="1205484" y="367284"/>
                  </a:moveTo>
                  <a:lnTo>
                    <a:pt x="1202436" y="364236"/>
                  </a:lnTo>
                  <a:lnTo>
                    <a:pt x="1196340" y="364236"/>
                  </a:lnTo>
                  <a:lnTo>
                    <a:pt x="1194816" y="367284"/>
                  </a:lnTo>
                  <a:lnTo>
                    <a:pt x="1194816" y="402336"/>
                  </a:lnTo>
                  <a:lnTo>
                    <a:pt x="1196340" y="405384"/>
                  </a:lnTo>
                  <a:lnTo>
                    <a:pt x="1202436" y="405384"/>
                  </a:lnTo>
                  <a:lnTo>
                    <a:pt x="1205484" y="402336"/>
                  </a:lnTo>
                  <a:lnTo>
                    <a:pt x="1205484" y="367284"/>
                  </a:lnTo>
                  <a:close/>
                </a:path>
                <a:path w="3035935" h="2196465">
                  <a:moveTo>
                    <a:pt x="1205484" y="306324"/>
                  </a:moveTo>
                  <a:lnTo>
                    <a:pt x="1202436" y="303276"/>
                  </a:lnTo>
                  <a:lnTo>
                    <a:pt x="1196340" y="303276"/>
                  </a:lnTo>
                  <a:lnTo>
                    <a:pt x="1194816" y="306324"/>
                  </a:lnTo>
                  <a:lnTo>
                    <a:pt x="1194816" y="341376"/>
                  </a:lnTo>
                  <a:lnTo>
                    <a:pt x="1196340" y="344424"/>
                  </a:lnTo>
                  <a:lnTo>
                    <a:pt x="1202436" y="344424"/>
                  </a:lnTo>
                  <a:lnTo>
                    <a:pt x="1205484" y="341376"/>
                  </a:lnTo>
                  <a:lnTo>
                    <a:pt x="1205484" y="306324"/>
                  </a:lnTo>
                  <a:close/>
                </a:path>
                <a:path w="3035935" h="2196465">
                  <a:moveTo>
                    <a:pt x="1205484" y="245364"/>
                  </a:moveTo>
                  <a:lnTo>
                    <a:pt x="1202436" y="242316"/>
                  </a:lnTo>
                  <a:lnTo>
                    <a:pt x="1196340" y="242316"/>
                  </a:lnTo>
                  <a:lnTo>
                    <a:pt x="1194816" y="245364"/>
                  </a:lnTo>
                  <a:lnTo>
                    <a:pt x="1194816" y="281940"/>
                  </a:lnTo>
                  <a:lnTo>
                    <a:pt x="1196340" y="283464"/>
                  </a:lnTo>
                  <a:lnTo>
                    <a:pt x="1202436" y="283464"/>
                  </a:lnTo>
                  <a:lnTo>
                    <a:pt x="1205484" y="281940"/>
                  </a:lnTo>
                  <a:lnTo>
                    <a:pt x="1205484" y="245364"/>
                  </a:lnTo>
                  <a:close/>
                </a:path>
                <a:path w="3035935" h="2196465">
                  <a:moveTo>
                    <a:pt x="1205484" y="184404"/>
                  </a:moveTo>
                  <a:lnTo>
                    <a:pt x="1202436" y="182880"/>
                  </a:lnTo>
                  <a:lnTo>
                    <a:pt x="1196340" y="182880"/>
                  </a:lnTo>
                  <a:lnTo>
                    <a:pt x="1194816" y="184404"/>
                  </a:lnTo>
                  <a:lnTo>
                    <a:pt x="1194816" y="220980"/>
                  </a:lnTo>
                  <a:lnTo>
                    <a:pt x="1196340" y="222504"/>
                  </a:lnTo>
                  <a:lnTo>
                    <a:pt x="1202436" y="222504"/>
                  </a:lnTo>
                  <a:lnTo>
                    <a:pt x="1205484" y="220980"/>
                  </a:lnTo>
                  <a:lnTo>
                    <a:pt x="1205484" y="184404"/>
                  </a:lnTo>
                  <a:close/>
                </a:path>
                <a:path w="3035935" h="2196465">
                  <a:moveTo>
                    <a:pt x="1205484" y="123444"/>
                  </a:moveTo>
                  <a:lnTo>
                    <a:pt x="1202436" y="121920"/>
                  </a:lnTo>
                  <a:lnTo>
                    <a:pt x="1196340" y="121920"/>
                  </a:lnTo>
                  <a:lnTo>
                    <a:pt x="1194816" y="123444"/>
                  </a:lnTo>
                  <a:lnTo>
                    <a:pt x="1194816" y="160020"/>
                  </a:lnTo>
                  <a:lnTo>
                    <a:pt x="1196340" y="161544"/>
                  </a:lnTo>
                  <a:lnTo>
                    <a:pt x="1202436" y="161544"/>
                  </a:lnTo>
                  <a:lnTo>
                    <a:pt x="1205484" y="160020"/>
                  </a:lnTo>
                  <a:lnTo>
                    <a:pt x="1205484" y="123444"/>
                  </a:lnTo>
                  <a:close/>
                </a:path>
                <a:path w="3035935" h="2196465">
                  <a:moveTo>
                    <a:pt x="1205484" y="62484"/>
                  </a:moveTo>
                  <a:lnTo>
                    <a:pt x="1202436" y="60960"/>
                  </a:lnTo>
                  <a:lnTo>
                    <a:pt x="1196340" y="60960"/>
                  </a:lnTo>
                  <a:lnTo>
                    <a:pt x="1194816" y="62484"/>
                  </a:lnTo>
                  <a:lnTo>
                    <a:pt x="1194816" y="99060"/>
                  </a:lnTo>
                  <a:lnTo>
                    <a:pt x="1196340" y="102108"/>
                  </a:lnTo>
                  <a:lnTo>
                    <a:pt x="1202436" y="102108"/>
                  </a:lnTo>
                  <a:lnTo>
                    <a:pt x="1205484" y="99060"/>
                  </a:lnTo>
                  <a:lnTo>
                    <a:pt x="1205484" y="62484"/>
                  </a:lnTo>
                  <a:close/>
                </a:path>
                <a:path w="3035935" h="2196465">
                  <a:moveTo>
                    <a:pt x="1205484" y="3048"/>
                  </a:moveTo>
                  <a:lnTo>
                    <a:pt x="1202436" y="0"/>
                  </a:lnTo>
                  <a:lnTo>
                    <a:pt x="1196340" y="0"/>
                  </a:lnTo>
                  <a:lnTo>
                    <a:pt x="1194816" y="3048"/>
                  </a:lnTo>
                  <a:lnTo>
                    <a:pt x="1194816" y="38100"/>
                  </a:lnTo>
                  <a:lnTo>
                    <a:pt x="1196340" y="41148"/>
                  </a:lnTo>
                  <a:lnTo>
                    <a:pt x="1202436" y="41148"/>
                  </a:lnTo>
                  <a:lnTo>
                    <a:pt x="1205484" y="38100"/>
                  </a:lnTo>
                  <a:lnTo>
                    <a:pt x="1205484" y="3048"/>
                  </a:lnTo>
                  <a:close/>
                </a:path>
                <a:path w="3035935" h="2196465">
                  <a:moveTo>
                    <a:pt x="1443228" y="1761744"/>
                  </a:moveTo>
                  <a:lnTo>
                    <a:pt x="1441704" y="1760220"/>
                  </a:lnTo>
                  <a:lnTo>
                    <a:pt x="1435608" y="1760220"/>
                  </a:lnTo>
                  <a:lnTo>
                    <a:pt x="1434084" y="1761744"/>
                  </a:lnTo>
                  <a:lnTo>
                    <a:pt x="1434084" y="1795272"/>
                  </a:lnTo>
                  <a:lnTo>
                    <a:pt x="1435608" y="1798320"/>
                  </a:lnTo>
                  <a:lnTo>
                    <a:pt x="1441704" y="1798320"/>
                  </a:lnTo>
                  <a:lnTo>
                    <a:pt x="1443228" y="1795272"/>
                  </a:lnTo>
                  <a:lnTo>
                    <a:pt x="1443228" y="1761744"/>
                  </a:lnTo>
                  <a:close/>
                </a:path>
                <a:path w="3035935" h="2196465">
                  <a:moveTo>
                    <a:pt x="1443228" y="1702308"/>
                  </a:moveTo>
                  <a:lnTo>
                    <a:pt x="1441704" y="1699260"/>
                  </a:lnTo>
                  <a:lnTo>
                    <a:pt x="1435608" y="1699260"/>
                  </a:lnTo>
                  <a:lnTo>
                    <a:pt x="1434084" y="1702308"/>
                  </a:lnTo>
                  <a:lnTo>
                    <a:pt x="1434084" y="1737360"/>
                  </a:lnTo>
                  <a:lnTo>
                    <a:pt x="1435608" y="1740408"/>
                  </a:lnTo>
                  <a:lnTo>
                    <a:pt x="1441704" y="1740408"/>
                  </a:lnTo>
                  <a:lnTo>
                    <a:pt x="1443228" y="1737360"/>
                  </a:lnTo>
                  <a:lnTo>
                    <a:pt x="1443228" y="1702308"/>
                  </a:lnTo>
                  <a:close/>
                </a:path>
                <a:path w="3035935" h="2196465">
                  <a:moveTo>
                    <a:pt x="1443228" y="1641348"/>
                  </a:moveTo>
                  <a:lnTo>
                    <a:pt x="1441704" y="1638300"/>
                  </a:lnTo>
                  <a:lnTo>
                    <a:pt x="1435608" y="1638300"/>
                  </a:lnTo>
                  <a:lnTo>
                    <a:pt x="1434084" y="1641348"/>
                  </a:lnTo>
                  <a:lnTo>
                    <a:pt x="1434084" y="1676400"/>
                  </a:lnTo>
                  <a:lnTo>
                    <a:pt x="1435608" y="1679448"/>
                  </a:lnTo>
                  <a:lnTo>
                    <a:pt x="1441704" y="1679448"/>
                  </a:lnTo>
                  <a:lnTo>
                    <a:pt x="1443228" y="1676400"/>
                  </a:lnTo>
                  <a:lnTo>
                    <a:pt x="1443228" y="1641348"/>
                  </a:lnTo>
                  <a:close/>
                </a:path>
                <a:path w="3035935" h="2196465">
                  <a:moveTo>
                    <a:pt x="1443228" y="1580388"/>
                  </a:moveTo>
                  <a:lnTo>
                    <a:pt x="1441704" y="1577340"/>
                  </a:lnTo>
                  <a:lnTo>
                    <a:pt x="1435608" y="1577340"/>
                  </a:lnTo>
                  <a:lnTo>
                    <a:pt x="1434084" y="1580388"/>
                  </a:lnTo>
                  <a:lnTo>
                    <a:pt x="1434084" y="1616964"/>
                  </a:lnTo>
                  <a:lnTo>
                    <a:pt x="1435608" y="1618488"/>
                  </a:lnTo>
                  <a:lnTo>
                    <a:pt x="1441704" y="1618488"/>
                  </a:lnTo>
                  <a:lnTo>
                    <a:pt x="1443228" y="1616964"/>
                  </a:lnTo>
                  <a:lnTo>
                    <a:pt x="1443228" y="1580388"/>
                  </a:lnTo>
                  <a:close/>
                </a:path>
                <a:path w="3035935" h="2196465">
                  <a:moveTo>
                    <a:pt x="1443228" y="1519428"/>
                  </a:moveTo>
                  <a:lnTo>
                    <a:pt x="1441704" y="1517904"/>
                  </a:lnTo>
                  <a:lnTo>
                    <a:pt x="1435608" y="1517904"/>
                  </a:lnTo>
                  <a:lnTo>
                    <a:pt x="1434084" y="1519428"/>
                  </a:lnTo>
                  <a:lnTo>
                    <a:pt x="1434084" y="1556004"/>
                  </a:lnTo>
                  <a:lnTo>
                    <a:pt x="1435608" y="1557528"/>
                  </a:lnTo>
                  <a:lnTo>
                    <a:pt x="1441704" y="1557528"/>
                  </a:lnTo>
                  <a:lnTo>
                    <a:pt x="1443228" y="1556004"/>
                  </a:lnTo>
                  <a:lnTo>
                    <a:pt x="1443228" y="1519428"/>
                  </a:lnTo>
                  <a:close/>
                </a:path>
                <a:path w="3035935" h="2196465">
                  <a:moveTo>
                    <a:pt x="1443228" y="1458468"/>
                  </a:moveTo>
                  <a:lnTo>
                    <a:pt x="1441704" y="1456944"/>
                  </a:lnTo>
                  <a:lnTo>
                    <a:pt x="1435608" y="1456944"/>
                  </a:lnTo>
                  <a:lnTo>
                    <a:pt x="1434084" y="1458468"/>
                  </a:lnTo>
                  <a:lnTo>
                    <a:pt x="1434084" y="1495044"/>
                  </a:lnTo>
                  <a:lnTo>
                    <a:pt x="1435608" y="1496568"/>
                  </a:lnTo>
                  <a:lnTo>
                    <a:pt x="1441704" y="1496568"/>
                  </a:lnTo>
                  <a:lnTo>
                    <a:pt x="1443228" y="1495044"/>
                  </a:lnTo>
                  <a:lnTo>
                    <a:pt x="1443228" y="1458468"/>
                  </a:lnTo>
                  <a:close/>
                </a:path>
                <a:path w="3035935" h="2196465">
                  <a:moveTo>
                    <a:pt x="1443228" y="1397508"/>
                  </a:moveTo>
                  <a:lnTo>
                    <a:pt x="1441704" y="1395984"/>
                  </a:lnTo>
                  <a:lnTo>
                    <a:pt x="1435608" y="1395984"/>
                  </a:lnTo>
                  <a:lnTo>
                    <a:pt x="1434084" y="1397508"/>
                  </a:lnTo>
                  <a:lnTo>
                    <a:pt x="1434084" y="1434084"/>
                  </a:lnTo>
                  <a:lnTo>
                    <a:pt x="1435608" y="1437132"/>
                  </a:lnTo>
                  <a:lnTo>
                    <a:pt x="1441704" y="1437132"/>
                  </a:lnTo>
                  <a:lnTo>
                    <a:pt x="1443228" y="1434084"/>
                  </a:lnTo>
                  <a:lnTo>
                    <a:pt x="1443228" y="1397508"/>
                  </a:lnTo>
                  <a:close/>
                </a:path>
                <a:path w="3035935" h="2196465">
                  <a:moveTo>
                    <a:pt x="1443228" y="1338072"/>
                  </a:moveTo>
                  <a:lnTo>
                    <a:pt x="1441704" y="1335024"/>
                  </a:lnTo>
                  <a:lnTo>
                    <a:pt x="1435608" y="1335024"/>
                  </a:lnTo>
                  <a:lnTo>
                    <a:pt x="1434084" y="1338072"/>
                  </a:lnTo>
                  <a:lnTo>
                    <a:pt x="1434084" y="1373124"/>
                  </a:lnTo>
                  <a:lnTo>
                    <a:pt x="1435608" y="1376172"/>
                  </a:lnTo>
                  <a:lnTo>
                    <a:pt x="1441704" y="1376172"/>
                  </a:lnTo>
                  <a:lnTo>
                    <a:pt x="1443228" y="1373124"/>
                  </a:lnTo>
                  <a:lnTo>
                    <a:pt x="1443228" y="1338072"/>
                  </a:lnTo>
                  <a:close/>
                </a:path>
                <a:path w="3035935" h="2196465">
                  <a:moveTo>
                    <a:pt x="1443228" y="1277112"/>
                  </a:moveTo>
                  <a:lnTo>
                    <a:pt x="1441704" y="1274064"/>
                  </a:lnTo>
                  <a:lnTo>
                    <a:pt x="1435608" y="1274064"/>
                  </a:lnTo>
                  <a:lnTo>
                    <a:pt x="1434084" y="1277112"/>
                  </a:lnTo>
                  <a:lnTo>
                    <a:pt x="1434084" y="1312164"/>
                  </a:lnTo>
                  <a:lnTo>
                    <a:pt x="1435608" y="1315212"/>
                  </a:lnTo>
                  <a:lnTo>
                    <a:pt x="1441704" y="1315212"/>
                  </a:lnTo>
                  <a:lnTo>
                    <a:pt x="1443228" y="1312164"/>
                  </a:lnTo>
                  <a:lnTo>
                    <a:pt x="1443228" y="1277112"/>
                  </a:lnTo>
                  <a:close/>
                </a:path>
                <a:path w="3035935" h="2196465">
                  <a:moveTo>
                    <a:pt x="1443228" y="1216152"/>
                  </a:moveTo>
                  <a:lnTo>
                    <a:pt x="1441704" y="1214628"/>
                  </a:lnTo>
                  <a:lnTo>
                    <a:pt x="1435608" y="1214628"/>
                  </a:lnTo>
                  <a:lnTo>
                    <a:pt x="1434084" y="1216152"/>
                  </a:lnTo>
                  <a:lnTo>
                    <a:pt x="1434084" y="1252728"/>
                  </a:lnTo>
                  <a:lnTo>
                    <a:pt x="1435608" y="1254252"/>
                  </a:lnTo>
                  <a:lnTo>
                    <a:pt x="1441704" y="1254252"/>
                  </a:lnTo>
                  <a:lnTo>
                    <a:pt x="1443228" y="1252728"/>
                  </a:lnTo>
                  <a:lnTo>
                    <a:pt x="1443228" y="1216152"/>
                  </a:lnTo>
                  <a:close/>
                </a:path>
                <a:path w="3035935" h="2196465">
                  <a:moveTo>
                    <a:pt x="1443228" y="1155192"/>
                  </a:moveTo>
                  <a:lnTo>
                    <a:pt x="1441704" y="1153668"/>
                  </a:lnTo>
                  <a:lnTo>
                    <a:pt x="1435608" y="1153668"/>
                  </a:lnTo>
                  <a:lnTo>
                    <a:pt x="1434084" y="1155192"/>
                  </a:lnTo>
                  <a:lnTo>
                    <a:pt x="1434084" y="1191768"/>
                  </a:lnTo>
                  <a:lnTo>
                    <a:pt x="1435608" y="1193292"/>
                  </a:lnTo>
                  <a:lnTo>
                    <a:pt x="1441704" y="1193292"/>
                  </a:lnTo>
                  <a:lnTo>
                    <a:pt x="1443228" y="1191768"/>
                  </a:lnTo>
                  <a:lnTo>
                    <a:pt x="1443228" y="1155192"/>
                  </a:lnTo>
                  <a:close/>
                </a:path>
                <a:path w="3035935" h="2196465">
                  <a:moveTo>
                    <a:pt x="1443228" y="1094232"/>
                  </a:moveTo>
                  <a:lnTo>
                    <a:pt x="1441704" y="1092708"/>
                  </a:lnTo>
                  <a:lnTo>
                    <a:pt x="1435608" y="1092708"/>
                  </a:lnTo>
                  <a:lnTo>
                    <a:pt x="1434084" y="1094232"/>
                  </a:lnTo>
                  <a:lnTo>
                    <a:pt x="1434084" y="1130808"/>
                  </a:lnTo>
                  <a:lnTo>
                    <a:pt x="1435608" y="1132332"/>
                  </a:lnTo>
                  <a:lnTo>
                    <a:pt x="1441704" y="1132332"/>
                  </a:lnTo>
                  <a:lnTo>
                    <a:pt x="1443228" y="1130808"/>
                  </a:lnTo>
                  <a:lnTo>
                    <a:pt x="1443228" y="1094232"/>
                  </a:lnTo>
                  <a:close/>
                </a:path>
                <a:path w="3035935" h="2196465">
                  <a:moveTo>
                    <a:pt x="1443228" y="1034796"/>
                  </a:moveTo>
                  <a:lnTo>
                    <a:pt x="1441704" y="1031748"/>
                  </a:lnTo>
                  <a:lnTo>
                    <a:pt x="1435608" y="1031748"/>
                  </a:lnTo>
                  <a:lnTo>
                    <a:pt x="1434084" y="1034796"/>
                  </a:lnTo>
                  <a:lnTo>
                    <a:pt x="1434084" y="1069848"/>
                  </a:lnTo>
                  <a:lnTo>
                    <a:pt x="1435608" y="1072896"/>
                  </a:lnTo>
                  <a:lnTo>
                    <a:pt x="1441704" y="1072896"/>
                  </a:lnTo>
                  <a:lnTo>
                    <a:pt x="1443228" y="1069848"/>
                  </a:lnTo>
                  <a:lnTo>
                    <a:pt x="1443228" y="1034796"/>
                  </a:lnTo>
                  <a:close/>
                </a:path>
                <a:path w="3035935" h="2196465">
                  <a:moveTo>
                    <a:pt x="1443228" y="973836"/>
                  </a:moveTo>
                  <a:lnTo>
                    <a:pt x="1441704" y="970788"/>
                  </a:lnTo>
                  <a:lnTo>
                    <a:pt x="1435608" y="970788"/>
                  </a:lnTo>
                  <a:lnTo>
                    <a:pt x="1434084" y="973836"/>
                  </a:lnTo>
                  <a:lnTo>
                    <a:pt x="1434084" y="1008888"/>
                  </a:lnTo>
                  <a:lnTo>
                    <a:pt x="1435608" y="1011936"/>
                  </a:lnTo>
                  <a:lnTo>
                    <a:pt x="1441704" y="1011936"/>
                  </a:lnTo>
                  <a:lnTo>
                    <a:pt x="1443228" y="1008888"/>
                  </a:lnTo>
                  <a:lnTo>
                    <a:pt x="1443228" y="973836"/>
                  </a:lnTo>
                  <a:close/>
                </a:path>
                <a:path w="3035935" h="2196465">
                  <a:moveTo>
                    <a:pt x="1443228" y="912876"/>
                  </a:moveTo>
                  <a:lnTo>
                    <a:pt x="1441704" y="909828"/>
                  </a:lnTo>
                  <a:lnTo>
                    <a:pt x="1435608" y="909828"/>
                  </a:lnTo>
                  <a:lnTo>
                    <a:pt x="1434084" y="912876"/>
                  </a:lnTo>
                  <a:lnTo>
                    <a:pt x="1434084" y="949452"/>
                  </a:lnTo>
                  <a:lnTo>
                    <a:pt x="1435608" y="950976"/>
                  </a:lnTo>
                  <a:lnTo>
                    <a:pt x="1441704" y="950976"/>
                  </a:lnTo>
                  <a:lnTo>
                    <a:pt x="1443228" y="949452"/>
                  </a:lnTo>
                  <a:lnTo>
                    <a:pt x="1443228" y="912876"/>
                  </a:lnTo>
                  <a:close/>
                </a:path>
                <a:path w="3035935" h="2196465">
                  <a:moveTo>
                    <a:pt x="1443228" y="851916"/>
                  </a:moveTo>
                  <a:lnTo>
                    <a:pt x="1441704" y="850392"/>
                  </a:lnTo>
                  <a:lnTo>
                    <a:pt x="1435608" y="850392"/>
                  </a:lnTo>
                  <a:lnTo>
                    <a:pt x="1434084" y="851916"/>
                  </a:lnTo>
                  <a:lnTo>
                    <a:pt x="1434084" y="888492"/>
                  </a:lnTo>
                  <a:lnTo>
                    <a:pt x="1435608" y="890016"/>
                  </a:lnTo>
                  <a:lnTo>
                    <a:pt x="1441704" y="890016"/>
                  </a:lnTo>
                  <a:lnTo>
                    <a:pt x="1443228" y="888492"/>
                  </a:lnTo>
                  <a:lnTo>
                    <a:pt x="1443228" y="851916"/>
                  </a:lnTo>
                  <a:close/>
                </a:path>
                <a:path w="3035935" h="2196465">
                  <a:moveTo>
                    <a:pt x="1443228" y="790956"/>
                  </a:moveTo>
                  <a:lnTo>
                    <a:pt x="1441704" y="789432"/>
                  </a:lnTo>
                  <a:lnTo>
                    <a:pt x="1435608" y="789432"/>
                  </a:lnTo>
                  <a:lnTo>
                    <a:pt x="1434084" y="790956"/>
                  </a:lnTo>
                  <a:lnTo>
                    <a:pt x="1434084" y="827532"/>
                  </a:lnTo>
                  <a:lnTo>
                    <a:pt x="1435608" y="829056"/>
                  </a:lnTo>
                  <a:lnTo>
                    <a:pt x="1441704" y="829056"/>
                  </a:lnTo>
                  <a:lnTo>
                    <a:pt x="1443228" y="827532"/>
                  </a:lnTo>
                  <a:lnTo>
                    <a:pt x="1443228" y="790956"/>
                  </a:lnTo>
                  <a:close/>
                </a:path>
                <a:path w="3035935" h="2196465">
                  <a:moveTo>
                    <a:pt x="1443228" y="729996"/>
                  </a:moveTo>
                  <a:lnTo>
                    <a:pt x="1441704" y="728472"/>
                  </a:lnTo>
                  <a:lnTo>
                    <a:pt x="1435608" y="728472"/>
                  </a:lnTo>
                  <a:lnTo>
                    <a:pt x="1434084" y="729996"/>
                  </a:lnTo>
                  <a:lnTo>
                    <a:pt x="1434084" y="766572"/>
                  </a:lnTo>
                  <a:lnTo>
                    <a:pt x="1435608" y="769620"/>
                  </a:lnTo>
                  <a:lnTo>
                    <a:pt x="1441704" y="769620"/>
                  </a:lnTo>
                  <a:lnTo>
                    <a:pt x="1443228" y="766572"/>
                  </a:lnTo>
                  <a:lnTo>
                    <a:pt x="1443228" y="729996"/>
                  </a:lnTo>
                  <a:close/>
                </a:path>
                <a:path w="3035935" h="2196465">
                  <a:moveTo>
                    <a:pt x="1443228" y="670560"/>
                  </a:moveTo>
                  <a:lnTo>
                    <a:pt x="1441704" y="667512"/>
                  </a:lnTo>
                  <a:lnTo>
                    <a:pt x="1435608" y="667512"/>
                  </a:lnTo>
                  <a:lnTo>
                    <a:pt x="1434084" y="670560"/>
                  </a:lnTo>
                  <a:lnTo>
                    <a:pt x="1434084" y="705612"/>
                  </a:lnTo>
                  <a:lnTo>
                    <a:pt x="1435608" y="708660"/>
                  </a:lnTo>
                  <a:lnTo>
                    <a:pt x="1441704" y="708660"/>
                  </a:lnTo>
                  <a:lnTo>
                    <a:pt x="1443228" y="705612"/>
                  </a:lnTo>
                  <a:lnTo>
                    <a:pt x="1443228" y="670560"/>
                  </a:lnTo>
                  <a:close/>
                </a:path>
                <a:path w="3035935" h="2196465">
                  <a:moveTo>
                    <a:pt x="1443228" y="609600"/>
                  </a:moveTo>
                  <a:lnTo>
                    <a:pt x="1441704" y="606552"/>
                  </a:lnTo>
                  <a:lnTo>
                    <a:pt x="1435608" y="606552"/>
                  </a:lnTo>
                  <a:lnTo>
                    <a:pt x="1434084" y="609600"/>
                  </a:lnTo>
                  <a:lnTo>
                    <a:pt x="1434084" y="644652"/>
                  </a:lnTo>
                  <a:lnTo>
                    <a:pt x="1435608" y="647700"/>
                  </a:lnTo>
                  <a:lnTo>
                    <a:pt x="1441704" y="647700"/>
                  </a:lnTo>
                  <a:lnTo>
                    <a:pt x="1443228" y="644652"/>
                  </a:lnTo>
                  <a:lnTo>
                    <a:pt x="1443228" y="609600"/>
                  </a:lnTo>
                  <a:close/>
                </a:path>
                <a:path w="3035935" h="2196465">
                  <a:moveTo>
                    <a:pt x="1443228" y="548640"/>
                  </a:moveTo>
                  <a:lnTo>
                    <a:pt x="1441704" y="547116"/>
                  </a:lnTo>
                  <a:lnTo>
                    <a:pt x="1435608" y="547116"/>
                  </a:lnTo>
                  <a:lnTo>
                    <a:pt x="1434084" y="548640"/>
                  </a:lnTo>
                  <a:lnTo>
                    <a:pt x="1434084" y="585216"/>
                  </a:lnTo>
                  <a:lnTo>
                    <a:pt x="1435608" y="586740"/>
                  </a:lnTo>
                  <a:lnTo>
                    <a:pt x="1441704" y="586740"/>
                  </a:lnTo>
                  <a:lnTo>
                    <a:pt x="1443228" y="585216"/>
                  </a:lnTo>
                  <a:lnTo>
                    <a:pt x="1443228" y="548640"/>
                  </a:lnTo>
                  <a:close/>
                </a:path>
                <a:path w="3035935" h="2196465">
                  <a:moveTo>
                    <a:pt x="1443228" y="487680"/>
                  </a:moveTo>
                  <a:lnTo>
                    <a:pt x="1441704" y="486156"/>
                  </a:lnTo>
                  <a:lnTo>
                    <a:pt x="1435608" y="486156"/>
                  </a:lnTo>
                  <a:lnTo>
                    <a:pt x="1434084" y="487680"/>
                  </a:lnTo>
                  <a:lnTo>
                    <a:pt x="1434084" y="524256"/>
                  </a:lnTo>
                  <a:lnTo>
                    <a:pt x="1435608" y="525780"/>
                  </a:lnTo>
                  <a:lnTo>
                    <a:pt x="1441704" y="525780"/>
                  </a:lnTo>
                  <a:lnTo>
                    <a:pt x="1443228" y="524256"/>
                  </a:lnTo>
                  <a:lnTo>
                    <a:pt x="1443228" y="487680"/>
                  </a:lnTo>
                  <a:close/>
                </a:path>
                <a:path w="3035935" h="2196465">
                  <a:moveTo>
                    <a:pt x="1443228" y="426720"/>
                  </a:moveTo>
                  <a:lnTo>
                    <a:pt x="1441704" y="425196"/>
                  </a:lnTo>
                  <a:lnTo>
                    <a:pt x="1435608" y="425196"/>
                  </a:lnTo>
                  <a:lnTo>
                    <a:pt x="1434084" y="426720"/>
                  </a:lnTo>
                  <a:lnTo>
                    <a:pt x="1434084" y="463296"/>
                  </a:lnTo>
                  <a:lnTo>
                    <a:pt x="1435608" y="464820"/>
                  </a:lnTo>
                  <a:lnTo>
                    <a:pt x="1441704" y="464820"/>
                  </a:lnTo>
                  <a:lnTo>
                    <a:pt x="1443228" y="463296"/>
                  </a:lnTo>
                  <a:lnTo>
                    <a:pt x="1443228" y="426720"/>
                  </a:lnTo>
                  <a:close/>
                </a:path>
                <a:path w="3035935" h="2196465">
                  <a:moveTo>
                    <a:pt x="1443228" y="367284"/>
                  </a:moveTo>
                  <a:lnTo>
                    <a:pt x="1441704" y="364236"/>
                  </a:lnTo>
                  <a:lnTo>
                    <a:pt x="1435608" y="364236"/>
                  </a:lnTo>
                  <a:lnTo>
                    <a:pt x="1434084" y="367284"/>
                  </a:lnTo>
                  <a:lnTo>
                    <a:pt x="1434084" y="402336"/>
                  </a:lnTo>
                  <a:lnTo>
                    <a:pt x="1435608" y="405384"/>
                  </a:lnTo>
                  <a:lnTo>
                    <a:pt x="1441704" y="405384"/>
                  </a:lnTo>
                  <a:lnTo>
                    <a:pt x="1443228" y="402336"/>
                  </a:lnTo>
                  <a:lnTo>
                    <a:pt x="1443228" y="367284"/>
                  </a:lnTo>
                  <a:close/>
                </a:path>
                <a:path w="3035935" h="2196465">
                  <a:moveTo>
                    <a:pt x="1443228" y="306324"/>
                  </a:moveTo>
                  <a:lnTo>
                    <a:pt x="1441704" y="303276"/>
                  </a:lnTo>
                  <a:lnTo>
                    <a:pt x="1435608" y="303276"/>
                  </a:lnTo>
                  <a:lnTo>
                    <a:pt x="1434084" y="306324"/>
                  </a:lnTo>
                  <a:lnTo>
                    <a:pt x="1434084" y="341376"/>
                  </a:lnTo>
                  <a:lnTo>
                    <a:pt x="1435608" y="344424"/>
                  </a:lnTo>
                  <a:lnTo>
                    <a:pt x="1441704" y="344424"/>
                  </a:lnTo>
                  <a:lnTo>
                    <a:pt x="1443228" y="341376"/>
                  </a:lnTo>
                  <a:lnTo>
                    <a:pt x="1443228" y="306324"/>
                  </a:lnTo>
                  <a:close/>
                </a:path>
                <a:path w="3035935" h="2196465">
                  <a:moveTo>
                    <a:pt x="1443228" y="245364"/>
                  </a:moveTo>
                  <a:lnTo>
                    <a:pt x="1441704" y="242316"/>
                  </a:lnTo>
                  <a:lnTo>
                    <a:pt x="1435608" y="242316"/>
                  </a:lnTo>
                  <a:lnTo>
                    <a:pt x="1434084" y="245364"/>
                  </a:lnTo>
                  <a:lnTo>
                    <a:pt x="1434084" y="281940"/>
                  </a:lnTo>
                  <a:lnTo>
                    <a:pt x="1435608" y="283464"/>
                  </a:lnTo>
                  <a:lnTo>
                    <a:pt x="1441704" y="283464"/>
                  </a:lnTo>
                  <a:lnTo>
                    <a:pt x="1443228" y="281940"/>
                  </a:lnTo>
                  <a:lnTo>
                    <a:pt x="1443228" y="245364"/>
                  </a:lnTo>
                  <a:close/>
                </a:path>
                <a:path w="3035935" h="2196465">
                  <a:moveTo>
                    <a:pt x="1443228" y="184404"/>
                  </a:moveTo>
                  <a:lnTo>
                    <a:pt x="1441704" y="182880"/>
                  </a:lnTo>
                  <a:lnTo>
                    <a:pt x="1435608" y="182880"/>
                  </a:lnTo>
                  <a:lnTo>
                    <a:pt x="1434084" y="184404"/>
                  </a:lnTo>
                  <a:lnTo>
                    <a:pt x="1434084" y="220980"/>
                  </a:lnTo>
                  <a:lnTo>
                    <a:pt x="1435608" y="222504"/>
                  </a:lnTo>
                  <a:lnTo>
                    <a:pt x="1441704" y="222504"/>
                  </a:lnTo>
                  <a:lnTo>
                    <a:pt x="1443228" y="220980"/>
                  </a:lnTo>
                  <a:lnTo>
                    <a:pt x="1443228" y="184404"/>
                  </a:lnTo>
                  <a:close/>
                </a:path>
                <a:path w="3035935" h="2196465">
                  <a:moveTo>
                    <a:pt x="1443228" y="123444"/>
                  </a:moveTo>
                  <a:lnTo>
                    <a:pt x="1441704" y="121920"/>
                  </a:lnTo>
                  <a:lnTo>
                    <a:pt x="1435608" y="121920"/>
                  </a:lnTo>
                  <a:lnTo>
                    <a:pt x="1434084" y="123444"/>
                  </a:lnTo>
                  <a:lnTo>
                    <a:pt x="1434084" y="160020"/>
                  </a:lnTo>
                  <a:lnTo>
                    <a:pt x="1435608" y="161544"/>
                  </a:lnTo>
                  <a:lnTo>
                    <a:pt x="1441704" y="161544"/>
                  </a:lnTo>
                  <a:lnTo>
                    <a:pt x="1443228" y="160020"/>
                  </a:lnTo>
                  <a:lnTo>
                    <a:pt x="1443228" y="123444"/>
                  </a:lnTo>
                  <a:close/>
                </a:path>
                <a:path w="3035935" h="2196465">
                  <a:moveTo>
                    <a:pt x="1443228" y="62484"/>
                  </a:moveTo>
                  <a:lnTo>
                    <a:pt x="1441704" y="60960"/>
                  </a:lnTo>
                  <a:lnTo>
                    <a:pt x="1435608" y="60960"/>
                  </a:lnTo>
                  <a:lnTo>
                    <a:pt x="1434084" y="62484"/>
                  </a:lnTo>
                  <a:lnTo>
                    <a:pt x="1434084" y="99060"/>
                  </a:lnTo>
                  <a:lnTo>
                    <a:pt x="1435608" y="102108"/>
                  </a:lnTo>
                  <a:lnTo>
                    <a:pt x="1441704" y="102108"/>
                  </a:lnTo>
                  <a:lnTo>
                    <a:pt x="1443228" y="99060"/>
                  </a:lnTo>
                  <a:lnTo>
                    <a:pt x="1443228" y="62484"/>
                  </a:lnTo>
                  <a:close/>
                </a:path>
                <a:path w="3035935" h="2196465">
                  <a:moveTo>
                    <a:pt x="1443228" y="3048"/>
                  </a:moveTo>
                  <a:lnTo>
                    <a:pt x="1441704" y="0"/>
                  </a:lnTo>
                  <a:lnTo>
                    <a:pt x="1435608" y="0"/>
                  </a:lnTo>
                  <a:lnTo>
                    <a:pt x="1434084" y="3048"/>
                  </a:lnTo>
                  <a:lnTo>
                    <a:pt x="1434084" y="38100"/>
                  </a:lnTo>
                  <a:lnTo>
                    <a:pt x="1435608" y="41148"/>
                  </a:lnTo>
                  <a:lnTo>
                    <a:pt x="1441704" y="41148"/>
                  </a:lnTo>
                  <a:lnTo>
                    <a:pt x="1443228" y="38100"/>
                  </a:lnTo>
                  <a:lnTo>
                    <a:pt x="1443228" y="3048"/>
                  </a:lnTo>
                  <a:close/>
                </a:path>
                <a:path w="3035935" h="2196465">
                  <a:moveTo>
                    <a:pt x="1603248" y="2165604"/>
                  </a:moveTo>
                  <a:lnTo>
                    <a:pt x="1600200" y="2162556"/>
                  </a:lnTo>
                  <a:lnTo>
                    <a:pt x="1595628" y="2162556"/>
                  </a:lnTo>
                  <a:lnTo>
                    <a:pt x="1592580" y="2165604"/>
                  </a:lnTo>
                  <a:lnTo>
                    <a:pt x="1592580" y="2193036"/>
                  </a:lnTo>
                  <a:lnTo>
                    <a:pt x="1595628" y="2196084"/>
                  </a:lnTo>
                  <a:lnTo>
                    <a:pt x="1600200" y="2196084"/>
                  </a:lnTo>
                  <a:lnTo>
                    <a:pt x="1603248" y="2193036"/>
                  </a:lnTo>
                  <a:lnTo>
                    <a:pt x="1603248" y="2165604"/>
                  </a:lnTo>
                  <a:close/>
                </a:path>
                <a:path w="3035935" h="2196465">
                  <a:moveTo>
                    <a:pt x="1603248" y="2104644"/>
                  </a:moveTo>
                  <a:lnTo>
                    <a:pt x="1600200" y="2103120"/>
                  </a:lnTo>
                  <a:lnTo>
                    <a:pt x="1595628" y="2103120"/>
                  </a:lnTo>
                  <a:lnTo>
                    <a:pt x="1592580" y="2104644"/>
                  </a:lnTo>
                  <a:lnTo>
                    <a:pt x="1592580" y="2141220"/>
                  </a:lnTo>
                  <a:lnTo>
                    <a:pt x="1595628" y="2142744"/>
                  </a:lnTo>
                  <a:lnTo>
                    <a:pt x="1600200" y="2142744"/>
                  </a:lnTo>
                  <a:lnTo>
                    <a:pt x="1603248" y="2141220"/>
                  </a:lnTo>
                  <a:lnTo>
                    <a:pt x="1603248" y="2104644"/>
                  </a:lnTo>
                  <a:close/>
                </a:path>
                <a:path w="3035935" h="2196465">
                  <a:moveTo>
                    <a:pt x="1603248" y="2043684"/>
                  </a:moveTo>
                  <a:lnTo>
                    <a:pt x="1600200" y="2042160"/>
                  </a:lnTo>
                  <a:lnTo>
                    <a:pt x="1595628" y="2042160"/>
                  </a:lnTo>
                  <a:lnTo>
                    <a:pt x="1592580" y="2043684"/>
                  </a:lnTo>
                  <a:lnTo>
                    <a:pt x="1592580" y="2080260"/>
                  </a:lnTo>
                  <a:lnTo>
                    <a:pt x="1595628" y="2081784"/>
                  </a:lnTo>
                  <a:lnTo>
                    <a:pt x="1600200" y="2081784"/>
                  </a:lnTo>
                  <a:lnTo>
                    <a:pt x="1603248" y="2080260"/>
                  </a:lnTo>
                  <a:lnTo>
                    <a:pt x="1603248" y="2043684"/>
                  </a:lnTo>
                  <a:close/>
                </a:path>
                <a:path w="3035935" h="2196465">
                  <a:moveTo>
                    <a:pt x="1603248" y="1982724"/>
                  </a:moveTo>
                  <a:lnTo>
                    <a:pt x="1600200" y="1981200"/>
                  </a:lnTo>
                  <a:lnTo>
                    <a:pt x="1595628" y="1981200"/>
                  </a:lnTo>
                  <a:lnTo>
                    <a:pt x="1592580" y="1982724"/>
                  </a:lnTo>
                  <a:lnTo>
                    <a:pt x="1592580" y="2019300"/>
                  </a:lnTo>
                  <a:lnTo>
                    <a:pt x="1595628" y="2020824"/>
                  </a:lnTo>
                  <a:lnTo>
                    <a:pt x="1600200" y="2020824"/>
                  </a:lnTo>
                  <a:lnTo>
                    <a:pt x="1603248" y="2019300"/>
                  </a:lnTo>
                  <a:lnTo>
                    <a:pt x="1603248" y="1982724"/>
                  </a:lnTo>
                  <a:close/>
                </a:path>
                <a:path w="3035935" h="2196465">
                  <a:moveTo>
                    <a:pt x="1603248" y="1923288"/>
                  </a:moveTo>
                  <a:lnTo>
                    <a:pt x="1600200" y="1920240"/>
                  </a:lnTo>
                  <a:lnTo>
                    <a:pt x="1595628" y="1920240"/>
                  </a:lnTo>
                  <a:lnTo>
                    <a:pt x="1592580" y="1923288"/>
                  </a:lnTo>
                  <a:lnTo>
                    <a:pt x="1592580" y="1958340"/>
                  </a:lnTo>
                  <a:lnTo>
                    <a:pt x="1595628" y="1961388"/>
                  </a:lnTo>
                  <a:lnTo>
                    <a:pt x="1600200" y="1961388"/>
                  </a:lnTo>
                  <a:lnTo>
                    <a:pt x="1603248" y="1958340"/>
                  </a:lnTo>
                  <a:lnTo>
                    <a:pt x="1603248" y="1923288"/>
                  </a:lnTo>
                  <a:close/>
                </a:path>
                <a:path w="3035935" h="2196465">
                  <a:moveTo>
                    <a:pt x="1603248" y="1862328"/>
                  </a:moveTo>
                  <a:lnTo>
                    <a:pt x="1600200" y="1859280"/>
                  </a:lnTo>
                  <a:lnTo>
                    <a:pt x="1595628" y="1859280"/>
                  </a:lnTo>
                  <a:lnTo>
                    <a:pt x="1592580" y="1862328"/>
                  </a:lnTo>
                  <a:lnTo>
                    <a:pt x="1592580" y="1897380"/>
                  </a:lnTo>
                  <a:lnTo>
                    <a:pt x="1595628" y="1900428"/>
                  </a:lnTo>
                  <a:lnTo>
                    <a:pt x="1600200" y="1900428"/>
                  </a:lnTo>
                  <a:lnTo>
                    <a:pt x="1603248" y="1897380"/>
                  </a:lnTo>
                  <a:lnTo>
                    <a:pt x="1603248" y="1862328"/>
                  </a:lnTo>
                  <a:close/>
                </a:path>
                <a:path w="3035935" h="2196465">
                  <a:moveTo>
                    <a:pt x="1603248" y="1801368"/>
                  </a:moveTo>
                  <a:lnTo>
                    <a:pt x="1600200" y="1798320"/>
                  </a:lnTo>
                  <a:lnTo>
                    <a:pt x="1595628" y="1798320"/>
                  </a:lnTo>
                  <a:lnTo>
                    <a:pt x="1592580" y="1801368"/>
                  </a:lnTo>
                  <a:lnTo>
                    <a:pt x="1592580" y="1837944"/>
                  </a:lnTo>
                  <a:lnTo>
                    <a:pt x="1595628" y="1839468"/>
                  </a:lnTo>
                  <a:lnTo>
                    <a:pt x="1600200" y="1839468"/>
                  </a:lnTo>
                  <a:lnTo>
                    <a:pt x="1603248" y="1837944"/>
                  </a:lnTo>
                  <a:lnTo>
                    <a:pt x="1603248" y="1801368"/>
                  </a:lnTo>
                  <a:close/>
                </a:path>
                <a:path w="3035935" h="2196465">
                  <a:moveTo>
                    <a:pt x="1603248" y="1740408"/>
                  </a:moveTo>
                  <a:lnTo>
                    <a:pt x="1600200" y="1738884"/>
                  </a:lnTo>
                  <a:lnTo>
                    <a:pt x="1595628" y="1738884"/>
                  </a:lnTo>
                  <a:lnTo>
                    <a:pt x="1592580" y="1740408"/>
                  </a:lnTo>
                  <a:lnTo>
                    <a:pt x="1592580" y="1776984"/>
                  </a:lnTo>
                  <a:lnTo>
                    <a:pt x="1595628" y="1778508"/>
                  </a:lnTo>
                  <a:lnTo>
                    <a:pt x="1600200" y="1778508"/>
                  </a:lnTo>
                  <a:lnTo>
                    <a:pt x="1603248" y="1776984"/>
                  </a:lnTo>
                  <a:lnTo>
                    <a:pt x="1603248" y="1740408"/>
                  </a:lnTo>
                  <a:close/>
                </a:path>
                <a:path w="3035935" h="2196465">
                  <a:moveTo>
                    <a:pt x="1603248" y="1679448"/>
                  </a:moveTo>
                  <a:lnTo>
                    <a:pt x="1600200" y="1677924"/>
                  </a:lnTo>
                  <a:lnTo>
                    <a:pt x="1595628" y="1677924"/>
                  </a:lnTo>
                  <a:lnTo>
                    <a:pt x="1592580" y="1679448"/>
                  </a:lnTo>
                  <a:lnTo>
                    <a:pt x="1592580" y="1716024"/>
                  </a:lnTo>
                  <a:lnTo>
                    <a:pt x="1595628" y="1717548"/>
                  </a:lnTo>
                  <a:lnTo>
                    <a:pt x="1600200" y="1717548"/>
                  </a:lnTo>
                  <a:lnTo>
                    <a:pt x="1603248" y="1716024"/>
                  </a:lnTo>
                  <a:lnTo>
                    <a:pt x="1603248" y="1679448"/>
                  </a:lnTo>
                  <a:close/>
                </a:path>
                <a:path w="3035935" h="2196465">
                  <a:moveTo>
                    <a:pt x="1603248" y="1618488"/>
                  </a:moveTo>
                  <a:lnTo>
                    <a:pt x="1600200" y="1616964"/>
                  </a:lnTo>
                  <a:lnTo>
                    <a:pt x="1595628" y="1616964"/>
                  </a:lnTo>
                  <a:lnTo>
                    <a:pt x="1592580" y="1618488"/>
                  </a:lnTo>
                  <a:lnTo>
                    <a:pt x="1592580" y="1655064"/>
                  </a:lnTo>
                  <a:lnTo>
                    <a:pt x="1595628" y="1658112"/>
                  </a:lnTo>
                  <a:lnTo>
                    <a:pt x="1600200" y="1658112"/>
                  </a:lnTo>
                  <a:lnTo>
                    <a:pt x="1603248" y="1655064"/>
                  </a:lnTo>
                  <a:lnTo>
                    <a:pt x="1603248" y="1618488"/>
                  </a:lnTo>
                  <a:close/>
                </a:path>
                <a:path w="3035935" h="2196465">
                  <a:moveTo>
                    <a:pt x="1603248" y="1559052"/>
                  </a:moveTo>
                  <a:lnTo>
                    <a:pt x="1600200" y="1556004"/>
                  </a:lnTo>
                  <a:lnTo>
                    <a:pt x="1595628" y="1556004"/>
                  </a:lnTo>
                  <a:lnTo>
                    <a:pt x="1592580" y="1559052"/>
                  </a:lnTo>
                  <a:lnTo>
                    <a:pt x="1592580" y="1594104"/>
                  </a:lnTo>
                  <a:lnTo>
                    <a:pt x="1595628" y="1597152"/>
                  </a:lnTo>
                  <a:lnTo>
                    <a:pt x="1600200" y="1597152"/>
                  </a:lnTo>
                  <a:lnTo>
                    <a:pt x="1603248" y="1594104"/>
                  </a:lnTo>
                  <a:lnTo>
                    <a:pt x="1603248" y="1559052"/>
                  </a:lnTo>
                  <a:close/>
                </a:path>
                <a:path w="3035935" h="2196465">
                  <a:moveTo>
                    <a:pt x="1603248" y="1498092"/>
                  </a:moveTo>
                  <a:lnTo>
                    <a:pt x="1600200" y="1495044"/>
                  </a:lnTo>
                  <a:lnTo>
                    <a:pt x="1595628" y="1495044"/>
                  </a:lnTo>
                  <a:lnTo>
                    <a:pt x="1592580" y="1498092"/>
                  </a:lnTo>
                  <a:lnTo>
                    <a:pt x="1592580" y="1533144"/>
                  </a:lnTo>
                  <a:lnTo>
                    <a:pt x="1595628" y="1536192"/>
                  </a:lnTo>
                  <a:lnTo>
                    <a:pt x="1600200" y="1536192"/>
                  </a:lnTo>
                  <a:lnTo>
                    <a:pt x="1603248" y="1533144"/>
                  </a:lnTo>
                  <a:lnTo>
                    <a:pt x="1603248" y="1498092"/>
                  </a:lnTo>
                  <a:close/>
                </a:path>
                <a:path w="3035935" h="2196465">
                  <a:moveTo>
                    <a:pt x="1603248" y="1437132"/>
                  </a:moveTo>
                  <a:lnTo>
                    <a:pt x="1600200" y="1435608"/>
                  </a:lnTo>
                  <a:lnTo>
                    <a:pt x="1595628" y="1435608"/>
                  </a:lnTo>
                  <a:lnTo>
                    <a:pt x="1592580" y="1437132"/>
                  </a:lnTo>
                  <a:lnTo>
                    <a:pt x="1592580" y="1473708"/>
                  </a:lnTo>
                  <a:lnTo>
                    <a:pt x="1595628" y="1475232"/>
                  </a:lnTo>
                  <a:lnTo>
                    <a:pt x="1600200" y="1475232"/>
                  </a:lnTo>
                  <a:lnTo>
                    <a:pt x="1603248" y="1473708"/>
                  </a:lnTo>
                  <a:lnTo>
                    <a:pt x="1603248" y="1437132"/>
                  </a:lnTo>
                  <a:close/>
                </a:path>
                <a:path w="3035935" h="2196465">
                  <a:moveTo>
                    <a:pt x="1603248" y="1376172"/>
                  </a:moveTo>
                  <a:lnTo>
                    <a:pt x="1600200" y="1374648"/>
                  </a:lnTo>
                  <a:lnTo>
                    <a:pt x="1595628" y="1374648"/>
                  </a:lnTo>
                  <a:lnTo>
                    <a:pt x="1592580" y="1376172"/>
                  </a:lnTo>
                  <a:lnTo>
                    <a:pt x="1592580" y="1412748"/>
                  </a:lnTo>
                  <a:lnTo>
                    <a:pt x="1595628" y="1414272"/>
                  </a:lnTo>
                  <a:lnTo>
                    <a:pt x="1600200" y="1414272"/>
                  </a:lnTo>
                  <a:lnTo>
                    <a:pt x="1603248" y="1412748"/>
                  </a:lnTo>
                  <a:lnTo>
                    <a:pt x="1603248" y="1376172"/>
                  </a:lnTo>
                  <a:close/>
                </a:path>
                <a:path w="3035935" h="2196465">
                  <a:moveTo>
                    <a:pt x="1603248" y="1315212"/>
                  </a:moveTo>
                  <a:lnTo>
                    <a:pt x="1600200" y="1313688"/>
                  </a:lnTo>
                  <a:lnTo>
                    <a:pt x="1595628" y="1313688"/>
                  </a:lnTo>
                  <a:lnTo>
                    <a:pt x="1592580" y="1315212"/>
                  </a:lnTo>
                  <a:lnTo>
                    <a:pt x="1592580" y="1351788"/>
                  </a:lnTo>
                  <a:lnTo>
                    <a:pt x="1595628" y="1353312"/>
                  </a:lnTo>
                  <a:lnTo>
                    <a:pt x="1600200" y="1353312"/>
                  </a:lnTo>
                  <a:lnTo>
                    <a:pt x="1603248" y="1351788"/>
                  </a:lnTo>
                  <a:lnTo>
                    <a:pt x="1603248" y="1315212"/>
                  </a:lnTo>
                  <a:close/>
                </a:path>
                <a:path w="3035935" h="2196465">
                  <a:moveTo>
                    <a:pt x="1603248" y="1255776"/>
                  </a:moveTo>
                  <a:lnTo>
                    <a:pt x="1600200" y="1252728"/>
                  </a:lnTo>
                  <a:lnTo>
                    <a:pt x="1595628" y="1252728"/>
                  </a:lnTo>
                  <a:lnTo>
                    <a:pt x="1592580" y="1255776"/>
                  </a:lnTo>
                  <a:lnTo>
                    <a:pt x="1592580" y="1290828"/>
                  </a:lnTo>
                  <a:lnTo>
                    <a:pt x="1595628" y="1293876"/>
                  </a:lnTo>
                  <a:lnTo>
                    <a:pt x="1600200" y="1293876"/>
                  </a:lnTo>
                  <a:lnTo>
                    <a:pt x="1603248" y="1290828"/>
                  </a:lnTo>
                  <a:lnTo>
                    <a:pt x="1603248" y="1255776"/>
                  </a:lnTo>
                  <a:close/>
                </a:path>
                <a:path w="3035935" h="2196465">
                  <a:moveTo>
                    <a:pt x="1603248" y="1194816"/>
                  </a:moveTo>
                  <a:lnTo>
                    <a:pt x="1600200" y="1191768"/>
                  </a:lnTo>
                  <a:lnTo>
                    <a:pt x="1595628" y="1191768"/>
                  </a:lnTo>
                  <a:lnTo>
                    <a:pt x="1592580" y="1194816"/>
                  </a:lnTo>
                  <a:lnTo>
                    <a:pt x="1592580" y="1229868"/>
                  </a:lnTo>
                  <a:lnTo>
                    <a:pt x="1595628" y="1232916"/>
                  </a:lnTo>
                  <a:lnTo>
                    <a:pt x="1600200" y="1232916"/>
                  </a:lnTo>
                  <a:lnTo>
                    <a:pt x="1603248" y="1229868"/>
                  </a:lnTo>
                  <a:lnTo>
                    <a:pt x="1603248" y="1194816"/>
                  </a:lnTo>
                  <a:close/>
                </a:path>
                <a:path w="3035935" h="2196465">
                  <a:moveTo>
                    <a:pt x="1840992" y="2165604"/>
                  </a:moveTo>
                  <a:lnTo>
                    <a:pt x="1839468" y="2162556"/>
                  </a:lnTo>
                  <a:lnTo>
                    <a:pt x="1833372" y="2162556"/>
                  </a:lnTo>
                  <a:lnTo>
                    <a:pt x="1831848" y="2165604"/>
                  </a:lnTo>
                  <a:lnTo>
                    <a:pt x="1831848" y="2193036"/>
                  </a:lnTo>
                  <a:lnTo>
                    <a:pt x="1833372" y="2196084"/>
                  </a:lnTo>
                  <a:lnTo>
                    <a:pt x="1839468" y="2196084"/>
                  </a:lnTo>
                  <a:lnTo>
                    <a:pt x="1840992" y="2193036"/>
                  </a:lnTo>
                  <a:lnTo>
                    <a:pt x="1840992" y="2165604"/>
                  </a:lnTo>
                  <a:close/>
                </a:path>
                <a:path w="3035935" h="2196465">
                  <a:moveTo>
                    <a:pt x="1840992" y="2104644"/>
                  </a:moveTo>
                  <a:lnTo>
                    <a:pt x="1839468" y="2103120"/>
                  </a:lnTo>
                  <a:lnTo>
                    <a:pt x="1833372" y="2103120"/>
                  </a:lnTo>
                  <a:lnTo>
                    <a:pt x="1831848" y="2104644"/>
                  </a:lnTo>
                  <a:lnTo>
                    <a:pt x="1831848" y="2141220"/>
                  </a:lnTo>
                  <a:lnTo>
                    <a:pt x="1833372" y="2142744"/>
                  </a:lnTo>
                  <a:lnTo>
                    <a:pt x="1839468" y="2142744"/>
                  </a:lnTo>
                  <a:lnTo>
                    <a:pt x="1840992" y="2141220"/>
                  </a:lnTo>
                  <a:lnTo>
                    <a:pt x="1840992" y="2104644"/>
                  </a:lnTo>
                  <a:close/>
                </a:path>
                <a:path w="3035935" h="2196465">
                  <a:moveTo>
                    <a:pt x="1840992" y="2043684"/>
                  </a:moveTo>
                  <a:lnTo>
                    <a:pt x="1839468" y="2042160"/>
                  </a:lnTo>
                  <a:lnTo>
                    <a:pt x="1833372" y="2042160"/>
                  </a:lnTo>
                  <a:lnTo>
                    <a:pt x="1831848" y="2043684"/>
                  </a:lnTo>
                  <a:lnTo>
                    <a:pt x="1831848" y="2080260"/>
                  </a:lnTo>
                  <a:lnTo>
                    <a:pt x="1833372" y="2081784"/>
                  </a:lnTo>
                  <a:lnTo>
                    <a:pt x="1839468" y="2081784"/>
                  </a:lnTo>
                  <a:lnTo>
                    <a:pt x="1840992" y="2080260"/>
                  </a:lnTo>
                  <a:lnTo>
                    <a:pt x="1840992" y="2043684"/>
                  </a:lnTo>
                  <a:close/>
                </a:path>
                <a:path w="3035935" h="2196465">
                  <a:moveTo>
                    <a:pt x="1840992" y="1982724"/>
                  </a:moveTo>
                  <a:lnTo>
                    <a:pt x="1839468" y="1981200"/>
                  </a:lnTo>
                  <a:lnTo>
                    <a:pt x="1833372" y="1981200"/>
                  </a:lnTo>
                  <a:lnTo>
                    <a:pt x="1831848" y="1982724"/>
                  </a:lnTo>
                  <a:lnTo>
                    <a:pt x="1831848" y="2019300"/>
                  </a:lnTo>
                  <a:lnTo>
                    <a:pt x="1833372" y="2020824"/>
                  </a:lnTo>
                  <a:lnTo>
                    <a:pt x="1839468" y="2020824"/>
                  </a:lnTo>
                  <a:lnTo>
                    <a:pt x="1840992" y="2019300"/>
                  </a:lnTo>
                  <a:lnTo>
                    <a:pt x="1840992" y="1982724"/>
                  </a:lnTo>
                  <a:close/>
                </a:path>
                <a:path w="3035935" h="2196465">
                  <a:moveTo>
                    <a:pt x="1840992" y="1923288"/>
                  </a:moveTo>
                  <a:lnTo>
                    <a:pt x="1839468" y="1920240"/>
                  </a:lnTo>
                  <a:lnTo>
                    <a:pt x="1833372" y="1920240"/>
                  </a:lnTo>
                  <a:lnTo>
                    <a:pt x="1831848" y="1923288"/>
                  </a:lnTo>
                  <a:lnTo>
                    <a:pt x="1831848" y="1958340"/>
                  </a:lnTo>
                  <a:lnTo>
                    <a:pt x="1833372" y="1961388"/>
                  </a:lnTo>
                  <a:lnTo>
                    <a:pt x="1839468" y="1961388"/>
                  </a:lnTo>
                  <a:lnTo>
                    <a:pt x="1840992" y="1958340"/>
                  </a:lnTo>
                  <a:lnTo>
                    <a:pt x="1840992" y="1923288"/>
                  </a:lnTo>
                  <a:close/>
                </a:path>
                <a:path w="3035935" h="2196465">
                  <a:moveTo>
                    <a:pt x="1840992" y="1862328"/>
                  </a:moveTo>
                  <a:lnTo>
                    <a:pt x="1839468" y="1859280"/>
                  </a:lnTo>
                  <a:lnTo>
                    <a:pt x="1833372" y="1859280"/>
                  </a:lnTo>
                  <a:lnTo>
                    <a:pt x="1831848" y="1862328"/>
                  </a:lnTo>
                  <a:lnTo>
                    <a:pt x="1831848" y="1897380"/>
                  </a:lnTo>
                  <a:lnTo>
                    <a:pt x="1833372" y="1900428"/>
                  </a:lnTo>
                  <a:lnTo>
                    <a:pt x="1839468" y="1900428"/>
                  </a:lnTo>
                  <a:lnTo>
                    <a:pt x="1840992" y="1897380"/>
                  </a:lnTo>
                  <a:lnTo>
                    <a:pt x="1840992" y="1862328"/>
                  </a:lnTo>
                  <a:close/>
                </a:path>
                <a:path w="3035935" h="2196465">
                  <a:moveTo>
                    <a:pt x="1840992" y="1801368"/>
                  </a:moveTo>
                  <a:lnTo>
                    <a:pt x="1839468" y="1798320"/>
                  </a:lnTo>
                  <a:lnTo>
                    <a:pt x="1833372" y="1798320"/>
                  </a:lnTo>
                  <a:lnTo>
                    <a:pt x="1831848" y="1801368"/>
                  </a:lnTo>
                  <a:lnTo>
                    <a:pt x="1831848" y="1837944"/>
                  </a:lnTo>
                  <a:lnTo>
                    <a:pt x="1833372" y="1839468"/>
                  </a:lnTo>
                  <a:lnTo>
                    <a:pt x="1839468" y="1839468"/>
                  </a:lnTo>
                  <a:lnTo>
                    <a:pt x="1840992" y="1837944"/>
                  </a:lnTo>
                  <a:lnTo>
                    <a:pt x="1840992" y="1801368"/>
                  </a:lnTo>
                  <a:close/>
                </a:path>
                <a:path w="3035935" h="2196465">
                  <a:moveTo>
                    <a:pt x="1840992" y="1740408"/>
                  </a:moveTo>
                  <a:lnTo>
                    <a:pt x="1839468" y="1738884"/>
                  </a:lnTo>
                  <a:lnTo>
                    <a:pt x="1833372" y="1738884"/>
                  </a:lnTo>
                  <a:lnTo>
                    <a:pt x="1831848" y="1740408"/>
                  </a:lnTo>
                  <a:lnTo>
                    <a:pt x="1831848" y="1776984"/>
                  </a:lnTo>
                  <a:lnTo>
                    <a:pt x="1833372" y="1778508"/>
                  </a:lnTo>
                  <a:lnTo>
                    <a:pt x="1839468" y="1778508"/>
                  </a:lnTo>
                  <a:lnTo>
                    <a:pt x="1840992" y="1776984"/>
                  </a:lnTo>
                  <a:lnTo>
                    <a:pt x="1840992" y="1740408"/>
                  </a:lnTo>
                  <a:close/>
                </a:path>
                <a:path w="3035935" h="2196465">
                  <a:moveTo>
                    <a:pt x="1840992" y="1679448"/>
                  </a:moveTo>
                  <a:lnTo>
                    <a:pt x="1839468" y="1677924"/>
                  </a:lnTo>
                  <a:lnTo>
                    <a:pt x="1833372" y="1677924"/>
                  </a:lnTo>
                  <a:lnTo>
                    <a:pt x="1831848" y="1679448"/>
                  </a:lnTo>
                  <a:lnTo>
                    <a:pt x="1831848" y="1716024"/>
                  </a:lnTo>
                  <a:lnTo>
                    <a:pt x="1833372" y="1717548"/>
                  </a:lnTo>
                  <a:lnTo>
                    <a:pt x="1839468" y="1717548"/>
                  </a:lnTo>
                  <a:lnTo>
                    <a:pt x="1840992" y="1716024"/>
                  </a:lnTo>
                  <a:lnTo>
                    <a:pt x="1840992" y="1679448"/>
                  </a:lnTo>
                  <a:close/>
                </a:path>
                <a:path w="3035935" h="2196465">
                  <a:moveTo>
                    <a:pt x="1840992" y="1618488"/>
                  </a:moveTo>
                  <a:lnTo>
                    <a:pt x="1839468" y="1616964"/>
                  </a:lnTo>
                  <a:lnTo>
                    <a:pt x="1833372" y="1616964"/>
                  </a:lnTo>
                  <a:lnTo>
                    <a:pt x="1831848" y="1618488"/>
                  </a:lnTo>
                  <a:lnTo>
                    <a:pt x="1831848" y="1655064"/>
                  </a:lnTo>
                  <a:lnTo>
                    <a:pt x="1833372" y="1658112"/>
                  </a:lnTo>
                  <a:lnTo>
                    <a:pt x="1839468" y="1658112"/>
                  </a:lnTo>
                  <a:lnTo>
                    <a:pt x="1840992" y="1655064"/>
                  </a:lnTo>
                  <a:lnTo>
                    <a:pt x="1840992" y="1618488"/>
                  </a:lnTo>
                  <a:close/>
                </a:path>
                <a:path w="3035935" h="2196465">
                  <a:moveTo>
                    <a:pt x="1840992" y="1559052"/>
                  </a:moveTo>
                  <a:lnTo>
                    <a:pt x="1839468" y="1556004"/>
                  </a:lnTo>
                  <a:lnTo>
                    <a:pt x="1833372" y="1556004"/>
                  </a:lnTo>
                  <a:lnTo>
                    <a:pt x="1831848" y="1559052"/>
                  </a:lnTo>
                  <a:lnTo>
                    <a:pt x="1831848" y="1594104"/>
                  </a:lnTo>
                  <a:lnTo>
                    <a:pt x="1833372" y="1597152"/>
                  </a:lnTo>
                  <a:lnTo>
                    <a:pt x="1839468" y="1597152"/>
                  </a:lnTo>
                  <a:lnTo>
                    <a:pt x="1840992" y="1594104"/>
                  </a:lnTo>
                  <a:lnTo>
                    <a:pt x="1840992" y="1559052"/>
                  </a:lnTo>
                  <a:close/>
                </a:path>
                <a:path w="3035935" h="2196465">
                  <a:moveTo>
                    <a:pt x="1840992" y="1498092"/>
                  </a:moveTo>
                  <a:lnTo>
                    <a:pt x="1839468" y="1495044"/>
                  </a:lnTo>
                  <a:lnTo>
                    <a:pt x="1833372" y="1495044"/>
                  </a:lnTo>
                  <a:lnTo>
                    <a:pt x="1831848" y="1498092"/>
                  </a:lnTo>
                  <a:lnTo>
                    <a:pt x="1831848" y="1533144"/>
                  </a:lnTo>
                  <a:lnTo>
                    <a:pt x="1833372" y="1536192"/>
                  </a:lnTo>
                  <a:lnTo>
                    <a:pt x="1839468" y="1536192"/>
                  </a:lnTo>
                  <a:lnTo>
                    <a:pt x="1840992" y="1533144"/>
                  </a:lnTo>
                  <a:lnTo>
                    <a:pt x="1840992" y="1498092"/>
                  </a:lnTo>
                  <a:close/>
                </a:path>
                <a:path w="3035935" h="2196465">
                  <a:moveTo>
                    <a:pt x="1840992" y="1437132"/>
                  </a:moveTo>
                  <a:lnTo>
                    <a:pt x="1839468" y="1435608"/>
                  </a:lnTo>
                  <a:lnTo>
                    <a:pt x="1833372" y="1435608"/>
                  </a:lnTo>
                  <a:lnTo>
                    <a:pt x="1831848" y="1437132"/>
                  </a:lnTo>
                  <a:lnTo>
                    <a:pt x="1831848" y="1473708"/>
                  </a:lnTo>
                  <a:lnTo>
                    <a:pt x="1833372" y="1475232"/>
                  </a:lnTo>
                  <a:lnTo>
                    <a:pt x="1839468" y="1475232"/>
                  </a:lnTo>
                  <a:lnTo>
                    <a:pt x="1840992" y="1473708"/>
                  </a:lnTo>
                  <a:lnTo>
                    <a:pt x="1840992" y="1437132"/>
                  </a:lnTo>
                  <a:close/>
                </a:path>
                <a:path w="3035935" h="2196465">
                  <a:moveTo>
                    <a:pt x="1840992" y="1376172"/>
                  </a:moveTo>
                  <a:lnTo>
                    <a:pt x="1839468" y="1374648"/>
                  </a:lnTo>
                  <a:lnTo>
                    <a:pt x="1833372" y="1374648"/>
                  </a:lnTo>
                  <a:lnTo>
                    <a:pt x="1831848" y="1376172"/>
                  </a:lnTo>
                  <a:lnTo>
                    <a:pt x="1831848" y="1412748"/>
                  </a:lnTo>
                  <a:lnTo>
                    <a:pt x="1833372" y="1414272"/>
                  </a:lnTo>
                  <a:lnTo>
                    <a:pt x="1839468" y="1414272"/>
                  </a:lnTo>
                  <a:lnTo>
                    <a:pt x="1840992" y="1412748"/>
                  </a:lnTo>
                  <a:lnTo>
                    <a:pt x="1840992" y="1376172"/>
                  </a:lnTo>
                  <a:close/>
                </a:path>
                <a:path w="3035935" h="2196465">
                  <a:moveTo>
                    <a:pt x="1840992" y="1315212"/>
                  </a:moveTo>
                  <a:lnTo>
                    <a:pt x="1839468" y="1313688"/>
                  </a:lnTo>
                  <a:lnTo>
                    <a:pt x="1833372" y="1313688"/>
                  </a:lnTo>
                  <a:lnTo>
                    <a:pt x="1831848" y="1315212"/>
                  </a:lnTo>
                  <a:lnTo>
                    <a:pt x="1831848" y="1351788"/>
                  </a:lnTo>
                  <a:lnTo>
                    <a:pt x="1833372" y="1353312"/>
                  </a:lnTo>
                  <a:lnTo>
                    <a:pt x="1839468" y="1353312"/>
                  </a:lnTo>
                  <a:lnTo>
                    <a:pt x="1840992" y="1351788"/>
                  </a:lnTo>
                  <a:lnTo>
                    <a:pt x="1840992" y="1315212"/>
                  </a:lnTo>
                  <a:close/>
                </a:path>
                <a:path w="3035935" h="2196465">
                  <a:moveTo>
                    <a:pt x="1840992" y="1255776"/>
                  </a:moveTo>
                  <a:lnTo>
                    <a:pt x="1839468" y="1252728"/>
                  </a:lnTo>
                  <a:lnTo>
                    <a:pt x="1833372" y="1252728"/>
                  </a:lnTo>
                  <a:lnTo>
                    <a:pt x="1831848" y="1255776"/>
                  </a:lnTo>
                  <a:lnTo>
                    <a:pt x="1831848" y="1290828"/>
                  </a:lnTo>
                  <a:lnTo>
                    <a:pt x="1833372" y="1293876"/>
                  </a:lnTo>
                  <a:lnTo>
                    <a:pt x="1839468" y="1293876"/>
                  </a:lnTo>
                  <a:lnTo>
                    <a:pt x="1840992" y="1290828"/>
                  </a:lnTo>
                  <a:lnTo>
                    <a:pt x="1840992" y="1255776"/>
                  </a:lnTo>
                  <a:close/>
                </a:path>
                <a:path w="3035935" h="2196465">
                  <a:moveTo>
                    <a:pt x="1840992" y="1194816"/>
                  </a:moveTo>
                  <a:lnTo>
                    <a:pt x="1839468" y="1191768"/>
                  </a:lnTo>
                  <a:lnTo>
                    <a:pt x="1833372" y="1191768"/>
                  </a:lnTo>
                  <a:lnTo>
                    <a:pt x="1831848" y="1194816"/>
                  </a:lnTo>
                  <a:lnTo>
                    <a:pt x="1831848" y="1229868"/>
                  </a:lnTo>
                  <a:lnTo>
                    <a:pt x="1833372" y="1232916"/>
                  </a:lnTo>
                  <a:lnTo>
                    <a:pt x="1839468" y="1232916"/>
                  </a:lnTo>
                  <a:lnTo>
                    <a:pt x="1840992" y="1229868"/>
                  </a:lnTo>
                  <a:lnTo>
                    <a:pt x="1840992" y="1194816"/>
                  </a:lnTo>
                  <a:close/>
                </a:path>
                <a:path w="3035935" h="2196465">
                  <a:moveTo>
                    <a:pt x="2001012" y="2165604"/>
                  </a:moveTo>
                  <a:lnTo>
                    <a:pt x="1997964" y="2162556"/>
                  </a:lnTo>
                  <a:lnTo>
                    <a:pt x="1993392" y="2162556"/>
                  </a:lnTo>
                  <a:lnTo>
                    <a:pt x="1990344" y="2165604"/>
                  </a:lnTo>
                  <a:lnTo>
                    <a:pt x="1990344" y="2193036"/>
                  </a:lnTo>
                  <a:lnTo>
                    <a:pt x="1993392" y="2196084"/>
                  </a:lnTo>
                  <a:lnTo>
                    <a:pt x="1997964" y="2196084"/>
                  </a:lnTo>
                  <a:lnTo>
                    <a:pt x="2001012" y="2193036"/>
                  </a:lnTo>
                  <a:lnTo>
                    <a:pt x="2001012" y="2165604"/>
                  </a:lnTo>
                  <a:close/>
                </a:path>
                <a:path w="3035935" h="2196465">
                  <a:moveTo>
                    <a:pt x="2001012" y="2104644"/>
                  </a:moveTo>
                  <a:lnTo>
                    <a:pt x="1997964" y="2103120"/>
                  </a:lnTo>
                  <a:lnTo>
                    <a:pt x="1993392" y="2103120"/>
                  </a:lnTo>
                  <a:lnTo>
                    <a:pt x="1990344" y="2104644"/>
                  </a:lnTo>
                  <a:lnTo>
                    <a:pt x="1990344" y="2141220"/>
                  </a:lnTo>
                  <a:lnTo>
                    <a:pt x="1993392" y="2142744"/>
                  </a:lnTo>
                  <a:lnTo>
                    <a:pt x="1997964" y="2142744"/>
                  </a:lnTo>
                  <a:lnTo>
                    <a:pt x="2001012" y="2141220"/>
                  </a:lnTo>
                  <a:lnTo>
                    <a:pt x="2001012" y="2104644"/>
                  </a:lnTo>
                  <a:close/>
                </a:path>
                <a:path w="3035935" h="2196465">
                  <a:moveTo>
                    <a:pt x="2001012" y="2043684"/>
                  </a:moveTo>
                  <a:lnTo>
                    <a:pt x="1997964" y="2042160"/>
                  </a:lnTo>
                  <a:lnTo>
                    <a:pt x="1993392" y="2042160"/>
                  </a:lnTo>
                  <a:lnTo>
                    <a:pt x="1990344" y="2043684"/>
                  </a:lnTo>
                  <a:lnTo>
                    <a:pt x="1990344" y="2080260"/>
                  </a:lnTo>
                  <a:lnTo>
                    <a:pt x="1993392" y="2081784"/>
                  </a:lnTo>
                  <a:lnTo>
                    <a:pt x="1997964" y="2081784"/>
                  </a:lnTo>
                  <a:lnTo>
                    <a:pt x="2001012" y="2080260"/>
                  </a:lnTo>
                  <a:lnTo>
                    <a:pt x="2001012" y="2043684"/>
                  </a:lnTo>
                  <a:close/>
                </a:path>
                <a:path w="3035935" h="2196465">
                  <a:moveTo>
                    <a:pt x="2001012" y="1982724"/>
                  </a:moveTo>
                  <a:lnTo>
                    <a:pt x="1997964" y="1981200"/>
                  </a:lnTo>
                  <a:lnTo>
                    <a:pt x="1993392" y="1981200"/>
                  </a:lnTo>
                  <a:lnTo>
                    <a:pt x="1990344" y="1982724"/>
                  </a:lnTo>
                  <a:lnTo>
                    <a:pt x="1990344" y="2019300"/>
                  </a:lnTo>
                  <a:lnTo>
                    <a:pt x="1993392" y="2020824"/>
                  </a:lnTo>
                  <a:lnTo>
                    <a:pt x="1997964" y="2020824"/>
                  </a:lnTo>
                  <a:lnTo>
                    <a:pt x="2001012" y="2019300"/>
                  </a:lnTo>
                  <a:lnTo>
                    <a:pt x="2001012" y="1982724"/>
                  </a:lnTo>
                  <a:close/>
                </a:path>
                <a:path w="3035935" h="2196465">
                  <a:moveTo>
                    <a:pt x="2001012" y="1923288"/>
                  </a:moveTo>
                  <a:lnTo>
                    <a:pt x="1997964" y="1920240"/>
                  </a:lnTo>
                  <a:lnTo>
                    <a:pt x="1993392" y="1920240"/>
                  </a:lnTo>
                  <a:lnTo>
                    <a:pt x="1990344" y="1923288"/>
                  </a:lnTo>
                  <a:lnTo>
                    <a:pt x="1990344" y="1958340"/>
                  </a:lnTo>
                  <a:lnTo>
                    <a:pt x="1993392" y="1961388"/>
                  </a:lnTo>
                  <a:lnTo>
                    <a:pt x="1997964" y="1961388"/>
                  </a:lnTo>
                  <a:lnTo>
                    <a:pt x="2001012" y="1958340"/>
                  </a:lnTo>
                  <a:lnTo>
                    <a:pt x="2001012" y="1923288"/>
                  </a:lnTo>
                  <a:close/>
                </a:path>
                <a:path w="3035935" h="2196465">
                  <a:moveTo>
                    <a:pt x="2001012" y="1862328"/>
                  </a:moveTo>
                  <a:lnTo>
                    <a:pt x="1997964" y="1859280"/>
                  </a:lnTo>
                  <a:lnTo>
                    <a:pt x="1993392" y="1859280"/>
                  </a:lnTo>
                  <a:lnTo>
                    <a:pt x="1990344" y="1862328"/>
                  </a:lnTo>
                  <a:lnTo>
                    <a:pt x="1990344" y="1897380"/>
                  </a:lnTo>
                  <a:lnTo>
                    <a:pt x="1993392" y="1900428"/>
                  </a:lnTo>
                  <a:lnTo>
                    <a:pt x="1997964" y="1900428"/>
                  </a:lnTo>
                  <a:lnTo>
                    <a:pt x="2001012" y="1897380"/>
                  </a:lnTo>
                  <a:lnTo>
                    <a:pt x="2001012" y="1862328"/>
                  </a:lnTo>
                  <a:close/>
                </a:path>
                <a:path w="3035935" h="2196465">
                  <a:moveTo>
                    <a:pt x="2001012" y="1801368"/>
                  </a:moveTo>
                  <a:lnTo>
                    <a:pt x="1997964" y="1798320"/>
                  </a:lnTo>
                  <a:lnTo>
                    <a:pt x="1993392" y="1798320"/>
                  </a:lnTo>
                  <a:lnTo>
                    <a:pt x="1990344" y="1801368"/>
                  </a:lnTo>
                  <a:lnTo>
                    <a:pt x="1990344" y="1837944"/>
                  </a:lnTo>
                  <a:lnTo>
                    <a:pt x="1993392" y="1839468"/>
                  </a:lnTo>
                  <a:lnTo>
                    <a:pt x="1997964" y="1839468"/>
                  </a:lnTo>
                  <a:lnTo>
                    <a:pt x="2001012" y="1837944"/>
                  </a:lnTo>
                  <a:lnTo>
                    <a:pt x="2001012" y="1801368"/>
                  </a:lnTo>
                  <a:close/>
                </a:path>
                <a:path w="3035935" h="2196465">
                  <a:moveTo>
                    <a:pt x="2001012" y="1740408"/>
                  </a:moveTo>
                  <a:lnTo>
                    <a:pt x="1997964" y="1738884"/>
                  </a:lnTo>
                  <a:lnTo>
                    <a:pt x="1993392" y="1738884"/>
                  </a:lnTo>
                  <a:lnTo>
                    <a:pt x="1990344" y="1740408"/>
                  </a:lnTo>
                  <a:lnTo>
                    <a:pt x="1990344" y="1776984"/>
                  </a:lnTo>
                  <a:lnTo>
                    <a:pt x="1993392" y="1778508"/>
                  </a:lnTo>
                  <a:lnTo>
                    <a:pt x="1997964" y="1778508"/>
                  </a:lnTo>
                  <a:lnTo>
                    <a:pt x="2001012" y="1776984"/>
                  </a:lnTo>
                  <a:lnTo>
                    <a:pt x="2001012" y="1740408"/>
                  </a:lnTo>
                  <a:close/>
                </a:path>
                <a:path w="3035935" h="2196465">
                  <a:moveTo>
                    <a:pt x="2001012" y="1679448"/>
                  </a:moveTo>
                  <a:lnTo>
                    <a:pt x="1997964" y="1677924"/>
                  </a:lnTo>
                  <a:lnTo>
                    <a:pt x="1993392" y="1677924"/>
                  </a:lnTo>
                  <a:lnTo>
                    <a:pt x="1990344" y="1679448"/>
                  </a:lnTo>
                  <a:lnTo>
                    <a:pt x="1990344" y="1716024"/>
                  </a:lnTo>
                  <a:lnTo>
                    <a:pt x="1993392" y="1717548"/>
                  </a:lnTo>
                  <a:lnTo>
                    <a:pt x="1997964" y="1717548"/>
                  </a:lnTo>
                  <a:lnTo>
                    <a:pt x="2001012" y="1716024"/>
                  </a:lnTo>
                  <a:lnTo>
                    <a:pt x="2001012" y="1679448"/>
                  </a:lnTo>
                  <a:close/>
                </a:path>
                <a:path w="3035935" h="2196465">
                  <a:moveTo>
                    <a:pt x="2001012" y="1618488"/>
                  </a:moveTo>
                  <a:lnTo>
                    <a:pt x="1997964" y="1616964"/>
                  </a:lnTo>
                  <a:lnTo>
                    <a:pt x="1993392" y="1616964"/>
                  </a:lnTo>
                  <a:lnTo>
                    <a:pt x="1990344" y="1618488"/>
                  </a:lnTo>
                  <a:lnTo>
                    <a:pt x="1990344" y="1655064"/>
                  </a:lnTo>
                  <a:lnTo>
                    <a:pt x="1993392" y="1658112"/>
                  </a:lnTo>
                  <a:lnTo>
                    <a:pt x="1997964" y="1658112"/>
                  </a:lnTo>
                  <a:lnTo>
                    <a:pt x="2001012" y="1655064"/>
                  </a:lnTo>
                  <a:lnTo>
                    <a:pt x="2001012" y="1618488"/>
                  </a:lnTo>
                  <a:close/>
                </a:path>
                <a:path w="3035935" h="2196465">
                  <a:moveTo>
                    <a:pt x="2001012" y="1559052"/>
                  </a:moveTo>
                  <a:lnTo>
                    <a:pt x="1997964" y="1556004"/>
                  </a:lnTo>
                  <a:lnTo>
                    <a:pt x="1993392" y="1556004"/>
                  </a:lnTo>
                  <a:lnTo>
                    <a:pt x="1990344" y="1559052"/>
                  </a:lnTo>
                  <a:lnTo>
                    <a:pt x="1990344" y="1594104"/>
                  </a:lnTo>
                  <a:lnTo>
                    <a:pt x="1993392" y="1597152"/>
                  </a:lnTo>
                  <a:lnTo>
                    <a:pt x="1997964" y="1597152"/>
                  </a:lnTo>
                  <a:lnTo>
                    <a:pt x="2001012" y="1594104"/>
                  </a:lnTo>
                  <a:lnTo>
                    <a:pt x="2001012" y="1559052"/>
                  </a:lnTo>
                  <a:close/>
                </a:path>
                <a:path w="3035935" h="2196465">
                  <a:moveTo>
                    <a:pt x="2001012" y="1498092"/>
                  </a:moveTo>
                  <a:lnTo>
                    <a:pt x="1997964" y="1495044"/>
                  </a:lnTo>
                  <a:lnTo>
                    <a:pt x="1993392" y="1495044"/>
                  </a:lnTo>
                  <a:lnTo>
                    <a:pt x="1990344" y="1498092"/>
                  </a:lnTo>
                  <a:lnTo>
                    <a:pt x="1990344" y="1533144"/>
                  </a:lnTo>
                  <a:lnTo>
                    <a:pt x="1993392" y="1536192"/>
                  </a:lnTo>
                  <a:lnTo>
                    <a:pt x="1997964" y="1536192"/>
                  </a:lnTo>
                  <a:lnTo>
                    <a:pt x="2001012" y="1533144"/>
                  </a:lnTo>
                  <a:lnTo>
                    <a:pt x="2001012" y="1498092"/>
                  </a:lnTo>
                  <a:close/>
                </a:path>
                <a:path w="3035935" h="2196465">
                  <a:moveTo>
                    <a:pt x="2001012" y="1437132"/>
                  </a:moveTo>
                  <a:lnTo>
                    <a:pt x="1997964" y="1435608"/>
                  </a:lnTo>
                  <a:lnTo>
                    <a:pt x="1993392" y="1435608"/>
                  </a:lnTo>
                  <a:lnTo>
                    <a:pt x="1990344" y="1437132"/>
                  </a:lnTo>
                  <a:lnTo>
                    <a:pt x="1990344" y="1473708"/>
                  </a:lnTo>
                  <a:lnTo>
                    <a:pt x="1993392" y="1475232"/>
                  </a:lnTo>
                  <a:lnTo>
                    <a:pt x="1997964" y="1475232"/>
                  </a:lnTo>
                  <a:lnTo>
                    <a:pt x="2001012" y="1473708"/>
                  </a:lnTo>
                  <a:lnTo>
                    <a:pt x="2001012" y="1437132"/>
                  </a:lnTo>
                  <a:close/>
                </a:path>
                <a:path w="3035935" h="2196465">
                  <a:moveTo>
                    <a:pt x="2001012" y="1376172"/>
                  </a:moveTo>
                  <a:lnTo>
                    <a:pt x="1997964" y="1374648"/>
                  </a:lnTo>
                  <a:lnTo>
                    <a:pt x="1993392" y="1374648"/>
                  </a:lnTo>
                  <a:lnTo>
                    <a:pt x="1990344" y="1376172"/>
                  </a:lnTo>
                  <a:lnTo>
                    <a:pt x="1990344" y="1412748"/>
                  </a:lnTo>
                  <a:lnTo>
                    <a:pt x="1993392" y="1414272"/>
                  </a:lnTo>
                  <a:lnTo>
                    <a:pt x="1997964" y="1414272"/>
                  </a:lnTo>
                  <a:lnTo>
                    <a:pt x="2001012" y="1412748"/>
                  </a:lnTo>
                  <a:lnTo>
                    <a:pt x="2001012" y="1376172"/>
                  </a:lnTo>
                  <a:close/>
                </a:path>
                <a:path w="3035935" h="2196465">
                  <a:moveTo>
                    <a:pt x="2001012" y="1315212"/>
                  </a:moveTo>
                  <a:lnTo>
                    <a:pt x="1997964" y="1313688"/>
                  </a:lnTo>
                  <a:lnTo>
                    <a:pt x="1993392" y="1313688"/>
                  </a:lnTo>
                  <a:lnTo>
                    <a:pt x="1990344" y="1315212"/>
                  </a:lnTo>
                  <a:lnTo>
                    <a:pt x="1990344" y="1351788"/>
                  </a:lnTo>
                  <a:lnTo>
                    <a:pt x="1993392" y="1353312"/>
                  </a:lnTo>
                  <a:lnTo>
                    <a:pt x="1997964" y="1353312"/>
                  </a:lnTo>
                  <a:lnTo>
                    <a:pt x="2001012" y="1351788"/>
                  </a:lnTo>
                  <a:lnTo>
                    <a:pt x="2001012" y="1315212"/>
                  </a:lnTo>
                  <a:close/>
                </a:path>
                <a:path w="3035935" h="2196465">
                  <a:moveTo>
                    <a:pt x="2001012" y="1255776"/>
                  </a:moveTo>
                  <a:lnTo>
                    <a:pt x="1997964" y="1252728"/>
                  </a:lnTo>
                  <a:lnTo>
                    <a:pt x="1993392" y="1252728"/>
                  </a:lnTo>
                  <a:lnTo>
                    <a:pt x="1990344" y="1255776"/>
                  </a:lnTo>
                  <a:lnTo>
                    <a:pt x="1990344" y="1290828"/>
                  </a:lnTo>
                  <a:lnTo>
                    <a:pt x="1993392" y="1293876"/>
                  </a:lnTo>
                  <a:lnTo>
                    <a:pt x="1997964" y="1293876"/>
                  </a:lnTo>
                  <a:lnTo>
                    <a:pt x="2001012" y="1290828"/>
                  </a:lnTo>
                  <a:lnTo>
                    <a:pt x="2001012" y="1255776"/>
                  </a:lnTo>
                  <a:close/>
                </a:path>
                <a:path w="3035935" h="2196465">
                  <a:moveTo>
                    <a:pt x="2001012" y="1194816"/>
                  </a:moveTo>
                  <a:lnTo>
                    <a:pt x="1997964" y="1191768"/>
                  </a:lnTo>
                  <a:lnTo>
                    <a:pt x="1993392" y="1191768"/>
                  </a:lnTo>
                  <a:lnTo>
                    <a:pt x="1990344" y="1194816"/>
                  </a:lnTo>
                  <a:lnTo>
                    <a:pt x="1990344" y="1229868"/>
                  </a:lnTo>
                  <a:lnTo>
                    <a:pt x="1993392" y="1232916"/>
                  </a:lnTo>
                  <a:lnTo>
                    <a:pt x="1997964" y="1232916"/>
                  </a:lnTo>
                  <a:lnTo>
                    <a:pt x="2001012" y="1229868"/>
                  </a:lnTo>
                  <a:lnTo>
                    <a:pt x="2001012" y="1194816"/>
                  </a:lnTo>
                  <a:close/>
                </a:path>
                <a:path w="3035935" h="2196465">
                  <a:moveTo>
                    <a:pt x="2240280" y="2165604"/>
                  </a:moveTo>
                  <a:lnTo>
                    <a:pt x="2237232" y="2162556"/>
                  </a:lnTo>
                  <a:lnTo>
                    <a:pt x="2232660" y="2162556"/>
                  </a:lnTo>
                  <a:lnTo>
                    <a:pt x="2229612" y="2165604"/>
                  </a:lnTo>
                  <a:lnTo>
                    <a:pt x="2229612" y="2193036"/>
                  </a:lnTo>
                  <a:lnTo>
                    <a:pt x="2232660" y="2196084"/>
                  </a:lnTo>
                  <a:lnTo>
                    <a:pt x="2237232" y="2196084"/>
                  </a:lnTo>
                  <a:lnTo>
                    <a:pt x="2240280" y="2193036"/>
                  </a:lnTo>
                  <a:lnTo>
                    <a:pt x="2240280" y="2165604"/>
                  </a:lnTo>
                  <a:close/>
                </a:path>
                <a:path w="3035935" h="2196465">
                  <a:moveTo>
                    <a:pt x="2240280" y="2104644"/>
                  </a:moveTo>
                  <a:lnTo>
                    <a:pt x="2237232" y="2103120"/>
                  </a:lnTo>
                  <a:lnTo>
                    <a:pt x="2232660" y="2103120"/>
                  </a:lnTo>
                  <a:lnTo>
                    <a:pt x="2229612" y="2104644"/>
                  </a:lnTo>
                  <a:lnTo>
                    <a:pt x="2229612" y="2141220"/>
                  </a:lnTo>
                  <a:lnTo>
                    <a:pt x="2232660" y="2142744"/>
                  </a:lnTo>
                  <a:lnTo>
                    <a:pt x="2237232" y="2142744"/>
                  </a:lnTo>
                  <a:lnTo>
                    <a:pt x="2240280" y="2141220"/>
                  </a:lnTo>
                  <a:lnTo>
                    <a:pt x="2240280" y="2104644"/>
                  </a:lnTo>
                  <a:close/>
                </a:path>
                <a:path w="3035935" h="2196465">
                  <a:moveTo>
                    <a:pt x="2240280" y="2043684"/>
                  </a:moveTo>
                  <a:lnTo>
                    <a:pt x="2237232" y="2042160"/>
                  </a:lnTo>
                  <a:lnTo>
                    <a:pt x="2232660" y="2042160"/>
                  </a:lnTo>
                  <a:lnTo>
                    <a:pt x="2229612" y="2043684"/>
                  </a:lnTo>
                  <a:lnTo>
                    <a:pt x="2229612" y="2080260"/>
                  </a:lnTo>
                  <a:lnTo>
                    <a:pt x="2232660" y="2081784"/>
                  </a:lnTo>
                  <a:lnTo>
                    <a:pt x="2237232" y="2081784"/>
                  </a:lnTo>
                  <a:lnTo>
                    <a:pt x="2240280" y="2080260"/>
                  </a:lnTo>
                  <a:lnTo>
                    <a:pt x="2240280" y="2043684"/>
                  </a:lnTo>
                  <a:close/>
                </a:path>
                <a:path w="3035935" h="2196465">
                  <a:moveTo>
                    <a:pt x="2240280" y="1982724"/>
                  </a:moveTo>
                  <a:lnTo>
                    <a:pt x="2237232" y="1981200"/>
                  </a:lnTo>
                  <a:lnTo>
                    <a:pt x="2232660" y="1981200"/>
                  </a:lnTo>
                  <a:lnTo>
                    <a:pt x="2229612" y="1982724"/>
                  </a:lnTo>
                  <a:lnTo>
                    <a:pt x="2229612" y="2019300"/>
                  </a:lnTo>
                  <a:lnTo>
                    <a:pt x="2232660" y="2020824"/>
                  </a:lnTo>
                  <a:lnTo>
                    <a:pt x="2237232" y="2020824"/>
                  </a:lnTo>
                  <a:lnTo>
                    <a:pt x="2240280" y="2019300"/>
                  </a:lnTo>
                  <a:lnTo>
                    <a:pt x="2240280" y="1982724"/>
                  </a:lnTo>
                  <a:close/>
                </a:path>
                <a:path w="3035935" h="2196465">
                  <a:moveTo>
                    <a:pt x="2240280" y="1923288"/>
                  </a:moveTo>
                  <a:lnTo>
                    <a:pt x="2237232" y="1920240"/>
                  </a:lnTo>
                  <a:lnTo>
                    <a:pt x="2232660" y="1920240"/>
                  </a:lnTo>
                  <a:lnTo>
                    <a:pt x="2229612" y="1923288"/>
                  </a:lnTo>
                  <a:lnTo>
                    <a:pt x="2229612" y="1958340"/>
                  </a:lnTo>
                  <a:lnTo>
                    <a:pt x="2232660" y="1961388"/>
                  </a:lnTo>
                  <a:lnTo>
                    <a:pt x="2237232" y="1961388"/>
                  </a:lnTo>
                  <a:lnTo>
                    <a:pt x="2240280" y="1958340"/>
                  </a:lnTo>
                  <a:lnTo>
                    <a:pt x="2240280" y="1923288"/>
                  </a:lnTo>
                  <a:close/>
                </a:path>
                <a:path w="3035935" h="2196465">
                  <a:moveTo>
                    <a:pt x="2240280" y="1862328"/>
                  </a:moveTo>
                  <a:lnTo>
                    <a:pt x="2237232" y="1859280"/>
                  </a:lnTo>
                  <a:lnTo>
                    <a:pt x="2232660" y="1859280"/>
                  </a:lnTo>
                  <a:lnTo>
                    <a:pt x="2229612" y="1862328"/>
                  </a:lnTo>
                  <a:lnTo>
                    <a:pt x="2229612" y="1897380"/>
                  </a:lnTo>
                  <a:lnTo>
                    <a:pt x="2232660" y="1900428"/>
                  </a:lnTo>
                  <a:lnTo>
                    <a:pt x="2237232" y="1900428"/>
                  </a:lnTo>
                  <a:lnTo>
                    <a:pt x="2240280" y="1897380"/>
                  </a:lnTo>
                  <a:lnTo>
                    <a:pt x="2240280" y="1862328"/>
                  </a:lnTo>
                  <a:close/>
                </a:path>
                <a:path w="3035935" h="2196465">
                  <a:moveTo>
                    <a:pt x="2240280" y="1801368"/>
                  </a:moveTo>
                  <a:lnTo>
                    <a:pt x="2237232" y="1798320"/>
                  </a:lnTo>
                  <a:lnTo>
                    <a:pt x="2232660" y="1798320"/>
                  </a:lnTo>
                  <a:lnTo>
                    <a:pt x="2229612" y="1801368"/>
                  </a:lnTo>
                  <a:lnTo>
                    <a:pt x="2229612" y="1837944"/>
                  </a:lnTo>
                  <a:lnTo>
                    <a:pt x="2232660" y="1839468"/>
                  </a:lnTo>
                  <a:lnTo>
                    <a:pt x="2237232" y="1839468"/>
                  </a:lnTo>
                  <a:lnTo>
                    <a:pt x="2240280" y="1837944"/>
                  </a:lnTo>
                  <a:lnTo>
                    <a:pt x="2240280" y="1801368"/>
                  </a:lnTo>
                  <a:close/>
                </a:path>
                <a:path w="3035935" h="2196465">
                  <a:moveTo>
                    <a:pt x="2240280" y="1740408"/>
                  </a:moveTo>
                  <a:lnTo>
                    <a:pt x="2237232" y="1738884"/>
                  </a:lnTo>
                  <a:lnTo>
                    <a:pt x="2232660" y="1738884"/>
                  </a:lnTo>
                  <a:lnTo>
                    <a:pt x="2229612" y="1740408"/>
                  </a:lnTo>
                  <a:lnTo>
                    <a:pt x="2229612" y="1776984"/>
                  </a:lnTo>
                  <a:lnTo>
                    <a:pt x="2232660" y="1778508"/>
                  </a:lnTo>
                  <a:lnTo>
                    <a:pt x="2237232" y="1778508"/>
                  </a:lnTo>
                  <a:lnTo>
                    <a:pt x="2240280" y="1776984"/>
                  </a:lnTo>
                  <a:lnTo>
                    <a:pt x="2240280" y="1740408"/>
                  </a:lnTo>
                  <a:close/>
                </a:path>
                <a:path w="3035935" h="2196465">
                  <a:moveTo>
                    <a:pt x="2240280" y="1679448"/>
                  </a:moveTo>
                  <a:lnTo>
                    <a:pt x="2237232" y="1677924"/>
                  </a:lnTo>
                  <a:lnTo>
                    <a:pt x="2232660" y="1677924"/>
                  </a:lnTo>
                  <a:lnTo>
                    <a:pt x="2229612" y="1679448"/>
                  </a:lnTo>
                  <a:lnTo>
                    <a:pt x="2229612" y="1716024"/>
                  </a:lnTo>
                  <a:lnTo>
                    <a:pt x="2232660" y="1717548"/>
                  </a:lnTo>
                  <a:lnTo>
                    <a:pt x="2237232" y="1717548"/>
                  </a:lnTo>
                  <a:lnTo>
                    <a:pt x="2240280" y="1716024"/>
                  </a:lnTo>
                  <a:lnTo>
                    <a:pt x="2240280" y="1679448"/>
                  </a:lnTo>
                  <a:close/>
                </a:path>
                <a:path w="3035935" h="2196465">
                  <a:moveTo>
                    <a:pt x="2240280" y="1618488"/>
                  </a:moveTo>
                  <a:lnTo>
                    <a:pt x="2237232" y="1616964"/>
                  </a:lnTo>
                  <a:lnTo>
                    <a:pt x="2232660" y="1616964"/>
                  </a:lnTo>
                  <a:lnTo>
                    <a:pt x="2229612" y="1618488"/>
                  </a:lnTo>
                  <a:lnTo>
                    <a:pt x="2229612" y="1655064"/>
                  </a:lnTo>
                  <a:lnTo>
                    <a:pt x="2232660" y="1658112"/>
                  </a:lnTo>
                  <a:lnTo>
                    <a:pt x="2237232" y="1658112"/>
                  </a:lnTo>
                  <a:lnTo>
                    <a:pt x="2240280" y="1655064"/>
                  </a:lnTo>
                  <a:lnTo>
                    <a:pt x="2240280" y="1618488"/>
                  </a:lnTo>
                  <a:close/>
                </a:path>
                <a:path w="3035935" h="2196465">
                  <a:moveTo>
                    <a:pt x="2240280" y="1559052"/>
                  </a:moveTo>
                  <a:lnTo>
                    <a:pt x="2237232" y="1556004"/>
                  </a:lnTo>
                  <a:lnTo>
                    <a:pt x="2232660" y="1556004"/>
                  </a:lnTo>
                  <a:lnTo>
                    <a:pt x="2229612" y="1559052"/>
                  </a:lnTo>
                  <a:lnTo>
                    <a:pt x="2229612" y="1594104"/>
                  </a:lnTo>
                  <a:lnTo>
                    <a:pt x="2232660" y="1597152"/>
                  </a:lnTo>
                  <a:lnTo>
                    <a:pt x="2237232" y="1597152"/>
                  </a:lnTo>
                  <a:lnTo>
                    <a:pt x="2240280" y="1594104"/>
                  </a:lnTo>
                  <a:lnTo>
                    <a:pt x="2240280" y="1559052"/>
                  </a:lnTo>
                  <a:close/>
                </a:path>
                <a:path w="3035935" h="2196465">
                  <a:moveTo>
                    <a:pt x="2240280" y="1498092"/>
                  </a:moveTo>
                  <a:lnTo>
                    <a:pt x="2237232" y="1495044"/>
                  </a:lnTo>
                  <a:lnTo>
                    <a:pt x="2232660" y="1495044"/>
                  </a:lnTo>
                  <a:lnTo>
                    <a:pt x="2229612" y="1498092"/>
                  </a:lnTo>
                  <a:lnTo>
                    <a:pt x="2229612" y="1533144"/>
                  </a:lnTo>
                  <a:lnTo>
                    <a:pt x="2232660" y="1536192"/>
                  </a:lnTo>
                  <a:lnTo>
                    <a:pt x="2237232" y="1536192"/>
                  </a:lnTo>
                  <a:lnTo>
                    <a:pt x="2240280" y="1533144"/>
                  </a:lnTo>
                  <a:lnTo>
                    <a:pt x="2240280" y="1498092"/>
                  </a:lnTo>
                  <a:close/>
                </a:path>
                <a:path w="3035935" h="2196465">
                  <a:moveTo>
                    <a:pt x="2240280" y="1437132"/>
                  </a:moveTo>
                  <a:lnTo>
                    <a:pt x="2237232" y="1435608"/>
                  </a:lnTo>
                  <a:lnTo>
                    <a:pt x="2232660" y="1435608"/>
                  </a:lnTo>
                  <a:lnTo>
                    <a:pt x="2229612" y="1437132"/>
                  </a:lnTo>
                  <a:lnTo>
                    <a:pt x="2229612" y="1473708"/>
                  </a:lnTo>
                  <a:lnTo>
                    <a:pt x="2232660" y="1475232"/>
                  </a:lnTo>
                  <a:lnTo>
                    <a:pt x="2237232" y="1475232"/>
                  </a:lnTo>
                  <a:lnTo>
                    <a:pt x="2240280" y="1473708"/>
                  </a:lnTo>
                  <a:lnTo>
                    <a:pt x="2240280" y="1437132"/>
                  </a:lnTo>
                  <a:close/>
                </a:path>
                <a:path w="3035935" h="2196465">
                  <a:moveTo>
                    <a:pt x="2240280" y="1376172"/>
                  </a:moveTo>
                  <a:lnTo>
                    <a:pt x="2237232" y="1374648"/>
                  </a:lnTo>
                  <a:lnTo>
                    <a:pt x="2232660" y="1374648"/>
                  </a:lnTo>
                  <a:lnTo>
                    <a:pt x="2229612" y="1376172"/>
                  </a:lnTo>
                  <a:lnTo>
                    <a:pt x="2229612" y="1412748"/>
                  </a:lnTo>
                  <a:lnTo>
                    <a:pt x="2232660" y="1414272"/>
                  </a:lnTo>
                  <a:lnTo>
                    <a:pt x="2237232" y="1414272"/>
                  </a:lnTo>
                  <a:lnTo>
                    <a:pt x="2240280" y="1412748"/>
                  </a:lnTo>
                  <a:lnTo>
                    <a:pt x="2240280" y="1376172"/>
                  </a:lnTo>
                  <a:close/>
                </a:path>
                <a:path w="3035935" h="2196465">
                  <a:moveTo>
                    <a:pt x="2240280" y="1315212"/>
                  </a:moveTo>
                  <a:lnTo>
                    <a:pt x="2237232" y="1313688"/>
                  </a:lnTo>
                  <a:lnTo>
                    <a:pt x="2232660" y="1313688"/>
                  </a:lnTo>
                  <a:lnTo>
                    <a:pt x="2229612" y="1315212"/>
                  </a:lnTo>
                  <a:lnTo>
                    <a:pt x="2229612" y="1351788"/>
                  </a:lnTo>
                  <a:lnTo>
                    <a:pt x="2232660" y="1353312"/>
                  </a:lnTo>
                  <a:lnTo>
                    <a:pt x="2237232" y="1353312"/>
                  </a:lnTo>
                  <a:lnTo>
                    <a:pt x="2240280" y="1351788"/>
                  </a:lnTo>
                  <a:lnTo>
                    <a:pt x="2240280" y="1315212"/>
                  </a:lnTo>
                  <a:close/>
                </a:path>
                <a:path w="3035935" h="2196465">
                  <a:moveTo>
                    <a:pt x="2240280" y="1255776"/>
                  </a:moveTo>
                  <a:lnTo>
                    <a:pt x="2237232" y="1252728"/>
                  </a:lnTo>
                  <a:lnTo>
                    <a:pt x="2232660" y="1252728"/>
                  </a:lnTo>
                  <a:lnTo>
                    <a:pt x="2229612" y="1255776"/>
                  </a:lnTo>
                  <a:lnTo>
                    <a:pt x="2229612" y="1290828"/>
                  </a:lnTo>
                  <a:lnTo>
                    <a:pt x="2232660" y="1293876"/>
                  </a:lnTo>
                  <a:lnTo>
                    <a:pt x="2237232" y="1293876"/>
                  </a:lnTo>
                  <a:lnTo>
                    <a:pt x="2240280" y="1290828"/>
                  </a:lnTo>
                  <a:lnTo>
                    <a:pt x="2240280" y="1255776"/>
                  </a:lnTo>
                  <a:close/>
                </a:path>
                <a:path w="3035935" h="2196465">
                  <a:moveTo>
                    <a:pt x="2240280" y="1194816"/>
                  </a:moveTo>
                  <a:lnTo>
                    <a:pt x="2237232" y="1191768"/>
                  </a:lnTo>
                  <a:lnTo>
                    <a:pt x="2232660" y="1191768"/>
                  </a:lnTo>
                  <a:lnTo>
                    <a:pt x="2229612" y="1194816"/>
                  </a:lnTo>
                  <a:lnTo>
                    <a:pt x="2229612" y="1229868"/>
                  </a:lnTo>
                  <a:lnTo>
                    <a:pt x="2232660" y="1232916"/>
                  </a:lnTo>
                  <a:lnTo>
                    <a:pt x="2237232" y="1232916"/>
                  </a:lnTo>
                  <a:lnTo>
                    <a:pt x="2240280" y="1229868"/>
                  </a:lnTo>
                  <a:lnTo>
                    <a:pt x="2240280" y="1194816"/>
                  </a:lnTo>
                  <a:close/>
                </a:path>
                <a:path w="3035935" h="2196465">
                  <a:moveTo>
                    <a:pt x="2398776" y="2165604"/>
                  </a:moveTo>
                  <a:lnTo>
                    <a:pt x="2397252" y="2162556"/>
                  </a:lnTo>
                  <a:lnTo>
                    <a:pt x="2391156" y="2162556"/>
                  </a:lnTo>
                  <a:lnTo>
                    <a:pt x="2389632" y="2165604"/>
                  </a:lnTo>
                  <a:lnTo>
                    <a:pt x="2389632" y="2193036"/>
                  </a:lnTo>
                  <a:lnTo>
                    <a:pt x="2391156" y="2196084"/>
                  </a:lnTo>
                  <a:lnTo>
                    <a:pt x="2397252" y="2196084"/>
                  </a:lnTo>
                  <a:lnTo>
                    <a:pt x="2398776" y="2193036"/>
                  </a:lnTo>
                  <a:lnTo>
                    <a:pt x="2398776" y="2165604"/>
                  </a:lnTo>
                  <a:close/>
                </a:path>
                <a:path w="3035935" h="2196465">
                  <a:moveTo>
                    <a:pt x="2398776" y="2104644"/>
                  </a:moveTo>
                  <a:lnTo>
                    <a:pt x="2397252" y="2103120"/>
                  </a:lnTo>
                  <a:lnTo>
                    <a:pt x="2391156" y="2103120"/>
                  </a:lnTo>
                  <a:lnTo>
                    <a:pt x="2389632" y="2104644"/>
                  </a:lnTo>
                  <a:lnTo>
                    <a:pt x="2389632" y="2141220"/>
                  </a:lnTo>
                  <a:lnTo>
                    <a:pt x="2391156" y="2142744"/>
                  </a:lnTo>
                  <a:lnTo>
                    <a:pt x="2397252" y="2142744"/>
                  </a:lnTo>
                  <a:lnTo>
                    <a:pt x="2398776" y="2141220"/>
                  </a:lnTo>
                  <a:lnTo>
                    <a:pt x="2398776" y="2104644"/>
                  </a:lnTo>
                  <a:close/>
                </a:path>
                <a:path w="3035935" h="2196465">
                  <a:moveTo>
                    <a:pt x="2398776" y="2043684"/>
                  </a:moveTo>
                  <a:lnTo>
                    <a:pt x="2397252" y="2042160"/>
                  </a:lnTo>
                  <a:lnTo>
                    <a:pt x="2391156" y="2042160"/>
                  </a:lnTo>
                  <a:lnTo>
                    <a:pt x="2389632" y="2043684"/>
                  </a:lnTo>
                  <a:lnTo>
                    <a:pt x="2389632" y="2080260"/>
                  </a:lnTo>
                  <a:lnTo>
                    <a:pt x="2391156" y="2081784"/>
                  </a:lnTo>
                  <a:lnTo>
                    <a:pt x="2397252" y="2081784"/>
                  </a:lnTo>
                  <a:lnTo>
                    <a:pt x="2398776" y="2080260"/>
                  </a:lnTo>
                  <a:lnTo>
                    <a:pt x="2398776" y="2043684"/>
                  </a:lnTo>
                  <a:close/>
                </a:path>
                <a:path w="3035935" h="2196465">
                  <a:moveTo>
                    <a:pt x="2398776" y="1982724"/>
                  </a:moveTo>
                  <a:lnTo>
                    <a:pt x="2397252" y="1981200"/>
                  </a:lnTo>
                  <a:lnTo>
                    <a:pt x="2391156" y="1981200"/>
                  </a:lnTo>
                  <a:lnTo>
                    <a:pt x="2389632" y="1982724"/>
                  </a:lnTo>
                  <a:lnTo>
                    <a:pt x="2389632" y="2019300"/>
                  </a:lnTo>
                  <a:lnTo>
                    <a:pt x="2391156" y="2020824"/>
                  </a:lnTo>
                  <a:lnTo>
                    <a:pt x="2397252" y="2020824"/>
                  </a:lnTo>
                  <a:lnTo>
                    <a:pt x="2398776" y="2019300"/>
                  </a:lnTo>
                  <a:lnTo>
                    <a:pt x="2398776" y="1982724"/>
                  </a:lnTo>
                  <a:close/>
                </a:path>
                <a:path w="3035935" h="2196465">
                  <a:moveTo>
                    <a:pt x="2398776" y="1923288"/>
                  </a:moveTo>
                  <a:lnTo>
                    <a:pt x="2397252" y="1920240"/>
                  </a:lnTo>
                  <a:lnTo>
                    <a:pt x="2391156" y="1920240"/>
                  </a:lnTo>
                  <a:lnTo>
                    <a:pt x="2389632" y="1923288"/>
                  </a:lnTo>
                  <a:lnTo>
                    <a:pt x="2389632" y="1958340"/>
                  </a:lnTo>
                  <a:lnTo>
                    <a:pt x="2391156" y="1961388"/>
                  </a:lnTo>
                  <a:lnTo>
                    <a:pt x="2397252" y="1961388"/>
                  </a:lnTo>
                  <a:lnTo>
                    <a:pt x="2398776" y="1958340"/>
                  </a:lnTo>
                  <a:lnTo>
                    <a:pt x="2398776" y="1923288"/>
                  </a:lnTo>
                  <a:close/>
                </a:path>
                <a:path w="3035935" h="2196465">
                  <a:moveTo>
                    <a:pt x="2398776" y="1862328"/>
                  </a:moveTo>
                  <a:lnTo>
                    <a:pt x="2397252" y="1859280"/>
                  </a:lnTo>
                  <a:lnTo>
                    <a:pt x="2391156" y="1859280"/>
                  </a:lnTo>
                  <a:lnTo>
                    <a:pt x="2389632" y="1862328"/>
                  </a:lnTo>
                  <a:lnTo>
                    <a:pt x="2389632" y="1897380"/>
                  </a:lnTo>
                  <a:lnTo>
                    <a:pt x="2391156" y="1900428"/>
                  </a:lnTo>
                  <a:lnTo>
                    <a:pt x="2397252" y="1900428"/>
                  </a:lnTo>
                  <a:lnTo>
                    <a:pt x="2398776" y="1897380"/>
                  </a:lnTo>
                  <a:lnTo>
                    <a:pt x="2398776" y="1862328"/>
                  </a:lnTo>
                  <a:close/>
                </a:path>
                <a:path w="3035935" h="2196465">
                  <a:moveTo>
                    <a:pt x="2398776" y="1801368"/>
                  </a:moveTo>
                  <a:lnTo>
                    <a:pt x="2397252" y="1798320"/>
                  </a:lnTo>
                  <a:lnTo>
                    <a:pt x="2391156" y="1798320"/>
                  </a:lnTo>
                  <a:lnTo>
                    <a:pt x="2389632" y="1801368"/>
                  </a:lnTo>
                  <a:lnTo>
                    <a:pt x="2389632" y="1837944"/>
                  </a:lnTo>
                  <a:lnTo>
                    <a:pt x="2391156" y="1839468"/>
                  </a:lnTo>
                  <a:lnTo>
                    <a:pt x="2397252" y="1839468"/>
                  </a:lnTo>
                  <a:lnTo>
                    <a:pt x="2398776" y="1837944"/>
                  </a:lnTo>
                  <a:lnTo>
                    <a:pt x="2398776" y="1801368"/>
                  </a:lnTo>
                  <a:close/>
                </a:path>
                <a:path w="3035935" h="2196465">
                  <a:moveTo>
                    <a:pt x="2398776" y="1740408"/>
                  </a:moveTo>
                  <a:lnTo>
                    <a:pt x="2397252" y="1738884"/>
                  </a:lnTo>
                  <a:lnTo>
                    <a:pt x="2391156" y="1738884"/>
                  </a:lnTo>
                  <a:lnTo>
                    <a:pt x="2389632" y="1740408"/>
                  </a:lnTo>
                  <a:lnTo>
                    <a:pt x="2389632" y="1776984"/>
                  </a:lnTo>
                  <a:lnTo>
                    <a:pt x="2391156" y="1778508"/>
                  </a:lnTo>
                  <a:lnTo>
                    <a:pt x="2397252" y="1778508"/>
                  </a:lnTo>
                  <a:lnTo>
                    <a:pt x="2398776" y="1776984"/>
                  </a:lnTo>
                  <a:lnTo>
                    <a:pt x="2398776" y="1740408"/>
                  </a:lnTo>
                  <a:close/>
                </a:path>
                <a:path w="3035935" h="2196465">
                  <a:moveTo>
                    <a:pt x="2398776" y="1679448"/>
                  </a:moveTo>
                  <a:lnTo>
                    <a:pt x="2397252" y="1677924"/>
                  </a:lnTo>
                  <a:lnTo>
                    <a:pt x="2391156" y="1677924"/>
                  </a:lnTo>
                  <a:lnTo>
                    <a:pt x="2389632" y="1679448"/>
                  </a:lnTo>
                  <a:lnTo>
                    <a:pt x="2389632" y="1716024"/>
                  </a:lnTo>
                  <a:lnTo>
                    <a:pt x="2391156" y="1717548"/>
                  </a:lnTo>
                  <a:lnTo>
                    <a:pt x="2397252" y="1717548"/>
                  </a:lnTo>
                  <a:lnTo>
                    <a:pt x="2398776" y="1716024"/>
                  </a:lnTo>
                  <a:lnTo>
                    <a:pt x="2398776" y="1679448"/>
                  </a:lnTo>
                  <a:close/>
                </a:path>
                <a:path w="3035935" h="2196465">
                  <a:moveTo>
                    <a:pt x="2398776" y="1618488"/>
                  </a:moveTo>
                  <a:lnTo>
                    <a:pt x="2397252" y="1616964"/>
                  </a:lnTo>
                  <a:lnTo>
                    <a:pt x="2391156" y="1616964"/>
                  </a:lnTo>
                  <a:lnTo>
                    <a:pt x="2389632" y="1618488"/>
                  </a:lnTo>
                  <a:lnTo>
                    <a:pt x="2389632" y="1655064"/>
                  </a:lnTo>
                  <a:lnTo>
                    <a:pt x="2391156" y="1658112"/>
                  </a:lnTo>
                  <a:lnTo>
                    <a:pt x="2397252" y="1658112"/>
                  </a:lnTo>
                  <a:lnTo>
                    <a:pt x="2398776" y="1655064"/>
                  </a:lnTo>
                  <a:lnTo>
                    <a:pt x="2398776" y="1618488"/>
                  </a:lnTo>
                  <a:close/>
                </a:path>
                <a:path w="3035935" h="2196465">
                  <a:moveTo>
                    <a:pt x="2398776" y="1559052"/>
                  </a:moveTo>
                  <a:lnTo>
                    <a:pt x="2397252" y="1556004"/>
                  </a:lnTo>
                  <a:lnTo>
                    <a:pt x="2391156" y="1556004"/>
                  </a:lnTo>
                  <a:lnTo>
                    <a:pt x="2389632" y="1559052"/>
                  </a:lnTo>
                  <a:lnTo>
                    <a:pt x="2389632" y="1594104"/>
                  </a:lnTo>
                  <a:lnTo>
                    <a:pt x="2391156" y="1597152"/>
                  </a:lnTo>
                  <a:lnTo>
                    <a:pt x="2397252" y="1597152"/>
                  </a:lnTo>
                  <a:lnTo>
                    <a:pt x="2398776" y="1594104"/>
                  </a:lnTo>
                  <a:lnTo>
                    <a:pt x="2398776" y="1559052"/>
                  </a:lnTo>
                  <a:close/>
                </a:path>
                <a:path w="3035935" h="2196465">
                  <a:moveTo>
                    <a:pt x="2398776" y="1498092"/>
                  </a:moveTo>
                  <a:lnTo>
                    <a:pt x="2397252" y="1495044"/>
                  </a:lnTo>
                  <a:lnTo>
                    <a:pt x="2391156" y="1495044"/>
                  </a:lnTo>
                  <a:lnTo>
                    <a:pt x="2389632" y="1498092"/>
                  </a:lnTo>
                  <a:lnTo>
                    <a:pt x="2389632" y="1533144"/>
                  </a:lnTo>
                  <a:lnTo>
                    <a:pt x="2391156" y="1536192"/>
                  </a:lnTo>
                  <a:lnTo>
                    <a:pt x="2397252" y="1536192"/>
                  </a:lnTo>
                  <a:lnTo>
                    <a:pt x="2398776" y="1533144"/>
                  </a:lnTo>
                  <a:lnTo>
                    <a:pt x="2398776" y="1498092"/>
                  </a:lnTo>
                  <a:close/>
                </a:path>
                <a:path w="3035935" h="2196465">
                  <a:moveTo>
                    <a:pt x="2398776" y="1437132"/>
                  </a:moveTo>
                  <a:lnTo>
                    <a:pt x="2397252" y="1435608"/>
                  </a:lnTo>
                  <a:lnTo>
                    <a:pt x="2391156" y="1435608"/>
                  </a:lnTo>
                  <a:lnTo>
                    <a:pt x="2389632" y="1437132"/>
                  </a:lnTo>
                  <a:lnTo>
                    <a:pt x="2389632" y="1473708"/>
                  </a:lnTo>
                  <a:lnTo>
                    <a:pt x="2391156" y="1475232"/>
                  </a:lnTo>
                  <a:lnTo>
                    <a:pt x="2397252" y="1475232"/>
                  </a:lnTo>
                  <a:lnTo>
                    <a:pt x="2398776" y="1473708"/>
                  </a:lnTo>
                  <a:lnTo>
                    <a:pt x="2398776" y="1437132"/>
                  </a:lnTo>
                  <a:close/>
                </a:path>
                <a:path w="3035935" h="2196465">
                  <a:moveTo>
                    <a:pt x="2398776" y="1376172"/>
                  </a:moveTo>
                  <a:lnTo>
                    <a:pt x="2397252" y="1374648"/>
                  </a:lnTo>
                  <a:lnTo>
                    <a:pt x="2391156" y="1374648"/>
                  </a:lnTo>
                  <a:lnTo>
                    <a:pt x="2389632" y="1376172"/>
                  </a:lnTo>
                  <a:lnTo>
                    <a:pt x="2389632" y="1412748"/>
                  </a:lnTo>
                  <a:lnTo>
                    <a:pt x="2391156" y="1414272"/>
                  </a:lnTo>
                  <a:lnTo>
                    <a:pt x="2397252" y="1414272"/>
                  </a:lnTo>
                  <a:lnTo>
                    <a:pt x="2398776" y="1412748"/>
                  </a:lnTo>
                  <a:lnTo>
                    <a:pt x="2398776" y="1376172"/>
                  </a:lnTo>
                  <a:close/>
                </a:path>
                <a:path w="3035935" h="2196465">
                  <a:moveTo>
                    <a:pt x="2398776" y="1315212"/>
                  </a:moveTo>
                  <a:lnTo>
                    <a:pt x="2397252" y="1313688"/>
                  </a:lnTo>
                  <a:lnTo>
                    <a:pt x="2391156" y="1313688"/>
                  </a:lnTo>
                  <a:lnTo>
                    <a:pt x="2389632" y="1315212"/>
                  </a:lnTo>
                  <a:lnTo>
                    <a:pt x="2389632" y="1351788"/>
                  </a:lnTo>
                  <a:lnTo>
                    <a:pt x="2391156" y="1353312"/>
                  </a:lnTo>
                  <a:lnTo>
                    <a:pt x="2397252" y="1353312"/>
                  </a:lnTo>
                  <a:lnTo>
                    <a:pt x="2398776" y="1351788"/>
                  </a:lnTo>
                  <a:lnTo>
                    <a:pt x="2398776" y="1315212"/>
                  </a:lnTo>
                  <a:close/>
                </a:path>
                <a:path w="3035935" h="2196465">
                  <a:moveTo>
                    <a:pt x="2398776" y="1255776"/>
                  </a:moveTo>
                  <a:lnTo>
                    <a:pt x="2397252" y="1252728"/>
                  </a:lnTo>
                  <a:lnTo>
                    <a:pt x="2391156" y="1252728"/>
                  </a:lnTo>
                  <a:lnTo>
                    <a:pt x="2389632" y="1255776"/>
                  </a:lnTo>
                  <a:lnTo>
                    <a:pt x="2389632" y="1290828"/>
                  </a:lnTo>
                  <a:lnTo>
                    <a:pt x="2391156" y="1293876"/>
                  </a:lnTo>
                  <a:lnTo>
                    <a:pt x="2397252" y="1293876"/>
                  </a:lnTo>
                  <a:lnTo>
                    <a:pt x="2398776" y="1290828"/>
                  </a:lnTo>
                  <a:lnTo>
                    <a:pt x="2398776" y="1255776"/>
                  </a:lnTo>
                  <a:close/>
                </a:path>
                <a:path w="3035935" h="2196465">
                  <a:moveTo>
                    <a:pt x="2398776" y="1194816"/>
                  </a:moveTo>
                  <a:lnTo>
                    <a:pt x="2397252" y="1191768"/>
                  </a:lnTo>
                  <a:lnTo>
                    <a:pt x="2391156" y="1191768"/>
                  </a:lnTo>
                  <a:lnTo>
                    <a:pt x="2389632" y="1194816"/>
                  </a:lnTo>
                  <a:lnTo>
                    <a:pt x="2389632" y="1229868"/>
                  </a:lnTo>
                  <a:lnTo>
                    <a:pt x="2391156" y="1232916"/>
                  </a:lnTo>
                  <a:lnTo>
                    <a:pt x="2397252" y="1232916"/>
                  </a:lnTo>
                  <a:lnTo>
                    <a:pt x="2398776" y="1229868"/>
                  </a:lnTo>
                  <a:lnTo>
                    <a:pt x="2398776" y="1194816"/>
                  </a:lnTo>
                  <a:close/>
                </a:path>
                <a:path w="3035935" h="2196465">
                  <a:moveTo>
                    <a:pt x="2638044" y="2165604"/>
                  </a:moveTo>
                  <a:lnTo>
                    <a:pt x="2634996" y="2162556"/>
                  </a:lnTo>
                  <a:lnTo>
                    <a:pt x="2630424" y="2162556"/>
                  </a:lnTo>
                  <a:lnTo>
                    <a:pt x="2627376" y="2165604"/>
                  </a:lnTo>
                  <a:lnTo>
                    <a:pt x="2627376" y="2193036"/>
                  </a:lnTo>
                  <a:lnTo>
                    <a:pt x="2630424" y="2196084"/>
                  </a:lnTo>
                  <a:lnTo>
                    <a:pt x="2634996" y="2196084"/>
                  </a:lnTo>
                  <a:lnTo>
                    <a:pt x="2638044" y="2193036"/>
                  </a:lnTo>
                  <a:lnTo>
                    <a:pt x="2638044" y="2165604"/>
                  </a:lnTo>
                  <a:close/>
                </a:path>
                <a:path w="3035935" h="2196465">
                  <a:moveTo>
                    <a:pt x="2638044" y="2104644"/>
                  </a:moveTo>
                  <a:lnTo>
                    <a:pt x="2634996" y="2103120"/>
                  </a:lnTo>
                  <a:lnTo>
                    <a:pt x="2630424" y="2103120"/>
                  </a:lnTo>
                  <a:lnTo>
                    <a:pt x="2627376" y="2104644"/>
                  </a:lnTo>
                  <a:lnTo>
                    <a:pt x="2627376" y="2141220"/>
                  </a:lnTo>
                  <a:lnTo>
                    <a:pt x="2630424" y="2142744"/>
                  </a:lnTo>
                  <a:lnTo>
                    <a:pt x="2634996" y="2142744"/>
                  </a:lnTo>
                  <a:lnTo>
                    <a:pt x="2638044" y="2141220"/>
                  </a:lnTo>
                  <a:lnTo>
                    <a:pt x="2638044" y="2104644"/>
                  </a:lnTo>
                  <a:close/>
                </a:path>
                <a:path w="3035935" h="2196465">
                  <a:moveTo>
                    <a:pt x="2638044" y="2043684"/>
                  </a:moveTo>
                  <a:lnTo>
                    <a:pt x="2634996" y="2042160"/>
                  </a:lnTo>
                  <a:lnTo>
                    <a:pt x="2630424" y="2042160"/>
                  </a:lnTo>
                  <a:lnTo>
                    <a:pt x="2627376" y="2043684"/>
                  </a:lnTo>
                  <a:lnTo>
                    <a:pt x="2627376" y="2080260"/>
                  </a:lnTo>
                  <a:lnTo>
                    <a:pt x="2630424" y="2081784"/>
                  </a:lnTo>
                  <a:lnTo>
                    <a:pt x="2634996" y="2081784"/>
                  </a:lnTo>
                  <a:lnTo>
                    <a:pt x="2638044" y="2080260"/>
                  </a:lnTo>
                  <a:lnTo>
                    <a:pt x="2638044" y="2043684"/>
                  </a:lnTo>
                  <a:close/>
                </a:path>
                <a:path w="3035935" h="2196465">
                  <a:moveTo>
                    <a:pt x="2638044" y="1982724"/>
                  </a:moveTo>
                  <a:lnTo>
                    <a:pt x="2634996" y="1981200"/>
                  </a:lnTo>
                  <a:lnTo>
                    <a:pt x="2630424" y="1981200"/>
                  </a:lnTo>
                  <a:lnTo>
                    <a:pt x="2627376" y="1982724"/>
                  </a:lnTo>
                  <a:lnTo>
                    <a:pt x="2627376" y="2019300"/>
                  </a:lnTo>
                  <a:lnTo>
                    <a:pt x="2630424" y="2020824"/>
                  </a:lnTo>
                  <a:lnTo>
                    <a:pt x="2634996" y="2020824"/>
                  </a:lnTo>
                  <a:lnTo>
                    <a:pt x="2638044" y="2019300"/>
                  </a:lnTo>
                  <a:lnTo>
                    <a:pt x="2638044" y="1982724"/>
                  </a:lnTo>
                  <a:close/>
                </a:path>
                <a:path w="3035935" h="2196465">
                  <a:moveTo>
                    <a:pt x="2638044" y="1923288"/>
                  </a:moveTo>
                  <a:lnTo>
                    <a:pt x="2634996" y="1920240"/>
                  </a:lnTo>
                  <a:lnTo>
                    <a:pt x="2630424" y="1920240"/>
                  </a:lnTo>
                  <a:lnTo>
                    <a:pt x="2627376" y="1923288"/>
                  </a:lnTo>
                  <a:lnTo>
                    <a:pt x="2627376" y="1958340"/>
                  </a:lnTo>
                  <a:lnTo>
                    <a:pt x="2630424" y="1961388"/>
                  </a:lnTo>
                  <a:lnTo>
                    <a:pt x="2634996" y="1961388"/>
                  </a:lnTo>
                  <a:lnTo>
                    <a:pt x="2638044" y="1958340"/>
                  </a:lnTo>
                  <a:lnTo>
                    <a:pt x="2638044" y="1923288"/>
                  </a:lnTo>
                  <a:close/>
                </a:path>
                <a:path w="3035935" h="2196465">
                  <a:moveTo>
                    <a:pt x="2638044" y="1862328"/>
                  </a:moveTo>
                  <a:lnTo>
                    <a:pt x="2634996" y="1859280"/>
                  </a:lnTo>
                  <a:lnTo>
                    <a:pt x="2630424" y="1859280"/>
                  </a:lnTo>
                  <a:lnTo>
                    <a:pt x="2627376" y="1862328"/>
                  </a:lnTo>
                  <a:lnTo>
                    <a:pt x="2627376" y="1897380"/>
                  </a:lnTo>
                  <a:lnTo>
                    <a:pt x="2630424" y="1900428"/>
                  </a:lnTo>
                  <a:lnTo>
                    <a:pt x="2634996" y="1900428"/>
                  </a:lnTo>
                  <a:lnTo>
                    <a:pt x="2638044" y="1897380"/>
                  </a:lnTo>
                  <a:lnTo>
                    <a:pt x="2638044" y="1862328"/>
                  </a:lnTo>
                  <a:close/>
                </a:path>
                <a:path w="3035935" h="2196465">
                  <a:moveTo>
                    <a:pt x="2638044" y="1801368"/>
                  </a:moveTo>
                  <a:lnTo>
                    <a:pt x="2634996" y="1798320"/>
                  </a:lnTo>
                  <a:lnTo>
                    <a:pt x="2630424" y="1798320"/>
                  </a:lnTo>
                  <a:lnTo>
                    <a:pt x="2627376" y="1801368"/>
                  </a:lnTo>
                  <a:lnTo>
                    <a:pt x="2627376" y="1837944"/>
                  </a:lnTo>
                  <a:lnTo>
                    <a:pt x="2630424" y="1839468"/>
                  </a:lnTo>
                  <a:lnTo>
                    <a:pt x="2634996" y="1839468"/>
                  </a:lnTo>
                  <a:lnTo>
                    <a:pt x="2638044" y="1837944"/>
                  </a:lnTo>
                  <a:lnTo>
                    <a:pt x="2638044" y="1801368"/>
                  </a:lnTo>
                  <a:close/>
                </a:path>
                <a:path w="3035935" h="2196465">
                  <a:moveTo>
                    <a:pt x="2638044" y="1740408"/>
                  </a:moveTo>
                  <a:lnTo>
                    <a:pt x="2634996" y="1738884"/>
                  </a:lnTo>
                  <a:lnTo>
                    <a:pt x="2630424" y="1738884"/>
                  </a:lnTo>
                  <a:lnTo>
                    <a:pt x="2627376" y="1740408"/>
                  </a:lnTo>
                  <a:lnTo>
                    <a:pt x="2627376" y="1776984"/>
                  </a:lnTo>
                  <a:lnTo>
                    <a:pt x="2630424" y="1778508"/>
                  </a:lnTo>
                  <a:lnTo>
                    <a:pt x="2634996" y="1778508"/>
                  </a:lnTo>
                  <a:lnTo>
                    <a:pt x="2638044" y="1776984"/>
                  </a:lnTo>
                  <a:lnTo>
                    <a:pt x="2638044" y="1740408"/>
                  </a:lnTo>
                  <a:close/>
                </a:path>
                <a:path w="3035935" h="2196465">
                  <a:moveTo>
                    <a:pt x="2638044" y="1679448"/>
                  </a:moveTo>
                  <a:lnTo>
                    <a:pt x="2634996" y="1677924"/>
                  </a:lnTo>
                  <a:lnTo>
                    <a:pt x="2630424" y="1677924"/>
                  </a:lnTo>
                  <a:lnTo>
                    <a:pt x="2627376" y="1679448"/>
                  </a:lnTo>
                  <a:lnTo>
                    <a:pt x="2627376" y="1716024"/>
                  </a:lnTo>
                  <a:lnTo>
                    <a:pt x="2630424" y="1717548"/>
                  </a:lnTo>
                  <a:lnTo>
                    <a:pt x="2634996" y="1717548"/>
                  </a:lnTo>
                  <a:lnTo>
                    <a:pt x="2638044" y="1716024"/>
                  </a:lnTo>
                  <a:lnTo>
                    <a:pt x="2638044" y="1679448"/>
                  </a:lnTo>
                  <a:close/>
                </a:path>
                <a:path w="3035935" h="2196465">
                  <a:moveTo>
                    <a:pt x="2638044" y="1618488"/>
                  </a:moveTo>
                  <a:lnTo>
                    <a:pt x="2634996" y="1616964"/>
                  </a:lnTo>
                  <a:lnTo>
                    <a:pt x="2630424" y="1616964"/>
                  </a:lnTo>
                  <a:lnTo>
                    <a:pt x="2627376" y="1618488"/>
                  </a:lnTo>
                  <a:lnTo>
                    <a:pt x="2627376" y="1655064"/>
                  </a:lnTo>
                  <a:lnTo>
                    <a:pt x="2630424" y="1658112"/>
                  </a:lnTo>
                  <a:lnTo>
                    <a:pt x="2634996" y="1658112"/>
                  </a:lnTo>
                  <a:lnTo>
                    <a:pt x="2638044" y="1655064"/>
                  </a:lnTo>
                  <a:lnTo>
                    <a:pt x="2638044" y="1618488"/>
                  </a:lnTo>
                  <a:close/>
                </a:path>
                <a:path w="3035935" h="2196465">
                  <a:moveTo>
                    <a:pt x="2638044" y="1559052"/>
                  </a:moveTo>
                  <a:lnTo>
                    <a:pt x="2634996" y="1556004"/>
                  </a:lnTo>
                  <a:lnTo>
                    <a:pt x="2630424" y="1556004"/>
                  </a:lnTo>
                  <a:lnTo>
                    <a:pt x="2627376" y="1559052"/>
                  </a:lnTo>
                  <a:lnTo>
                    <a:pt x="2627376" y="1594104"/>
                  </a:lnTo>
                  <a:lnTo>
                    <a:pt x="2630424" y="1597152"/>
                  </a:lnTo>
                  <a:lnTo>
                    <a:pt x="2634996" y="1597152"/>
                  </a:lnTo>
                  <a:lnTo>
                    <a:pt x="2638044" y="1594104"/>
                  </a:lnTo>
                  <a:lnTo>
                    <a:pt x="2638044" y="1559052"/>
                  </a:lnTo>
                  <a:close/>
                </a:path>
                <a:path w="3035935" h="2196465">
                  <a:moveTo>
                    <a:pt x="2638044" y="1498092"/>
                  </a:moveTo>
                  <a:lnTo>
                    <a:pt x="2634996" y="1495044"/>
                  </a:lnTo>
                  <a:lnTo>
                    <a:pt x="2630424" y="1495044"/>
                  </a:lnTo>
                  <a:lnTo>
                    <a:pt x="2627376" y="1498092"/>
                  </a:lnTo>
                  <a:lnTo>
                    <a:pt x="2627376" y="1533144"/>
                  </a:lnTo>
                  <a:lnTo>
                    <a:pt x="2630424" y="1536192"/>
                  </a:lnTo>
                  <a:lnTo>
                    <a:pt x="2634996" y="1536192"/>
                  </a:lnTo>
                  <a:lnTo>
                    <a:pt x="2638044" y="1533144"/>
                  </a:lnTo>
                  <a:lnTo>
                    <a:pt x="2638044" y="1498092"/>
                  </a:lnTo>
                  <a:close/>
                </a:path>
                <a:path w="3035935" h="2196465">
                  <a:moveTo>
                    <a:pt x="2638044" y="1437132"/>
                  </a:moveTo>
                  <a:lnTo>
                    <a:pt x="2634996" y="1435608"/>
                  </a:lnTo>
                  <a:lnTo>
                    <a:pt x="2630424" y="1435608"/>
                  </a:lnTo>
                  <a:lnTo>
                    <a:pt x="2627376" y="1437132"/>
                  </a:lnTo>
                  <a:lnTo>
                    <a:pt x="2627376" y="1473708"/>
                  </a:lnTo>
                  <a:lnTo>
                    <a:pt x="2630424" y="1475232"/>
                  </a:lnTo>
                  <a:lnTo>
                    <a:pt x="2634996" y="1475232"/>
                  </a:lnTo>
                  <a:lnTo>
                    <a:pt x="2638044" y="1473708"/>
                  </a:lnTo>
                  <a:lnTo>
                    <a:pt x="2638044" y="1437132"/>
                  </a:lnTo>
                  <a:close/>
                </a:path>
                <a:path w="3035935" h="2196465">
                  <a:moveTo>
                    <a:pt x="2638044" y="1376172"/>
                  </a:moveTo>
                  <a:lnTo>
                    <a:pt x="2634996" y="1374648"/>
                  </a:lnTo>
                  <a:lnTo>
                    <a:pt x="2630424" y="1374648"/>
                  </a:lnTo>
                  <a:lnTo>
                    <a:pt x="2627376" y="1376172"/>
                  </a:lnTo>
                  <a:lnTo>
                    <a:pt x="2627376" y="1412748"/>
                  </a:lnTo>
                  <a:lnTo>
                    <a:pt x="2630424" y="1414272"/>
                  </a:lnTo>
                  <a:lnTo>
                    <a:pt x="2634996" y="1414272"/>
                  </a:lnTo>
                  <a:lnTo>
                    <a:pt x="2638044" y="1412748"/>
                  </a:lnTo>
                  <a:lnTo>
                    <a:pt x="2638044" y="1376172"/>
                  </a:lnTo>
                  <a:close/>
                </a:path>
                <a:path w="3035935" h="2196465">
                  <a:moveTo>
                    <a:pt x="2638044" y="1315212"/>
                  </a:moveTo>
                  <a:lnTo>
                    <a:pt x="2634996" y="1313688"/>
                  </a:lnTo>
                  <a:lnTo>
                    <a:pt x="2630424" y="1313688"/>
                  </a:lnTo>
                  <a:lnTo>
                    <a:pt x="2627376" y="1315212"/>
                  </a:lnTo>
                  <a:lnTo>
                    <a:pt x="2627376" y="1351788"/>
                  </a:lnTo>
                  <a:lnTo>
                    <a:pt x="2630424" y="1353312"/>
                  </a:lnTo>
                  <a:lnTo>
                    <a:pt x="2634996" y="1353312"/>
                  </a:lnTo>
                  <a:lnTo>
                    <a:pt x="2638044" y="1351788"/>
                  </a:lnTo>
                  <a:lnTo>
                    <a:pt x="2638044" y="1315212"/>
                  </a:lnTo>
                  <a:close/>
                </a:path>
                <a:path w="3035935" h="2196465">
                  <a:moveTo>
                    <a:pt x="2638044" y="1255776"/>
                  </a:moveTo>
                  <a:lnTo>
                    <a:pt x="2634996" y="1252728"/>
                  </a:lnTo>
                  <a:lnTo>
                    <a:pt x="2630424" y="1252728"/>
                  </a:lnTo>
                  <a:lnTo>
                    <a:pt x="2627376" y="1255776"/>
                  </a:lnTo>
                  <a:lnTo>
                    <a:pt x="2627376" y="1290828"/>
                  </a:lnTo>
                  <a:lnTo>
                    <a:pt x="2630424" y="1293876"/>
                  </a:lnTo>
                  <a:lnTo>
                    <a:pt x="2634996" y="1293876"/>
                  </a:lnTo>
                  <a:lnTo>
                    <a:pt x="2638044" y="1290828"/>
                  </a:lnTo>
                  <a:lnTo>
                    <a:pt x="2638044" y="1255776"/>
                  </a:lnTo>
                  <a:close/>
                </a:path>
                <a:path w="3035935" h="2196465">
                  <a:moveTo>
                    <a:pt x="2638044" y="1194816"/>
                  </a:moveTo>
                  <a:lnTo>
                    <a:pt x="2634996" y="1191768"/>
                  </a:lnTo>
                  <a:lnTo>
                    <a:pt x="2630424" y="1191768"/>
                  </a:lnTo>
                  <a:lnTo>
                    <a:pt x="2627376" y="1194816"/>
                  </a:lnTo>
                  <a:lnTo>
                    <a:pt x="2627376" y="1229868"/>
                  </a:lnTo>
                  <a:lnTo>
                    <a:pt x="2630424" y="1232916"/>
                  </a:lnTo>
                  <a:lnTo>
                    <a:pt x="2634996" y="1232916"/>
                  </a:lnTo>
                  <a:lnTo>
                    <a:pt x="2638044" y="1229868"/>
                  </a:lnTo>
                  <a:lnTo>
                    <a:pt x="2638044" y="1194816"/>
                  </a:lnTo>
                  <a:close/>
                </a:path>
                <a:path w="3035935" h="2196465">
                  <a:moveTo>
                    <a:pt x="2796540" y="2165604"/>
                  </a:moveTo>
                  <a:lnTo>
                    <a:pt x="2795016" y="2162556"/>
                  </a:lnTo>
                  <a:lnTo>
                    <a:pt x="2788920" y="2162556"/>
                  </a:lnTo>
                  <a:lnTo>
                    <a:pt x="2787396" y="2165604"/>
                  </a:lnTo>
                  <a:lnTo>
                    <a:pt x="2787396" y="2193036"/>
                  </a:lnTo>
                  <a:lnTo>
                    <a:pt x="2788920" y="2196084"/>
                  </a:lnTo>
                  <a:lnTo>
                    <a:pt x="2795016" y="2196084"/>
                  </a:lnTo>
                  <a:lnTo>
                    <a:pt x="2796540" y="2193036"/>
                  </a:lnTo>
                  <a:lnTo>
                    <a:pt x="2796540" y="2165604"/>
                  </a:lnTo>
                  <a:close/>
                </a:path>
                <a:path w="3035935" h="2196465">
                  <a:moveTo>
                    <a:pt x="2796540" y="2104644"/>
                  </a:moveTo>
                  <a:lnTo>
                    <a:pt x="2795016" y="2103120"/>
                  </a:lnTo>
                  <a:lnTo>
                    <a:pt x="2788920" y="2103120"/>
                  </a:lnTo>
                  <a:lnTo>
                    <a:pt x="2787396" y="2104644"/>
                  </a:lnTo>
                  <a:lnTo>
                    <a:pt x="2787396" y="2141220"/>
                  </a:lnTo>
                  <a:lnTo>
                    <a:pt x="2788920" y="2142744"/>
                  </a:lnTo>
                  <a:lnTo>
                    <a:pt x="2795016" y="2142744"/>
                  </a:lnTo>
                  <a:lnTo>
                    <a:pt x="2796540" y="2141220"/>
                  </a:lnTo>
                  <a:lnTo>
                    <a:pt x="2796540" y="2104644"/>
                  </a:lnTo>
                  <a:close/>
                </a:path>
                <a:path w="3035935" h="2196465">
                  <a:moveTo>
                    <a:pt x="2796540" y="2043684"/>
                  </a:moveTo>
                  <a:lnTo>
                    <a:pt x="2795016" y="2042160"/>
                  </a:lnTo>
                  <a:lnTo>
                    <a:pt x="2788920" y="2042160"/>
                  </a:lnTo>
                  <a:lnTo>
                    <a:pt x="2787396" y="2043684"/>
                  </a:lnTo>
                  <a:lnTo>
                    <a:pt x="2787396" y="2080260"/>
                  </a:lnTo>
                  <a:lnTo>
                    <a:pt x="2788920" y="2081784"/>
                  </a:lnTo>
                  <a:lnTo>
                    <a:pt x="2795016" y="2081784"/>
                  </a:lnTo>
                  <a:lnTo>
                    <a:pt x="2796540" y="2080260"/>
                  </a:lnTo>
                  <a:lnTo>
                    <a:pt x="2796540" y="2043684"/>
                  </a:lnTo>
                  <a:close/>
                </a:path>
                <a:path w="3035935" h="2196465">
                  <a:moveTo>
                    <a:pt x="2796540" y="1982724"/>
                  </a:moveTo>
                  <a:lnTo>
                    <a:pt x="2795016" y="1981200"/>
                  </a:lnTo>
                  <a:lnTo>
                    <a:pt x="2788920" y="1981200"/>
                  </a:lnTo>
                  <a:lnTo>
                    <a:pt x="2787396" y="1982724"/>
                  </a:lnTo>
                  <a:lnTo>
                    <a:pt x="2787396" y="2019300"/>
                  </a:lnTo>
                  <a:lnTo>
                    <a:pt x="2788920" y="2020824"/>
                  </a:lnTo>
                  <a:lnTo>
                    <a:pt x="2795016" y="2020824"/>
                  </a:lnTo>
                  <a:lnTo>
                    <a:pt x="2796540" y="2019300"/>
                  </a:lnTo>
                  <a:lnTo>
                    <a:pt x="2796540" y="1982724"/>
                  </a:lnTo>
                  <a:close/>
                </a:path>
                <a:path w="3035935" h="2196465">
                  <a:moveTo>
                    <a:pt x="2796540" y="1923288"/>
                  </a:moveTo>
                  <a:lnTo>
                    <a:pt x="2795016" y="1920240"/>
                  </a:lnTo>
                  <a:lnTo>
                    <a:pt x="2788920" y="1920240"/>
                  </a:lnTo>
                  <a:lnTo>
                    <a:pt x="2787396" y="1923288"/>
                  </a:lnTo>
                  <a:lnTo>
                    <a:pt x="2787396" y="1958340"/>
                  </a:lnTo>
                  <a:lnTo>
                    <a:pt x="2788920" y="1961388"/>
                  </a:lnTo>
                  <a:lnTo>
                    <a:pt x="2795016" y="1961388"/>
                  </a:lnTo>
                  <a:lnTo>
                    <a:pt x="2796540" y="1958340"/>
                  </a:lnTo>
                  <a:lnTo>
                    <a:pt x="2796540" y="1923288"/>
                  </a:lnTo>
                  <a:close/>
                </a:path>
                <a:path w="3035935" h="2196465">
                  <a:moveTo>
                    <a:pt x="2796540" y="1862328"/>
                  </a:moveTo>
                  <a:lnTo>
                    <a:pt x="2795016" y="1859280"/>
                  </a:lnTo>
                  <a:lnTo>
                    <a:pt x="2788920" y="1859280"/>
                  </a:lnTo>
                  <a:lnTo>
                    <a:pt x="2787396" y="1862328"/>
                  </a:lnTo>
                  <a:lnTo>
                    <a:pt x="2787396" y="1897380"/>
                  </a:lnTo>
                  <a:lnTo>
                    <a:pt x="2788920" y="1900428"/>
                  </a:lnTo>
                  <a:lnTo>
                    <a:pt x="2795016" y="1900428"/>
                  </a:lnTo>
                  <a:lnTo>
                    <a:pt x="2796540" y="1897380"/>
                  </a:lnTo>
                  <a:lnTo>
                    <a:pt x="2796540" y="1862328"/>
                  </a:lnTo>
                  <a:close/>
                </a:path>
                <a:path w="3035935" h="2196465">
                  <a:moveTo>
                    <a:pt x="2796540" y="1801368"/>
                  </a:moveTo>
                  <a:lnTo>
                    <a:pt x="2795016" y="1798320"/>
                  </a:lnTo>
                  <a:lnTo>
                    <a:pt x="2788920" y="1798320"/>
                  </a:lnTo>
                  <a:lnTo>
                    <a:pt x="2787396" y="1801368"/>
                  </a:lnTo>
                  <a:lnTo>
                    <a:pt x="2787396" y="1837944"/>
                  </a:lnTo>
                  <a:lnTo>
                    <a:pt x="2788920" y="1839468"/>
                  </a:lnTo>
                  <a:lnTo>
                    <a:pt x="2795016" y="1839468"/>
                  </a:lnTo>
                  <a:lnTo>
                    <a:pt x="2796540" y="1837944"/>
                  </a:lnTo>
                  <a:lnTo>
                    <a:pt x="2796540" y="1801368"/>
                  </a:lnTo>
                  <a:close/>
                </a:path>
                <a:path w="3035935" h="2196465">
                  <a:moveTo>
                    <a:pt x="2796540" y="1740408"/>
                  </a:moveTo>
                  <a:lnTo>
                    <a:pt x="2795016" y="1738884"/>
                  </a:lnTo>
                  <a:lnTo>
                    <a:pt x="2788920" y="1738884"/>
                  </a:lnTo>
                  <a:lnTo>
                    <a:pt x="2787396" y="1740408"/>
                  </a:lnTo>
                  <a:lnTo>
                    <a:pt x="2787396" y="1776984"/>
                  </a:lnTo>
                  <a:lnTo>
                    <a:pt x="2788920" y="1778508"/>
                  </a:lnTo>
                  <a:lnTo>
                    <a:pt x="2795016" y="1778508"/>
                  </a:lnTo>
                  <a:lnTo>
                    <a:pt x="2796540" y="1776984"/>
                  </a:lnTo>
                  <a:lnTo>
                    <a:pt x="2796540" y="1740408"/>
                  </a:lnTo>
                  <a:close/>
                </a:path>
                <a:path w="3035935" h="2196465">
                  <a:moveTo>
                    <a:pt x="2796540" y="1679448"/>
                  </a:moveTo>
                  <a:lnTo>
                    <a:pt x="2795016" y="1677924"/>
                  </a:lnTo>
                  <a:lnTo>
                    <a:pt x="2788920" y="1677924"/>
                  </a:lnTo>
                  <a:lnTo>
                    <a:pt x="2787396" y="1679448"/>
                  </a:lnTo>
                  <a:lnTo>
                    <a:pt x="2787396" y="1716024"/>
                  </a:lnTo>
                  <a:lnTo>
                    <a:pt x="2788920" y="1717548"/>
                  </a:lnTo>
                  <a:lnTo>
                    <a:pt x="2795016" y="1717548"/>
                  </a:lnTo>
                  <a:lnTo>
                    <a:pt x="2796540" y="1716024"/>
                  </a:lnTo>
                  <a:lnTo>
                    <a:pt x="2796540" y="1679448"/>
                  </a:lnTo>
                  <a:close/>
                </a:path>
                <a:path w="3035935" h="2196465">
                  <a:moveTo>
                    <a:pt x="2796540" y="1618488"/>
                  </a:moveTo>
                  <a:lnTo>
                    <a:pt x="2795016" y="1616964"/>
                  </a:lnTo>
                  <a:lnTo>
                    <a:pt x="2788920" y="1616964"/>
                  </a:lnTo>
                  <a:lnTo>
                    <a:pt x="2787396" y="1618488"/>
                  </a:lnTo>
                  <a:lnTo>
                    <a:pt x="2787396" y="1655064"/>
                  </a:lnTo>
                  <a:lnTo>
                    <a:pt x="2788920" y="1658112"/>
                  </a:lnTo>
                  <a:lnTo>
                    <a:pt x="2795016" y="1658112"/>
                  </a:lnTo>
                  <a:lnTo>
                    <a:pt x="2796540" y="1655064"/>
                  </a:lnTo>
                  <a:lnTo>
                    <a:pt x="2796540" y="1618488"/>
                  </a:lnTo>
                  <a:close/>
                </a:path>
                <a:path w="3035935" h="2196465">
                  <a:moveTo>
                    <a:pt x="2796540" y="1559052"/>
                  </a:moveTo>
                  <a:lnTo>
                    <a:pt x="2795016" y="1556004"/>
                  </a:lnTo>
                  <a:lnTo>
                    <a:pt x="2788920" y="1556004"/>
                  </a:lnTo>
                  <a:lnTo>
                    <a:pt x="2787396" y="1559052"/>
                  </a:lnTo>
                  <a:lnTo>
                    <a:pt x="2787396" y="1594104"/>
                  </a:lnTo>
                  <a:lnTo>
                    <a:pt x="2788920" y="1597152"/>
                  </a:lnTo>
                  <a:lnTo>
                    <a:pt x="2795016" y="1597152"/>
                  </a:lnTo>
                  <a:lnTo>
                    <a:pt x="2796540" y="1594104"/>
                  </a:lnTo>
                  <a:lnTo>
                    <a:pt x="2796540" y="1559052"/>
                  </a:lnTo>
                  <a:close/>
                </a:path>
                <a:path w="3035935" h="2196465">
                  <a:moveTo>
                    <a:pt x="2796540" y="1498092"/>
                  </a:moveTo>
                  <a:lnTo>
                    <a:pt x="2795016" y="1495044"/>
                  </a:lnTo>
                  <a:lnTo>
                    <a:pt x="2788920" y="1495044"/>
                  </a:lnTo>
                  <a:lnTo>
                    <a:pt x="2787396" y="1498092"/>
                  </a:lnTo>
                  <a:lnTo>
                    <a:pt x="2787396" y="1533144"/>
                  </a:lnTo>
                  <a:lnTo>
                    <a:pt x="2788920" y="1536192"/>
                  </a:lnTo>
                  <a:lnTo>
                    <a:pt x="2795016" y="1536192"/>
                  </a:lnTo>
                  <a:lnTo>
                    <a:pt x="2796540" y="1533144"/>
                  </a:lnTo>
                  <a:lnTo>
                    <a:pt x="2796540" y="1498092"/>
                  </a:lnTo>
                  <a:close/>
                </a:path>
                <a:path w="3035935" h="2196465">
                  <a:moveTo>
                    <a:pt x="2796540" y="1437132"/>
                  </a:moveTo>
                  <a:lnTo>
                    <a:pt x="2795016" y="1435608"/>
                  </a:lnTo>
                  <a:lnTo>
                    <a:pt x="2788920" y="1435608"/>
                  </a:lnTo>
                  <a:lnTo>
                    <a:pt x="2787396" y="1437132"/>
                  </a:lnTo>
                  <a:lnTo>
                    <a:pt x="2787396" y="1473708"/>
                  </a:lnTo>
                  <a:lnTo>
                    <a:pt x="2788920" y="1475232"/>
                  </a:lnTo>
                  <a:lnTo>
                    <a:pt x="2795016" y="1475232"/>
                  </a:lnTo>
                  <a:lnTo>
                    <a:pt x="2796540" y="1473708"/>
                  </a:lnTo>
                  <a:lnTo>
                    <a:pt x="2796540" y="1437132"/>
                  </a:lnTo>
                  <a:close/>
                </a:path>
                <a:path w="3035935" h="2196465">
                  <a:moveTo>
                    <a:pt x="2796540" y="1376172"/>
                  </a:moveTo>
                  <a:lnTo>
                    <a:pt x="2795016" y="1374648"/>
                  </a:lnTo>
                  <a:lnTo>
                    <a:pt x="2788920" y="1374648"/>
                  </a:lnTo>
                  <a:lnTo>
                    <a:pt x="2787396" y="1376172"/>
                  </a:lnTo>
                  <a:lnTo>
                    <a:pt x="2787396" y="1412748"/>
                  </a:lnTo>
                  <a:lnTo>
                    <a:pt x="2788920" y="1414272"/>
                  </a:lnTo>
                  <a:lnTo>
                    <a:pt x="2795016" y="1414272"/>
                  </a:lnTo>
                  <a:lnTo>
                    <a:pt x="2796540" y="1412748"/>
                  </a:lnTo>
                  <a:lnTo>
                    <a:pt x="2796540" y="1376172"/>
                  </a:lnTo>
                  <a:close/>
                </a:path>
                <a:path w="3035935" h="2196465">
                  <a:moveTo>
                    <a:pt x="2796540" y="1315212"/>
                  </a:moveTo>
                  <a:lnTo>
                    <a:pt x="2795016" y="1313688"/>
                  </a:lnTo>
                  <a:lnTo>
                    <a:pt x="2788920" y="1313688"/>
                  </a:lnTo>
                  <a:lnTo>
                    <a:pt x="2787396" y="1315212"/>
                  </a:lnTo>
                  <a:lnTo>
                    <a:pt x="2787396" y="1351788"/>
                  </a:lnTo>
                  <a:lnTo>
                    <a:pt x="2788920" y="1353312"/>
                  </a:lnTo>
                  <a:lnTo>
                    <a:pt x="2795016" y="1353312"/>
                  </a:lnTo>
                  <a:lnTo>
                    <a:pt x="2796540" y="1351788"/>
                  </a:lnTo>
                  <a:lnTo>
                    <a:pt x="2796540" y="1315212"/>
                  </a:lnTo>
                  <a:close/>
                </a:path>
                <a:path w="3035935" h="2196465">
                  <a:moveTo>
                    <a:pt x="2796540" y="1255776"/>
                  </a:moveTo>
                  <a:lnTo>
                    <a:pt x="2795016" y="1252728"/>
                  </a:lnTo>
                  <a:lnTo>
                    <a:pt x="2788920" y="1252728"/>
                  </a:lnTo>
                  <a:lnTo>
                    <a:pt x="2787396" y="1255776"/>
                  </a:lnTo>
                  <a:lnTo>
                    <a:pt x="2787396" y="1290828"/>
                  </a:lnTo>
                  <a:lnTo>
                    <a:pt x="2788920" y="1293876"/>
                  </a:lnTo>
                  <a:lnTo>
                    <a:pt x="2795016" y="1293876"/>
                  </a:lnTo>
                  <a:lnTo>
                    <a:pt x="2796540" y="1290828"/>
                  </a:lnTo>
                  <a:lnTo>
                    <a:pt x="2796540" y="1255776"/>
                  </a:lnTo>
                  <a:close/>
                </a:path>
                <a:path w="3035935" h="2196465">
                  <a:moveTo>
                    <a:pt x="2796540" y="1194816"/>
                  </a:moveTo>
                  <a:lnTo>
                    <a:pt x="2795016" y="1191768"/>
                  </a:lnTo>
                  <a:lnTo>
                    <a:pt x="2788920" y="1191768"/>
                  </a:lnTo>
                  <a:lnTo>
                    <a:pt x="2787396" y="1194816"/>
                  </a:lnTo>
                  <a:lnTo>
                    <a:pt x="2787396" y="1229868"/>
                  </a:lnTo>
                  <a:lnTo>
                    <a:pt x="2788920" y="1232916"/>
                  </a:lnTo>
                  <a:lnTo>
                    <a:pt x="2795016" y="1232916"/>
                  </a:lnTo>
                  <a:lnTo>
                    <a:pt x="2796540" y="1229868"/>
                  </a:lnTo>
                  <a:lnTo>
                    <a:pt x="2796540" y="1194816"/>
                  </a:lnTo>
                  <a:close/>
                </a:path>
                <a:path w="3035935" h="2196465">
                  <a:moveTo>
                    <a:pt x="3035808" y="2165604"/>
                  </a:moveTo>
                  <a:lnTo>
                    <a:pt x="3034284" y="2162556"/>
                  </a:lnTo>
                  <a:lnTo>
                    <a:pt x="3028188" y="2162556"/>
                  </a:lnTo>
                  <a:lnTo>
                    <a:pt x="3025140" y="2165604"/>
                  </a:lnTo>
                  <a:lnTo>
                    <a:pt x="3025140" y="2193036"/>
                  </a:lnTo>
                  <a:lnTo>
                    <a:pt x="3028188" y="2196084"/>
                  </a:lnTo>
                  <a:lnTo>
                    <a:pt x="3034284" y="2196084"/>
                  </a:lnTo>
                  <a:lnTo>
                    <a:pt x="3035808" y="2193036"/>
                  </a:lnTo>
                  <a:lnTo>
                    <a:pt x="3035808" y="2165604"/>
                  </a:lnTo>
                  <a:close/>
                </a:path>
                <a:path w="3035935" h="2196465">
                  <a:moveTo>
                    <a:pt x="3035808" y="2104644"/>
                  </a:moveTo>
                  <a:lnTo>
                    <a:pt x="3034284" y="2103120"/>
                  </a:lnTo>
                  <a:lnTo>
                    <a:pt x="3028188" y="2103120"/>
                  </a:lnTo>
                  <a:lnTo>
                    <a:pt x="3025140" y="2104644"/>
                  </a:lnTo>
                  <a:lnTo>
                    <a:pt x="3025140" y="2141220"/>
                  </a:lnTo>
                  <a:lnTo>
                    <a:pt x="3028188" y="2142744"/>
                  </a:lnTo>
                  <a:lnTo>
                    <a:pt x="3034284" y="2142744"/>
                  </a:lnTo>
                  <a:lnTo>
                    <a:pt x="3035808" y="2141220"/>
                  </a:lnTo>
                  <a:lnTo>
                    <a:pt x="3035808" y="2104644"/>
                  </a:lnTo>
                  <a:close/>
                </a:path>
                <a:path w="3035935" h="2196465">
                  <a:moveTo>
                    <a:pt x="3035808" y="2043684"/>
                  </a:moveTo>
                  <a:lnTo>
                    <a:pt x="3034284" y="2042160"/>
                  </a:lnTo>
                  <a:lnTo>
                    <a:pt x="3028188" y="2042160"/>
                  </a:lnTo>
                  <a:lnTo>
                    <a:pt x="3025140" y="2043684"/>
                  </a:lnTo>
                  <a:lnTo>
                    <a:pt x="3025140" y="2080260"/>
                  </a:lnTo>
                  <a:lnTo>
                    <a:pt x="3028188" y="2081784"/>
                  </a:lnTo>
                  <a:lnTo>
                    <a:pt x="3034284" y="2081784"/>
                  </a:lnTo>
                  <a:lnTo>
                    <a:pt x="3035808" y="2080260"/>
                  </a:lnTo>
                  <a:lnTo>
                    <a:pt x="3035808" y="2043684"/>
                  </a:lnTo>
                  <a:close/>
                </a:path>
                <a:path w="3035935" h="2196465">
                  <a:moveTo>
                    <a:pt x="3035808" y="1982724"/>
                  </a:moveTo>
                  <a:lnTo>
                    <a:pt x="3034284" y="1981200"/>
                  </a:lnTo>
                  <a:lnTo>
                    <a:pt x="3028188" y="1981200"/>
                  </a:lnTo>
                  <a:lnTo>
                    <a:pt x="3025140" y="1982724"/>
                  </a:lnTo>
                  <a:lnTo>
                    <a:pt x="3025140" y="2019300"/>
                  </a:lnTo>
                  <a:lnTo>
                    <a:pt x="3028188" y="2020824"/>
                  </a:lnTo>
                  <a:lnTo>
                    <a:pt x="3034284" y="2020824"/>
                  </a:lnTo>
                  <a:lnTo>
                    <a:pt x="3035808" y="2019300"/>
                  </a:lnTo>
                  <a:lnTo>
                    <a:pt x="3035808" y="1982724"/>
                  </a:lnTo>
                  <a:close/>
                </a:path>
                <a:path w="3035935" h="2196465">
                  <a:moveTo>
                    <a:pt x="3035808" y="1923288"/>
                  </a:moveTo>
                  <a:lnTo>
                    <a:pt x="3034284" y="1920240"/>
                  </a:lnTo>
                  <a:lnTo>
                    <a:pt x="3028188" y="1920240"/>
                  </a:lnTo>
                  <a:lnTo>
                    <a:pt x="3025140" y="1923288"/>
                  </a:lnTo>
                  <a:lnTo>
                    <a:pt x="3025140" y="1958340"/>
                  </a:lnTo>
                  <a:lnTo>
                    <a:pt x="3028188" y="1961388"/>
                  </a:lnTo>
                  <a:lnTo>
                    <a:pt x="3034284" y="1961388"/>
                  </a:lnTo>
                  <a:lnTo>
                    <a:pt x="3035808" y="1958340"/>
                  </a:lnTo>
                  <a:lnTo>
                    <a:pt x="3035808" y="1923288"/>
                  </a:lnTo>
                  <a:close/>
                </a:path>
                <a:path w="3035935" h="2196465">
                  <a:moveTo>
                    <a:pt x="3035808" y="1862328"/>
                  </a:moveTo>
                  <a:lnTo>
                    <a:pt x="3034284" y="1859280"/>
                  </a:lnTo>
                  <a:lnTo>
                    <a:pt x="3028188" y="1859280"/>
                  </a:lnTo>
                  <a:lnTo>
                    <a:pt x="3025140" y="1862328"/>
                  </a:lnTo>
                  <a:lnTo>
                    <a:pt x="3025140" y="1897380"/>
                  </a:lnTo>
                  <a:lnTo>
                    <a:pt x="3028188" y="1900428"/>
                  </a:lnTo>
                  <a:lnTo>
                    <a:pt x="3034284" y="1900428"/>
                  </a:lnTo>
                  <a:lnTo>
                    <a:pt x="3035808" y="1897380"/>
                  </a:lnTo>
                  <a:lnTo>
                    <a:pt x="3035808" y="1862328"/>
                  </a:lnTo>
                  <a:close/>
                </a:path>
                <a:path w="3035935" h="2196465">
                  <a:moveTo>
                    <a:pt x="3035808" y="1801368"/>
                  </a:moveTo>
                  <a:lnTo>
                    <a:pt x="3034284" y="1798320"/>
                  </a:lnTo>
                  <a:lnTo>
                    <a:pt x="3028188" y="1798320"/>
                  </a:lnTo>
                  <a:lnTo>
                    <a:pt x="3025140" y="1801368"/>
                  </a:lnTo>
                  <a:lnTo>
                    <a:pt x="3025140" y="1837944"/>
                  </a:lnTo>
                  <a:lnTo>
                    <a:pt x="3028188" y="1839468"/>
                  </a:lnTo>
                  <a:lnTo>
                    <a:pt x="3034284" y="1839468"/>
                  </a:lnTo>
                  <a:lnTo>
                    <a:pt x="3035808" y="1837944"/>
                  </a:lnTo>
                  <a:lnTo>
                    <a:pt x="3035808" y="1801368"/>
                  </a:lnTo>
                  <a:close/>
                </a:path>
                <a:path w="3035935" h="2196465">
                  <a:moveTo>
                    <a:pt x="3035808" y="1740408"/>
                  </a:moveTo>
                  <a:lnTo>
                    <a:pt x="3034284" y="1738884"/>
                  </a:lnTo>
                  <a:lnTo>
                    <a:pt x="3028188" y="1738884"/>
                  </a:lnTo>
                  <a:lnTo>
                    <a:pt x="3025140" y="1740408"/>
                  </a:lnTo>
                  <a:lnTo>
                    <a:pt x="3025140" y="1776984"/>
                  </a:lnTo>
                  <a:lnTo>
                    <a:pt x="3028188" y="1778508"/>
                  </a:lnTo>
                  <a:lnTo>
                    <a:pt x="3034284" y="1778508"/>
                  </a:lnTo>
                  <a:lnTo>
                    <a:pt x="3035808" y="1776984"/>
                  </a:lnTo>
                  <a:lnTo>
                    <a:pt x="3035808" y="1740408"/>
                  </a:lnTo>
                  <a:close/>
                </a:path>
                <a:path w="3035935" h="2196465">
                  <a:moveTo>
                    <a:pt x="3035808" y="1679448"/>
                  </a:moveTo>
                  <a:lnTo>
                    <a:pt x="3034284" y="1677924"/>
                  </a:lnTo>
                  <a:lnTo>
                    <a:pt x="3028188" y="1677924"/>
                  </a:lnTo>
                  <a:lnTo>
                    <a:pt x="3025140" y="1679448"/>
                  </a:lnTo>
                  <a:lnTo>
                    <a:pt x="3025140" y="1716024"/>
                  </a:lnTo>
                  <a:lnTo>
                    <a:pt x="3028188" y="1717548"/>
                  </a:lnTo>
                  <a:lnTo>
                    <a:pt x="3034284" y="1717548"/>
                  </a:lnTo>
                  <a:lnTo>
                    <a:pt x="3035808" y="1716024"/>
                  </a:lnTo>
                  <a:lnTo>
                    <a:pt x="3035808" y="1679448"/>
                  </a:lnTo>
                  <a:close/>
                </a:path>
                <a:path w="3035935" h="2196465">
                  <a:moveTo>
                    <a:pt x="3035808" y="1618488"/>
                  </a:moveTo>
                  <a:lnTo>
                    <a:pt x="3034284" y="1616964"/>
                  </a:lnTo>
                  <a:lnTo>
                    <a:pt x="3028188" y="1616964"/>
                  </a:lnTo>
                  <a:lnTo>
                    <a:pt x="3025140" y="1618488"/>
                  </a:lnTo>
                  <a:lnTo>
                    <a:pt x="3025140" y="1655064"/>
                  </a:lnTo>
                  <a:lnTo>
                    <a:pt x="3028188" y="1658112"/>
                  </a:lnTo>
                  <a:lnTo>
                    <a:pt x="3034284" y="1658112"/>
                  </a:lnTo>
                  <a:lnTo>
                    <a:pt x="3035808" y="1655064"/>
                  </a:lnTo>
                  <a:lnTo>
                    <a:pt x="3035808" y="1618488"/>
                  </a:lnTo>
                  <a:close/>
                </a:path>
                <a:path w="3035935" h="2196465">
                  <a:moveTo>
                    <a:pt x="3035808" y="1559052"/>
                  </a:moveTo>
                  <a:lnTo>
                    <a:pt x="3034284" y="1556004"/>
                  </a:lnTo>
                  <a:lnTo>
                    <a:pt x="3028188" y="1556004"/>
                  </a:lnTo>
                  <a:lnTo>
                    <a:pt x="3025140" y="1559052"/>
                  </a:lnTo>
                  <a:lnTo>
                    <a:pt x="3025140" y="1594104"/>
                  </a:lnTo>
                  <a:lnTo>
                    <a:pt x="3028188" y="1597152"/>
                  </a:lnTo>
                  <a:lnTo>
                    <a:pt x="3034284" y="1597152"/>
                  </a:lnTo>
                  <a:lnTo>
                    <a:pt x="3035808" y="1594104"/>
                  </a:lnTo>
                  <a:lnTo>
                    <a:pt x="3035808" y="1559052"/>
                  </a:lnTo>
                  <a:close/>
                </a:path>
                <a:path w="3035935" h="2196465">
                  <a:moveTo>
                    <a:pt x="3035808" y="1498092"/>
                  </a:moveTo>
                  <a:lnTo>
                    <a:pt x="3034284" y="1495044"/>
                  </a:lnTo>
                  <a:lnTo>
                    <a:pt x="3028188" y="1495044"/>
                  </a:lnTo>
                  <a:lnTo>
                    <a:pt x="3025140" y="1498092"/>
                  </a:lnTo>
                  <a:lnTo>
                    <a:pt x="3025140" y="1533144"/>
                  </a:lnTo>
                  <a:lnTo>
                    <a:pt x="3028188" y="1536192"/>
                  </a:lnTo>
                  <a:lnTo>
                    <a:pt x="3034284" y="1536192"/>
                  </a:lnTo>
                  <a:lnTo>
                    <a:pt x="3035808" y="1533144"/>
                  </a:lnTo>
                  <a:lnTo>
                    <a:pt x="3035808" y="1498092"/>
                  </a:lnTo>
                  <a:close/>
                </a:path>
                <a:path w="3035935" h="2196465">
                  <a:moveTo>
                    <a:pt x="3035808" y="1437132"/>
                  </a:moveTo>
                  <a:lnTo>
                    <a:pt x="3034284" y="1435608"/>
                  </a:lnTo>
                  <a:lnTo>
                    <a:pt x="3028188" y="1435608"/>
                  </a:lnTo>
                  <a:lnTo>
                    <a:pt x="3025140" y="1437132"/>
                  </a:lnTo>
                  <a:lnTo>
                    <a:pt x="3025140" y="1473708"/>
                  </a:lnTo>
                  <a:lnTo>
                    <a:pt x="3028188" y="1475232"/>
                  </a:lnTo>
                  <a:lnTo>
                    <a:pt x="3034284" y="1475232"/>
                  </a:lnTo>
                  <a:lnTo>
                    <a:pt x="3035808" y="1473708"/>
                  </a:lnTo>
                  <a:lnTo>
                    <a:pt x="3035808" y="1437132"/>
                  </a:lnTo>
                  <a:close/>
                </a:path>
                <a:path w="3035935" h="2196465">
                  <a:moveTo>
                    <a:pt x="3035808" y="1376172"/>
                  </a:moveTo>
                  <a:lnTo>
                    <a:pt x="3034284" y="1374648"/>
                  </a:lnTo>
                  <a:lnTo>
                    <a:pt x="3028188" y="1374648"/>
                  </a:lnTo>
                  <a:lnTo>
                    <a:pt x="3025140" y="1376172"/>
                  </a:lnTo>
                  <a:lnTo>
                    <a:pt x="3025140" y="1412748"/>
                  </a:lnTo>
                  <a:lnTo>
                    <a:pt x="3028188" y="1414272"/>
                  </a:lnTo>
                  <a:lnTo>
                    <a:pt x="3034284" y="1414272"/>
                  </a:lnTo>
                  <a:lnTo>
                    <a:pt x="3035808" y="1412748"/>
                  </a:lnTo>
                  <a:lnTo>
                    <a:pt x="3035808" y="1376172"/>
                  </a:lnTo>
                  <a:close/>
                </a:path>
                <a:path w="3035935" h="2196465">
                  <a:moveTo>
                    <a:pt x="3035808" y="1315212"/>
                  </a:moveTo>
                  <a:lnTo>
                    <a:pt x="3034284" y="1313688"/>
                  </a:lnTo>
                  <a:lnTo>
                    <a:pt x="3028188" y="1313688"/>
                  </a:lnTo>
                  <a:lnTo>
                    <a:pt x="3025140" y="1315212"/>
                  </a:lnTo>
                  <a:lnTo>
                    <a:pt x="3025140" y="1351788"/>
                  </a:lnTo>
                  <a:lnTo>
                    <a:pt x="3028188" y="1353312"/>
                  </a:lnTo>
                  <a:lnTo>
                    <a:pt x="3034284" y="1353312"/>
                  </a:lnTo>
                  <a:lnTo>
                    <a:pt x="3035808" y="1351788"/>
                  </a:lnTo>
                  <a:lnTo>
                    <a:pt x="3035808" y="1315212"/>
                  </a:lnTo>
                  <a:close/>
                </a:path>
                <a:path w="3035935" h="2196465">
                  <a:moveTo>
                    <a:pt x="3035808" y="1255776"/>
                  </a:moveTo>
                  <a:lnTo>
                    <a:pt x="3034284" y="1252728"/>
                  </a:lnTo>
                  <a:lnTo>
                    <a:pt x="3028188" y="1252728"/>
                  </a:lnTo>
                  <a:lnTo>
                    <a:pt x="3025140" y="1255776"/>
                  </a:lnTo>
                  <a:lnTo>
                    <a:pt x="3025140" y="1290828"/>
                  </a:lnTo>
                  <a:lnTo>
                    <a:pt x="3028188" y="1293876"/>
                  </a:lnTo>
                  <a:lnTo>
                    <a:pt x="3034284" y="1293876"/>
                  </a:lnTo>
                  <a:lnTo>
                    <a:pt x="3035808" y="1290828"/>
                  </a:lnTo>
                  <a:lnTo>
                    <a:pt x="3035808" y="1255776"/>
                  </a:lnTo>
                  <a:close/>
                </a:path>
                <a:path w="3035935" h="2196465">
                  <a:moveTo>
                    <a:pt x="3035808" y="1194816"/>
                  </a:moveTo>
                  <a:lnTo>
                    <a:pt x="3034284" y="1191768"/>
                  </a:lnTo>
                  <a:lnTo>
                    <a:pt x="3028188" y="1191768"/>
                  </a:lnTo>
                  <a:lnTo>
                    <a:pt x="3025140" y="1194816"/>
                  </a:lnTo>
                  <a:lnTo>
                    <a:pt x="3025140" y="1229868"/>
                  </a:lnTo>
                  <a:lnTo>
                    <a:pt x="3028188" y="1232916"/>
                  </a:lnTo>
                  <a:lnTo>
                    <a:pt x="3034284" y="1232916"/>
                  </a:lnTo>
                  <a:lnTo>
                    <a:pt x="3035808" y="1229868"/>
                  </a:lnTo>
                  <a:lnTo>
                    <a:pt x="3035808" y="1194816"/>
                  </a:lnTo>
                  <a:close/>
                </a:path>
              </a:pathLst>
            </a:custGeom>
            <a:solidFill>
              <a:srgbClr val="666666"/>
            </a:solidFill>
          </p:spPr>
          <p:txBody>
            <a:bodyPr wrap="square" lIns="0" tIns="0" rIns="0" bIns="0" rtlCol="0"/>
            <a:lstStyle/>
            <a:p>
              <a:endParaRPr/>
            </a:p>
          </p:txBody>
        </p:sp>
        <p:sp>
          <p:nvSpPr>
            <p:cNvPr id="18" name="object 18"/>
            <p:cNvSpPr/>
            <p:nvPr/>
          </p:nvSpPr>
          <p:spPr>
            <a:xfrm>
              <a:off x="847343" y="2726435"/>
              <a:ext cx="3284220" cy="0"/>
            </a:xfrm>
            <a:custGeom>
              <a:avLst/>
              <a:gdLst/>
              <a:ahLst/>
              <a:cxnLst/>
              <a:rect l="l" t="t" r="r" b="b"/>
              <a:pathLst>
                <a:path w="3284220">
                  <a:moveTo>
                    <a:pt x="3284219" y="0"/>
                  </a:moveTo>
                  <a:lnTo>
                    <a:pt x="0" y="0"/>
                  </a:lnTo>
                </a:path>
              </a:pathLst>
            </a:custGeom>
            <a:ln w="10667">
              <a:solidFill>
                <a:srgbClr val="666666"/>
              </a:solidFill>
            </a:ln>
          </p:spPr>
          <p:txBody>
            <a:bodyPr wrap="square" lIns="0" tIns="0" rIns="0" bIns="0" rtlCol="0"/>
            <a:lstStyle/>
            <a:p>
              <a:endParaRPr/>
            </a:p>
          </p:txBody>
        </p:sp>
        <p:sp>
          <p:nvSpPr>
            <p:cNvPr id="19" name="object 19"/>
            <p:cNvSpPr/>
            <p:nvPr/>
          </p:nvSpPr>
          <p:spPr>
            <a:xfrm>
              <a:off x="2805683" y="1467611"/>
              <a:ext cx="941832" cy="123444"/>
            </a:xfrm>
            <a:prstGeom prst="rect">
              <a:avLst/>
            </a:prstGeom>
            <a:blipFill>
              <a:blip r:embed="rId2" cstate="print"/>
              <a:stretch>
                <a:fillRect/>
              </a:stretch>
            </a:blipFill>
          </p:spPr>
          <p:txBody>
            <a:bodyPr wrap="square" lIns="0" tIns="0" rIns="0" bIns="0" rtlCol="0"/>
            <a:lstStyle/>
            <a:p>
              <a:endParaRPr/>
            </a:p>
          </p:txBody>
        </p:sp>
        <p:sp>
          <p:nvSpPr>
            <p:cNvPr id="20" name="object 20"/>
            <p:cNvSpPr/>
            <p:nvPr/>
          </p:nvSpPr>
          <p:spPr>
            <a:xfrm>
              <a:off x="1207007" y="1467611"/>
              <a:ext cx="1199388" cy="123444"/>
            </a:xfrm>
            <a:prstGeom prst="rect">
              <a:avLst/>
            </a:prstGeom>
            <a:blipFill>
              <a:blip r:embed="rId3" cstate="print"/>
              <a:stretch>
                <a:fillRect/>
              </a:stretch>
            </a:blipFill>
          </p:spPr>
          <p:txBody>
            <a:bodyPr wrap="square" lIns="0" tIns="0" rIns="0" bIns="0" rtlCol="0"/>
            <a:lstStyle/>
            <a:p>
              <a:endParaRPr/>
            </a:p>
          </p:txBody>
        </p:sp>
        <p:sp>
          <p:nvSpPr>
            <p:cNvPr id="21" name="object 21"/>
            <p:cNvSpPr/>
            <p:nvPr/>
          </p:nvSpPr>
          <p:spPr>
            <a:xfrm>
              <a:off x="1444751" y="1662683"/>
              <a:ext cx="0" cy="388620"/>
            </a:xfrm>
            <a:custGeom>
              <a:avLst/>
              <a:gdLst/>
              <a:ahLst/>
              <a:cxnLst/>
              <a:rect l="l" t="t" r="r" b="b"/>
              <a:pathLst>
                <a:path h="388619">
                  <a:moveTo>
                    <a:pt x="0" y="0"/>
                  </a:moveTo>
                  <a:lnTo>
                    <a:pt x="0" y="388619"/>
                  </a:lnTo>
                </a:path>
              </a:pathLst>
            </a:custGeom>
            <a:ln w="10667">
              <a:solidFill>
                <a:srgbClr val="666666"/>
              </a:solidFill>
            </a:ln>
          </p:spPr>
          <p:txBody>
            <a:bodyPr wrap="square" lIns="0" tIns="0" rIns="0" bIns="0" rtlCol="0"/>
            <a:lstStyle/>
            <a:p>
              <a:endParaRPr/>
            </a:p>
          </p:txBody>
        </p:sp>
        <p:sp>
          <p:nvSpPr>
            <p:cNvPr id="22" name="object 22"/>
            <p:cNvSpPr/>
            <p:nvPr/>
          </p:nvSpPr>
          <p:spPr>
            <a:xfrm>
              <a:off x="1399031" y="2028443"/>
              <a:ext cx="91440" cy="91439"/>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2144267" y="1613915"/>
              <a:ext cx="654050" cy="306705"/>
            </a:xfrm>
            <a:custGeom>
              <a:avLst/>
              <a:gdLst/>
              <a:ahLst/>
              <a:cxnLst/>
              <a:rect l="l" t="t" r="r" b="b"/>
              <a:pathLst>
                <a:path w="654050" h="306705">
                  <a:moveTo>
                    <a:pt x="653795" y="0"/>
                  </a:moveTo>
                  <a:lnTo>
                    <a:pt x="0" y="306323"/>
                  </a:lnTo>
                </a:path>
              </a:pathLst>
            </a:custGeom>
            <a:ln w="10667">
              <a:solidFill>
                <a:srgbClr val="666666"/>
              </a:solidFill>
            </a:ln>
          </p:spPr>
          <p:txBody>
            <a:bodyPr wrap="square" lIns="0" tIns="0" rIns="0" bIns="0" rtlCol="0"/>
            <a:lstStyle/>
            <a:p>
              <a:endParaRPr/>
            </a:p>
          </p:txBody>
        </p:sp>
        <p:sp>
          <p:nvSpPr>
            <p:cNvPr id="24" name="object 24"/>
            <p:cNvSpPr/>
            <p:nvPr/>
          </p:nvSpPr>
          <p:spPr>
            <a:xfrm>
              <a:off x="2081783" y="1869947"/>
              <a:ext cx="102108" cy="82296"/>
            </a:xfrm>
            <a:prstGeom prst="rect">
              <a:avLst/>
            </a:prstGeom>
            <a:blipFill>
              <a:blip r:embed="rId5" cstate="print"/>
              <a:stretch>
                <a:fillRect/>
              </a:stretch>
            </a:blipFill>
          </p:spPr>
          <p:txBody>
            <a:bodyPr wrap="square" lIns="0" tIns="0" rIns="0" bIns="0" rtlCol="0"/>
            <a:lstStyle/>
            <a:p>
              <a:endParaRPr/>
            </a:p>
          </p:txBody>
        </p:sp>
        <p:sp>
          <p:nvSpPr>
            <p:cNvPr id="25" name="object 25"/>
            <p:cNvSpPr/>
            <p:nvPr/>
          </p:nvSpPr>
          <p:spPr>
            <a:xfrm>
              <a:off x="2439923" y="1732787"/>
              <a:ext cx="0" cy="1986280"/>
            </a:xfrm>
            <a:custGeom>
              <a:avLst/>
              <a:gdLst/>
              <a:ahLst/>
              <a:cxnLst/>
              <a:rect l="l" t="t" r="r" b="b"/>
              <a:pathLst>
                <a:path h="1986279">
                  <a:moveTo>
                    <a:pt x="0" y="1985771"/>
                  </a:moveTo>
                  <a:lnTo>
                    <a:pt x="0" y="0"/>
                  </a:lnTo>
                </a:path>
              </a:pathLst>
            </a:custGeom>
            <a:ln w="16763">
              <a:solidFill>
                <a:srgbClr val="0000FF"/>
              </a:solidFill>
            </a:ln>
          </p:spPr>
          <p:txBody>
            <a:bodyPr wrap="square" lIns="0" tIns="0" rIns="0" bIns="0" rtlCol="0"/>
            <a:lstStyle/>
            <a:p>
              <a:endParaRPr/>
            </a:p>
          </p:txBody>
        </p:sp>
        <p:sp>
          <p:nvSpPr>
            <p:cNvPr id="26" name="object 26"/>
            <p:cNvSpPr/>
            <p:nvPr/>
          </p:nvSpPr>
          <p:spPr>
            <a:xfrm>
              <a:off x="847343" y="2129027"/>
              <a:ext cx="3185160" cy="1193800"/>
            </a:xfrm>
            <a:custGeom>
              <a:avLst/>
              <a:gdLst/>
              <a:ahLst/>
              <a:cxnLst/>
              <a:rect l="l" t="t" r="r" b="b"/>
              <a:pathLst>
                <a:path w="3185160" h="1193800">
                  <a:moveTo>
                    <a:pt x="0" y="597407"/>
                  </a:moveTo>
                  <a:lnTo>
                    <a:pt x="0" y="0"/>
                  </a:lnTo>
                  <a:lnTo>
                    <a:pt x="1592579" y="0"/>
                  </a:lnTo>
                  <a:lnTo>
                    <a:pt x="1592579" y="1193291"/>
                  </a:lnTo>
                  <a:lnTo>
                    <a:pt x="3185159" y="1193291"/>
                  </a:lnTo>
                  <a:lnTo>
                    <a:pt x="3185159" y="597407"/>
                  </a:lnTo>
                </a:path>
              </a:pathLst>
            </a:custGeom>
            <a:ln w="16763">
              <a:solidFill>
                <a:srgbClr val="FF0000"/>
              </a:solidFill>
            </a:ln>
          </p:spPr>
          <p:txBody>
            <a:bodyPr wrap="square" lIns="0" tIns="0" rIns="0" bIns="0" rtlCol="0"/>
            <a:lstStyle/>
            <a:p>
              <a:endParaRPr/>
            </a:p>
          </p:txBody>
        </p:sp>
        <p:sp>
          <p:nvSpPr>
            <p:cNvPr id="27" name="object 27"/>
            <p:cNvSpPr/>
            <p:nvPr/>
          </p:nvSpPr>
          <p:spPr>
            <a:xfrm>
              <a:off x="847343" y="3918203"/>
              <a:ext cx="3225165" cy="794385"/>
            </a:xfrm>
            <a:custGeom>
              <a:avLst/>
              <a:gdLst/>
              <a:ahLst/>
              <a:cxnLst/>
              <a:rect l="l" t="t" r="r" b="b"/>
              <a:pathLst>
                <a:path w="3225165" h="794385">
                  <a:moveTo>
                    <a:pt x="0" y="396239"/>
                  </a:moveTo>
                  <a:lnTo>
                    <a:pt x="80771" y="396239"/>
                  </a:lnTo>
                  <a:lnTo>
                    <a:pt x="80771" y="0"/>
                  </a:lnTo>
                  <a:lnTo>
                    <a:pt x="318515" y="0"/>
                  </a:lnTo>
                  <a:lnTo>
                    <a:pt x="318515" y="396239"/>
                  </a:lnTo>
                  <a:lnTo>
                    <a:pt x="478535" y="396239"/>
                  </a:lnTo>
                  <a:lnTo>
                    <a:pt x="478535" y="0"/>
                  </a:lnTo>
                  <a:lnTo>
                    <a:pt x="717803" y="0"/>
                  </a:lnTo>
                  <a:lnTo>
                    <a:pt x="717803" y="396239"/>
                  </a:lnTo>
                  <a:lnTo>
                    <a:pt x="876299" y="396239"/>
                  </a:lnTo>
                  <a:lnTo>
                    <a:pt x="876299" y="0"/>
                  </a:lnTo>
                  <a:lnTo>
                    <a:pt x="1115567" y="0"/>
                  </a:lnTo>
                  <a:lnTo>
                    <a:pt x="1115567" y="396239"/>
                  </a:lnTo>
                  <a:lnTo>
                    <a:pt x="1274063" y="396239"/>
                  </a:lnTo>
                  <a:lnTo>
                    <a:pt x="1274063" y="0"/>
                  </a:lnTo>
                  <a:lnTo>
                    <a:pt x="1513331" y="0"/>
                  </a:lnTo>
                  <a:lnTo>
                    <a:pt x="1513331" y="396239"/>
                  </a:lnTo>
                  <a:lnTo>
                    <a:pt x="1632203" y="396239"/>
                  </a:lnTo>
                </a:path>
                <a:path w="3225165" h="794385">
                  <a:moveTo>
                    <a:pt x="1592579" y="396239"/>
                  </a:moveTo>
                  <a:lnTo>
                    <a:pt x="1671827" y="396239"/>
                  </a:lnTo>
                  <a:lnTo>
                    <a:pt x="1671827" y="794003"/>
                  </a:lnTo>
                  <a:lnTo>
                    <a:pt x="1911095" y="794003"/>
                  </a:lnTo>
                  <a:lnTo>
                    <a:pt x="1911095" y="396239"/>
                  </a:lnTo>
                  <a:lnTo>
                    <a:pt x="2071115" y="396239"/>
                  </a:lnTo>
                  <a:lnTo>
                    <a:pt x="2071115" y="794003"/>
                  </a:lnTo>
                  <a:lnTo>
                    <a:pt x="2308859" y="794003"/>
                  </a:lnTo>
                  <a:lnTo>
                    <a:pt x="2308859" y="396239"/>
                  </a:lnTo>
                  <a:lnTo>
                    <a:pt x="2468879" y="396239"/>
                  </a:lnTo>
                  <a:lnTo>
                    <a:pt x="2468879" y="794003"/>
                  </a:lnTo>
                  <a:lnTo>
                    <a:pt x="2708147" y="794003"/>
                  </a:lnTo>
                  <a:lnTo>
                    <a:pt x="2708147" y="396239"/>
                  </a:lnTo>
                  <a:lnTo>
                    <a:pt x="2866643" y="396239"/>
                  </a:lnTo>
                  <a:lnTo>
                    <a:pt x="2866643" y="794003"/>
                  </a:lnTo>
                  <a:lnTo>
                    <a:pt x="3105911" y="794003"/>
                  </a:lnTo>
                  <a:lnTo>
                    <a:pt x="3105911" y="396239"/>
                  </a:lnTo>
                  <a:lnTo>
                    <a:pt x="3224783" y="396239"/>
                  </a:lnTo>
                </a:path>
              </a:pathLst>
            </a:custGeom>
            <a:ln w="16763">
              <a:solidFill>
                <a:srgbClr val="800000"/>
              </a:solidFill>
            </a:ln>
          </p:spPr>
          <p:txBody>
            <a:bodyPr wrap="square" lIns="0" tIns="0" rIns="0" bIns="0" rtlCol="0"/>
            <a:lstStyle/>
            <a:p>
              <a:endParaRPr/>
            </a:p>
          </p:txBody>
        </p:sp>
      </p:grpSp>
      <p:grpSp>
        <p:nvGrpSpPr>
          <p:cNvPr id="28" name="object 28"/>
          <p:cNvGrpSpPr/>
          <p:nvPr/>
        </p:nvGrpSpPr>
        <p:grpSpPr>
          <a:xfrm>
            <a:off x="5969508" y="2446020"/>
            <a:ext cx="1519555" cy="746760"/>
            <a:chOff x="5969508" y="2446020"/>
            <a:chExt cx="1519555" cy="746760"/>
          </a:xfrm>
        </p:grpSpPr>
        <p:sp>
          <p:nvSpPr>
            <p:cNvPr id="29" name="object 29"/>
            <p:cNvSpPr/>
            <p:nvPr/>
          </p:nvSpPr>
          <p:spPr>
            <a:xfrm>
              <a:off x="5977128" y="2453640"/>
              <a:ext cx="1504315" cy="731520"/>
            </a:xfrm>
            <a:custGeom>
              <a:avLst/>
              <a:gdLst/>
              <a:ahLst/>
              <a:cxnLst/>
              <a:rect l="l" t="t" r="r" b="b"/>
              <a:pathLst>
                <a:path w="1504315" h="731519">
                  <a:moveTo>
                    <a:pt x="1504188" y="0"/>
                  </a:moveTo>
                  <a:lnTo>
                    <a:pt x="0" y="0"/>
                  </a:lnTo>
                  <a:lnTo>
                    <a:pt x="0" y="731520"/>
                  </a:lnTo>
                  <a:lnTo>
                    <a:pt x="1504188" y="731520"/>
                  </a:lnTo>
                  <a:lnTo>
                    <a:pt x="1504188" y="0"/>
                  </a:lnTo>
                  <a:close/>
                </a:path>
              </a:pathLst>
            </a:custGeom>
            <a:solidFill>
              <a:srgbClr val="E48312"/>
            </a:solidFill>
          </p:spPr>
          <p:txBody>
            <a:bodyPr wrap="square" lIns="0" tIns="0" rIns="0" bIns="0" rtlCol="0"/>
            <a:lstStyle/>
            <a:p>
              <a:endParaRPr/>
            </a:p>
          </p:txBody>
        </p:sp>
        <p:sp>
          <p:nvSpPr>
            <p:cNvPr id="30" name="object 30"/>
            <p:cNvSpPr/>
            <p:nvPr/>
          </p:nvSpPr>
          <p:spPr>
            <a:xfrm>
              <a:off x="5969508" y="2446020"/>
              <a:ext cx="1519555" cy="746760"/>
            </a:xfrm>
            <a:custGeom>
              <a:avLst/>
              <a:gdLst/>
              <a:ahLst/>
              <a:cxnLst/>
              <a:rect l="l" t="t" r="r" b="b"/>
              <a:pathLst>
                <a:path w="1519554" h="746760">
                  <a:moveTo>
                    <a:pt x="1516380" y="0"/>
                  </a:moveTo>
                  <a:lnTo>
                    <a:pt x="3047" y="0"/>
                  </a:lnTo>
                  <a:lnTo>
                    <a:pt x="0" y="3047"/>
                  </a:lnTo>
                  <a:lnTo>
                    <a:pt x="0" y="743712"/>
                  </a:lnTo>
                  <a:lnTo>
                    <a:pt x="3047" y="746759"/>
                  </a:lnTo>
                  <a:lnTo>
                    <a:pt x="1516380" y="746759"/>
                  </a:lnTo>
                  <a:lnTo>
                    <a:pt x="1519427" y="743712"/>
                  </a:lnTo>
                  <a:lnTo>
                    <a:pt x="1519427" y="739139"/>
                  </a:lnTo>
                  <a:lnTo>
                    <a:pt x="16763" y="739139"/>
                  </a:lnTo>
                  <a:lnTo>
                    <a:pt x="7619" y="731519"/>
                  </a:lnTo>
                  <a:lnTo>
                    <a:pt x="16763" y="731519"/>
                  </a:lnTo>
                  <a:lnTo>
                    <a:pt x="16763" y="15239"/>
                  </a:lnTo>
                  <a:lnTo>
                    <a:pt x="7619" y="15239"/>
                  </a:lnTo>
                  <a:lnTo>
                    <a:pt x="16763" y="7619"/>
                  </a:lnTo>
                  <a:lnTo>
                    <a:pt x="1519427" y="7619"/>
                  </a:lnTo>
                  <a:lnTo>
                    <a:pt x="1519427" y="3047"/>
                  </a:lnTo>
                  <a:lnTo>
                    <a:pt x="1516380" y="0"/>
                  </a:lnTo>
                  <a:close/>
                </a:path>
                <a:path w="1519554" h="746760">
                  <a:moveTo>
                    <a:pt x="16763" y="731519"/>
                  </a:moveTo>
                  <a:lnTo>
                    <a:pt x="7619" y="731519"/>
                  </a:lnTo>
                  <a:lnTo>
                    <a:pt x="16763" y="739139"/>
                  </a:lnTo>
                  <a:lnTo>
                    <a:pt x="16763" y="731519"/>
                  </a:lnTo>
                  <a:close/>
                </a:path>
                <a:path w="1519554" h="746760">
                  <a:moveTo>
                    <a:pt x="1504188" y="731519"/>
                  </a:moveTo>
                  <a:lnTo>
                    <a:pt x="16763" y="731519"/>
                  </a:lnTo>
                  <a:lnTo>
                    <a:pt x="16763" y="739139"/>
                  </a:lnTo>
                  <a:lnTo>
                    <a:pt x="1504188" y="739139"/>
                  </a:lnTo>
                  <a:lnTo>
                    <a:pt x="1504188" y="731519"/>
                  </a:lnTo>
                  <a:close/>
                </a:path>
                <a:path w="1519554" h="746760">
                  <a:moveTo>
                    <a:pt x="1504188" y="7619"/>
                  </a:moveTo>
                  <a:lnTo>
                    <a:pt x="1504188" y="739139"/>
                  </a:lnTo>
                  <a:lnTo>
                    <a:pt x="1511808" y="731519"/>
                  </a:lnTo>
                  <a:lnTo>
                    <a:pt x="1519427" y="731519"/>
                  </a:lnTo>
                  <a:lnTo>
                    <a:pt x="1519427" y="15239"/>
                  </a:lnTo>
                  <a:lnTo>
                    <a:pt x="1511808" y="15239"/>
                  </a:lnTo>
                  <a:lnTo>
                    <a:pt x="1504188" y="7619"/>
                  </a:lnTo>
                  <a:close/>
                </a:path>
                <a:path w="1519554" h="746760">
                  <a:moveTo>
                    <a:pt x="1519427" y="731519"/>
                  </a:moveTo>
                  <a:lnTo>
                    <a:pt x="1511808" y="731519"/>
                  </a:lnTo>
                  <a:lnTo>
                    <a:pt x="1504188" y="739139"/>
                  </a:lnTo>
                  <a:lnTo>
                    <a:pt x="1519427" y="739139"/>
                  </a:lnTo>
                  <a:lnTo>
                    <a:pt x="1519427" y="731519"/>
                  </a:lnTo>
                  <a:close/>
                </a:path>
                <a:path w="1519554" h="746760">
                  <a:moveTo>
                    <a:pt x="16763" y="7619"/>
                  </a:moveTo>
                  <a:lnTo>
                    <a:pt x="7619" y="15239"/>
                  </a:lnTo>
                  <a:lnTo>
                    <a:pt x="16763" y="15239"/>
                  </a:lnTo>
                  <a:lnTo>
                    <a:pt x="16763" y="7619"/>
                  </a:lnTo>
                  <a:close/>
                </a:path>
                <a:path w="1519554" h="746760">
                  <a:moveTo>
                    <a:pt x="1504188" y="7619"/>
                  </a:moveTo>
                  <a:lnTo>
                    <a:pt x="16763" y="7619"/>
                  </a:lnTo>
                  <a:lnTo>
                    <a:pt x="16763" y="15239"/>
                  </a:lnTo>
                  <a:lnTo>
                    <a:pt x="1504188" y="15239"/>
                  </a:lnTo>
                  <a:lnTo>
                    <a:pt x="1504188" y="7619"/>
                  </a:lnTo>
                  <a:close/>
                </a:path>
                <a:path w="1519554" h="746760">
                  <a:moveTo>
                    <a:pt x="1519427" y="7619"/>
                  </a:moveTo>
                  <a:lnTo>
                    <a:pt x="1504188" y="7619"/>
                  </a:lnTo>
                  <a:lnTo>
                    <a:pt x="1511808" y="15239"/>
                  </a:lnTo>
                  <a:lnTo>
                    <a:pt x="1519427" y="15239"/>
                  </a:lnTo>
                  <a:lnTo>
                    <a:pt x="1519427" y="7619"/>
                  </a:lnTo>
                  <a:close/>
                </a:path>
              </a:pathLst>
            </a:custGeom>
            <a:solidFill>
              <a:srgbClr val="A75F0A"/>
            </a:solidFill>
          </p:spPr>
          <p:txBody>
            <a:bodyPr wrap="square" lIns="0" tIns="0" rIns="0" bIns="0" rtlCol="0"/>
            <a:lstStyle/>
            <a:p>
              <a:endParaRPr/>
            </a:p>
          </p:txBody>
        </p:sp>
      </p:grpSp>
      <p:sp>
        <p:nvSpPr>
          <p:cNvPr id="31" name="object 31"/>
          <p:cNvSpPr txBox="1"/>
          <p:nvPr/>
        </p:nvSpPr>
        <p:spPr>
          <a:xfrm>
            <a:off x="5977128" y="2453639"/>
            <a:ext cx="1504315" cy="731520"/>
          </a:xfrm>
          <a:prstGeom prst="rect">
            <a:avLst/>
          </a:prstGeom>
        </p:spPr>
        <p:txBody>
          <a:bodyPr vert="horz" wrap="square" lIns="0" tIns="1270" rIns="0" bIns="0" rtlCol="0">
            <a:spAutoFit/>
          </a:bodyPr>
          <a:lstStyle/>
          <a:p>
            <a:pPr>
              <a:lnSpc>
                <a:spcPct val="100000"/>
              </a:lnSpc>
              <a:spcBef>
                <a:spcPts val="10"/>
              </a:spcBef>
            </a:pPr>
            <a:endParaRPr sz="1450">
              <a:latin typeface="Times New Roman"/>
              <a:cs typeface="Times New Roman"/>
            </a:endParaRPr>
          </a:p>
          <a:p>
            <a:pPr marL="194945">
              <a:lnSpc>
                <a:spcPct val="100000"/>
              </a:lnSpc>
            </a:pPr>
            <a:r>
              <a:rPr sz="1800" spc="-10" dirty="0">
                <a:solidFill>
                  <a:srgbClr val="FFFFFF"/>
                </a:solidFill>
                <a:latin typeface="Carlito"/>
                <a:cs typeface="Carlito"/>
              </a:rPr>
              <a:t>Comparator</a:t>
            </a:r>
            <a:endParaRPr sz="1800">
              <a:latin typeface="Carlito"/>
              <a:cs typeface="Carlito"/>
            </a:endParaRPr>
          </a:p>
        </p:txBody>
      </p:sp>
      <p:sp>
        <p:nvSpPr>
          <p:cNvPr id="32" name="object 32"/>
          <p:cNvSpPr/>
          <p:nvPr/>
        </p:nvSpPr>
        <p:spPr>
          <a:xfrm>
            <a:off x="5297424" y="2148839"/>
            <a:ext cx="2588260" cy="1370330"/>
          </a:xfrm>
          <a:custGeom>
            <a:avLst/>
            <a:gdLst/>
            <a:ahLst/>
            <a:cxnLst/>
            <a:rect l="l" t="t" r="r" b="b"/>
            <a:pathLst>
              <a:path w="2588259" h="1370329">
                <a:moveTo>
                  <a:pt x="679704" y="886968"/>
                </a:moveTo>
                <a:lnTo>
                  <a:pt x="655307" y="874776"/>
                </a:lnTo>
                <a:lnTo>
                  <a:pt x="603504" y="848868"/>
                </a:lnTo>
                <a:lnTo>
                  <a:pt x="603504" y="874776"/>
                </a:lnTo>
                <a:lnTo>
                  <a:pt x="332232" y="874776"/>
                </a:lnTo>
                <a:lnTo>
                  <a:pt x="327660" y="880872"/>
                </a:lnTo>
                <a:lnTo>
                  <a:pt x="327660" y="1345692"/>
                </a:lnTo>
                <a:lnTo>
                  <a:pt x="0" y="1345692"/>
                </a:lnTo>
                <a:lnTo>
                  <a:pt x="0" y="1370076"/>
                </a:lnTo>
                <a:lnTo>
                  <a:pt x="347472" y="1370076"/>
                </a:lnTo>
                <a:lnTo>
                  <a:pt x="352044" y="1365504"/>
                </a:lnTo>
                <a:lnTo>
                  <a:pt x="352044" y="1357884"/>
                </a:lnTo>
                <a:lnTo>
                  <a:pt x="352044" y="1345692"/>
                </a:lnTo>
                <a:lnTo>
                  <a:pt x="352044" y="900684"/>
                </a:lnTo>
                <a:lnTo>
                  <a:pt x="603504" y="900684"/>
                </a:lnTo>
                <a:lnTo>
                  <a:pt x="603504" y="925068"/>
                </a:lnTo>
                <a:lnTo>
                  <a:pt x="652272" y="900684"/>
                </a:lnTo>
                <a:lnTo>
                  <a:pt x="679704" y="886968"/>
                </a:lnTo>
                <a:close/>
              </a:path>
              <a:path w="2588259" h="1370329">
                <a:moveTo>
                  <a:pt x="679704" y="486156"/>
                </a:moveTo>
                <a:lnTo>
                  <a:pt x="655307" y="473964"/>
                </a:lnTo>
                <a:lnTo>
                  <a:pt x="603504" y="448056"/>
                </a:lnTo>
                <a:lnTo>
                  <a:pt x="603504" y="473964"/>
                </a:lnTo>
                <a:lnTo>
                  <a:pt x="352044" y="473964"/>
                </a:lnTo>
                <a:lnTo>
                  <a:pt x="352044" y="25908"/>
                </a:lnTo>
                <a:lnTo>
                  <a:pt x="352044" y="13716"/>
                </a:lnTo>
                <a:lnTo>
                  <a:pt x="352044" y="6096"/>
                </a:lnTo>
                <a:lnTo>
                  <a:pt x="347472" y="0"/>
                </a:lnTo>
                <a:lnTo>
                  <a:pt x="0" y="0"/>
                </a:lnTo>
                <a:lnTo>
                  <a:pt x="0" y="25908"/>
                </a:lnTo>
                <a:lnTo>
                  <a:pt x="327660" y="25908"/>
                </a:lnTo>
                <a:lnTo>
                  <a:pt x="327660" y="493776"/>
                </a:lnTo>
                <a:lnTo>
                  <a:pt x="332232" y="499872"/>
                </a:lnTo>
                <a:lnTo>
                  <a:pt x="603504" y="499872"/>
                </a:lnTo>
                <a:lnTo>
                  <a:pt x="603504" y="524256"/>
                </a:lnTo>
                <a:lnTo>
                  <a:pt x="652272" y="499872"/>
                </a:lnTo>
                <a:lnTo>
                  <a:pt x="679704" y="486156"/>
                </a:lnTo>
                <a:close/>
              </a:path>
              <a:path w="2588259" h="1370329">
                <a:moveTo>
                  <a:pt x="2587752" y="670560"/>
                </a:moveTo>
                <a:lnTo>
                  <a:pt x="2563368" y="658368"/>
                </a:lnTo>
                <a:lnTo>
                  <a:pt x="2511552" y="632460"/>
                </a:lnTo>
                <a:lnTo>
                  <a:pt x="2511552" y="658368"/>
                </a:lnTo>
                <a:lnTo>
                  <a:pt x="2183892" y="658368"/>
                </a:lnTo>
                <a:lnTo>
                  <a:pt x="2183892" y="684276"/>
                </a:lnTo>
                <a:lnTo>
                  <a:pt x="2511552" y="684276"/>
                </a:lnTo>
                <a:lnTo>
                  <a:pt x="2511552" y="708660"/>
                </a:lnTo>
                <a:lnTo>
                  <a:pt x="2560320" y="684276"/>
                </a:lnTo>
                <a:lnTo>
                  <a:pt x="2587752" y="670560"/>
                </a:lnTo>
                <a:close/>
              </a:path>
            </a:pathLst>
          </a:custGeom>
          <a:solidFill>
            <a:srgbClr val="E48312"/>
          </a:solidFill>
        </p:spPr>
        <p:txBody>
          <a:bodyPr wrap="square" lIns="0" tIns="0" rIns="0" bIns="0" rtlCol="0"/>
          <a:lstStyle/>
          <a:p>
            <a:endParaRPr/>
          </a:p>
        </p:txBody>
      </p:sp>
      <p:sp>
        <p:nvSpPr>
          <p:cNvPr id="33" name="object 33"/>
          <p:cNvSpPr txBox="1"/>
          <p:nvPr/>
        </p:nvSpPr>
        <p:spPr>
          <a:xfrm>
            <a:off x="5097195" y="1521891"/>
            <a:ext cx="1075005"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latin typeface="Carlito"/>
                <a:cs typeface="Carlito"/>
              </a:rPr>
              <a:t>Car</a:t>
            </a:r>
            <a:r>
              <a:rPr sz="1800" spc="-10" dirty="0">
                <a:latin typeface="Carlito"/>
                <a:cs typeface="Carlito"/>
              </a:rPr>
              <a:t>r</a:t>
            </a:r>
            <a:r>
              <a:rPr sz="1800" spc="-5" dirty="0">
                <a:latin typeface="Carlito"/>
                <a:cs typeface="Carlito"/>
              </a:rPr>
              <a:t>ier  </a:t>
            </a:r>
            <a:r>
              <a:rPr sz="1800" spc="-30" dirty="0">
                <a:latin typeface="Carlito"/>
                <a:cs typeface="Carlito"/>
              </a:rPr>
              <a:t>Wave</a:t>
            </a:r>
            <a:endParaRPr sz="1800">
              <a:latin typeface="Carlito"/>
              <a:cs typeface="Carlito"/>
            </a:endParaRPr>
          </a:p>
        </p:txBody>
      </p:sp>
      <p:sp>
        <p:nvSpPr>
          <p:cNvPr id="34" name="object 34"/>
          <p:cNvSpPr txBox="1"/>
          <p:nvPr/>
        </p:nvSpPr>
        <p:spPr>
          <a:xfrm>
            <a:off x="5097195" y="3634155"/>
            <a:ext cx="1075005"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latin typeface="Carlito"/>
                <a:cs typeface="Carlito"/>
              </a:rPr>
              <a:t>Sq</a:t>
            </a:r>
            <a:r>
              <a:rPr sz="1800" spc="5" dirty="0">
                <a:latin typeface="Carlito"/>
                <a:cs typeface="Carlito"/>
              </a:rPr>
              <a:t>u</a:t>
            </a:r>
            <a:r>
              <a:rPr sz="1800" dirty="0">
                <a:latin typeface="Carlito"/>
                <a:cs typeface="Carlito"/>
              </a:rPr>
              <a:t>a</a:t>
            </a:r>
            <a:r>
              <a:rPr sz="1800" spc="-30" dirty="0">
                <a:latin typeface="Carlito"/>
                <a:cs typeface="Carlito"/>
              </a:rPr>
              <a:t>r</a:t>
            </a:r>
            <a:r>
              <a:rPr sz="1800" dirty="0">
                <a:latin typeface="Carlito"/>
                <a:cs typeface="Carlito"/>
              </a:rPr>
              <a:t>e  </a:t>
            </a:r>
            <a:r>
              <a:rPr sz="1800" spc="-30" dirty="0">
                <a:latin typeface="Carlito"/>
                <a:cs typeface="Carlito"/>
              </a:rPr>
              <a:t>Wave</a:t>
            </a:r>
            <a:endParaRPr sz="1800">
              <a:latin typeface="Carlito"/>
              <a:cs typeface="Carlito"/>
            </a:endParaRPr>
          </a:p>
        </p:txBody>
      </p:sp>
      <p:sp>
        <p:nvSpPr>
          <p:cNvPr id="35" name="object 35"/>
          <p:cNvSpPr txBox="1"/>
          <p:nvPr/>
        </p:nvSpPr>
        <p:spPr>
          <a:xfrm>
            <a:off x="6966216" y="4752733"/>
            <a:ext cx="1744980" cy="1398270"/>
          </a:xfrm>
          <a:prstGeom prst="rect">
            <a:avLst/>
          </a:prstGeom>
        </p:spPr>
        <p:txBody>
          <a:bodyPr vert="horz" wrap="square" lIns="0" tIns="12700" rIns="0" bIns="0" rtlCol="0">
            <a:spAutoFit/>
          </a:bodyPr>
          <a:lstStyle/>
          <a:p>
            <a:pPr marL="38100">
              <a:lnSpc>
                <a:spcPct val="100000"/>
              </a:lnSpc>
              <a:spcBef>
                <a:spcPts val="100"/>
              </a:spcBef>
            </a:pPr>
            <a:r>
              <a:rPr sz="2000" i="1" dirty="0">
                <a:latin typeface="Times New Roman"/>
                <a:cs typeface="Times New Roman"/>
              </a:rPr>
              <a:t>N</a:t>
            </a:r>
            <a:r>
              <a:rPr sz="1950" baseline="-21367" dirty="0">
                <a:latin typeface="Times New Roman"/>
                <a:cs typeface="Times New Roman"/>
              </a:rPr>
              <a:t>p </a:t>
            </a:r>
            <a:r>
              <a:rPr sz="2000" dirty="0">
                <a:latin typeface="Times New Roman"/>
                <a:cs typeface="Times New Roman"/>
              </a:rPr>
              <a:t>= </a:t>
            </a:r>
            <a:r>
              <a:rPr sz="2000" spc="-5" dirty="0">
                <a:latin typeface="Times New Roman"/>
                <a:cs typeface="Times New Roman"/>
              </a:rPr>
              <a:t>number</a:t>
            </a:r>
            <a:r>
              <a:rPr sz="2000" spc="-204" dirty="0">
                <a:latin typeface="Times New Roman"/>
                <a:cs typeface="Times New Roman"/>
              </a:rPr>
              <a:t> </a:t>
            </a:r>
            <a:r>
              <a:rPr sz="2000" dirty="0">
                <a:latin typeface="Times New Roman"/>
                <a:cs typeface="Times New Roman"/>
              </a:rPr>
              <a:t>of</a:t>
            </a:r>
            <a:endParaRPr sz="2000">
              <a:latin typeface="Times New Roman"/>
              <a:cs typeface="Times New Roman"/>
            </a:endParaRPr>
          </a:p>
          <a:p>
            <a:pPr marL="579120" marR="87630">
              <a:lnSpc>
                <a:spcPct val="100000"/>
              </a:lnSpc>
              <a:spcBef>
                <a:spcPts val="5"/>
              </a:spcBef>
            </a:pPr>
            <a:r>
              <a:rPr sz="2000" dirty="0">
                <a:latin typeface="Times New Roman"/>
                <a:cs typeface="Times New Roman"/>
              </a:rPr>
              <a:t>pulses in</a:t>
            </a:r>
            <a:r>
              <a:rPr sz="2000" spc="-130" dirty="0">
                <a:latin typeface="Times New Roman"/>
                <a:cs typeface="Times New Roman"/>
              </a:rPr>
              <a:t> </a:t>
            </a:r>
            <a:r>
              <a:rPr sz="2000" dirty="0">
                <a:latin typeface="Times New Roman"/>
                <a:cs typeface="Times New Roman"/>
              </a:rPr>
              <a:t>a  half</a:t>
            </a:r>
            <a:r>
              <a:rPr sz="2000" spc="-55" dirty="0">
                <a:latin typeface="Times New Roman"/>
                <a:cs typeface="Times New Roman"/>
              </a:rPr>
              <a:t> </a:t>
            </a:r>
            <a:r>
              <a:rPr sz="2000" spc="-5" dirty="0">
                <a:latin typeface="Times New Roman"/>
                <a:cs typeface="Times New Roman"/>
              </a:rPr>
              <a:t>cycle</a:t>
            </a:r>
            <a:endParaRPr sz="2000">
              <a:latin typeface="Times New Roman"/>
              <a:cs typeface="Times New Roman"/>
            </a:endParaRPr>
          </a:p>
          <a:p>
            <a:pPr marL="38100">
              <a:lnSpc>
                <a:spcPct val="100000"/>
              </a:lnSpc>
              <a:spcBef>
                <a:spcPts val="1200"/>
              </a:spcBef>
            </a:pPr>
            <a:r>
              <a:rPr sz="2000" i="1" dirty="0">
                <a:latin typeface="Times New Roman"/>
                <a:cs typeface="Times New Roman"/>
              </a:rPr>
              <a:t>P </a:t>
            </a:r>
            <a:r>
              <a:rPr sz="2000" dirty="0">
                <a:latin typeface="Times New Roman"/>
                <a:cs typeface="Times New Roman"/>
              </a:rPr>
              <a:t>= pulse</a:t>
            </a:r>
            <a:r>
              <a:rPr sz="2000" spc="-105" dirty="0">
                <a:latin typeface="Times New Roman"/>
                <a:cs typeface="Times New Roman"/>
              </a:rPr>
              <a:t> </a:t>
            </a:r>
            <a:r>
              <a:rPr sz="2000" dirty="0">
                <a:latin typeface="Times New Roman"/>
                <a:cs typeface="Times New Roman"/>
              </a:rPr>
              <a:t>width</a:t>
            </a:r>
            <a:endParaRPr sz="2000">
              <a:latin typeface="Times New Roman"/>
              <a:cs typeface="Times New Roman"/>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914400" y="381000"/>
            <a:ext cx="7696200" cy="566822"/>
          </a:xfrm>
          <a:prstGeom prst="rect">
            <a:avLst/>
          </a:prstGeom>
        </p:spPr>
        <p:txBody>
          <a:bodyPr vert="horz" wrap="square" lIns="0" tIns="12700" rIns="0" bIns="0" rtlCol="0">
            <a:spAutoFit/>
          </a:bodyPr>
          <a:lstStyle/>
          <a:p>
            <a:pPr marL="12700" algn="ctr">
              <a:lnSpc>
                <a:spcPct val="100000"/>
              </a:lnSpc>
              <a:spcBef>
                <a:spcPts val="100"/>
              </a:spcBef>
            </a:pPr>
            <a:r>
              <a:rPr sz="3600" spc="-250">
                <a:solidFill>
                  <a:srgbClr val="002060"/>
                </a:solidFill>
              </a:rPr>
              <a:t>Multiple </a:t>
            </a:r>
            <a:r>
              <a:rPr lang="en-US" sz="3600" spc="-320" dirty="0" smtClean="0">
                <a:solidFill>
                  <a:srgbClr val="002060"/>
                </a:solidFill>
              </a:rPr>
              <a:t>PWM</a:t>
            </a:r>
            <a:endParaRPr sz="3600"/>
          </a:p>
        </p:txBody>
      </p:sp>
      <p:pic>
        <p:nvPicPr>
          <p:cNvPr id="7171" name="Picture 3"/>
          <p:cNvPicPr>
            <a:picLocks noChangeAspect="1" noChangeArrowheads="1"/>
          </p:cNvPicPr>
          <p:nvPr/>
        </p:nvPicPr>
        <p:blipFill>
          <a:blip r:embed="rId2"/>
          <a:srcRect/>
          <a:stretch>
            <a:fillRect/>
          </a:stretch>
        </p:blipFill>
        <p:spPr bwMode="auto">
          <a:xfrm>
            <a:off x="221635" y="1143000"/>
            <a:ext cx="8120682" cy="4267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1600200" y="228600"/>
            <a:ext cx="6153150" cy="58864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838200" y="365783"/>
            <a:ext cx="7048500" cy="57826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p:cNvPicPr>
            <a:picLocks noChangeAspect="1" noChangeArrowheads="1"/>
          </p:cNvPicPr>
          <p:nvPr/>
        </p:nvPicPr>
        <p:blipFill>
          <a:blip r:embed="rId2"/>
          <a:srcRect/>
          <a:stretch>
            <a:fillRect/>
          </a:stretch>
        </p:blipFill>
        <p:spPr bwMode="auto">
          <a:xfrm>
            <a:off x="533400" y="609600"/>
            <a:ext cx="8434388" cy="2667000"/>
          </a:xfrm>
          <a:prstGeom prst="rect">
            <a:avLst/>
          </a:prstGeom>
          <a:noFill/>
          <a:ln w="9525">
            <a:noFill/>
            <a:miter lim="800000"/>
            <a:headEnd/>
            <a:tailEnd/>
          </a:ln>
          <a:effectLst/>
        </p:spPr>
      </p:pic>
      <p:pic>
        <p:nvPicPr>
          <p:cNvPr id="10244" name="Picture 4"/>
          <p:cNvPicPr>
            <a:picLocks noChangeAspect="1" noChangeArrowheads="1"/>
          </p:cNvPicPr>
          <p:nvPr/>
        </p:nvPicPr>
        <p:blipFill>
          <a:blip r:embed="rId3"/>
          <a:srcRect/>
          <a:stretch>
            <a:fillRect/>
          </a:stretch>
        </p:blipFill>
        <p:spPr bwMode="auto">
          <a:xfrm>
            <a:off x="533400" y="3352800"/>
            <a:ext cx="8348870" cy="152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2600325" y="723900"/>
            <a:ext cx="3943350" cy="5410200"/>
          </a:xfrm>
          <a:prstGeom prst="rect">
            <a:avLst/>
          </a:prstGeom>
          <a:noFill/>
          <a:ln w="9525">
            <a:noFill/>
            <a:miter lim="800000"/>
            <a:headEnd/>
            <a:tailEnd/>
          </a:ln>
          <a:effectLst/>
        </p:spPr>
      </p:pic>
      <p:sp>
        <p:nvSpPr>
          <p:cNvPr id="5" name="Title 1"/>
          <p:cNvSpPr>
            <a:spLocks noGrp="1"/>
          </p:cNvSpPr>
          <p:nvPr>
            <p:ph type="title"/>
          </p:nvPr>
        </p:nvSpPr>
        <p:spPr>
          <a:xfrm>
            <a:off x="1066800" y="228600"/>
            <a:ext cx="7088459" cy="307777"/>
          </a:xfrm>
        </p:spPr>
        <p:txBody>
          <a:bodyPr/>
          <a:lstStyle/>
          <a:p>
            <a:r>
              <a:rPr lang="en-US" sz="2000" dirty="0" smtClean="0"/>
              <a:t>Harmonic profile of multiple pulse width modulation</a:t>
            </a:r>
            <a:endParaRPr lang="en-US" sz="20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7770" y="559219"/>
            <a:ext cx="7088459" cy="307777"/>
          </a:xfrm>
        </p:spPr>
        <p:txBody>
          <a:bodyPr/>
          <a:lstStyle/>
          <a:p>
            <a:r>
              <a:rPr lang="en-US" sz="2000" dirty="0" smtClean="0"/>
              <a:t>Harmonic profile of multiple pulse width modulation</a:t>
            </a:r>
            <a:endParaRPr lang="en-US" sz="2000" dirty="0"/>
          </a:p>
        </p:txBody>
      </p:sp>
      <p:pic>
        <p:nvPicPr>
          <p:cNvPr id="13314" name="Picture 2"/>
          <p:cNvPicPr>
            <a:picLocks noChangeAspect="1" noChangeArrowheads="1"/>
          </p:cNvPicPr>
          <p:nvPr/>
        </p:nvPicPr>
        <p:blipFill>
          <a:blip r:embed="rId2"/>
          <a:srcRect/>
          <a:stretch>
            <a:fillRect/>
          </a:stretch>
        </p:blipFill>
        <p:spPr bwMode="auto">
          <a:xfrm>
            <a:off x="2133600" y="1143000"/>
            <a:ext cx="4252913" cy="449557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6111" y="1004316"/>
            <a:ext cx="7475220" cy="6350"/>
          </a:xfrm>
          <a:custGeom>
            <a:avLst/>
            <a:gdLst/>
            <a:ahLst/>
            <a:cxnLst/>
            <a:rect l="l" t="t" r="r" b="b"/>
            <a:pathLst>
              <a:path w="7475220" h="6350">
                <a:moveTo>
                  <a:pt x="7475219" y="0"/>
                </a:moveTo>
                <a:lnTo>
                  <a:pt x="0" y="0"/>
                </a:lnTo>
                <a:lnTo>
                  <a:pt x="0" y="6096"/>
                </a:lnTo>
                <a:lnTo>
                  <a:pt x="7475219" y="6096"/>
                </a:lnTo>
                <a:lnTo>
                  <a:pt x="7475219" y="0"/>
                </a:lnTo>
                <a:close/>
              </a:path>
            </a:pathLst>
          </a:custGeom>
          <a:solidFill>
            <a:srgbClr val="7F7F7F"/>
          </a:solidFill>
        </p:spPr>
        <p:txBody>
          <a:bodyPr wrap="square" lIns="0" tIns="0" rIns="0" bIns="0" rtlCol="0"/>
          <a:lstStyle/>
          <a:p>
            <a:endParaRPr/>
          </a:p>
        </p:txBody>
      </p:sp>
      <p:sp>
        <p:nvSpPr>
          <p:cNvPr id="3" name="object 3"/>
          <p:cNvSpPr txBox="1">
            <a:spLocks noGrp="1"/>
          </p:cNvSpPr>
          <p:nvPr>
            <p:ph type="title"/>
          </p:nvPr>
        </p:nvSpPr>
        <p:spPr>
          <a:xfrm>
            <a:off x="903071" y="354431"/>
            <a:ext cx="6869329" cy="566822"/>
          </a:xfrm>
          <a:prstGeom prst="rect">
            <a:avLst/>
          </a:prstGeom>
        </p:spPr>
        <p:txBody>
          <a:bodyPr vert="horz" wrap="square" lIns="0" tIns="12700" rIns="0" bIns="0" rtlCol="0">
            <a:spAutoFit/>
          </a:bodyPr>
          <a:lstStyle/>
          <a:p>
            <a:pPr marL="12700">
              <a:lnSpc>
                <a:spcPct val="100000"/>
              </a:lnSpc>
              <a:spcBef>
                <a:spcPts val="100"/>
              </a:spcBef>
            </a:pPr>
            <a:r>
              <a:rPr sz="3600" spc="-310">
                <a:solidFill>
                  <a:srgbClr val="002060"/>
                </a:solidFill>
              </a:rPr>
              <a:t>Sine</a:t>
            </a:r>
            <a:r>
              <a:rPr sz="3600" spc="-525">
                <a:solidFill>
                  <a:srgbClr val="002060"/>
                </a:solidFill>
              </a:rPr>
              <a:t> </a:t>
            </a:r>
            <a:r>
              <a:rPr lang="en-US" sz="3600" spc="-525" dirty="0" smtClean="0">
                <a:solidFill>
                  <a:srgbClr val="002060"/>
                </a:solidFill>
              </a:rPr>
              <a:t> </a:t>
            </a:r>
            <a:r>
              <a:rPr lang="en-US" sz="3600" spc="-320" dirty="0" smtClean="0">
                <a:solidFill>
                  <a:srgbClr val="002060"/>
                </a:solidFill>
              </a:rPr>
              <a:t>Pulse</a:t>
            </a:r>
            <a:r>
              <a:rPr lang="en-US" sz="3600" spc="-720" dirty="0" smtClean="0">
                <a:solidFill>
                  <a:srgbClr val="002060"/>
                </a:solidFill>
              </a:rPr>
              <a:t>   </a:t>
            </a:r>
            <a:r>
              <a:rPr lang="en-US" sz="3600" spc="-35" dirty="0" smtClean="0">
                <a:solidFill>
                  <a:srgbClr val="002060"/>
                </a:solidFill>
              </a:rPr>
              <a:t>Width Modulation</a:t>
            </a:r>
            <a:endParaRPr sz="3600"/>
          </a:p>
        </p:txBody>
      </p:sp>
      <p:sp>
        <p:nvSpPr>
          <p:cNvPr id="4" name="object 4"/>
          <p:cNvSpPr/>
          <p:nvPr/>
        </p:nvSpPr>
        <p:spPr>
          <a:xfrm>
            <a:off x="647438" y="1433543"/>
            <a:ext cx="4025275" cy="4057428"/>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7806018" y="2053300"/>
            <a:ext cx="282575" cy="0"/>
          </a:xfrm>
          <a:custGeom>
            <a:avLst/>
            <a:gdLst/>
            <a:ahLst/>
            <a:cxnLst/>
            <a:rect l="l" t="t" r="r" b="b"/>
            <a:pathLst>
              <a:path w="282575">
                <a:moveTo>
                  <a:pt x="0" y="0"/>
                </a:moveTo>
                <a:lnTo>
                  <a:pt x="282229" y="0"/>
                </a:lnTo>
              </a:path>
            </a:pathLst>
          </a:custGeom>
          <a:ln w="11972">
            <a:solidFill>
              <a:srgbClr val="000000"/>
            </a:solidFill>
          </a:ln>
        </p:spPr>
        <p:txBody>
          <a:bodyPr wrap="square" lIns="0" tIns="0" rIns="0" bIns="0" rtlCol="0"/>
          <a:lstStyle/>
          <a:p>
            <a:endParaRPr/>
          </a:p>
        </p:txBody>
      </p:sp>
      <p:sp>
        <p:nvSpPr>
          <p:cNvPr id="6" name="object 6"/>
          <p:cNvSpPr txBox="1"/>
          <p:nvPr/>
        </p:nvSpPr>
        <p:spPr>
          <a:xfrm>
            <a:off x="4925631" y="1824634"/>
            <a:ext cx="3146425" cy="370205"/>
          </a:xfrm>
          <a:prstGeom prst="rect">
            <a:avLst/>
          </a:prstGeom>
        </p:spPr>
        <p:txBody>
          <a:bodyPr vert="horz" wrap="square" lIns="0" tIns="13970" rIns="0" bIns="0" rtlCol="0">
            <a:spAutoFit/>
          </a:bodyPr>
          <a:lstStyle/>
          <a:p>
            <a:pPr marL="38100">
              <a:lnSpc>
                <a:spcPct val="100000"/>
              </a:lnSpc>
              <a:spcBef>
                <a:spcPts val="110"/>
              </a:spcBef>
            </a:pPr>
            <a:r>
              <a:rPr sz="2250" spc="-5" dirty="0">
                <a:latin typeface="Times New Roman"/>
                <a:cs typeface="Times New Roman"/>
              </a:rPr>
              <a:t>Modulation </a:t>
            </a:r>
            <a:r>
              <a:rPr sz="2250" dirty="0">
                <a:latin typeface="Times New Roman"/>
                <a:cs typeface="Times New Roman"/>
              </a:rPr>
              <a:t>Index, </a:t>
            </a:r>
            <a:r>
              <a:rPr sz="2250" i="1" dirty="0">
                <a:latin typeface="Times New Roman"/>
                <a:cs typeface="Times New Roman"/>
              </a:rPr>
              <a:t>MI </a:t>
            </a:r>
            <a:r>
              <a:rPr sz="2250" dirty="0">
                <a:latin typeface="Symbol"/>
                <a:cs typeface="Symbol"/>
              </a:rPr>
              <a:t></a:t>
            </a:r>
            <a:r>
              <a:rPr sz="2250" spc="-45" dirty="0">
                <a:latin typeface="Times New Roman"/>
                <a:cs typeface="Times New Roman"/>
              </a:rPr>
              <a:t> </a:t>
            </a:r>
            <a:r>
              <a:rPr sz="3375" i="1" spc="-30" baseline="34567" dirty="0">
                <a:latin typeface="Times New Roman"/>
                <a:cs typeface="Times New Roman"/>
              </a:rPr>
              <a:t>V</a:t>
            </a:r>
            <a:r>
              <a:rPr sz="1950" i="1" spc="-30" baseline="36324" dirty="0">
                <a:latin typeface="Times New Roman"/>
                <a:cs typeface="Times New Roman"/>
              </a:rPr>
              <a:t>r</a:t>
            </a:r>
            <a:endParaRPr sz="1950" baseline="36324">
              <a:latin typeface="Times New Roman"/>
              <a:cs typeface="Times New Roman"/>
            </a:endParaRPr>
          </a:p>
        </p:txBody>
      </p:sp>
      <p:sp>
        <p:nvSpPr>
          <p:cNvPr id="7" name="object 7"/>
          <p:cNvSpPr txBox="1"/>
          <p:nvPr/>
        </p:nvSpPr>
        <p:spPr>
          <a:xfrm>
            <a:off x="5201411" y="1900337"/>
            <a:ext cx="3524250" cy="1776095"/>
          </a:xfrm>
          <a:prstGeom prst="rect">
            <a:avLst/>
          </a:prstGeom>
        </p:spPr>
        <p:txBody>
          <a:bodyPr vert="horz" wrap="square" lIns="0" tIns="163830" rIns="0" bIns="0" rtlCol="0">
            <a:spAutoFit/>
          </a:bodyPr>
          <a:lstStyle/>
          <a:p>
            <a:pPr marL="38100" indent="2558415">
              <a:lnSpc>
                <a:spcPct val="100000"/>
              </a:lnSpc>
              <a:spcBef>
                <a:spcPts val="1290"/>
              </a:spcBef>
            </a:pPr>
            <a:r>
              <a:rPr sz="2250" i="1" spc="-25" dirty="0">
                <a:latin typeface="Times New Roman"/>
                <a:cs typeface="Times New Roman"/>
              </a:rPr>
              <a:t>V</a:t>
            </a:r>
            <a:r>
              <a:rPr sz="1950" i="1" spc="-37" baseline="-23504" dirty="0">
                <a:latin typeface="Times New Roman"/>
                <a:cs typeface="Times New Roman"/>
              </a:rPr>
              <a:t>c</a:t>
            </a:r>
            <a:endParaRPr sz="1950" baseline="-23504">
              <a:latin typeface="Times New Roman"/>
              <a:cs typeface="Times New Roman"/>
            </a:endParaRPr>
          </a:p>
          <a:p>
            <a:pPr marL="38100" marR="30480">
              <a:lnSpc>
                <a:spcPct val="100000"/>
              </a:lnSpc>
              <a:spcBef>
                <a:spcPts val="1255"/>
              </a:spcBef>
            </a:pPr>
            <a:r>
              <a:rPr sz="2400" spc="-5" dirty="0">
                <a:latin typeface="Times New Roman"/>
                <a:cs typeface="Times New Roman"/>
              </a:rPr>
              <a:t>where </a:t>
            </a:r>
            <a:r>
              <a:rPr sz="2400" i="1" spc="-95" dirty="0">
                <a:latin typeface="Times New Roman"/>
                <a:cs typeface="Times New Roman"/>
              </a:rPr>
              <a:t>V</a:t>
            </a:r>
            <a:r>
              <a:rPr sz="2400" i="1" spc="-142" baseline="-20833" dirty="0">
                <a:latin typeface="Times New Roman"/>
                <a:cs typeface="Times New Roman"/>
              </a:rPr>
              <a:t>r </a:t>
            </a:r>
            <a:r>
              <a:rPr sz="2400" dirty="0">
                <a:latin typeface="Times New Roman"/>
                <a:cs typeface="Times New Roman"/>
              </a:rPr>
              <a:t>is the peak of  reference </a:t>
            </a:r>
            <a:r>
              <a:rPr sz="2400" spc="-5" dirty="0">
                <a:latin typeface="Times New Roman"/>
                <a:cs typeface="Times New Roman"/>
              </a:rPr>
              <a:t>wave </a:t>
            </a:r>
            <a:r>
              <a:rPr sz="2400" dirty="0">
                <a:latin typeface="Times New Roman"/>
                <a:cs typeface="Times New Roman"/>
              </a:rPr>
              <a:t>and </a:t>
            </a:r>
            <a:r>
              <a:rPr sz="2400" i="1" spc="-5" dirty="0">
                <a:latin typeface="Times New Roman"/>
                <a:cs typeface="Times New Roman"/>
              </a:rPr>
              <a:t>V</a:t>
            </a:r>
            <a:r>
              <a:rPr sz="2400" i="1" spc="-7" baseline="-20833" dirty="0">
                <a:latin typeface="Times New Roman"/>
                <a:cs typeface="Times New Roman"/>
              </a:rPr>
              <a:t>c </a:t>
            </a:r>
            <a:r>
              <a:rPr sz="2400" dirty="0">
                <a:latin typeface="Times New Roman"/>
                <a:cs typeface="Times New Roman"/>
              </a:rPr>
              <a:t>is the  peak of carrier</a:t>
            </a:r>
            <a:r>
              <a:rPr sz="2400" spc="-60" dirty="0">
                <a:latin typeface="Times New Roman"/>
                <a:cs typeface="Times New Roman"/>
              </a:rPr>
              <a:t> </a:t>
            </a:r>
            <a:r>
              <a:rPr sz="2400" spc="-5" dirty="0">
                <a:latin typeface="Times New Roman"/>
                <a:cs typeface="Times New Roman"/>
              </a:rPr>
              <a:t>wave</a:t>
            </a:r>
            <a:endParaRPr sz="2400">
              <a:latin typeface="Times New Roman"/>
              <a:cs typeface="Times New Roman"/>
            </a:endParaRPr>
          </a:p>
        </p:txBody>
      </p:sp>
      <p:sp>
        <p:nvSpPr>
          <p:cNvPr id="8" name="object 8"/>
          <p:cNvSpPr txBox="1"/>
          <p:nvPr/>
        </p:nvSpPr>
        <p:spPr>
          <a:xfrm>
            <a:off x="5410200" y="4876800"/>
            <a:ext cx="2881630" cy="1122680"/>
          </a:xfrm>
          <a:prstGeom prst="rect">
            <a:avLst/>
          </a:prstGeom>
        </p:spPr>
        <p:txBody>
          <a:bodyPr vert="horz" wrap="square" lIns="0" tIns="12700" rIns="0" bIns="0" rtlCol="0">
            <a:spAutoFit/>
          </a:bodyPr>
          <a:lstStyle/>
          <a:p>
            <a:pPr marL="12700" marR="5080">
              <a:lnSpc>
                <a:spcPct val="100000"/>
              </a:lnSpc>
              <a:spcBef>
                <a:spcPts val="100"/>
              </a:spcBef>
            </a:pPr>
            <a:r>
              <a:rPr sz="2400" spc="-10" dirty="0">
                <a:solidFill>
                  <a:srgbClr val="C00000"/>
                </a:solidFill>
                <a:latin typeface="Carlito"/>
                <a:cs typeface="Carlito"/>
              </a:rPr>
              <a:t>There </a:t>
            </a:r>
            <a:r>
              <a:rPr sz="2400" dirty="0">
                <a:solidFill>
                  <a:srgbClr val="C00000"/>
                </a:solidFill>
                <a:latin typeface="Carlito"/>
                <a:cs typeface="Carlito"/>
              </a:rPr>
              <a:t>will </a:t>
            </a:r>
            <a:r>
              <a:rPr sz="2400" spc="-5" dirty="0">
                <a:solidFill>
                  <a:srgbClr val="C00000"/>
                </a:solidFill>
                <a:latin typeface="Carlito"/>
                <a:cs typeface="Carlito"/>
              </a:rPr>
              <a:t>be </a:t>
            </a:r>
            <a:r>
              <a:rPr sz="2400" spc="-10" dirty="0">
                <a:solidFill>
                  <a:srgbClr val="C00000"/>
                </a:solidFill>
                <a:latin typeface="Carlito"/>
                <a:cs typeface="Carlito"/>
              </a:rPr>
              <a:t>low </a:t>
            </a:r>
            <a:r>
              <a:rPr sz="2400" spc="-15" dirty="0">
                <a:solidFill>
                  <a:srgbClr val="C00000"/>
                </a:solidFill>
                <a:latin typeface="Carlito"/>
                <a:cs typeface="Carlito"/>
              </a:rPr>
              <a:t>order  </a:t>
            </a:r>
            <a:r>
              <a:rPr sz="2400" spc="-5" dirty="0">
                <a:solidFill>
                  <a:srgbClr val="C00000"/>
                </a:solidFill>
                <a:latin typeface="Carlito"/>
                <a:cs typeface="Carlito"/>
              </a:rPr>
              <a:t>harmonics </a:t>
            </a:r>
            <a:r>
              <a:rPr sz="2400" dirty="0">
                <a:solidFill>
                  <a:srgbClr val="C00000"/>
                </a:solidFill>
                <a:latin typeface="Carlito"/>
                <a:cs typeface="Carlito"/>
              </a:rPr>
              <a:t>when </a:t>
            </a:r>
            <a:r>
              <a:rPr sz="2400" i="1" dirty="0">
                <a:solidFill>
                  <a:srgbClr val="C00000"/>
                </a:solidFill>
                <a:latin typeface="Carlito"/>
                <a:cs typeface="Carlito"/>
              </a:rPr>
              <a:t>MI </a:t>
            </a:r>
            <a:r>
              <a:rPr sz="2400" spc="-5" dirty="0">
                <a:solidFill>
                  <a:srgbClr val="C00000"/>
                </a:solidFill>
                <a:latin typeface="Carlito"/>
                <a:cs typeface="Carlito"/>
              </a:rPr>
              <a:t>is  </a:t>
            </a:r>
            <a:r>
              <a:rPr sz="2400" spc="-15" dirty="0">
                <a:solidFill>
                  <a:srgbClr val="C00000"/>
                </a:solidFill>
                <a:latin typeface="Carlito"/>
                <a:cs typeface="Carlito"/>
              </a:rPr>
              <a:t>greater </a:t>
            </a:r>
            <a:r>
              <a:rPr sz="2400" dirty="0">
                <a:solidFill>
                  <a:srgbClr val="C00000"/>
                </a:solidFill>
                <a:latin typeface="Carlito"/>
                <a:cs typeface="Carlito"/>
              </a:rPr>
              <a:t>than</a:t>
            </a:r>
            <a:r>
              <a:rPr sz="2400" spc="-5" dirty="0">
                <a:solidFill>
                  <a:srgbClr val="C00000"/>
                </a:solidFill>
                <a:latin typeface="Carlito"/>
                <a:cs typeface="Carlito"/>
              </a:rPr>
              <a:t> </a:t>
            </a:r>
            <a:r>
              <a:rPr sz="2400" dirty="0">
                <a:solidFill>
                  <a:srgbClr val="C00000"/>
                </a:solidFill>
                <a:latin typeface="Carlito"/>
                <a:cs typeface="Carlito"/>
              </a:rPr>
              <a:t>1</a:t>
            </a:r>
            <a:endParaRPr sz="2400">
              <a:latin typeface="Carlito"/>
              <a:cs typeface="Carlito"/>
            </a:endParaRPr>
          </a:p>
        </p:txBody>
      </p:sp>
      <p:pic>
        <p:nvPicPr>
          <p:cNvPr id="15362" name="Picture 2"/>
          <p:cNvPicPr>
            <a:picLocks noChangeAspect="1" noChangeArrowheads="1"/>
          </p:cNvPicPr>
          <p:nvPr/>
        </p:nvPicPr>
        <p:blipFill>
          <a:blip r:embed="rId3"/>
          <a:srcRect/>
          <a:stretch>
            <a:fillRect/>
          </a:stretch>
        </p:blipFill>
        <p:spPr bwMode="auto">
          <a:xfrm>
            <a:off x="5486400" y="3886200"/>
            <a:ext cx="2362200" cy="9416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a:stretch>
            <a:fillRect/>
          </a:stretch>
        </p:blipFill>
        <p:spPr bwMode="auto">
          <a:xfrm>
            <a:off x="2286000" y="152400"/>
            <a:ext cx="5086350" cy="62747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srcRect/>
          <a:stretch>
            <a:fillRect/>
          </a:stretch>
        </p:blipFill>
        <p:spPr bwMode="auto">
          <a:xfrm>
            <a:off x="1828800" y="1274659"/>
            <a:ext cx="4810125" cy="5137441"/>
          </a:xfrm>
          <a:prstGeom prst="rect">
            <a:avLst/>
          </a:prstGeom>
          <a:noFill/>
          <a:ln w="9525">
            <a:noFill/>
            <a:miter lim="800000"/>
            <a:headEnd/>
            <a:tailEnd/>
          </a:ln>
          <a:effectLst/>
        </p:spPr>
      </p:pic>
      <p:sp>
        <p:nvSpPr>
          <p:cNvPr id="5" name="Title 1"/>
          <p:cNvSpPr>
            <a:spLocks noGrp="1"/>
          </p:cNvSpPr>
          <p:nvPr>
            <p:ph type="title"/>
          </p:nvPr>
        </p:nvSpPr>
        <p:spPr>
          <a:xfrm>
            <a:off x="1027770" y="559219"/>
            <a:ext cx="7088459" cy="307777"/>
          </a:xfrm>
        </p:spPr>
        <p:txBody>
          <a:bodyPr/>
          <a:lstStyle/>
          <a:p>
            <a:r>
              <a:rPr lang="en-US" sz="2000" dirty="0" smtClean="0"/>
              <a:t>Harmonic profile of Sine pulse width modulation</a:t>
            </a:r>
            <a:endParaRPr lang="en-US" sz="20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533400" y="152400"/>
            <a:ext cx="7213041" cy="5457825"/>
          </a:xfrm>
          <a:prstGeom prst="rect">
            <a:avLst/>
          </a:prstGeom>
          <a:noFill/>
          <a:ln w="9525">
            <a:noFill/>
            <a:miter lim="800000"/>
            <a:headEnd/>
            <a:tailEnd/>
          </a:ln>
          <a:effectLst/>
        </p:spPr>
      </p:pic>
      <p:sp>
        <p:nvSpPr>
          <p:cNvPr id="5" name="Rectangle 4"/>
          <p:cNvSpPr/>
          <p:nvPr/>
        </p:nvSpPr>
        <p:spPr>
          <a:xfrm>
            <a:off x="304800" y="5791200"/>
            <a:ext cx="8153400" cy="369332"/>
          </a:xfrm>
          <a:prstGeom prst="rect">
            <a:avLst/>
          </a:prstGeom>
        </p:spPr>
        <p:txBody>
          <a:bodyPr wrap="square">
            <a:spAutoFit/>
          </a:bodyPr>
          <a:lstStyle/>
          <a:p>
            <a:r>
              <a:rPr lang="en-US" dirty="0" smtClean="0"/>
              <a:t>https://www.watelectronics.com/sine-pulse-width-modulation-spwm-working/</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srcRect/>
          <a:stretch>
            <a:fillRect/>
          </a:stretch>
        </p:blipFill>
        <p:spPr bwMode="auto">
          <a:xfrm>
            <a:off x="2171700" y="790575"/>
            <a:ext cx="4800600" cy="5276850"/>
          </a:xfrm>
          <a:prstGeom prst="rect">
            <a:avLst/>
          </a:prstGeom>
          <a:noFill/>
          <a:ln w="9525">
            <a:noFill/>
            <a:miter lim="800000"/>
            <a:headEnd/>
            <a:tailEnd/>
          </a:ln>
          <a:effectLst/>
        </p:spPr>
      </p:pic>
      <p:sp>
        <p:nvSpPr>
          <p:cNvPr id="5" name="Title 1"/>
          <p:cNvSpPr>
            <a:spLocks noGrp="1"/>
          </p:cNvSpPr>
          <p:nvPr>
            <p:ph type="title"/>
          </p:nvPr>
        </p:nvSpPr>
        <p:spPr>
          <a:xfrm>
            <a:off x="2667000" y="228600"/>
            <a:ext cx="4267200" cy="304800"/>
          </a:xfrm>
        </p:spPr>
        <p:txBody>
          <a:bodyPr/>
          <a:lstStyle/>
          <a:p>
            <a:r>
              <a:rPr lang="en-US" sz="2000" dirty="0" smtClean="0"/>
              <a:t>Sine PWM for 3-Phase Inverter</a:t>
            </a:r>
            <a:endParaRPr lang="en-US" sz="2000"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209800" y="228600"/>
            <a:ext cx="4724400" cy="553998"/>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smtClean="0">
                <a:ln>
                  <a:noFill/>
                </a:ln>
                <a:solidFill>
                  <a:srgbClr val="E48312"/>
                </a:solidFill>
                <a:effectLst/>
                <a:uLnTx/>
                <a:uFillTx/>
                <a:latin typeface="Trebuchet MS"/>
                <a:ea typeface="+mj-ea"/>
                <a:cs typeface="Trebuchet MS"/>
              </a:rPr>
              <a:t>Space Vector PWM</a:t>
            </a:r>
            <a:endParaRPr kumimoji="0" lang="en-US" sz="3600" b="1" i="0" u="none" strike="noStrike" kern="0" cap="none" spc="0" normalizeH="0" baseline="0" noProof="0" dirty="0">
              <a:ln>
                <a:noFill/>
              </a:ln>
              <a:solidFill>
                <a:srgbClr val="E48312"/>
              </a:solidFill>
              <a:effectLst/>
              <a:uLnTx/>
              <a:uFillTx/>
              <a:latin typeface="Trebuchet MS"/>
              <a:ea typeface="+mj-ea"/>
              <a:cs typeface="Trebuchet MS"/>
            </a:endParaRPr>
          </a:p>
        </p:txBody>
      </p:sp>
      <p:sp>
        <p:nvSpPr>
          <p:cNvPr id="5" name="Rectangle 4"/>
          <p:cNvSpPr/>
          <p:nvPr/>
        </p:nvSpPr>
        <p:spPr>
          <a:xfrm>
            <a:off x="990600" y="990600"/>
            <a:ext cx="7239000" cy="3046988"/>
          </a:xfrm>
          <a:prstGeom prst="rect">
            <a:avLst/>
          </a:prstGeom>
        </p:spPr>
        <p:txBody>
          <a:bodyPr wrap="square">
            <a:spAutoFit/>
          </a:bodyPr>
          <a:lstStyle/>
          <a:p>
            <a:pPr algn="just"/>
            <a:r>
              <a:rPr lang="en-US" sz="2400" dirty="0" smtClean="0"/>
              <a:t>SVM is a digital modulating technique where the objective is to generate PWM load line voltages that are in average equal to a given (or reference) load line voltage. This is done in each sampling period by properly selecting the switch states of the inverter and the calculation of the appropriate time period for each state. The selection of the states and their time periods are accomplished by the space vector (SV) transformation</a:t>
            </a:r>
            <a:endParaRPr lang="en-US" sz="24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19200" y="1219200"/>
            <a:ext cx="7162800" cy="1938992"/>
          </a:xfrm>
          <a:prstGeom prst="rect">
            <a:avLst/>
          </a:prstGeom>
        </p:spPr>
        <p:txBody>
          <a:bodyPr wrap="square">
            <a:spAutoFit/>
          </a:bodyPr>
          <a:lstStyle/>
          <a:p>
            <a:pPr>
              <a:buFont typeface="Arial" pitchFamily="34" charset="0"/>
              <a:buChar char="•"/>
            </a:pPr>
            <a:r>
              <a:rPr lang="en-US" sz="2400" dirty="0" smtClean="0"/>
              <a:t>   The PWM technique can be applied to vary output </a:t>
            </a:r>
          </a:p>
          <a:p>
            <a:r>
              <a:rPr lang="en-US" sz="2400" dirty="0" smtClean="0"/>
              <a:t>     voltage and frequency of inverters</a:t>
            </a:r>
          </a:p>
          <a:p>
            <a:endParaRPr lang="en-US" sz="2400" dirty="0" smtClean="0"/>
          </a:p>
          <a:p>
            <a:pPr>
              <a:buFont typeface="Arial" pitchFamily="34" charset="0"/>
              <a:buChar char="•"/>
            </a:pPr>
            <a:r>
              <a:rPr lang="en-US" sz="2400" dirty="0" smtClean="0"/>
              <a:t>   Sine PWM, or SVPWM scheme improves the quality </a:t>
            </a:r>
          </a:p>
          <a:p>
            <a:r>
              <a:rPr lang="en-US" sz="2400" dirty="0" smtClean="0"/>
              <a:t>     of its waveform</a:t>
            </a:r>
            <a:endParaRPr lang="en-US" sz="2400" dirty="0"/>
          </a:p>
        </p:txBody>
      </p:sp>
      <p:sp>
        <p:nvSpPr>
          <p:cNvPr id="5" name="Title 1"/>
          <p:cNvSpPr txBox="1">
            <a:spLocks/>
          </p:cNvSpPr>
          <p:nvPr/>
        </p:nvSpPr>
        <p:spPr>
          <a:xfrm>
            <a:off x="457200" y="228600"/>
            <a:ext cx="4724400" cy="553998"/>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smtClean="0">
                <a:ln>
                  <a:noFill/>
                </a:ln>
                <a:solidFill>
                  <a:srgbClr val="E48312"/>
                </a:solidFill>
                <a:effectLst/>
                <a:uLnTx/>
                <a:uFillTx/>
                <a:latin typeface="Trebuchet MS"/>
                <a:ea typeface="+mj-ea"/>
                <a:cs typeface="Trebuchet MS"/>
              </a:rPr>
              <a:t>Conclusion</a:t>
            </a:r>
            <a:endParaRPr kumimoji="0" lang="en-US" sz="3600" b="1" i="0" u="none" strike="noStrike" kern="0" cap="none" spc="0" normalizeH="0" baseline="0" noProof="0" dirty="0">
              <a:ln>
                <a:noFill/>
              </a:ln>
              <a:solidFill>
                <a:srgbClr val="E48312"/>
              </a:solidFill>
              <a:effectLst/>
              <a:uLnTx/>
              <a:uFillTx/>
              <a:latin typeface="Trebuchet MS"/>
              <a:ea typeface="+mj-ea"/>
              <a:cs typeface="Trebuchet MS"/>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3071" y="354431"/>
            <a:ext cx="3668929" cy="574040"/>
          </a:xfrm>
          <a:prstGeom prst="rect">
            <a:avLst/>
          </a:prstGeom>
        </p:spPr>
        <p:txBody>
          <a:bodyPr vert="horz" wrap="square" lIns="0" tIns="12700" rIns="0" bIns="0" rtlCol="0">
            <a:spAutoFit/>
          </a:bodyPr>
          <a:lstStyle/>
          <a:p>
            <a:pPr marL="12700">
              <a:lnSpc>
                <a:spcPct val="100000"/>
              </a:lnSpc>
              <a:spcBef>
                <a:spcPts val="100"/>
              </a:spcBef>
            </a:pPr>
            <a:r>
              <a:rPr sz="3600" spc="-400">
                <a:solidFill>
                  <a:srgbClr val="002060"/>
                </a:solidFill>
              </a:rPr>
              <a:t>Typical</a:t>
            </a:r>
            <a:r>
              <a:rPr sz="3600" spc="-505">
                <a:solidFill>
                  <a:srgbClr val="002060"/>
                </a:solidFill>
              </a:rPr>
              <a:t> </a:t>
            </a:r>
            <a:r>
              <a:rPr lang="en-US" sz="3600" spc="-505" dirty="0" smtClean="0">
                <a:solidFill>
                  <a:srgbClr val="002060"/>
                </a:solidFill>
              </a:rPr>
              <a:t> </a:t>
            </a:r>
            <a:r>
              <a:rPr sz="3600" spc="-280" smtClean="0">
                <a:solidFill>
                  <a:srgbClr val="002060"/>
                </a:solidFill>
              </a:rPr>
              <a:t>MOSFETS</a:t>
            </a:r>
            <a:endParaRPr sz="3600"/>
          </a:p>
        </p:txBody>
      </p:sp>
      <p:grpSp>
        <p:nvGrpSpPr>
          <p:cNvPr id="3" name="object 3"/>
          <p:cNvGrpSpPr/>
          <p:nvPr/>
        </p:nvGrpSpPr>
        <p:grpSpPr>
          <a:xfrm>
            <a:off x="818388" y="1382267"/>
            <a:ext cx="3322320" cy="3956050"/>
            <a:chOff x="818388" y="1382267"/>
            <a:chExt cx="3322320" cy="3956050"/>
          </a:xfrm>
        </p:grpSpPr>
        <p:sp>
          <p:nvSpPr>
            <p:cNvPr id="4" name="object 4"/>
            <p:cNvSpPr/>
            <p:nvPr/>
          </p:nvSpPr>
          <p:spPr>
            <a:xfrm>
              <a:off x="818388" y="1612132"/>
              <a:ext cx="3093551" cy="3726106"/>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2127504" y="1382267"/>
              <a:ext cx="2013585" cy="707390"/>
            </a:xfrm>
            <a:custGeom>
              <a:avLst/>
              <a:gdLst/>
              <a:ahLst/>
              <a:cxnLst/>
              <a:rect l="l" t="t" r="r" b="b"/>
              <a:pathLst>
                <a:path w="2013585" h="707389">
                  <a:moveTo>
                    <a:pt x="1397508" y="0"/>
                  </a:moveTo>
                  <a:lnTo>
                    <a:pt x="1307592" y="0"/>
                  </a:lnTo>
                  <a:lnTo>
                    <a:pt x="1213104" y="3048"/>
                  </a:lnTo>
                  <a:lnTo>
                    <a:pt x="1164335" y="6096"/>
                  </a:lnTo>
                  <a:lnTo>
                    <a:pt x="1065276" y="15240"/>
                  </a:lnTo>
                  <a:lnTo>
                    <a:pt x="911351" y="33528"/>
                  </a:lnTo>
                  <a:lnTo>
                    <a:pt x="861059" y="42672"/>
                  </a:lnTo>
                  <a:lnTo>
                    <a:pt x="812291" y="50292"/>
                  </a:lnTo>
                  <a:lnTo>
                    <a:pt x="763523" y="59436"/>
                  </a:lnTo>
                  <a:lnTo>
                    <a:pt x="623315" y="91440"/>
                  </a:lnTo>
                  <a:lnTo>
                    <a:pt x="493775" y="128016"/>
                  </a:lnTo>
                  <a:lnTo>
                    <a:pt x="454151" y="140208"/>
                  </a:lnTo>
                  <a:lnTo>
                    <a:pt x="414527" y="153924"/>
                  </a:lnTo>
                  <a:lnTo>
                    <a:pt x="376427" y="167640"/>
                  </a:lnTo>
                  <a:lnTo>
                    <a:pt x="339851" y="182880"/>
                  </a:lnTo>
                  <a:lnTo>
                    <a:pt x="304800" y="196596"/>
                  </a:lnTo>
                  <a:lnTo>
                    <a:pt x="239268" y="227076"/>
                  </a:lnTo>
                  <a:lnTo>
                    <a:pt x="153923" y="275844"/>
                  </a:lnTo>
                  <a:lnTo>
                    <a:pt x="106679" y="307848"/>
                  </a:lnTo>
                  <a:lnTo>
                    <a:pt x="67056" y="341376"/>
                  </a:lnTo>
                  <a:lnTo>
                    <a:pt x="36575" y="376428"/>
                  </a:lnTo>
                  <a:lnTo>
                    <a:pt x="9143" y="422148"/>
                  </a:lnTo>
                  <a:lnTo>
                    <a:pt x="1523" y="451104"/>
                  </a:lnTo>
                  <a:lnTo>
                    <a:pt x="0" y="460248"/>
                  </a:lnTo>
                  <a:lnTo>
                    <a:pt x="0" y="489204"/>
                  </a:lnTo>
                  <a:lnTo>
                    <a:pt x="3047" y="498348"/>
                  </a:lnTo>
                  <a:lnTo>
                    <a:pt x="4571" y="507492"/>
                  </a:lnTo>
                  <a:lnTo>
                    <a:pt x="7619" y="516636"/>
                  </a:lnTo>
                  <a:lnTo>
                    <a:pt x="12191" y="525780"/>
                  </a:lnTo>
                  <a:lnTo>
                    <a:pt x="16763" y="533400"/>
                  </a:lnTo>
                  <a:lnTo>
                    <a:pt x="21335" y="542544"/>
                  </a:lnTo>
                  <a:lnTo>
                    <a:pt x="33527" y="557784"/>
                  </a:lnTo>
                  <a:lnTo>
                    <a:pt x="48768" y="573024"/>
                  </a:lnTo>
                  <a:lnTo>
                    <a:pt x="56387" y="579120"/>
                  </a:lnTo>
                  <a:lnTo>
                    <a:pt x="65531" y="586740"/>
                  </a:lnTo>
                  <a:lnTo>
                    <a:pt x="103631" y="611124"/>
                  </a:lnTo>
                  <a:lnTo>
                    <a:pt x="150875" y="633984"/>
                  </a:lnTo>
                  <a:lnTo>
                    <a:pt x="205739" y="652272"/>
                  </a:lnTo>
                  <a:lnTo>
                    <a:pt x="266700" y="669036"/>
                  </a:lnTo>
                  <a:lnTo>
                    <a:pt x="370331" y="688848"/>
                  </a:lnTo>
                  <a:lnTo>
                    <a:pt x="448056" y="697992"/>
                  </a:lnTo>
                  <a:lnTo>
                    <a:pt x="528827" y="704088"/>
                  </a:lnTo>
                  <a:lnTo>
                    <a:pt x="615695" y="707136"/>
                  </a:lnTo>
                  <a:lnTo>
                    <a:pt x="707135" y="707136"/>
                  </a:lnTo>
                  <a:lnTo>
                    <a:pt x="752856" y="705612"/>
                  </a:lnTo>
                  <a:lnTo>
                    <a:pt x="899159" y="696468"/>
                  </a:lnTo>
                  <a:lnTo>
                    <a:pt x="949451" y="691896"/>
                  </a:lnTo>
                  <a:lnTo>
                    <a:pt x="1050035" y="679704"/>
                  </a:lnTo>
                  <a:lnTo>
                    <a:pt x="1121968" y="669036"/>
                  </a:lnTo>
                  <a:lnTo>
                    <a:pt x="615695" y="669036"/>
                  </a:lnTo>
                  <a:lnTo>
                    <a:pt x="530351" y="665988"/>
                  </a:lnTo>
                  <a:lnTo>
                    <a:pt x="451103" y="659892"/>
                  </a:lnTo>
                  <a:lnTo>
                    <a:pt x="376427" y="650748"/>
                  </a:lnTo>
                  <a:lnTo>
                    <a:pt x="306323" y="638556"/>
                  </a:lnTo>
                  <a:lnTo>
                    <a:pt x="245363" y="624840"/>
                  </a:lnTo>
                  <a:lnTo>
                    <a:pt x="216407" y="615696"/>
                  </a:lnTo>
                  <a:lnTo>
                    <a:pt x="188975" y="608076"/>
                  </a:lnTo>
                  <a:lnTo>
                    <a:pt x="141731" y="588264"/>
                  </a:lnTo>
                  <a:lnTo>
                    <a:pt x="103631" y="566928"/>
                  </a:lnTo>
                  <a:lnTo>
                    <a:pt x="73151" y="544068"/>
                  </a:lnTo>
                  <a:lnTo>
                    <a:pt x="42671" y="501396"/>
                  </a:lnTo>
                  <a:lnTo>
                    <a:pt x="39623" y="487680"/>
                  </a:lnTo>
                  <a:lnTo>
                    <a:pt x="38100" y="481584"/>
                  </a:lnTo>
                  <a:lnTo>
                    <a:pt x="38100" y="461772"/>
                  </a:lnTo>
                  <a:lnTo>
                    <a:pt x="41147" y="449580"/>
                  </a:lnTo>
                  <a:lnTo>
                    <a:pt x="42671" y="441960"/>
                  </a:lnTo>
                  <a:lnTo>
                    <a:pt x="45719" y="435864"/>
                  </a:lnTo>
                  <a:lnTo>
                    <a:pt x="51815" y="420624"/>
                  </a:lnTo>
                  <a:lnTo>
                    <a:pt x="56387" y="414528"/>
                  </a:lnTo>
                  <a:lnTo>
                    <a:pt x="79247" y="384048"/>
                  </a:lnTo>
                  <a:lnTo>
                    <a:pt x="111251" y="353568"/>
                  </a:lnTo>
                  <a:lnTo>
                    <a:pt x="131063" y="338328"/>
                  </a:lnTo>
                  <a:lnTo>
                    <a:pt x="152400" y="321564"/>
                  </a:lnTo>
                  <a:lnTo>
                    <a:pt x="201168" y="291084"/>
                  </a:lnTo>
                  <a:lnTo>
                    <a:pt x="257556" y="260604"/>
                  </a:lnTo>
                  <a:lnTo>
                    <a:pt x="288035" y="246887"/>
                  </a:lnTo>
                  <a:lnTo>
                    <a:pt x="320039" y="231648"/>
                  </a:lnTo>
                  <a:lnTo>
                    <a:pt x="390144" y="204216"/>
                  </a:lnTo>
                  <a:lnTo>
                    <a:pt x="426719" y="190500"/>
                  </a:lnTo>
                  <a:lnTo>
                    <a:pt x="466344" y="176784"/>
                  </a:lnTo>
                  <a:lnTo>
                    <a:pt x="505968" y="164592"/>
                  </a:lnTo>
                  <a:lnTo>
                    <a:pt x="547115" y="152400"/>
                  </a:lnTo>
                  <a:lnTo>
                    <a:pt x="633983" y="128016"/>
                  </a:lnTo>
                  <a:lnTo>
                    <a:pt x="723900" y="106680"/>
                  </a:lnTo>
                  <a:lnTo>
                    <a:pt x="868679" y="79248"/>
                  </a:lnTo>
                  <a:lnTo>
                    <a:pt x="967739" y="64008"/>
                  </a:lnTo>
                  <a:lnTo>
                    <a:pt x="1019556" y="57912"/>
                  </a:lnTo>
                  <a:lnTo>
                    <a:pt x="1167383" y="44196"/>
                  </a:lnTo>
                  <a:lnTo>
                    <a:pt x="1214628" y="41148"/>
                  </a:lnTo>
                  <a:lnTo>
                    <a:pt x="1307592" y="38100"/>
                  </a:lnTo>
                  <a:lnTo>
                    <a:pt x="1746504" y="38100"/>
                  </a:lnTo>
                  <a:lnTo>
                    <a:pt x="1712975" y="30480"/>
                  </a:lnTo>
                  <a:lnTo>
                    <a:pt x="1679447" y="24384"/>
                  </a:lnTo>
                  <a:lnTo>
                    <a:pt x="1642871" y="18287"/>
                  </a:lnTo>
                  <a:lnTo>
                    <a:pt x="1566671" y="9144"/>
                  </a:lnTo>
                  <a:lnTo>
                    <a:pt x="1484375" y="3048"/>
                  </a:lnTo>
                  <a:lnTo>
                    <a:pt x="1397508" y="0"/>
                  </a:lnTo>
                  <a:close/>
                </a:path>
                <a:path w="2013585" h="707389">
                  <a:moveTo>
                    <a:pt x="1746504" y="38100"/>
                  </a:moveTo>
                  <a:lnTo>
                    <a:pt x="1397508" y="38100"/>
                  </a:lnTo>
                  <a:lnTo>
                    <a:pt x="1482851" y="41148"/>
                  </a:lnTo>
                  <a:lnTo>
                    <a:pt x="1563623" y="47244"/>
                  </a:lnTo>
                  <a:lnTo>
                    <a:pt x="1673351" y="60960"/>
                  </a:lnTo>
                  <a:lnTo>
                    <a:pt x="1738883" y="74676"/>
                  </a:lnTo>
                  <a:lnTo>
                    <a:pt x="1796795" y="89916"/>
                  </a:lnTo>
                  <a:lnTo>
                    <a:pt x="1848611" y="108204"/>
                  </a:lnTo>
                  <a:lnTo>
                    <a:pt x="1891283" y="129540"/>
                  </a:lnTo>
                  <a:lnTo>
                    <a:pt x="1926335" y="150876"/>
                  </a:lnTo>
                  <a:lnTo>
                    <a:pt x="1961387" y="187452"/>
                  </a:lnTo>
                  <a:lnTo>
                    <a:pt x="1975104" y="225552"/>
                  </a:lnTo>
                  <a:lnTo>
                    <a:pt x="1976628" y="231648"/>
                  </a:lnTo>
                  <a:lnTo>
                    <a:pt x="1975104" y="237744"/>
                  </a:lnTo>
                  <a:lnTo>
                    <a:pt x="1975104" y="243840"/>
                  </a:lnTo>
                  <a:lnTo>
                    <a:pt x="1973580" y="251460"/>
                  </a:lnTo>
                  <a:lnTo>
                    <a:pt x="1952244" y="300228"/>
                  </a:lnTo>
                  <a:lnTo>
                    <a:pt x="1918716" y="338328"/>
                  </a:lnTo>
                  <a:lnTo>
                    <a:pt x="1882140" y="368808"/>
                  </a:lnTo>
                  <a:lnTo>
                    <a:pt x="1837944" y="399288"/>
                  </a:lnTo>
                  <a:lnTo>
                    <a:pt x="1786128" y="431292"/>
                  </a:lnTo>
                  <a:lnTo>
                    <a:pt x="1693163" y="475488"/>
                  </a:lnTo>
                  <a:lnTo>
                    <a:pt x="1586483" y="516636"/>
                  </a:lnTo>
                  <a:lnTo>
                    <a:pt x="1546859" y="530352"/>
                  </a:lnTo>
                  <a:lnTo>
                    <a:pt x="1507235" y="542544"/>
                  </a:lnTo>
                  <a:lnTo>
                    <a:pt x="1466087" y="554736"/>
                  </a:lnTo>
                  <a:lnTo>
                    <a:pt x="1423416" y="566928"/>
                  </a:lnTo>
                  <a:lnTo>
                    <a:pt x="1379220" y="577596"/>
                  </a:lnTo>
                  <a:lnTo>
                    <a:pt x="1335023" y="589788"/>
                  </a:lnTo>
                  <a:lnTo>
                    <a:pt x="1289304" y="598932"/>
                  </a:lnTo>
                  <a:lnTo>
                    <a:pt x="1242059" y="609600"/>
                  </a:lnTo>
                  <a:lnTo>
                    <a:pt x="1193292" y="618744"/>
                  </a:lnTo>
                  <a:lnTo>
                    <a:pt x="1045463" y="641604"/>
                  </a:lnTo>
                  <a:lnTo>
                    <a:pt x="944879" y="653796"/>
                  </a:lnTo>
                  <a:lnTo>
                    <a:pt x="845819" y="662940"/>
                  </a:lnTo>
                  <a:lnTo>
                    <a:pt x="798576" y="664464"/>
                  </a:lnTo>
                  <a:lnTo>
                    <a:pt x="751332" y="667512"/>
                  </a:lnTo>
                  <a:lnTo>
                    <a:pt x="705612" y="669036"/>
                  </a:lnTo>
                  <a:lnTo>
                    <a:pt x="1121968" y="669036"/>
                  </a:lnTo>
                  <a:lnTo>
                    <a:pt x="1296923" y="637032"/>
                  </a:lnTo>
                  <a:lnTo>
                    <a:pt x="1389887" y="615696"/>
                  </a:lnTo>
                  <a:lnTo>
                    <a:pt x="1519428" y="579120"/>
                  </a:lnTo>
                  <a:lnTo>
                    <a:pt x="1560575" y="565404"/>
                  </a:lnTo>
                  <a:lnTo>
                    <a:pt x="1636775" y="537972"/>
                  </a:lnTo>
                  <a:lnTo>
                    <a:pt x="1673351" y="524256"/>
                  </a:lnTo>
                  <a:lnTo>
                    <a:pt x="1708404" y="509016"/>
                  </a:lnTo>
                  <a:lnTo>
                    <a:pt x="1741932" y="495300"/>
                  </a:lnTo>
                  <a:lnTo>
                    <a:pt x="1831847" y="448056"/>
                  </a:lnTo>
                  <a:lnTo>
                    <a:pt x="1883663" y="416052"/>
                  </a:lnTo>
                  <a:lnTo>
                    <a:pt x="1927859" y="382524"/>
                  </a:lnTo>
                  <a:lnTo>
                    <a:pt x="1962911" y="347472"/>
                  </a:lnTo>
                  <a:lnTo>
                    <a:pt x="1976628" y="330708"/>
                  </a:lnTo>
                  <a:lnTo>
                    <a:pt x="1984247" y="321564"/>
                  </a:lnTo>
                  <a:lnTo>
                    <a:pt x="2004059" y="284988"/>
                  </a:lnTo>
                  <a:lnTo>
                    <a:pt x="2013204" y="246887"/>
                  </a:lnTo>
                  <a:lnTo>
                    <a:pt x="2013204" y="217932"/>
                  </a:lnTo>
                  <a:lnTo>
                    <a:pt x="2011680" y="208787"/>
                  </a:lnTo>
                  <a:lnTo>
                    <a:pt x="2005583" y="190500"/>
                  </a:lnTo>
                  <a:lnTo>
                    <a:pt x="2001011" y="181356"/>
                  </a:lnTo>
                  <a:lnTo>
                    <a:pt x="1996440" y="173736"/>
                  </a:lnTo>
                  <a:lnTo>
                    <a:pt x="1991868" y="164592"/>
                  </a:lnTo>
                  <a:lnTo>
                    <a:pt x="1979675" y="149352"/>
                  </a:lnTo>
                  <a:lnTo>
                    <a:pt x="1972056" y="141732"/>
                  </a:lnTo>
                  <a:lnTo>
                    <a:pt x="1965959" y="134112"/>
                  </a:lnTo>
                  <a:lnTo>
                    <a:pt x="1956816" y="128016"/>
                  </a:lnTo>
                  <a:lnTo>
                    <a:pt x="1947671" y="120396"/>
                  </a:lnTo>
                  <a:lnTo>
                    <a:pt x="1929383" y="106680"/>
                  </a:lnTo>
                  <a:lnTo>
                    <a:pt x="1886711" y="83820"/>
                  </a:lnTo>
                  <a:lnTo>
                    <a:pt x="1836420" y="62484"/>
                  </a:lnTo>
                  <a:lnTo>
                    <a:pt x="1778508" y="45720"/>
                  </a:lnTo>
                  <a:lnTo>
                    <a:pt x="1746504" y="38100"/>
                  </a:lnTo>
                  <a:close/>
                </a:path>
              </a:pathLst>
            </a:custGeom>
            <a:solidFill>
              <a:srgbClr val="FF0000"/>
            </a:solidFill>
          </p:spPr>
          <p:txBody>
            <a:bodyPr wrap="square" lIns="0" tIns="0" rIns="0" bIns="0" rtlCol="0"/>
            <a:lstStyle/>
            <a:p>
              <a:endParaRPr/>
            </a:p>
          </p:txBody>
        </p:sp>
      </p:grpSp>
      <p:grpSp>
        <p:nvGrpSpPr>
          <p:cNvPr id="6" name="object 6"/>
          <p:cNvGrpSpPr/>
          <p:nvPr/>
        </p:nvGrpSpPr>
        <p:grpSpPr>
          <a:xfrm>
            <a:off x="4553711" y="1592580"/>
            <a:ext cx="3698240" cy="3637279"/>
            <a:chOff x="4553711" y="1592580"/>
            <a:chExt cx="3698240" cy="3637279"/>
          </a:xfrm>
        </p:grpSpPr>
        <p:sp>
          <p:nvSpPr>
            <p:cNvPr id="7" name="object 7"/>
            <p:cNvSpPr/>
            <p:nvPr/>
          </p:nvSpPr>
          <p:spPr>
            <a:xfrm>
              <a:off x="4658867" y="1799715"/>
              <a:ext cx="3592954" cy="3429536"/>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53711" y="1592580"/>
              <a:ext cx="1816735" cy="696595"/>
            </a:xfrm>
            <a:custGeom>
              <a:avLst/>
              <a:gdLst/>
              <a:ahLst/>
              <a:cxnLst/>
              <a:rect l="l" t="t" r="r" b="b"/>
              <a:pathLst>
                <a:path w="1816735" h="696594">
                  <a:moveTo>
                    <a:pt x="1257300" y="0"/>
                  </a:moveTo>
                  <a:lnTo>
                    <a:pt x="1132332" y="0"/>
                  </a:lnTo>
                  <a:lnTo>
                    <a:pt x="1089660" y="1524"/>
                  </a:lnTo>
                  <a:lnTo>
                    <a:pt x="955548" y="10668"/>
                  </a:lnTo>
                  <a:lnTo>
                    <a:pt x="909827" y="15240"/>
                  </a:lnTo>
                  <a:lnTo>
                    <a:pt x="818388" y="27432"/>
                  </a:lnTo>
                  <a:lnTo>
                    <a:pt x="728472" y="42672"/>
                  </a:lnTo>
                  <a:lnTo>
                    <a:pt x="641603" y="60960"/>
                  </a:lnTo>
                  <a:lnTo>
                    <a:pt x="598932" y="71628"/>
                  </a:lnTo>
                  <a:lnTo>
                    <a:pt x="518160" y="92964"/>
                  </a:lnTo>
                  <a:lnTo>
                    <a:pt x="480060" y="103632"/>
                  </a:lnTo>
                  <a:lnTo>
                    <a:pt x="441960" y="115824"/>
                  </a:lnTo>
                  <a:lnTo>
                    <a:pt x="405384" y="128016"/>
                  </a:lnTo>
                  <a:lnTo>
                    <a:pt x="335279" y="155448"/>
                  </a:lnTo>
                  <a:lnTo>
                    <a:pt x="271272" y="182880"/>
                  </a:lnTo>
                  <a:lnTo>
                    <a:pt x="213360" y="213360"/>
                  </a:lnTo>
                  <a:lnTo>
                    <a:pt x="137160" y="259080"/>
                  </a:lnTo>
                  <a:lnTo>
                    <a:pt x="94487" y="291084"/>
                  </a:lnTo>
                  <a:lnTo>
                    <a:pt x="59436" y="324612"/>
                  </a:lnTo>
                  <a:lnTo>
                    <a:pt x="30479" y="359664"/>
                  </a:lnTo>
                  <a:lnTo>
                    <a:pt x="10667" y="396240"/>
                  </a:lnTo>
                  <a:lnTo>
                    <a:pt x="0" y="441960"/>
                  </a:lnTo>
                  <a:lnTo>
                    <a:pt x="0" y="460248"/>
                  </a:lnTo>
                  <a:lnTo>
                    <a:pt x="4572" y="487680"/>
                  </a:lnTo>
                  <a:lnTo>
                    <a:pt x="7620" y="496824"/>
                  </a:lnTo>
                  <a:lnTo>
                    <a:pt x="12191" y="505968"/>
                  </a:lnTo>
                  <a:lnTo>
                    <a:pt x="19812" y="522732"/>
                  </a:lnTo>
                  <a:lnTo>
                    <a:pt x="32003" y="539496"/>
                  </a:lnTo>
                  <a:lnTo>
                    <a:pt x="44196" y="553212"/>
                  </a:lnTo>
                  <a:lnTo>
                    <a:pt x="59436" y="568452"/>
                  </a:lnTo>
                  <a:lnTo>
                    <a:pt x="77724" y="580644"/>
                  </a:lnTo>
                  <a:lnTo>
                    <a:pt x="96012" y="594360"/>
                  </a:lnTo>
                  <a:lnTo>
                    <a:pt x="138684" y="617220"/>
                  </a:lnTo>
                  <a:lnTo>
                    <a:pt x="163067" y="626364"/>
                  </a:lnTo>
                  <a:lnTo>
                    <a:pt x="188975" y="637032"/>
                  </a:lnTo>
                  <a:lnTo>
                    <a:pt x="243839" y="653796"/>
                  </a:lnTo>
                  <a:lnTo>
                    <a:pt x="304800" y="667512"/>
                  </a:lnTo>
                  <a:lnTo>
                    <a:pt x="371855" y="679704"/>
                  </a:lnTo>
                  <a:lnTo>
                    <a:pt x="443484" y="688848"/>
                  </a:lnTo>
                  <a:lnTo>
                    <a:pt x="481584" y="691896"/>
                  </a:lnTo>
                  <a:lnTo>
                    <a:pt x="519684" y="693420"/>
                  </a:lnTo>
                  <a:lnTo>
                    <a:pt x="559308" y="696468"/>
                  </a:lnTo>
                  <a:lnTo>
                    <a:pt x="684276" y="696468"/>
                  </a:lnTo>
                  <a:lnTo>
                    <a:pt x="726948" y="694944"/>
                  </a:lnTo>
                  <a:lnTo>
                    <a:pt x="815339" y="688848"/>
                  </a:lnTo>
                  <a:lnTo>
                    <a:pt x="905255" y="679704"/>
                  </a:lnTo>
                  <a:lnTo>
                    <a:pt x="998220" y="667512"/>
                  </a:lnTo>
                  <a:lnTo>
                    <a:pt x="1051255" y="658368"/>
                  </a:lnTo>
                  <a:lnTo>
                    <a:pt x="560832" y="658368"/>
                  </a:lnTo>
                  <a:lnTo>
                    <a:pt x="521208" y="655320"/>
                  </a:lnTo>
                  <a:lnTo>
                    <a:pt x="483108" y="653796"/>
                  </a:lnTo>
                  <a:lnTo>
                    <a:pt x="376427" y="641604"/>
                  </a:lnTo>
                  <a:lnTo>
                    <a:pt x="312420" y="630936"/>
                  </a:lnTo>
                  <a:lnTo>
                    <a:pt x="281939" y="623316"/>
                  </a:lnTo>
                  <a:lnTo>
                    <a:pt x="252984" y="617220"/>
                  </a:lnTo>
                  <a:lnTo>
                    <a:pt x="199643" y="600456"/>
                  </a:lnTo>
                  <a:lnTo>
                    <a:pt x="153924" y="582168"/>
                  </a:lnTo>
                  <a:lnTo>
                    <a:pt x="114300" y="560832"/>
                  </a:lnTo>
                  <a:lnTo>
                    <a:pt x="70103" y="525780"/>
                  </a:lnTo>
                  <a:lnTo>
                    <a:pt x="42672" y="483108"/>
                  </a:lnTo>
                  <a:lnTo>
                    <a:pt x="38100" y="463296"/>
                  </a:lnTo>
                  <a:lnTo>
                    <a:pt x="38100" y="443484"/>
                  </a:lnTo>
                  <a:lnTo>
                    <a:pt x="39624" y="437388"/>
                  </a:lnTo>
                  <a:lnTo>
                    <a:pt x="42672" y="422148"/>
                  </a:lnTo>
                  <a:lnTo>
                    <a:pt x="64008" y="379475"/>
                  </a:lnTo>
                  <a:lnTo>
                    <a:pt x="102108" y="335280"/>
                  </a:lnTo>
                  <a:lnTo>
                    <a:pt x="138684" y="304800"/>
                  </a:lnTo>
                  <a:lnTo>
                    <a:pt x="181355" y="275844"/>
                  </a:lnTo>
                  <a:lnTo>
                    <a:pt x="231648" y="245364"/>
                  </a:lnTo>
                  <a:lnTo>
                    <a:pt x="288036" y="217932"/>
                  </a:lnTo>
                  <a:lnTo>
                    <a:pt x="350520" y="190500"/>
                  </a:lnTo>
                  <a:lnTo>
                    <a:pt x="454151" y="152400"/>
                  </a:lnTo>
                  <a:lnTo>
                    <a:pt x="490727" y="140208"/>
                  </a:lnTo>
                  <a:lnTo>
                    <a:pt x="528827" y="129540"/>
                  </a:lnTo>
                  <a:lnTo>
                    <a:pt x="609600" y="108204"/>
                  </a:lnTo>
                  <a:lnTo>
                    <a:pt x="691896" y="89916"/>
                  </a:lnTo>
                  <a:lnTo>
                    <a:pt x="736091" y="80772"/>
                  </a:lnTo>
                  <a:lnTo>
                    <a:pt x="778763" y="73152"/>
                  </a:lnTo>
                  <a:lnTo>
                    <a:pt x="824484" y="65532"/>
                  </a:lnTo>
                  <a:lnTo>
                    <a:pt x="914400" y="53340"/>
                  </a:lnTo>
                  <a:lnTo>
                    <a:pt x="960120" y="48768"/>
                  </a:lnTo>
                  <a:lnTo>
                    <a:pt x="1091184" y="39624"/>
                  </a:lnTo>
                  <a:lnTo>
                    <a:pt x="1133855" y="38100"/>
                  </a:lnTo>
                  <a:lnTo>
                    <a:pt x="1553870" y="38100"/>
                  </a:lnTo>
                  <a:lnTo>
                    <a:pt x="1542288" y="35052"/>
                  </a:lnTo>
                  <a:lnTo>
                    <a:pt x="1510284" y="27432"/>
                  </a:lnTo>
                  <a:lnTo>
                    <a:pt x="1478279" y="21336"/>
                  </a:lnTo>
                  <a:lnTo>
                    <a:pt x="1371600" y="7620"/>
                  </a:lnTo>
                  <a:lnTo>
                    <a:pt x="1295400" y="1524"/>
                  </a:lnTo>
                  <a:lnTo>
                    <a:pt x="1257300" y="0"/>
                  </a:lnTo>
                  <a:close/>
                </a:path>
                <a:path w="1816735" h="696594">
                  <a:moveTo>
                    <a:pt x="1553870" y="38100"/>
                  </a:moveTo>
                  <a:lnTo>
                    <a:pt x="1255776" y="38100"/>
                  </a:lnTo>
                  <a:lnTo>
                    <a:pt x="1293876" y="39624"/>
                  </a:lnTo>
                  <a:lnTo>
                    <a:pt x="1368552" y="45720"/>
                  </a:lnTo>
                  <a:lnTo>
                    <a:pt x="1472184" y="59436"/>
                  </a:lnTo>
                  <a:lnTo>
                    <a:pt x="1533143" y="71628"/>
                  </a:lnTo>
                  <a:lnTo>
                    <a:pt x="1589532" y="86868"/>
                  </a:lnTo>
                  <a:lnTo>
                    <a:pt x="1639824" y="105156"/>
                  </a:lnTo>
                  <a:lnTo>
                    <a:pt x="1682496" y="124968"/>
                  </a:lnTo>
                  <a:lnTo>
                    <a:pt x="1717548" y="146304"/>
                  </a:lnTo>
                  <a:lnTo>
                    <a:pt x="1755648" y="182880"/>
                  </a:lnTo>
                  <a:lnTo>
                    <a:pt x="1772412" y="213360"/>
                  </a:lnTo>
                  <a:lnTo>
                    <a:pt x="1775460" y="219456"/>
                  </a:lnTo>
                  <a:lnTo>
                    <a:pt x="1776984" y="225552"/>
                  </a:lnTo>
                  <a:lnTo>
                    <a:pt x="1776984" y="233172"/>
                  </a:lnTo>
                  <a:lnTo>
                    <a:pt x="1778508" y="239268"/>
                  </a:lnTo>
                  <a:lnTo>
                    <a:pt x="1778508" y="252984"/>
                  </a:lnTo>
                  <a:lnTo>
                    <a:pt x="1776984" y="259080"/>
                  </a:lnTo>
                  <a:lnTo>
                    <a:pt x="1773936" y="272796"/>
                  </a:lnTo>
                  <a:lnTo>
                    <a:pt x="1752600" y="315468"/>
                  </a:lnTo>
                  <a:lnTo>
                    <a:pt x="1728215" y="345948"/>
                  </a:lnTo>
                  <a:lnTo>
                    <a:pt x="1696212" y="376428"/>
                  </a:lnTo>
                  <a:lnTo>
                    <a:pt x="1656588" y="405384"/>
                  </a:lnTo>
                  <a:lnTo>
                    <a:pt x="1633727" y="420624"/>
                  </a:lnTo>
                  <a:lnTo>
                    <a:pt x="1609343" y="435864"/>
                  </a:lnTo>
                  <a:lnTo>
                    <a:pt x="1583436" y="449580"/>
                  </a:lnTo>
                  <a:lnTo>
                    <a:pt x="1556003" y="464820"/>
                  </a:lnTo>
                  <a:lnTo>
                    <a:pt x="1527048" y="478536"/>
                  </a:lnTo>
                  <a:lnTo>
                    <a:pt x="1496567" y="492252"/>
                  </a:lnTo>
                  <a:lnTo>
                    <a:pt x="1464564" y="505968"/>
                  </a:lnTo>
                  <a:lnTo>
                    <a:pt x="1432560" y="518160"/>
                  </a:lnTo>
                  <a:lnTo>
                    <a:pt x="1397508" y="531876"/>
                  </a:lnTo>
                  <a:lnTo>
                    <a:pt x="1360932" y="544068"/>
                  </a:lnTo>
                  <a:lnTo>
                    <a:pt x="1324355" y="554736"/>
                  </a:lnTo>
                  <a:lnTo>
                    <a:pt x="1286255" y="566928"/>
                  </a:lnTo>
                  <a:lnTo>
                    <a:pt x="1207008" y="588264"/>
                  </a:lnTo>
                  <a:lnTo>
                    <a:pt x="1080515" y="615696"/>
                  </a:lnTo>
                  <a:lnTo>
                    <a:pt x="1036320" y="623316"/>
                  </a:lnTo>
                  <a:lnTo>
                    <a:pt x="992124" y="629412"/>
                  </a:lnTo>
                  <a:lnTo>
                    <a:pt x="946403" y="637032"/>
                  </a:lnTo>
                  <a:lnTo>
                    <a:pt x="900684" y="641604"/>
                  </a:lnTo>
                  <a:lnTo>
                    <a:pt x="856488" y="647700"/>
                  </a:lnTo>
                  <a:lnTo>
                    <a:pt x="725424" y="656844"/>
                  </a:lnTo>
                  <a:lnTo>
                    <a:pt x="682751" y="658368"/>
                  </a:lnTo>
                  <a:lnTo>
                    <a:pt x="1051255" y="658368"/>
                  </a:lnTo>
                  <a:lnTo>
                    <a:pt x="1216152" y="624840"/>
                  </a:lnTo>
                  <a:lnTo>
                    <a:pt x="1296924" y="603504"/>
                  </a:lnTo>
                  <a:lnTo>
                    <a:pt x="1336548" y="591312"/>
                  </a:lnTo>
                  <a:lnTo>
                    <a:pt x="1446276" y="554736"/>
                  </a:lnTo>
                  <a:lnTo>
                    <a:pt x="1543812" y="513588"/>
                  </a:lnTo>
                  <a:lnTo>
                    <a:pt x="1603248" y="483108"/>
                  </a:lnTo>
                  <a:lnTo>
                    <a:pt x="1655064" y="452628"/>
                  </a:lnTo>
                  <a:lnTo>
                    <a:pt x="1722120" y="403860"/>
                  </a:lnTo>
                  <a:lnTo>
                    <a:pt x="1757172" y="370332"/>
                  </a:lnTo>
                  <a:lnTo>
                    <a:pt x="1784603" y="336804"/>
                  </a:lnTo>
                  <a:lnTo>
                    <a:pt x="1804415" y="300228"/>
                  </a:lnTo>
                  <a:lnTo>
                    <a:pt x="1815084" y="263652"/>
                  </a:lnTo>
                  <a:lnTo>
                    <a:pt x="1816608" y="254508"/>
                  </a:lnTo>
                  <a:lnTo>
                    <a:pt x="1816608" y="236220"/>
                  </a:lnTo>
                  <a:lnTo>
                    <a:pt x="1815084" y="225552"/>
                  </a:lnTo>
                  <a:lnTo>
                    <a:pt x="1813560" y="216408"/>
                  </a:lnTo>
                  <a:lnTo>
                    <a:pt x="1810512" y="207264"/>
                  </a:lnTo>
                  <a:lnTo>
                    <a:pt x="1808988" y="199644"/>
                  </a:lnTo>
                  <a:lnTo>
                    <a:pt x="1784603" y="156972"/>
                  </a:lnTo>
                  <a:lnTo>
                    <a:pt x="1755648" y="128016"/>
                  </a:lnTo>
                  <a:lnTo>
                    <a:pt x="1720596" y="102108"/>
                  </a:lnTo>
                  <a:lnTo>
                    <a:pt x="1699260" y="91440"/>
                  </a:lnTo>
                  <a:lnTo>
                    <a:pt x="1676400" y="79248"/>
                  </a:lnTo>
                  <a:lnTo>
                    <a:pt x="1653539" y="68580"/>
                  </a:lnTo>
                  <a:lnTo>
                    <a:pt x="1627632" y="59436"/>
                  </a:lnTo>
                  <a:lnTo>
                    <a:pt x="1600200" y="50292"/>
                  </a:lnTo>
                  <a:lnTo>
                    <a:pt x="1553870" y="38100"/>
                  </a:lnTo>
                  <a:close/>
                </a:path>
              </a:pathLst>
            </a:custGeom>
            <a:solidFill>
              <a:srgbClr val="FF0000"/>
            </a:solid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3071" y="354431"/>
            <a:ext cx="2830729" cy="574040"/>
          </a:xfrm>
          <a:prstGeom prst="rect">
            <a:avLst/>
          </a:prstGeom>
        </p:spPr>
        <p:txBody>
          <a:bodyPr vert="horz" wrap="square" lIns="0" tIns="12700" rIns="0" bIns="0" rtlCol="0">
            <a:spAutoFit/>
          </a:bodyPr>
          <a:lstStyle/>
          <a:p>
            <a:pPr marL="12700">
              <a:lnSpc>
                <a:spcPct val="100000"/>
              </a:lnSpc>
              <a:spcBef>
                <a:spcPts val="100"/>
              </a:spcBef>
            </a:pPr>
            <a:r>
              <a:rPr sz="3600" spc="-400" smtClean="0">
                <a:solidFill>
                  <a:srgbClr val="002060"/>
                </a:solidFill>
              </a:rPr>
              <a:t>Typical</a:t>
            </a:r>
            <a:r>
              <a:rPr lang="en-US" sz="3600" spc="-400" dirty="0" smtClean="0">
                <a:solidFill>
                  <a:srgbClr val="002060"/>
                </a:solidFill>
              </a:rPr>
              <a:t> </a:t>
            </a:r>
            <a:r>
              <a:rPr sz="3600" spc="-505" smtClean="0">
                <a:solidFill>
                  <a:srgbClr val="002060"/>
                </a:solidFill>
              </a:rPr>
              <a:t> </a:t>
            </a:r>
            <a:r>
              <a:rPr sz="3600" spc="-360" dirty="0">
                <a:solidFill>
                  <a:srgbClr val="002060"/>
                </a:solidFill>
              </a:rPr>
              <a:t>IGBTs</a:t>
            </a:r>
            <a:endParaRPr sz="3600"/>
          </a:p>
        </p:txBody>
      </p:sp>
      <p:grpSp>
        <p:nvGrpSpPr>
          <p:cNvPr id="3" name="object 3"/>
          <p:cNvGrpSpPr/>
          <p:nvPr/>
        </p:nvGrpSpPr>
        <p:grpSpPr>
          <a:xfrm>
            <a:off x="786383" y="840486"/>
            <a:ext cx="3724910" cy="4448175"/>
            <a:chOff x="786383" y="840486"/>
            <a:chExt cx="3724910" cy="4448175"/>
          </a:xfrm>
        </p:grpSpPr>
        <p:sp>
          <p:nvSpPr>
            <p:cNvPr id="4" name="object 4"/>
            <p:cNvSpPr/>
            <p:nvPr/>
          </p:nvSpPr>
          <p:spPr>
            <a:xfrm>
              <a:off x="1001267" y="1234324"/>
              <a:ext cx="3198151" cy="405395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786383" y="840486"/>
              <a:ext cx="3724910" cy="1108710"/>
            </a:xfrm>
            <a:custGeom>
              <a:avLst/>
              <a:gdLst/>
              <a:ahLst/>
              <a:cxnLst/>
              <a:rect l="l" t="t" r="r" b="b"/>
              <a:pathLst>
                <a:path w="3724910" h="1108710">
                  <a:moveTo>
                    <a:pt x="2452116" y="0"/>
                  </a:moveTo>
                  <a:lnTo>
                    <a:pt x="2365248" y="1270"/>
                  </a:lnTo>
                  <a:lnTo>
                    <a:pt x="2276855" y="1270"/>
                  </a:lnTo>
                  <a:lnTo>
                    <a:pt x="2186940" y="3810"/>
                  </a:lnTo>
                  <a:lnTo>
                    <a:pt x="2095500" y="8889"/>
                  </a:lnTo>
                  <a:lnTo>
                    <a:pt x="2002536" y="15239"/>
                  </a:lnTo>
                  <a:lnTo>
                    <a:pt x="1813560" y="30480"/>
                  </a:lnTo>
                  <a:lnTo>
                    <a:pt x="1624584" y="49530"/>
                  </a:lnTo>
                  <a:lnTo>
                    <a:pt x="1441704" y="74930"/>
                  </a:lnTo>
                  <a:lnTo>
                    <a:pt x="1179576" y="120650"/>
                  </a:lnTo>
                  <a:lnTo>
                    <a:pt x="1097280" y="137160"/>
                  </a:lnTo>
                  <a:lnTo>
                    <a:pt x="1016508" y="154939"/>
                  </a:lnTo>
                  <a:lnTo>
                    <a:pt x="861060" y="193039"/>
                  </a:lnTo>
                  <a:lnTo>
                    <a:pt x="716279" y="234950"/>
                  </a:lnTo>
                  <a:lnTo>
                    <a:pt x="647700" y="257810"/>
                  </a:lnTo>
                  <a:lnTo>
                    <a:pt x="580644" y="278130"/>
                  </a:lnTo>
                  <a:lnTo>
                    <a:pt x="518159" y="300989"/>
                  </a:lnTo>
                  <a:lnTo>
                    <a:pt x="402335" y="350520"/>
                  </a:lnTo>
                  <a:lnTo>
                    <a:pt x="348996" y="374650"/>
                  </a:lnTo>
                  <a:lnTo>
                    <a:pt x="298703" y="398780"/>
                  </a:lnTo>
                  <a:lnTo>
                    <a:pt x="251459" y="425450"/>
                  </a:lnTo>
                  <a:lnTo>
                    <a:pt x="208787" y="450850"/>
                  </a:lnTo>
                  <a:lnTo>
                    <a:pt x="169163" y="476250"/>
                  </a:lnTo>
                  <a:lnTo>
                    <a:pt x="132587" y="504189"/>
                  </a:lnTo>
                  <a:lnTo>
                    <a:pt x="102107" y="529589"/>
                  </a:lnTo>
                  <a:lnTo>
                    <a:pt x="73152" y="557530"/>
                  </a:lnTo>
                  <a:lnTo>
                    <a:pt x="30479" y="613410"/>
                  </a:lnTo>
                  <a:lnTo>
                    <a:pt x="16764" y="641350"/>
                  </a:lnTo>
                  <a:lnTo>
                    <a:pt x="15239" y="641350"/>
                  </a:lnTo>
                  <a:lnTo>
                    <a:pt x="15239" y="642620"/>
                  </a:lnTo>
                  <a:lnTo>
                    <a:pt x="6095" y="670560"/>
                  </a:lnTo>
                  <a:lnTo>
                    <a:pt x="4571" y="671830"/>
                  </a:lnTo>
                  <a:lnTo>
                    <a:pt x="4571" y="673100"/>
                  </a:lnTo>
                  <a:lnTo>
                    <a:pt x="0" y="699770"/>
                  </a:lnTo>
                  <a:lnTo>
                    <a:pt x="0" y="732789"/>
                  </a:lnTo>
                  <a:lnTo>
                    <a:pt x="4571" y="758189"/>
                  </a:lnTo>
                  <a:lnTo>
                    <a:pt x="6095" y="760730"/>
                  </a:lnTo>
                  <a:lnTo>
                    <a:pt x="6095" y="762000"/>
                  </a:lnTo>
                  <a:lnTo>
                    <a:pt x="15239" y="786130"/>
                  </a:lnTo>
                  <a:lnTo>
                    <a:pt x="16764" y="787400"/>
                  </a:lnTo>
                  <a:lnTo>
                    <a:pt x="16764" y="788670"/>
                  </a:lnTo>
                  <a:lnTo>
                    <a:pt x="32003" y="814070"/>
                  </a:lnTo>
                  <a:lnTo>
                    <a:pt x="32003" y="815339"/>
                  </a:lnTo>
                  <a:lnTo>
                    <a:pt x="33528" y="816610"/>
                  </a:lnTo>
                  <a:lnTo>
                    <a:pt x="77724" y="864870"/>
                  </a:lnTo>
                  <a:lnTo>
                    <a:pt x="138684" y="909320"/>
                  </a:lnTo>
                  <a:lnTo>
                    <a:pt x="173735" y="929639"/>
                  </a:lnTo>
                  <a:lnTo>
                    <a:pt x="214884" y="948689"/>
                  </a:lnTo>
                  <a:lnTo>
                    <a:pt x="257556" y="967739"/>
                  </a:lnTo>
                  <a:lnTo>
                    <a:pt x="304800" y="984250"/>
                  </a:lnTo>
                  <a:lnTo>
                    <a:pt x="355091" y="1000760"/>
                  </a:lnTo>
                  <a:lnTo>
                    <a:pt x="409956" y="1016000"/>
                  </a:lnTo>
                  <a:lnTo>
                    <a:pt x="466344" y="1029970"/>
                  </a:lnTo>
                  <a:lnTo>
                    <a:pt x="527304" y="1043939"/>
                  </a:lnTo>
                  <a:lnTo>
                    <a:pt x="589788" y="1054100"/>
                  </a:lnTo>
                  <a:lnTo>
                    <a:pt x="655319" y="1065530"/>
                  </a:lnTo>
                  <a:lnTo>
                    <a:pt x="725424" y="1075689"/>
                  </a:lnTo>
                  <a:lnTo>
                    <a:pt x="870204" y="1090930"/>
                  </a:lnTo>
                  <a:lnTo>
                    <a:pt x="946404" y="1097280"/>
                  </a:lnTo>
                  <a:lnTo>
                    <a:pt x="1025652" y="1101089"/>
                  </a:lnTo>
                  <a:lnTo>
                    <a:pt x="1106423" y="1106170"/>
                  </a:lnTo>
                  <a:lnTo>
                    <a:pt x="1274064" y="1108710"/>
                  </a:lnTo>
                  <a:lnTo>
                    <a:pt x="1360932" y="1108710"/>
                  </a:lnTo>
                  <a:lnTo>
                    <a:pt x="1449323" y="1107439"/>
                  </a:lnTo>
                  <a:lnTo>
                    <a:pt x="1539240" y="1104900"/>
                  </a:lnTo>
                  <a:lnTo>
                    <a:pt x="1630679" y="1101089"/>
                  </a:lnTo>
                  <a:lnTo>
                    <a:pt x="1723643" y="1096010"/>
                  </a:lnTo>
                  <a:lnTo>
                    <a:pt x="1912620" y="1080770"/>
                  </a:lnTo>
                  <a:lnTo>
                    <a:pt x="2007108" y="1070610"/>
                  </a:lnTo>
                  <a:lnTo>
                    <a:pt x="1274064" y="1070610"/>
                  </a:lnTo>
                  <a:lnTo>
                    <a:pt x="1106423" y="1068070"/>
                  </a:lnTo>
                  <a:lnTo>
                    <a:pt x="1027176" y="1062989"/>
                  </a:lnTo>
                  <a:lnTo>
                    <a:pt x="949452" y="1059180"/>
                  </a:lnTo>
                  <a:lnTo>
                    <a:pt x="873252" y="1052830"/>
                  </a:lnTo>
                  <a:lnTo>
                    <a:pt x="729996" y="1037589"/>
                  </a:lnTo>
                  <a:lnTo>
                    <a:pt x="661416" y="1028700"/>
                  </a:lnTo>
                  <a:lnTo>
                    <a:pt x="533400" y="1005839"/>
                  </a:lnTo>
                  <a:lnTo>
                    <a:pt x="473963" y="993139"/>
                  </a:lnTo>
                  <a:lnTo>
                    <a:pt x="419100" y="977900"/>
                  </a:lnTo>
                  <a:lnTo>
                    <a:pt x="365759" y="963930"/>
                  </a:lnTo>
                  <a:lnTo>
                    <a:pt x="316991" y="947420"/>
                  </a:lnTo>
                  <a:lnTo>
                    <a:pt x="271272" y="930910"/>
                  </a:lnTo>
                  <a:lnTo>
                    <a:pt x="228600" y="914400"/>
                  </a:lnTo>
                  <a:lnTo>
                    <a:pt x="190500" y="895350"/>
                  </a:lnTo>
                  <a:lnTo>
                    <a:pt x="156972" y="876300"/>
                  </a:lnTo>
                  <a:lnTo>
                    <a:pt x="100584" y="834389"/>
                  </a:lnTo>
                  <a:lnTo>
                    <a:pt x="62484" y="792480"/>
                  </a:lnTo>
                  <a:lnTo>
                    <a:pt x="63246" y="792480"/>
                  </a:lnTo>
                  <a:lnTo>
                    <a:pt x="50291" y="770889"/>
                  </a:lnTo>
                  <a:lnTo>
                    <a:pt x="51254" y="770889"/>
                  </a:lnTo>
                  <a:lnTo>
                    <a:pt x="41147" y="748030"/>
                  </a:lnTo>
                  <a:lnTo>
                    <a:pt x="42214" y="748030"/>
                  </a:lnTo>
                  <a:lnTo>
                    <a:pt x="38557" y="727710"/>
                  </a:lnTo>
                  <a:lnTo>
                    <a:pt x="38100" y="727710"/>
                  </a:lnTo>
                  <a:lnTo>
                    <a:pt x="38100" y="702310"/>
                  </a:lnTo>
                  <a:lnTo>
                    <a:pt x="38557" y="702310"/>
                  </a:lnTo>
                  <a:lnTo>
                    <a:pt x="42214" y="681989"/>
                  </a:lnTo>
                  <a:lnTo>
                    <a:pt x="41147" y="681989"/>
                  </a:lnTo>
                  <a:lnTo>
                    <a:pt x="51282" y="657860"/>
                  </a:lnTo>
                  <a:lnTo>
                    <a:pt x="50291" y="657860"/>
                  </a:lnTo>
                  <a:lnTo>
                    <a:pt x="64007" y="632460"/>
                  </a:lnTo>
                  <a:lnTo>
                    <a:pt x="102107" y="582930"/>
                  </a:lnTo>
                  <a:lnTo>
                    <a:pt x="192024" y="506730"/>
                  </a:lnTo>
                  <a:lnTo>
                    <a:pt x="230124" y="482600"/>
                  </a:lnTo>
                  <a:lnTo>
                    <a:pt x="271272" y="457200"/>
                  </a:lnTo>
                  <a:lnTo>
                    <a:pt x="365759" y="407670"/>
                  </a:lnTo>
                  <a:lnTo>
                    <a:pt x="417575" y="383539"/>
                  </a:lnTo>
                  <a:lnTo>
                    <a:pt x="473963" y="360680"/>
                  </a:lnTo>
                  <a:lnTo>
                    <a:pt x="531876" y="337820"/>
                  </a:lnTo>
                  <a:lnTo>
                    <a:pt x="594360" y="314960"/>
                  </a:lnTo>
                  <a:lnTo>
                    <a:pt x="659891" y="292100"/>
                  </a:lnTo>
                  <a:lnTo>
                    <a:pt x="726947" y="270510"/>
                  </a:lnTo>
                  <a:lnTo>
                    <a:pt x="797052" y="251460"/>
                  </a:lnTo>
                  <a:lnTo>
                    <a:pt x="871728" y="229870"/>
                  </a:lnTo>
                  <a:lnTo>
                    <a:pt x="1024128" y="193039"/>
                  </a:lnTo>
                  <a:lnTo>
                    <a:pt x="1104899" y="175260"/>
                  </a:lnTo>
                  <a:lnTo>
                    <a:pt x="1272540" y="140970"/>
                  </a:lnTo>
                  <a:lnTo>
                    <a:pt x="1359408" y="125730"/>
                  </a:lnTo>
                  <a:lnTo>
                    <a:pt x="1629155" y="87630"/>
                  </a:lnTo>
                  <a:lnTo>
                    <a:pt x="1816608" y="67310"/>
                  </a:lnTo>
                  <a:lnTo>
                    <a:pt x="2097024" y="46989"/>
                  </a:lnTo>
                  <a:lnTo>
                    <a:pt x="2188464" y="41910"/>
                  </a:lnTo>
                  <a:lnTo>
                    <a:pt x="2278379" y="39370"/>
                  </a:lnTo>
                  <a:lnTo>
                    <a:pt x="2365248" y="39370"/>
                  </a:lnTo>
                  <a:lnTo>
                    <a:pt x="2452116" y="38100"/>
                  </a:lnTo>
                  <a:lnTo>
                    <a:pt x="3026473" y="38100"/>
                  </a:lnTo>
                  <a:lnTo>
                    <a:pt x="3000755" y="34289"/>
                  </a:lnTo>
                  <a:lnTo>
                    <a:pt x="2929128" y="25400"/>
                  </a:lnTo>
                  <a:lnTo>
                    <a:pt x="2855976" y="17780"/>
                  </a:lnTo>
                  <a:lnTo>
                    <a:pt x="2778252" y="11430"/>
                  </a:lnTo>
                  <a:lnTo>
                    <a:pt x="2619755" y="3810"/>
                  </a:lnTo>
                  <a:lnTo>
                    <a:pt x="2535936" y="1270"/>
                  </a:lnTo>
                  <a:lnTo>
                    <a:pt x="2452116" y="0"/>
                  </a:lnTo>
                  <a:close/>
                </a:path>
                <a:path w="3724910" h="1108710">
                  <a:moveTo>
                    <a:pt x="3715816" y="450850"/>
                  </a:moveTo>
                  <a:lnTo>
                    <a:pt x="3675888" y="450850"/>
                  </a:lnTo>
                  <a:lnTo>
                    <a:pt x="3662171" y="478789"/>
                  </a:lnTo>
                  <a:lnTo>
                    <a:pt x="3643883" y="502920"/>
                  </a:lnTo>
                  <a:lnTo>
                    <a:pt x="3596640" y="551180"/>
                  </a:lnTo>
                  <a:lnTo>
                    <a:pt x="3567683" y="577850"/>
                  </a:lnTo>
                  <a:lnTo>
                    <a:pt x="3534155" y="601980"/>
                  </a:lnTo>
                  <a:lnTo>
                    <a:pt x="3496055" y="627380"/>
                  </a:lnTo>
                  <a:lnTo>
                    <a:pt x="3454907" y="651510"/>
                  </a:lnTo>
                  <a:lnTo>
                    <a:pt x="3409188" y="676910"/>
                  </a:lnTo>
                  <a:lnTo>
                    <a:pt x="3360419" y="701039"/>
                  </a:lnTo>
                  <a:lnTo>
                    <a:pt x="3307079" y="725170"/>
                  </a:lnTo>
                  <a:lnTo>
                    <a:pt x="3252216" y="749300"/>
                  </a:lnTo>
                  <a:lnTo>
                    <a:pt x="3192779" y="772160"/>
                  </a:lnTo>
                  <a:lnTo>
                    <a:pt x="3130295" y="795020"/>
                  </a:lnTo>
                  <a:lnTo>
                    <a:pt x="3066288" y="816610"/>
                  </a:lnTo>
                  <a:lnTo>
                    <a:pt x="2927604" y="859789"/>
                  </a:lnTo>
                  <a:lnTo>
                    <a:pt x="2778252" y="899160"/>
                  </a:lnTo>
                  <a:lnTo>
                    <a:pt x="2619755" y="935989"/>
                  </a:lnTo>
                  <a:lnTo>
                    <a:pt x="2537460" y="952500"/>
                  </a:lnTo>
                  <a:lnTo>
                    <a:pt x="2278379" y="998220"/>
                  </a:lnTo>
                  <a:lnTo>
                    <a:pt x="2188464" y="1009650"/>
                  </a:lnTo>
                  <a:lnTo>
                    <a:pt x="2097024" y="1022350"/>
                  </a:lnTo>
                  <a:lnTo>
                    <a:pt x="1908048" y="1042670"/>
                  </a:lnTo>
                  <a:lnTo>
                    <a:pt x="1720596" y="1057910"/>
                  </a:lnTo>
                  <a:lnTo>
                    <a:pt x="1627632" y="1062989"/>
                  </a:lnTo>
                  <a:lnTo>
                    <a:pt x="1447799" y="1069339"/>
                  </a:lnTo>
                  <a:lnTo>
                    <a:pt x="1359408" y="1070610"/>
                  </a:lnTo>
                  <a:lnTo>
                    <a:pt x="2007108" y="1070610"/>
                  </a:lnTo>
                  <a:lnTo>
                    <a:pt x="2101596" y="1060450"/>
                  </a:lnTo>
                  <a:lnTo>
                    <a:pt x="2284476" y="1035050"/>
                  </a:lnTo>
                  <a:lnTo>
                    <a:pt x="2372867" y="1021080"/>
                  </a:lnTo>
                  <a:lnTo>
                    <a:pt x="2459736" y="1005839"/>
                  </a:lnTo>
                  <a:lnTo>
                    <a:pt x="2545079" y="989330"/>
                  </a:lnTo>
                  <a:lnTo>
                    <a:pt x="2709671" y="955039"/>
                  </a:lnTo>
                  <a:lnTo>
                    <a:pt x="2865119" y="915670"/>
                  </a:lnTo>
                  <a:lnTo>
                    <a:pt x="3009900" y="875030"/>
                  </a:lnTo>
                  <a:lnTo>
                    <a:pt x="3078479" y="853439"/>
                  </a:lnTo>
                  <a:lnTo>
                    <a:pt x="3144012" y="830580"/>
                  </a:lnTo>
                  <a:lnTo>
                    <a:pt x="3267455" y="784860"/>
                  </a:lnTo>
                  <a:lnTo>
                    <a:pt x="3323843" y="760730"/>
                  </a:lnTo>
                  <a:lnTo>
                    <a:pt x="3377183" y="735330"/>
                  </a:lnTo>
                  <a:lnTo>
                    <a:pt x="3427476" y="709930"/>
                  </a:lnTo>
                  <a:lnTo>
                    <a:pt x="3473195" y="685800"/>
                  </a:lnTo>
                  <a:lnTo>
                    <a:pt x="3517391" y="659130"/>
                  </a:lnTo>
                  <a:lnTo>
                    <a:pt x="3557016" y="632460"/>
                  </a:lnTo>
                  <a:lnTo>
                    <a:pt x="3592067" y="605789"/>
                  </a:lnTo>
                  <a:lnTo>
                    <a:pt x="3624071" y="579120"/>
                  </a:lnTo>
                  <a:lnTo>
                    <a:pt x="3651504" y="551180"/>
                  </a:lnTo>
                  <a:lnTo>
                    <a:pt x="3695700" y="495300"/>
                  </a:lnTo>
                  <a:lnTo>
                    <a:pt x="3709416" y="468630"/>
                  </a:lnTo>
                  <a:lnTo>
                    <a:pt x="3709416" y="466089"/>
                  </a:lnTo>
                  <a:lnTo>
                    <a:pt x="3715816" y="450850"/>
                  </a:lnTo>
                  <a:close/>
                </a:path>
                <a:path w="3724910" h="1108710">
                  <a:moveTo>
                    <a:pt x="63246" y="792480"/>
                  </a:moveTo>
                  <a:lnTo>
                    <a:pt x="62484" y="792480"/>
                  </a:lnTo>
                  <a:lnTo>
                    <a:pt x="64007" y="793750"/>
                  </a:lnTo>
                  <a:lnTo>
                    <a:pt x="63246" y="792480"/>
                  </a:lnTo>
                  <a:close/>
                </a:path>
                <a:path w="3724910" h="1108710">
                  <a:moveTo>
                    <a:pt x="51254" y="770889"/>
                  </a:moveTo>
                  <a:lnTo>
                    <a:pt x="50291" y="770889"/>
                  </a:lnTo>
                  <a:lnTo>
                    <a:pt x="51815" y="772160"/>
                  </a:lnTo>
                  <a:lnTo>
                    <a:pt x="51254" y="770889"/>
                  </a:lnTo>
                  <a:close/>
                </a:path>
                <a:path w="3724910" h="1108710">
                  <a:moveTo>
                    <a:pt x="42214" y="748030"/>
                  </a:moveTo>
                  <a:lnTo>
                    <a:pt x="41147" y="748030"/>
                  </a:lnTo>
                  <a:lnTo>
                    <a:pt x="42671" y="750570"/>
                  </a:lnTo>
                  <a:lnTo>
                    <a:pt x="42214" y="748030"/>
                  </a:lnTo>
                  <a:close/>
                </a:path>
                <a:path w="3724910" h="1108710">
                  <a:moveTo>
                    <a:pt x="38100" y="725170"/>
                  </a:moveTo>
                  <a:lnTo>
                    <a:pt x="38100" y="727710"/>
                  </a:lnTo>
                  <a:lnTo>
                    <a:pt x="38557" y="727710"/>
                  </a:lnTo>
                  <a:lnTo>
                    <a:pt x="38100" y="725170"/>
                  </a:lnTo>
                  <a:close/>
                </a:path>
                <a:path w="3724910" h="1108710">
                  <a:moveTo>
                    <a:pt x="38557" y="702310"/>
                  </a:moveTo>
                  <a:lnTo>
                    <a:pt x="38100" y="702310"/>
                  </a:lnTo>
                  <a:lnTo>
                    <a:pt x="38100" y="704850"/>
                  </a:lnTo>
                  <a:lnTo>
                    <a:pt x="38557" y="702310"/>
                  </a:lnTo>
                  <a:close/>
                </a:path>
                <a:path w="3724910" h="1108710">
                  <a:moveTo>
                    <a:pt x="42671" y="679450"/>
                  </a:moveTo>
                  <a:lnTo>
                    <a:pt x="41147" y="681989"/>
                  </a:lnTo>
                  <a:lnTo>
                    <a:pt x="42214" y="681989"/>
                  </a:lnTo>
                  <a:lnTo>
                    <a:pt x="42671" y="679450"/>
                  </a:lnTo>
                  <a:close/>
                </a:path>
                <a:path w="3724910" h="1108710">
                  <a:moveTo>
                    <a:pt x="51815" y="656589"/>
                  </a:moveTo>
                  <a:lnTo>
                    <a:pt x="50291" y="657860"/>
                  </a:lnTo>
                  <a:lnTo>
                    <a:pt x="51282" y="657860"/>
                  </a:lnTo>
                  <a:lnTo>
                    <a:pt x="51815" y="656589"/>
                  </a:lnTo>
                  <a:close/>
                </a:path>
                <a:path w="3724910" h="1108710">
                  <a:moveTo>
                    <a:pt x="3683507" y="426720"/>
                  </a:moveTo>
                  <a:lnTo>
                    <a:pt x="3674364" y="453389"/>
                  </a:lnTo>
                  <a:lnTo>
                    <a:pt x="3675888" y="450850"/>
                  </a:lnTo>
                  <a:lnTo>
                    <a:pt x="3715816" y="450850"/>
                  </a:lnTo>
                  <a:lnTo>
                    <a:pt x="3720083" y="440689"/>
                  </a:lnTo>
                  <a:lnTo>
                    <a:pt x="3720083" y="436880"/>
                  </a:lnTo>
                  <a:lnTo>
                    <a:pt x="3721455" y="429260"/>
                  </a:lnTo>
                  <a:lnTo>
                    <a:pt x="3683507" y="429260"/>
                  </a:lnTo>
                  <a:lnTo>
                    <a:pt x="3683507" y="426720"/>
                  </a:lnTo>
                  <a:close/>
                </a:path>
                <a:path w="3724910" h="1108710">
                  <a:moveTo>
                    <a:pt x="3724655" y="403860"/>
                  </a:moveTo>
                  <a:lnTo>
                    <a:pt x="3688079" y="403860"/>
                  </a:lnTo>
                  <a:lnTo>
                    <a:pt x="3683507" y="429260"/>
                  </a:lnTo>
                  <a:lnTo>
                    <a:pt x="3721455" y="429260"/>
                  </a:lnTo>
                  <a:lnTo>
                    <a:pt x="3724655" y="411480"/>
                  </a:lnTo>
                  <a:lnTo>
                    <a:pt x="3724655" y="403860"/>
                  </a:lnTo>
                  <a:close/>
                </a:path>
                <a:path w="3724910" h="1108710">
                  <a:moveTo>
                    <a:pt x="3686555" y="381000"/>
                  </a:moveTo>
                  <a:lnTo>
                    <a:pt x="3686555" y="406400"/>
                  </a:lnTo>
                  <a:lnTo>
                    <a:pt x="3688079" y="403860"/>
                  </a:lnTo>
                  <a:lnTo>
                    <a:pt x="3724655" y="403860"/>
                  </a:lnTo>
                  <a:lnTo>
                    <a:pt x="3724655" y="383539"/>
                  </a:lnTo>
                  <a:lnTo>
                    <a:pt x="3688079" y="383539"/>
                  </a:lnTo>
                  <a:lnTo>
                    <a:pt x="3686555" y="381000"/>
                  </a:lnTo>
                  <a:close/>
                </a:path>
                <a:path w="3724910" h="1108710">
                  <a:moveTo>
                    <a:pt x="3681983" y="358139"/>
                  </a:moveTo>
                  <a:lnTo>
                    <a:pt x="3688079" y="383539"/>
                  </a:lnTo>
                  <a:lnTo>
                    <a:pt x="3724655" y="383539"/>
                  </a:lnTo>
                  <a:lnTo>
                    <a:pt x="3724655" y="377189"/>
                  </a:lnTo>
                  <a:lnTo>
                    <a:pt x="3721912" y="361950"/>
                  </a:lnTo>
                  <a:lnTo>
                    <a:pt x="3683507" y="361950"/>
                  </a:lnTo>
                  <a:lnTo>
                    <a:pt x="3681983" y="358139"/>
                  </a:lnTo>
                  <a:close/>
                </a:path>
                <a:path w="3724910" h="1108710">
                  <a:moveTo>
                    <a:pt x="3674470" y="336845"/>
                  </a:moveTo>
                  <a:lnTo>
                    <a:pt x="3683507" y="361950"/>
                  </a:lnTo>
                  <a:lnTo>
                    <a:pt x="3721912" y="361950"/>
                  </a:lnTo>
                  <a:lnTo>
                    <a:pt x="3720083" y="351789"/>
                  </a:lnTo>
                  <a:lnTo>
                    <a:pt x="3720083" y="349250"/>
                  </a:lnTo>
                  <a:lnTo>
                    <a:pt x="3718560" y="349250"/>
                  </a:lnTo>
                  <a:lnTo>
                    <a:pt x="3715076" y="339089"/>
                  </a:lnTo>
                  <a:lnTo>
                    <a:pt x="3675888" y="339089"/>
                  </a:lnTo>
                  <a:lnTo>
                    <a:pt x="3674470" y="336845"/>
                  </a:lnTo>
                  <a:close/>
                </a:path>
                <a:path w="3724910" h="1108710">
                  <a:moveTo>
                    <a:pt x="3674364" y="336550"/>
                  </a:moveTo>
                  <a:lnTo>
                    <a:pt x="3674470" y="336845"/>
                  </a:lnTo>
                  <a:lnTo>
                    <a:pt x="3675888" y="339089"/>
                  </a:lnTo>
                  <a:lnTo>
                    <a:pt x="3674364" y="336550"/>
                  </a:lnTo>
                  <a:close/>
                </a:path>
                <a:path w="3724910" h="1108710">
                  <a:moveTo>
                    <a:pt x="3714205" y="336550"/>
                  </a:moveTo>
                  <a:lnTo>
                    <a:pt x="3674364" y="336550"/>
                  </a:lnTo>
                  <a:lnTo>
                    <a:pt x="3675888" y="339089"/>
                  </a:lnTo>
                  <a:lnTo>
                    <a:pt x="3715076" y="339089"/>
                  </a:lnTo>
                  <a:lnTo>
                    <a:pt x="3714205" y="336550"/>
                  </a:lnTo>
                  <a:close/>
                </a:path>
                <a:path w="3724910" h="1108710">
                  <a:moveTo>
                    <a:pt x="3704843" y="314960"/>
                  </a:moveTo>
                  <a:lnTo>
                    <a:pt x="3660648" y="314960"/>
                  </a:lnTo>
                  <a:lnTo>
                    <a:pt x="3674470" y="336845"/>
                  </a:lnTo>
                  <a:lnTo>
                    <a:pt x="3674364" y="336550"/>
                  </a:lnTo>
                  <a:lnTo>
                    <a:pt x="3714205" y="336550"/>
                  </a:lnTo>
                  <a:lnTo>
                    <a:pt x="3709416" y="322580"/>
                  </a:lnTo>
                  <a:lnTo>
                    <a:pt x="3709416" y="321310"/>
                  </a:lnTo>
                  <a:lnTo>
                    <a:pt x="3707891" y="320039"/>
                  </a:lnTo>
                  <a:lnTo>
                    <a:pt x="3704843" y="314960"/>
                  </a:lnTo>
                  <a:close/>
                </a:path>
                <a:path w="3724910" h="1108710">
                  <a:moveTo>
                    <a:pt x="3026473" y="38100"/>
                  </a:moveTo>
                  <a:lnTo>
                    <a:pt x="2452116" y="38100"/>
                  </a:lnTo>
                  <a:lnTo>
                    <a:pt x="2535936" y="39370"/>
                  </a:lnTo>
                  <a:lnTo>
                    <a:pt x="2618231" y="41910"/>
                  </a:lnTo>
                  <a:lnTo>
                    <a:pt x="2776728" y="49530"/>
                  </a:lnTo>
                  <a:lnTo>
                    <a:pt x="2852928" y="55880"/>
                  </a:lnTo>
                  <a:lnTo>
                    <a:pt x="2926079" y="63500"/>
                  </a:lnTo>
                  <a:lnTo>
                    <a:pt x="2996183" y="72389"/>
                  </a:lnTo>
                  <a:lnTo>
                    <a:pt x="3064764" y="82550"/>
                  </a:lnTo>
                  <a:lnTo>
                    <a:pt x="3128771" y="92710"/>
                  </a:lnTo>
                  <a:lnTo>
                    <a:pt x="3191255" y="105410"/>
                  </a:lnTo>
                  <a:lnTo>
                    <a:pt x="3250691" y="116839"/>
                  </a:lnTo>
                  <a:lnTo>
                    <a:pt x="3307079" y="130810"/>
                  </a:lnTo>
                  <a:lnTo>
                    <a:pt x="3409188" y="161289"/>
                  </a:lnTo>
                  <a:lnTo>
                    <a:pt x="3454907" y="177800"/>
                  </a:lnTo>
                  <a:lnTo>
                    <a:pt x="3534155" y="214630"/>
                  </a:lnTo>
                  <a:lnTo>
                    <a:pt x="3569207" y="234950"/>
                  </a:lnTo>
                  <a:lnTo>
                    <a:pt x="3624071" y="274320"/>
                  </a:lnTo>
                  <a:lnTo>
                    <a:pt x="3662171" y="318770"/>
                  </a:lnTo>
                  <a:lnTo>
                    <a:pt x="3660648" y="314960"/>
                  </a:lnTo>
                  <a:lnTo>
                    <a:pt x="3704843" y="314960"/>
                  </a:lnTo>
                  <a:lnTo>
                    <a:pt x="3694176" y="297180"/>
                  </a:lnTo>
                  <a:lnTo>
                    <a:pt x="3694176" y="295910"/>
                  </a:lnTo>
                  <a:lnTo>
                    <a:pt x="3692652" y="295910"/>
                  </a:lnTo>
                  <a:lnTo>
                    <a:pt x="3692652" y="293370"/>
                  </a:lnTo>
                  <a:lnTo>
                    <a:pt x="3672840" y="269239"/>
                  </a:lnTo>
                  <a:lnTo>
                    <a:pt x="3619500" y="222250"/>
                  </a:lnTo>
                  <a:lnTo>
                    <a:pt x="3587495" y="200660"/>
                  </a:lnTo>
                  <a:lnTo>
                    <a:pt x="3511295" y="161289"/>
                  </a:lnTo>
                  <a:lnTo>
                    <a:pt x="3419855" y="124460"/>
                  </a:lnTo>
                  <a:lnTo>
                    <a:pt x="3369564" y="109220"/>
                  </a:lnTo>
                  <a:lnTo>
                    <a:pt x="3316224" y="93980"/>
                  </a:lnTo>
                  <a:lnTo>
                    <a:pt x="3258312" y="80010"/>
                  </a:lnTo>
                  <a:lnTo>
                    <a:pt x="3198876" y="67310"/>
                  </a:lnTo>
                  <a:lnTo>
                    <a:pt x="3134867" y="54610"/>
                  </a:lnTo>
                  <a:lnTo>
                    <a:pt x="3026473" y="38100"/>
                  </a:lnTo>
                  <a:close/>
                </a:path>
              </a:pathLst>
            </a:custGeom>
            <a:solidFill>
              <a:srgbClr val="FF0000"/>
            </a:solidFill>
          </p:spPr>
          <p:txBody>
            <a:bodyPr wrap="square" lIns="0" tIns="0" rIns="0" bIns="0" rtlCol="0"/>
            <a:lstStyle/>
            <a:p>
              <a:endParaRPr/>
            </a:p>
          </p:txBody>
        </p:sp>
      </p:grpSp>
      <p:grpSp>
        <p:nvGrpSpPr>
          <p:cNvPr id="6" name="object 6"/>
          <p:cNvGrpSpPr/>
          <p:nvPr/>
        </p:nvGrpSpPr>
        <p:grpSpPr>
          <a:xfrm>
            <a:off x="5161672" y="1113536"/>
            <a:ext cx="3268345" cy="4880610"/>
            <a:chOff x="5161672" y="1113536"/>
            <a:chExt cx="3268345" cy="4880610"/>
          </a:xfrm>
        </p:grpSpPr>
        <p:sp>
          <p:nvSpPr>
            <p:cNvPr id="7" name="object 7"/>
            <p:cNvSpPr/>
            <p:nvPr/>
          </p:nvSpPr>
          <p:spPr>
            <a:xfrm>
              <a:off x="5161672" y="1171956"/>
              <a:ext cx="3268101" cy="482165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5620512" y="1113536"/>
              <a:ext cx="2651760" cy="1018540"/>
            </a:xfrm>
            <a:custGeom>
              <a:avLst/>
              <a:gdLst/>
              <a:ahLst/>
              <a:cxnLst/>
              <a:rect l="l" t="t" r="r" b="b"/>
              <a:pathLst>
                <a:path w="2651759" h="1018539">
                  <a:moveTo>
                    <a:pt x="1524" y="687069"/>
                  </a:moveTo>
                  <a:lnTo>
                    <a:pt x="10667" y="726439"/>
                  </a:lnTo>
                  <a:lnTo>
                    <a:pt x="28955" y="762000"/>
                  </a:lnTo>
                  <a:lnTo>
                    <a:pt x="35051" y="773429"/>
                  </a:lnTo>
                  <a:lnTo>
                    <a:pt x="62484" y="807719"/>
                  </a:lnTo>
                  <a:lnTo>
                    <a:pt x="85343" y="826769"/>
                  </a:lnTo>
                  <a:lnTo>
                    <a:pt x="96012" y="838200"/>
                  </a:lnTo>
                  <a:lnTo>
                    <a:pt x="109727" y="847089"/>
                  </a:lnTo>
                  <a:lnTo>
                    <a:pt x="121920" y="855979"/>
                  </a:lnTo>
                  <a:lnTo>
                    <a:pt x="137160" y="864869"/>
                  </a:lnTo>
                  <a:lnTo>
                    <a:pt x="150875" y="875029"/>
                  </a:lnTo>
                  <a:lnTo>
                    <a:pt x="166115" y="881379"/>
                  </a:lnTo>
                  <a:lnTo>
                    <a:pt x="182879" y="891539"/>
                  </a:lnTo>
                  <a:lnTo>
                    <a:pt x="198120" y="899160"/>
                  </a:lnTo>
                  <a:lnTo>
                    <a:pt x="216408" y="906779"/>
                  </a:lnTo>
                  <a:lnTo>
                    <a:pt x="233172" y="914400"/>
                  </a:lnTo>
                  <a:lnTo>
                    <a:pt x="251460" y="922019"/>
                  </a:lnTo>
                  <a:lnTo>
                    <a:pt x="271272" y="929639"/>
                  </a:lnTo>
                  <a:lnTo>
                    <a:pt x="310896" y="941069"/>
                  </a:lnTo>
                  <a:lnTo>
                    <a:pt x="330708" y="948689"/>
                  </a:lnTo>
                  <a:lnTo>
                    <a:pt x="352043" y="953769"/>
                  </a:lnTo>
                  <a:lnTo>
                    <a:pt x="373379" y="960119"/>
                  </a:lnTo>
                  <a:lnTo>
                    <a:pt x="396239" y="966469"/>
                  </a:lnTo>
                  <a:lnTo>
                    <a:pt x="441960" y="976629"/>
                  </a:lnTo>
                  <a:lnTo>
                    <a:pt x="490727" y="985519"/>
                  </a:lnTo>
                  <a:lnTo>
                    <a:pt x="591312" y="1000760"/>
                  </a:lnTo>
                  <a:lnTo>
                    <a:pt x="644651" y="1007110"/>
                  </a:lnTo>
                  <a:lnTo>
                    <a:pt x="755903" y="1014729"/>
                  </a:lnTo>
                  <a:lnTo>
                    <a:pt x="813815" y="1017269"/>
                  </a:lnTo>
                  <a:lnTo>
                    <a:pt x="873251" y="1018539"/>
                  </a:lnTo>
                  <a:lnTo>
                    <a:pt x="996695" y="1018539"/>
                  </a:lnTo>
                  <a:lnTo>
                    <a:pt x="1123188" y="1013460"/>
                  </a:lnTo>
                  <a:lnTo>
                    <a:pt x="1188719" y="1008379"/>
                  </a:lnTo>
                  <a:lnTo>
                    <a:pt x="1255776" y="1002029"/>
                  </a:lnTo>
                  <a:lnTo>
                    <a:pt x="1389888" y="986789"/>
                  </a:lnTo>
                  <a:lnTo>
                    <a:pt x="1437785" y="980439"/>
                  </a:lnTo>
                  <a:lnTo>
                    <a:pt x="874776" y="980439"/>
                  </a:lnTo>
                  <a:lnTo>
                    <a:pt x="815339" y="979169"/>
                  </a:lnTo>
                  <a:lnTo>
                    <a:pt x="757427" y="976629"/>
                  </a:lnTo>
                  <a:lnTo>
                    <a:pt x="647700" y="969010"/>
                  </a:lnTo>
                  <a:lnTo>
                    <a:pt x="595884" y="962660"/>
                  </a:lnTo>
                  <a:lnTo>
                    <a:pt x="496824" y="947419"/>
                  </a:lnTo>
                  <a:lnTo>
                    <a:pt x="403860" y="929639"/>
                  </a:lnTo>
                  <a:lnTo>
                    <a:pt x="362712" y="916939"/>
                  </a:lnTo>
                  <a:lnTo>
                    <a:pt x="341375" y="910589"/>
                  </a:lnTo>
                  <a:lnTo>
                    <a:pt x="321563" y="906779"/>
                  </a:lnTo>
                  <a:lnTo>
                    <a:pt x="301751" y="899160"/>
                  </a:lnTo>
                  <a:lnTo>
                    <a:pt x="265175" y="886460"/>
                  </a:lnTo>
                  <a:lnTo>
                    <a:pt x="214884" y="863600"/>
                  </a:lnTo>
                  <a:lnTo>
                    <a:pt x="169163" y="840739"/>
                  </a:lnTo>
                  <a:lnTo>
                    <a:pt x="155448" y="833119"/>
                  </a:lnTo>
                  <a:lnTo>
                    <a:pt x="131063" y="815339"/>
                  </a:lnTo>
                  <a:lnTo>
                    <a:pt x="120396" y="807719"/>
                  </a:lnTo>
                  <a:lnTo>
                    <a:pt x="99060" y="788669"/>
                  </a:lnTo>
                  <a:lnTo>
                    <a:pt x="80772" y="770889"/>
                  </a:lnTo>
                  <a:lnTo>
                    <a:pt x="73151" y="762000"/>
                  </a:lnTo>
                  <a:lnTo>
                    <a:pt x="67055" y="750569"/>
                  </a:lnTo>
                  <a:lnTo>
                    <a:pt x="60960" y="741679"/>
                  </a:lnTo>
                  <a:lnTo>
                    <a:pt x="54863" y="731519"/>
                  </a:lnTo>
                  <a:lnTo>
                    <a:pt x="50291" y="722629"/>
                  </a:lnTo>
                  <a:lnTo>
                    <a:pt x="45720" y="711200"/>
                  </a:lnTo>
                  <a:lnTo>
                    <a:pt x="43107" y="703579"/>
                  </a:lnTo>
                  <a:lnTo>
                    <a:pt x="21336" y="703579"/>
                  </a:lnTo>
                  <a:lnTo>
                    <a:pt x="14597" y="702310"/>
                  </a:lnTo>
                  <a:lnTo>
                    <a:pt x="8572" y="699769"/>
                  </a:lnTo>
                  <a:lnTo>
                    <a:pt x="3976" y="694689"/>
                  </a:lnTo>
                  <a:lnTo>
                    <a:pt x="1524" y="687069"/>
                  </a:lnTo>
                  <a:close/>
                </a:path>
                <a:path w="2651759" h="1018539">
                  <a:moveTo>
                    <a:pt x="2181932" y="38100"/>
                  </a:moveTo>
                  <a:lnTo>
                    <a:pt x="1776984" y="38100"/>
                  </a:lnTo>
                  <a:lnTo>
                    <a:pt x="1836419" y="39369"/>
                  </a:lnTo>
                  <a:lnTo>
                    <a:pt x="1949195" y="45719"/>
                  </a:lnTo>
                  <a:lnTo>
                    <a:pt x="2004060" y="52069"/>
                  </a:lnTo>
                  <a:lnTo>
                    <a:pt x="2055876" y="55879"/>
                  </a:lnTo>
                  <a:lnTo>
                    <a:pt x="2154936" y="71119"/>
                  </a:lnTo>
                  <a:lnTo>
                    <a:pt x="2202180" y="80010"/>
                  </a:lnTo>
                  <a:lnTo>
                    <a:pt x="2246376" y="91439"/>
                  </a:lnTo>
                  <a:lnTo>
                    <a:pt x="2269236" y="95250"/>
                  </a:lnTo>
                  <a:lnTo>
                    <a:pt x="2289047" y="101600"/>
                  </a:lnTo>
                  <a:lnTo>
                    <a:pt x="2350008" y="119379"/>
                  </a:lnTo>
                  <a:lnTo>
                    <a:pt x="2368295" y="125729"/>
                  </a:lnTo>
                  <a:lnTo>
                    <a:pt x="2386584" y="133350"/>
                  </a:lnTo>
                  <a:lnTo>
                    <a:pt x="2403347" y="139700"/>
                  </a:lnTo>
                  <a:lnTo>
                    <a:pt x="2436876" y="154939"/>
                  </a:lnTo>
                  <a:lnTo>
                    <a:pt x="2467356" y="170179"/>
                  </a:lnTo>
                  <a:lnTo>
                    <a:pt x="2481071" y="177800"/>
                  </a:lnTo>
                  <a:lnTo>
                    <a:pt x="2494788" y="186689"/>
                  </a:lnTo>
                  <a:lnTo>
                    <a:pt x="2508504" y="194310"/>
                  </a:lnTo>
                  <a:lnTo>
                    <a:pt x="2531364" y="213360"/>
                  </a:lnTo>
                  <a:lnTo>
                    <a:pt x="2542032" y="220979"/>
                  </a:lnTo>
                  <a:lnTo>
                    <a:pt x="2552699" y="229869"/>
                  </a:lnTo>
                  <a:lnTo>
                    <a:pt x="2570988" y="247650"/>
                  </a:lnTo>
                  <a:lnTo>
                    <a:pt x="2578608" y="259079"/>
                  </a:lnTo>
                  <a:lnTo>
                    <a:pt x="2590799" y="276860"/>
                  </a:lnTo>
                  <a:lnTo>
                    <a:pt x="2609088" y="318769"/>
                  </a:lnTo>
                  <a:lnTo>
                    <a:pt x="2613660" y="347979"/>
                  </a:lnTo>
                  <a:lnTo>
                    <a:pt x="2613660" y="369569"/>
                  </a:lnTo>
                  <a:lnTo>
                    <a:pt x="2604516" y="412750"/>
                  </a:lnTo>
                  <a:lnTo>
                    <a:pt x="2575560" y="468629"/>
                  </a:lnTo>
                  <a:lnTo>
                    <a:pt x="2566416" y="480060"/>
                  </a:lnTo>
                  <a:lnTo>
                    <a:pt x="2558795" y="491489"/>
                  </a:lnTo>
                  <a:lnTo>
                    <a:pt x="2549652" y="502919"/>
                  </a:lnTo>
                  <a:lnTo>
                    <a:pt x="2538984" y="514350"/>
                  </a:lnTo>
                  <a:lnTo>
                    <a:pt x="2503932" y="549910"/>
                  </a:lnTo>
                  <a:lnTo>
                    <a:pt x="2476499" y="571500"/>
                  </a:lnTo>
                  <a:lnTo>
                    <a:pt x="2462784" y="582929"/>
                  </a:lnTo>
                  <a:lnTo>
                    <a:pt x="2432304" y="605789"/>
                  </a:lnTo>
                  <a:lnTo>
                    <a:pt x="2398776" y="627379"/>
                  </a:lnTo>
                  <a:lnTo>
                    <a:pt x="2380488" y="640079"/>
                  </a:lnTo>
                  <a:lnTo>
                    <a:pt x="2343912" y="661669"/>
                  </a:lnTo>
                  <a:lnTo>
                    <a:pt x="2324099" y="671829"/>
                  </a:lnTo>
                  <a:lnTo>
                    <a:pt x="2282952" y="693419"/>
                  </a:lnTo>
                  <a:lnTo>
                    <a:pt x="2240280" y="713739"/>
                  </a:lnTo>
                  <a:lnTo>
                    <a:pt x="2196084" y="735329"/>
                  </a:lnTo>
                  <a:lnTo>
                    <a:pt x="2148840" y="755650"/>
                  </a:lnTo>
                  <a:lnTo>
                    <a:pt x="2100071" y="775969"/>
                  </a:lnTo>
                  <a:lnTo>
                    <a:pt x="1996439" y="811529"/>
                  </a:lnTo>
                  <a:lnTo>
                    <a:pt x="1941576" y="828039"/>
                  </a:lnTo>
                  <a:lnTo>
                    <a:pt x="1885188" y="845819"/>
                  </a:lnTo>
                  <a:lnTo>
                    <a:pt x="1827276" y="862329"/>
                  </a:lnTo>
                  <a:lnTo>
                    <a:pt x="1767839" y="877569"/>
                  </a:lnTo>
                  <a:lnTo>
                    <a:pt x="1706880" y="891539"/>
                  </a:lnTo>
                  <a:lnTo>
                    <a:pt x="1516380" y="929639"/>
                  </a:lnTo>
                  <a:lnTo>
                    <a:pt x="1450847" y="939800"/>
                  </a:lnTo>
                  <a:lnTo>
                    <a:pt x="1316736" y="957579"/>
                  </a:lnTo>
                  <a:lnTo>
                    <a:pt x="1185671" y="970279"/>
                  </a:lnTo>
                  <a:lnTo>
                    <a:pt x="1121664" y="975360"/>
                  </a:lnTo>
                  <a:lnTo>
                    <a:pt x="995171" y="980439"/>
                  </a:lnTo>
                  <a:lnTo>
                    <a:pt x="1437785" y="980439"/>
                  </a:lnTo>
                  <a:lnTo>
                    <a:pt x="1523999" y="967739"/>
                  </a:lnTo>
                  <a:lnTo>
                    <a:pt x="1716023" y="929639"/>
                  </a:lnTo>
                  <a:lnTo>
                    <a:pt x="1837943" y="899160"/>
                  </a:lnTo>
                  <a:lnTo>
                    <a:pt x="1895856" y="881379"/>
                  </a:lnTo>
                  <a:lnTo>
                    <a:pt x="1952243" y="864869"/>
                  </a:lnTo>
                  <a:lnTo>
                    <a:pt x="2008632" y="847089"/>
                  </a:lnTo>
                  <a:lnTo>
                    <a:pt x="2061971" y="828039"/>
                  </a:lnTo>
                  <a:lnTo>
                    <a:pt x="2113788" y="810260"/>
                  </a:lnTo>
                  <a:lnTo>
                    <a:pt x="2164080" y="789939"/>
                  </a:lnTo>
                  <a:lnTo>
                    <a:pt x="2211323" y="769619"/>
                  </a:lnTo>
                  <a:lnTo>
                    <a:pt x="2257043" y="749300"/>
                  </a:lnTo>
                  <a:lnTo>
                    <a:pt x="2362199" y="694689"/>
                  </a:lnTo>
                  <a:lnTo>
                    <a:pt x="2382012" y="681989"/>
                  </a:lnTo>
                  <a:lnTo>
                    <a:pt x="2401823" y="671829"/>
                  </a:lnTo>
                  <a:lnTo>
                    <a:pt x="2418588" y="659129"/>
                  </a:lnTo>
                  <a:lnTo>
                    <a:pt x="2436876" y="648969"/>
                  </a:lnTo>
                  <a:lnTo>
                    <a:pt x="2470404" y="624839"/>
                  </a:lnTo>
                  <a:lnTo>
                    <a:pt x="2516123" y="589279"/>
                  </a:lnTo>
                  <a:lnTo>
                    <a:pt x="2555747" y="552450"/>
                  </a:lnTo>
                  <a:lnTo>
                    <a:pt x="2589276" y="514350"/>
                  </a:lnTo>
                  <a:lnTo>
                    <a:pt x="2622804" y="464819"/>
                  </a:lnTo>
                  <a:lnTo>
                    <a:pt x="2628899" y="450850"/>
                  </a:lnTo>
                  <a:lnTo>
                    <a:pt x="2634995" y="438150"/>
                  </a:lnTo>
                  <a:lnTo>
                    <a:pt x="2644140" y="411479"/>
                  </a:lnTo>
                  <a:lnTo>
                    <a:pt x="2647188" y="398779"/>
                  </a:lnTo>
                  <a:lnTo>
                    <a:pt x="2650236" y="384810"/>
                  </a:lnTo>
                  <a:lnTo>
                    <a:pt x="2651760" y="370839"/>
                  </a:lnTo>
                  <a:lnTo>
                    <a:pt x="2651760" y="345439"/>
                  </a:lnTo>
                  <a:lnTo>
                    <a:pt x="2645664" y="306069"/>
                  </a:lnTo>
                  <a:lnTo>
                    <a:pt x="2630423" y="269239"/>
                  </a:lnTo>
                  <a:lnTo>
                    <a:pt x="2607564" y="233679"/>
                  </a:lnTo>
                  <a:lnTo>
                    <a:pt x="2578608" y="201929"/>
                  </a:lnTo>
                  <a:lnTo>
                    <a:pt x="2554223" y="182879"/>
                  </a:lnTo>
                  <a:lnTo>
                    <a:pt x="2542032" y="171450"/>
                  </a:lnTo>
                  <a:lnTo>
                    <a:pt x="2500884" y="144779"/>
                  </a:lnTo>
                  <a:lnTo>
                    <a:pt x="2485643" y="137160"/>
                  </a:lnTo>
                  <a:lnTo>
                    <a:pt x="2468880" y="128269"/>
                  </a:lnTo>
                  <a:lnTo>
                    <a:pt x="2418588" y="104139"/>
                  </a:lnTo>
                  <a:lnTo>
                    <a:pt x="2400299" y="96519"/>
                  </a:lnTo>
                  <a:lnTo>
                    <a:pt x="2380488" y="91439"/>
                  </a:lnTo>
                  <a:lnTo>
                    <a:pt x="2360676" y="83819"/>
                  </a:lnTo>
                  <a:lnTo>
                    <a:pt x="2321052" y="71119"/>
                  </a:lnTo>
                  <a:lnTo>
                    <a:pt x="2278380" y="58419"/>
                  </a:lnTo>
                  <a:lnTo>
                    <a:pt x="2209799" y="43179"/>
                  </a:lnTo>
                  <a:lnTo>
                    <a:pt x="2181932" y="38100"/>
                  </a:lnTo>
                  <a:close/>
                </a:path>
                <a:path w="2651759" h="1018539">
                  <a:moveTo>
                    <a:pt x="38100" y="680719"/>
                  </a:moveTo>
                  <a:lnTo>
                    <a:pt x="1524" y="687069"/>
                  </a:lnTo>
                  <a:lnTo>
                    <a:pt x="3976" y="694689"/>
                  </a:lnTo>
                  <a:lnTo>
                    <a:pt x="8572" y="699769"/>
                  </a:lnTo>
                  <a:lnTo>
                    <a:pt x="14597" y="702310"/>
                  </a:lnTo>
                  <a:lnTo>
                    <a:pt x="21336" y="703579"/>
                  </a:lnTo>
                  <a:lnTo>
                    <a:pt x="28670" y="701039"/>
                  </a:lnTo>
                  <a:lnTo>
                    <a:pt x="34289" y="695960"/>
                  </a:lnTo>
                  <a:lnTo>
                    <a:pt x="37623" y="689610"/>
                  </a:lnTo>
                  <a:lnTo>
                    <a:pt x="38100" y="681989"/>
                  </a:lnTo>
                  <a:lnTo>
                    <a:pt x="38100" y="680719"/>
                  </a:lnTo>
                  <a:close/>
                </a:path>
                <a:path w="2651759" h="1018539">
                  <a:moveTo>
                    <a:pt x="38100" y="680719"/>
                  </a:moveTo>
                  <a:lnTo>
                    <a:pt x="38100" y="681989"/>
                  </a:lnTo>
                  <a:lnTo>
                    <a:pt x="37623" y="689610"/>
                  </a:lnTo>
                  <a:lnTo>
                    <a:pt x="34289" y="695960"/>
                  </a:lnTo>
                  <a:lnTo>
                    <a:pt x="28670" y="701039"/>
                  </a:lnTo>
                  <a:lnTo>
                    <a:pt x="21336" y="703579"/>
                  </a:lnTo>
                  <a:lnTo>
                    <a:pt x="43107" y="703579"/>
                  </a:lnTo>
                  <a:lnTo>
                    <a:pt x="42672" y="702310"/>
                  </a:lnTo>
                  <a:lnTo>
                    <a:pt x="39624" y="690879"/>
                  </a:lnTo>
                  <a:lnTo>
                    <a:pt x="38100" y="680719"/>
                  </a:lnTo>
                  <a:close/>
                </a:path>
                <a:path w="2651759" h="1018539">
                  <a:moveTo>
                    <a:pt x="38100" y="680719"/>
                  </a:moveTo>
                  <a:lnTo>
                    <a:pt x="1563" y="685794"/>
                  </a:lnTo>
                  <a:lnTo>
                    <a:pt x="1524" y="687069"/>
                  </a:lnTo>
                  <a:lnTo>
                    <a:pt x="38100" y="680719"/>
                  </a:lnTo>
                  <a:close/>
                </a:path>
                <a:path w="2651759" h="1018539">
                  <a:moveTo>
                    <a:pt x="1776984" y="0"/>
                  </a:moveTo>
                  <a:lnTo>
                    <a:pt x="1717547" y="0"/>
                  </a:lnTo>
                  <a:lnTo>
                    <a:pt x="1591056" y="2539"/>
                  </a:lnTo>
                  <a:lnTo>
                    <a:pt x="1527047" y="5079"/>
                  </a:lnTo>
                  <a:lnTo>
                    <a:pt x="1463039" y="10160"/>
                  </a:lnTo>
                  <a:lnTo>
                    <a:pt x="1395984" y="16510"/>
                  </a:lnTo>
                  <a:lnTo>
                    <a:pt x="1261871" y="31750"/>
                  </a:lnTo>
                  <a:lnTo>
                    <a:pt x="1193291" y="41910"/>
                  </a:lnTo>
                  <a:lnTo>
                    <a:pt x="1062228" y="63500"/>
                  </a:lnTo>
                  <a:lnTo>
                    <a:pt x="873251" y="104139"/>
                  </a:lnTo>
                  <a:lnTo>
                    <a:pt x="813815" y="119379"/>
                  </a:lnTo>
                  <a:lnTo>
                    <a:pt x="697991" y="153669"/>
                  </a:lnTo>
                  <a:lnTo>
                    <a:pt x="643127" y="171450"/>
                  </a:lnTo>
                  <a:lnTo>
                    <a:pt x="589788" y="190500"/>
                  </a:lnTo>
                  <a:lnTo>
                    <a:pt x="537972" y="208279"/>
                  </a:lnTo>
                  <a:lnTo>
                    <a:pt x="487679" y="228600"/>
                  </a:lnTo>
                  <a:lnTo>
                    <a:pt x="393191" y="270510"/>
                  </a:lnTo>
                  <a:lnTo>
                    <a:pt x="288036" y="323850"/>
                  </a:lnTo>
                  <a:lnTo>
                    <a:pt x="269748" y="336550"/>
                  </a:lnTo>
                  <a:lnTo>
                    <a:pt x="249936" y="346710"/>
                  </a:lnTo>
                  <a:lnTo>
                    <a:pt x="231648" y="359410"/>
                  </a:lnTo>
                  <a:lnTo>
                    <a:pt x="198120" y="382269"/>
                  </a:lnTo>
                  <a:lnTo>
                    <a:pt x="164591" y="406400"/>
                  </a:lnTo>
                  <a:lnTo>
                    <a:pt x="150875" y="419100"/>
                  </a:lnTo>
                  <a:lnTo>
                    <a:pt x="135636" y="429260"/>
                  </a:lnTo>
                  <a:lnTo>
                    <a:pt x="108203" y="453389"/>
                  </a:lnTo>
                  <a:lnTo>
                    <a:pt x="96012" y="467360"/>
                  </a:lnTo>
                  <a:lnTo>
                    <a:pt x="83820" y="480060"/>
                  </a:lnTo>
                  <a:lnTo>
                    <a:pt x="62484" y="504189"/>
                  </a:lnTo>
                  <a:lnTo>
                    <a:pt x="53339" y="515619"/>
                  </a:lnTo>
                  <a:lnTo>
                    <a:pt x="44196" y="529589"/>
                  </a:lnTo>
                  <a:lnTo>
                    <a:pt x="36575" y="542289"/>
                  </a:lnTo>
                  <a:lnTo>
                    <a:pt x="28955" y="556260"/>
                  </a:lnTo>
                  <a:lnTo>
                    <a:pt x="21336" y="567689"/>
                  </a:lnTo>
                  <a:lnTo>
                    <a:pt x="16763" y="581660"/>
                  </a:lnTo>
                  <a:lnTo>
                    <a:pt x="10667" y="594360"/>
                  </a:lnTo>
                  <a:lnTo>
                    <a:pt x="4572" y="621029"/>
                  </a:lnTo>
                  <a:lnTo>
                    <a:pt x="1524" y="633729"/>
                  </a:lnTo>
                  <a:lnTo>
                    <a:pt x="0" y="647700"/>
                  </a:lnTo>
                  <a:lnTo>
                    <a:pt x="0" y="674369"/>
                  </a:lnTo>
                  <a:lnTo>
                    <a:pt x="1524" y="685800"/>
                  </a:lnTo>
                  <a:lnTo>
                    <a:pt x="1762" y="679450"/>
                  </a:lnTo>
                  <a:lnTo>
                    <a:pt x="4572" y="673100"/>
                  </a:lnTo>
                  <a:lnTo>
                    <a:pt x="9667" y="668019"/>
                  </a:lnTo>
                  <a:lnTo>
                    <a:pt x="16763" y="665479"/>
                  </a:lnTo>
                  <a:lnTo>
                    <a:pt x="38100" y="665479"/>
                  </a:lnTo>
                  <a:lnTo>
                    <a:pt x="38100" y="648969"/>
                  </a:lnTo>
                  <a:lnTo>
                    <a:pt x="41148" y="627379"/>
                  </a:lnTo>
                  <a:lnTo>
                    <a:pt x="47243" y="605789"/>
                  </a:lnTo>
                  <a:lnTo>
                    <a:pt x="51815" y="595629"/>
                  </a:lnTo>
                  <a:lnTo>
                    <a:pt x="56387" y="582929"/>
                  </a:lnTo>
                  <a:lnTo>
                    <a:pt x="83820" y="538479"/>
                  </a:lnTo>
                  <a:lnTo>
                    <a:pt x="112775" y="504189"/>
                  </a:lnTo>
                  <a:lnTo>
                    <a:pt x="147827" y="471169"/>
                  </a:lnTo>
                  <a:lnTo>
                    <a:pt x="161543" y="458469"/>
                  </a:lnTo>
                  <a:lnTo>
                    <a:pt x="173736" y="447039"/>
                  </a:lnTo>
                  <a:lnTo>
                    <a:pt x="188975" y="435610"/>
                  </a:lnTo>
                  <a:lnTo>
                    <a:pt x="219455" y="414019"/>
                  </a:lnTo>
                  <a:lnTo>
                    <a:pt x="236220" y="401319"/>
                  </a:lnTo>
                  <a:lnTo>
                    <a:pt x="252984" y="391160"/>
                  </a:lnTo>
                  <a:lnTo>
                    <a:pt x="271272" y="379729"/>
                  </a:lnTo>
                  <a:lnTo>
                    <a:pt x="307848" y="358139"/>
                  </a:lnTo>
                  <a:lnTo>
                    <a:pt x="367284" y="325119"/>
                  </a:lnTo>
                  <a:lnTo>
                    <a:pt x="409955" y="304800"/>
                  </a:lnTo>
                  <a:lnTo>
                    <a:pt x="455675" y="284479"/>
                  </a:lnTo>
                  <a:lnTo>
                    <a:pt x="502920" y="262889"/>
                  </a:lnTo>
                  <a:lnTo>
                    <a:pt x="551688" y="245110"/>
                  </a:lnTo>
                  <a:lnTo>
                    <a:pt x="601979" y="224789"/>
                  </a:lnTo>
                  <a:lnTo>
                    <a:pt x="655320" y="207010"/>
                  </a:lnTo>
                  <a:lnTo>
                    <a:pt x="710184" y="190500"/>
                  </a:lnTo>
                  <a:lnTo>
                    <a:pt x="766572" y="172719"/>
                  </a:lnTo>
                  <a:lnTo>
                    <a:pt x="824484" y="156210"/>
                  </a:lnTo>
                  <a:lnTo>
                    <a:pt x="883919" y="140969"/>
                  </a:lnTo>
                  <a:lnTo>
                    <a:pt x="1005839" y="114300"/>
                  </a:lnTo>
                  <a:lnTo>
                    <a:pt x="1133856" y="90169"/>
                  </a:lnTo>
                  <a:lnTo>
                    <a:pt x="1199388" y="78739"/>
                  </a:lnTo>
                  <a:lnTo>
                    <a:pt x="1266443" y="69850"/>
                  </a:lnTo>
                  <a:lnTo>
                    <a:pt x="1400556" y="54610"/>
                  </a:lnTo>
                  <a:lnTo>
                    <a:pt x="1466088" y="48260"/>
                  </a:lnTo>
                  <a:lnTo>
                    <a:pt x="1530095" y="43179"/>
                  </a:lnTo>
                  <a:lnTo>
                    <a:pt x="1594104" y="40639"/>
                  </a:lnTo>
                  <a:lnTo>
                    <a:pt x="1717547" y="38100"/>
                  </a:lnTo>
                  <a:lnTo>
                    <a:pt x="2181932" y="38100"/>
                  </a:lnTo>
                  <a:lnTo>
                    <a:pt x="2112264" y="25400"/>
                  </a:lnTo>
                  <a:lnTo>
                    <a:pt x="2060447" y="19050"/>
                  </a:lnTo>
                  <a:lnTo>
                    <a:pt x="2007108" y="13969"/>
                  </a:lnTo>
                  <a:lnTo>
                    <a:pt x="1952243" y="7619"/>
                  </a:lnTo>
                  <a:lnTo>
                    <a:pt x="1895856" y="3810"/>
                  </a:lnTo>
                  <a:lnTo>
                    <a:pt x="1836419" y="1269"/>
                  </a:lnTo>
                  <a:lnTo>
                    <a:pt x="1776984" y="0"/>
                  </a:lnTo>
                  <a:close/>
                </a:path>
                <a:path w="2651759" h="1018539">
                  <a:moveTo>
                    <a:pt x="24384" y="665479"/>
                  </a:moveTo>
                  <a:lnTo>
                    <a:pt x="16763" y="665479"/>
                  </a:lnTo>
                  <a:lnTo>
                    <a:pt x="9667" y="668019"/>
                  </a:lnTo>
                  <a:lnTo>
                    <a:pt x="4572" y="673100"/>
                  </a:lnTo>
                  <a:lnTo>
                    <a:pt x="1762" y="679450"/>
                  </a:lnTo>
                  <a:lnTo>
                    <a:pt x="1563" y="685794"/>
                  </a:lnTo>
                  <a:lnTo>
                    <a:pt x="38100" y="680719"/>
                  </a:lnTo>
                  <a:lnTo>
                    <a:pt x="35623" y="674369"/>
                  </a:lnTo>
                  <a:lnTo>
                    <a:pt x="30861" y="669289"/>
                  </a:lnTo>
                  <a:lnTo>
                    <a:pt x="24384" y="665479"/>
                  </a:lnTo>
                  <a:close/>
                </a:path>
                <a:path w="2651759" h="1018539">
                  <a:moveTo>
                    <a:pt x="38100" y="665479"/>
                  </a:moveTo>
                  <a:lnTo>
                    <a:pt x="24384" y="665479"/>
                  </a:lnTo>
                  <a:lnTo>
                    <a:pt x="30861" y="669289"/>
                  </a:lnTo>
                  <a:lnTo>
                    <a:pt x="35623" y="674369"/>
                  </a:lnTo>
                  <a:lnTo>
                    <a:pt x="38100" y="680719"/>
                  </a:lnTo>
                  <a:lnTo>
                    <a:pt x="38100" y="665479"/>
                  </a:lnTo>
                  <a:close/>
                </a:path>
              </a:pathLst>
            </a:custGeom>
            <a:solidFill>
              <a:srgbClr val="FF0000"/>
            </a:solid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srcRect/>
          <a:stretch>
            <a:fillRect/>
          </a:stretch>
        </p:blipFill>
        <p:spPr bwMode="auto">
          <a:xfrm>
            <a:off x="-9293" y="381000"/>
            <a:ext cx="7966697" cy="5376863"/>
          </a:xfrm>
          <a:prstGeom prst="rect">
            <a:avLst/>
          </a:prstGeom>
          <a:noFill/>
          <a:ln w="9525">
            <a:noFill/>
            <a:miter lim="800000"/>
            <a:headEnd/>
            <a:tailEnd/>
          </a:ln>
          <a:effectLst/>
        </p:spPr>
      </p:pic>
    </p:spTree>
    <p:extLst>
      <p:ext uri="{BB962C8B-B14F-4D97-AF65-F5344CB8AC3E}">
        <p14:creationId xmlns:p14="http://schemas.microsoft.com/office/powerpoint/2010/main" val="74791063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57200" y="228600"/>
            <a:ext cx="4439270" cy="5391902"/>
          </a:xfrm>
          <a:prstGeom prst="rect">
            <a:avLst/>
          </a:prstGeom>
        </p:spPr>
      </p:pic>
      <p:pic>
        <p:nvPicPr>
          <p:cNvPr id="5" name="Picture 4"/>
          <p:cNvPicPr>
            <a:picLocks noChangeAspect="1"/>
          </p:cNvPicPr>
          <p:nvPr/>
        </p:nvPicPr>
        <p:blipFill>
          <a:blip r:embed="rId3"/>
          <a:stretch>
            <a:fillRect/>
          </a:stretch>
        </p:blipFill>
        <p:spPr>
          <a:xfrm>
            <a:off x="5715000" y="1676400"/>
            <a:ext cx="3422315" cy="3667562"/>
          </a:xfrm>
          <a:prstGeom prst="rect">
            <a:avLst/>
          </a:prstGeom>
        </p:spPr>
      </p:pic>
    </p:spTree>
    <p:extLst>
      <p:ext uri="{BB962C8B-B14F-4D97-AF65-F5344CB8AC3E}">
        <p14:creationId xmlns:p14="http://schemas.microsoft.com/office/powerpoint/2010/main" val="377932840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 y="0"/>
            <a:ext cx="8915400" cy="6858000"/>
          </a:xfrm>
          <a:prstGeom prst="rect">
            <a:avLst/>
          </a:prstGeom>
        </p:spPr>
      </p:pic>
    </p:spTree>
    <p:extLst>
      <p:ext uri="{BB962C8B-B14F-4D97-AF65-F5344CB8AC3E}">
        <p14:creationId xmlns:p14="http://schemas.microsoft.com/office/powerpoint/2010/main" val="33468128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851</TotalTime>
  <Words>1727</Words>
  <Application>Microsoft Office PowerPoint</Application>
  <PresentationFormat>On-screen Show (4:3)</PresentationFormat>
  <Paragraphs>421</Paragraphs>
  <Slides>65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65</vt:i4>
      </vt:variant>
    </vt:vector>
  </HeadingPairs>
  <TitlesOfParts>
    <vt:vector size="73" baseType="lpstr">
      <vt:lpstr>Arial</vt:lpstr>
      <vt:lpstr>Calibri</vt:lpstr>
      <vt:lpstr>Carlito</vt:lpstr>
      <vt:lpstr>Symbol</vt:lpstr>
      <vt:lpstr>Times New Roman</vt:lpstr>
      <vt:lpstr>Trebuchet MS</vt:lpstr>
      <vt:lpstr>Wingdings</vt:lpstr>
      <vt:lpstr>Office Theme</vt:lpstr>
      <vt:lpstr>PowerPoint Presentation</vt:lpstr>
      <vt:lpstr>DC-AC Converter</vt:lpstr>
      <vt:lpstr>PowerPoint Presentation</vt:lpstr>
      <vt:lpstr>Inverter Classification</vt:lpstr>
      <vt:lpstr>1- Phase Half bridge inverter with R - Load</vt:lpstr>
      <vt:lpstr>1- Phase Half bridge inverter with Inductive Load</vt:lpstr>
      <vt:lpstr>PowerPoint Presentation</vt:lpstr>
      <vt:lpstr>PowerPoint Presentation</vt:lpstr>
      <vt:lpstr>PowerPoint Presentation</vt:lpstr>
      <vt:lpstr>PowerPoint Presentation</vt:lpstr>
      <vt:lpstr>PowerPoint Presentation</vt:lpstr>
      <vt:lpstr>1- Phase Full bridge inverter</vt:lpstr>
      <vt:lpstr>Full bridge inverter – R load</vt:lpstr>
      <vt:lpstr>Full bridge inverter – RL load</vt:lpstr>
      <vt:lpstr>Full Bridge Inverter – Transistor Ratings</vt:lpstr>
      <vt:lpstr>Harmonics</vt:lpstr>
      <vt:lpstr>Harmonics</vt:lpstr>
      <vt:lpstr>Harmonics</vt:lpstr>
      <vt:lpstr>Harmonic  Parameters</vt:lpstr>
      <vt:lpstr>Comparison of parameters in Half Bridge and Full Bridge Inverters</vt:lpstr>
      <vt:lpstr>Example</vt:lpstr>
      <vt:lpstr>Cross Conduction  or Shoot Through Fault</vt:lpstr>
      <vt:lpstr>Cross Conduction or Shoot Through Fault</vt:lpstr>
      <vt:lpstr>3-Phase Inverter</vt:lpstr>
      <vt:lpstr>3- Phase Inverter  180° conduction</vt:lpstr>
      <vt:lpstr>3- Phase Inverter  180° conduction</vt:lpstr>
      <vt:lpstr>3- Phase Inverter  180° conduction</vt:lpstr>
      <vt:lpstr>Features of 180 degree  conduction</vt:lpstr>
      <vt:lpstr>3- Phase Inverter  120° conduction</vt:lpstr>
      <vt:lpstr>3- Phase Inverter  120° conduction</vt:lpstr>
      <vt:lpstr>3- Phase Inverter  120° conduction</vt:lpstr>
      <vt:lpstr>3- Phase Inverter  120° conduction</vt:lpstr>
      <vt:lpstr>Features of 120 degree  conduction</vt:lpstr>
      <vt:lpstr>Current Source Inverter (CSI)</vt:lpstr>
      <vt:lpstr>PowerPoint Presentation</vt:lpstr>
      <vt:lpstr>PowerPoint Presentation</vt:lpstr>
      <vt:lpstr>Current Source Inverter</vt:lpstr>
      <vt:lpstr>PowerPoint Presentation</vt:lpstr>
      <vt:lpstr>Voltage Control with Pulse Width Modulation</vt:lpstr>
      <vt:lpstr>Single PWM</vt:lpstr>
      <vt:lpstr>Single  PWM</vt:lpstr>
      <vt:lpstr>PowerPoint Presentation</vt:lpstr>
      <vt:lpstr>PowerPoint Presentation</vt:lpstr>
      <vt:lpstr>PowerPoint Presentation</vt:lpstr>
      <vt:lpstr>PowerPoint Presentation</vt:lpstr>
      <vt:lpstr>Harmonic profile of single pulse width modulation</vt:lpstr>
      <vt:lpstr>Multiple  Pulse   Width Modulation</vt:lpstr>
      <vt:lpstr>Multiple PWM</vt:lpstr>
      <vt:lpstr>PowerPoint Presentation</vt:lpstr>
      <vt:lpstr>PowerPoint Presentation</vt:lpstr>
      <vt:lpstr>PowerPoint Presentation</vt:lpstr>
      <vt:lpstr>Harmonic profile of multiple pulse width modulation</vt:lpstr>
      <vt:lpstr>Harmonic profile of multiple pulse width modulation</vt:lpstr>
      <vt:lpstr>Sine  Pulse   Width Modulation</vt:lpstr>
      <vt:lpstr>PowerPoint Presentation</vt:lpstr>
      <vt:lpstr>Harmonic profile of Sine pulse width modulation</vt:lpstr>
      <vt:lpstr>PowerPoint Presentation</vt:lpstr>
      <vt:lpstr>Sine PWM for 3-Phase Inverter</vt:lpstr>
      <vt:lpstr>PowerPoint Presentation</vt:lpstr>
      <vt:lpstr>PowerPoint Presentation</vt:lpstr>
      <vt:lpstr>Typical  MOSFETS</vt:lpstr>
      <vt:lpstr>Typical  IGBTs</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Electronics</dc:title>
  <dc:creator>user</dc:creator>
  <cp:lastModifiedBy>xavier</cp:lastModifiedBy>
  <cp:revision>59</cp:revision>
  <dcterms:created xsi:type="dcterms:W3CDTF">2021-10-13T07:01:29Z</dcterms:created>
  <dcterms:modified xsi:type="dcterms:W3CDTF">2026-03-24T03:08:26Z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2019-10-04T00:00:00Z</vt:filetime>
  </property>
  <property fmtid="{D5CDD505-2E9C-101B-9397-08002B2CF9AE}" pid="3" name="LastSaved">
    <vt:filetime>2021-10-13T00:00:00Z</vt:filetime>
  </property>
</Properties>
</file>